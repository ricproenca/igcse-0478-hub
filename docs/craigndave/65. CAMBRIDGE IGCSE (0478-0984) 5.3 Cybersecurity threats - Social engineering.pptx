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4" r:id="rId3"/>
    <p:sldId id="268" r:id="rId4"/>
    <p:sldId id="271" r:id="rId5"/>
    <p:sldId id="259" r:id="rId6"/>
    <p:sldId id="267" r:id="rId7"/>
    <p:sldId id="269" r:id="rId8"/>
    <p:sldId id="270" r:id="rId9"/>
    <p:sldId id="260" r:id="rId10"/>
    <p:sldId id="2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7" autoAdjust="0"/>
    <p:restoredTop sz="94694"/>
  </p:normalViewPr>
  <p:slideViewPr>
    <p:cSldViewPr snapToGrid="0">
      <p:cViewPr varScale="1">
        <p:scale>
          <a:sx n="61" d="100"/>
          <a:sy n="61" d="100"/>
        </p:scale>
        <p:origin x="72" y="1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FE5543-88AA-46A3-A202-358330EC8FE1}" type="doc">
      <dgm:prSet loTypeId="urn:microsoft.com/office/officeart/2005/8/layout/pList2" loCatId="list" qsTypeId="urn:microsoft.com/office/officeart/2005/8/quickstyle/simple1" qsCatId="simple" csTypeId="urn:microsoft.com/office/officeart/2005/8/colors/colorful2" csCatId="colorful" phldr="1"/>
      <dgm:spPr/>
    </dgm:pt>
    <dgm:pt modelId="{1F66B286-82DE-436B-957B-5670FEB3DE87}">
      <dgm:prSet phldrT="[Text]" custT="1"/>
      <dgm:spPr/>
      <dgm:t>
        <a:bodyPr/>
        <a:lstStyle/>
        <a:p>
          <a:r>
            <a:rPr lang="en-GB" sz="2400" dirty="0"/>
            <a:t>Pharming</a:t>
          </a:r>
        </a:p>
      </dgm:t>
    </dgm:pt>
    <dgm:pt modelId="{C013CEA6-5F68-4B86-9B9B-CEBF17C70669}" type="parTrans" cxnId="{C6AD43F3-6677-44D7-9FF7-9778D0E544FA}">
      <dgm:prSet/>
      <dgm:spPr/>
      <dgm:t>
        <a:bodyPr/>
        <a:lstStyle/>
        <a:p>
          <a:endParaRPr lang="en-GB"/>
        </a:p>
      </dgm:t>
    </dgm:pt>
    <dgm:pt modelId="{4A10AF24-E8B9-4241-8A9E-71F2E014EE15}" type="sibTrans" cxnId="{C6AD43F3-6677-44D7-9FF7-9778D0E544FA}">
      <dgm:prSet/>
      <dgm:spPr/>
      <dgm:t>
        <a:bodyPr/>
        <a:lstStyle/>
        <a:p>
          <a:endParaRPr lang="en-GB"/>
        </a:p>
      </dgm:t>
    </dgm:pt>
    <dgm:pt modelId="{31644156-9DDB-46F2-855B-5F5014893886}">
      <dgm:prSet phldrT="[Text]" custT="1"/>
      <dgm:spPr/>
      <dgm:t>
        <a:bodyPr/>
        <a:lstStyle/>
        <a:p>
          <a:r>
            <a:rPr lang="en-GB" sz="2400" dirty="0"/>
            <a:t>Blagging (pretexting)</a:t>
          </a:r>
        </a:p>
      </dgm:t>
    </dgm:pt>
    <dgm:pt modelId="{3E522C01-F6B6-4422-9051-180C2427F4BC}" type="parTrans" cxnId="{42AE6C5B-6E6E-4F61-A250-84B71C80BD78}">
      <dgm:prSet/>
      <dgm:spPr/>
      <dgm:t>
        <a:bodyPr/>
        <a:lstStyle/>
        <a:p>
          <a:endParaRPr lang="en-GB"/>
        </a:p>
      </dgm:t>
    </dgm:pt>
    <dgm:pt modelId="{597B770A-959E-461A-A734-B34FA294993E}" type="sibTrans" cxnId="{42AE6C5B-6E6E-4F61-A250-84B71C80BD78}">
      <dgm:prSet/>
      <dgm:spPr/>
      <dgm:t>
        <a:bodyPr/>
        <a:lstStyle/>
        <a:p>
          <a:endParaRPr lang="en-GB"/>
        </a:p>
      </dgm:t>
    </dgm:pt>
    <dgm:pt modelId="{473571B6-AD22-4C1D-882A-AD0A358A3A15}">
      <dgm:prSet phldrT="[Text]" custT="1"/>
      <dgm:spPr/>
      <dgm:t>
        <a:bodyPr/>
        <a:lstStyle/>
        <a:p>
          <a:r>
            <a:rPr lang="en-GB" sz="2400" dirty="0"/>
            <a:t>Baiting</a:t>
          </a:r>
        </a:p>
      </dgm:t>
    </dgm:pt>
    <dgm:pt modelId="{BC0084DF-2FD8-47D1-9685-57B99FFAC71B}" type="parTrans" cxnId="{E66F9D6A-9D8E-488B-B6FF-5784CBEC38A4}">
      <dgm:prSet/>
      <dgm:spPr/>
      <dgm:t>
        <a:bodyPr/>
        <a:lstStyle/>
        <a:p>
          <a:endParaRPr lang="en-GB"/>
        </a:p>
      </dgm:t>
    </dgm:pt>
    <dgm:pt modelId="{99BC6952-F389-47E9-9B7E-14D589B782BC}" type="sibTrans" cxnId="{E66F9D6A-9D8E-488B-B6FF-5784CBEC38A4}">
      <dgm:prSet/>
      <dgm:spPr/>
      <dgm:t>
        <a:bodyPr/>
        <a:lstStyle/>
        <a:p>
          <a:endParaRPr lang="en-GB"/>
        </a:p>
      </dgm:t>
    </dgm:pt>
    <dgm:pt modelId="{AA6B2ED3-77B0-435E-9D38-A66146C01C3F}">
      <dgm:prSet phldrT="[Text]" custT="1"/>
      <dgm:spPr/>
      <dgm:t>
        <a:bodyPr/>
        <a:lstStyle/>
        <a:p>
          <a:r>
            <a:rPr lang="en-GB" sz="2400" dirty="0"/>
            <a:t>Quid pro quo</a:t>
          </a:r>
        </a:p>
      </dgm:t>
    </dgm:pt>
    <dgm:pt modelId="{31325661-43D3-4D2E-A82F-0D687E1670ED}" type="parTrans" cxnId="{02363F39-9E36-4EED-8A17-72F095FF5458}">
      <dgm:prSet/>
      <dgm:spPr/>
      <dgm:t>
        <a:bodyPr/>
        <a:lstStyle/>
        <a:p>
          <a:endParaRPr lang="en-GB"/>
        </a:p>
      </dgm:t>
    </dgm:pt>
    <dgm:pt modelId="{D19DCE8D-982C-4374-90FF-B86D7C9BD3A7}" type="sibTrans" cxnId="{02363F39-9E36-4EED-8A17-72F095FF5458}">
      <dgm:prSet/>
      <dgm:spPr/>
      <dgm:t>
        <a:bodyPr/>
        <a:lstStyle/>
        <a:p>
          <a:endParaRPr lang="en-GB"/>
        </a:p>
      </dgm:t>
    </dgm:pt>
    <dgm:pt modelId="{5344BF37-87CA-4AE2-8B25-5FA9004C4D85}">
      <dgm:prSet phldrT="[Text]" custT="1"/>
      <dgm:spPr/>
      <dgm:t>
        <a:bodyPr/>
        <a:lstStyle/>
        <a:p>
          <a:r>
            <a:rPr lang="en-GB" sz="2400" dirty="0"/>
            <a:t>Phishing</a:t>
          </a:r>
        </a:p>
      </dgm:t>
    </dgm:pt>
    <dgm:pt modelId="{D446C5F9-B737-45A0-8BAE-41B73F4EA2A6}" type="parTrans" cxnId="{FE506F35-6911-4085-9596-7FD85019B7FF}">
      <dgm:prSet/>
      <dgm:spPr/>
      <dgm:t>
        <a:bodyPr/>
        <a:lstStyle/>
        <a:p>
          <a:endParaRPr lang="en-GB"/>
        </a:p>
      </dgm:t>
    </dgm:pt>
    <dgm:pt modelId="{66447089-C544-4E59-99A8-DEF8AC463AFB}" type="sibTrans" cxnId="{FE506F35-6911-4085-9596-7FD85019B7FF}">
      <dgm:prSet/>
      <dgm:spPr/>
      <dgm:t>
        <a:bodyPr/>
        <a:lstStyle/>
        <a:p>
          <a:endParaRPr lang="en-GB"/>
        </a:p>
      </dgm:t>
    </dgm:pt>
    <dgm:pt modelId="{F0CC00D5-8C2E-46F2-98CC-731180411E46}" type="pres">
      <dgm:prSet presAssocID="{9BFE5543-88AA-46A3-A202-358330EC8FE1}" presName="Name0" presStyleCnt="0">
        <dgm:presLayoutVars>
          <dgm:dir/>
          <dgm:resizeHandles val="exact"/>
        </dgm:presLayoutVars>
      </dgm:prSet>
      <dgm:spPr/>
    </dgm:pt>
    <dgm:pt modelId="{3EF2EE82-7F0A-4AA7-9451-0FC35A03278B}" type="pres">
      <dgm:prSet presAssocID="{9BFE5543-88AA-46A3-A202-358330EC8FE1}" presName="bkgdShp" presStyleLbl="alignAccFollowNode1" presStyleIdx="0" presStyleCnt="1"/>
      <dgm:spPr/>
    </dgm:pt>
    <dgm:pt modelId="{FE1E07EA-E532-4699-ABDB-D62A3B9565DE}" type="pres">
      <dgm:prSet presAssocID="{9BFE5543-88AA-46A3-A202-358330EC8FE1}" presName="linComp" presStyleCnt="0"/>
      <dgm:spPr/>
    </dgm:pt>
    <dgm:pt modelId="{05878C08-8986-4C00-A985-80DFA2F63DF3}" type="pres">
      <dgm:prSet presAssocID="{5344BF37-87CA-4AE2-8B25-5FA9004C4D85}" presName="compNode" presStyleCnt="0"/>
      <dgm:spPr/>
    </dgm:pt>
    <dgm:pt modelId="{FF913B28-D392-445F-9E22-43A887A3A9E9}" type="pres">
      <dgm:prSet presAssocID="{5344BF37-87CA-4AE2-8B25-5FA9004C4D85}" presName="node" presStyleLbl="node1" presStyleIdx="0" presStyleCnt="5">
        <dgm:presLayoutVars>
          <dgm:bulletEnabled val="1"/>
        </dgm:presLayoutVars>
      </dgm:prSet>
      <dgm:spPr/>
    </dgm:pt>
    <dgm:pt modelId="{B1514C8B-2ED9-4D9D-98B6-A29CC5180CEE}" type="pres">
      <dgm:prSet presAssocID="{5344BF37-87CA-4AE2-8B25-5FA9004C4D85}" presName="invisiNode" presStyleLbl="node1" presStyleIdx="0" presStyleCnt="5"/>
      <dgm:spPr/>
    </dgm:pt>
    <dgm:pt modelId="{552BE0CC-28B5-48C3-BFD6-99ED0B96CF5C}" type="pres">
      <dgm:prSet presAssocID="{5344BF37-87CA-4AE2-8B25-5FA9004C4D85}" presName="imagNode" presStyleLbl="fgImgPlace1" presStyleIdx="0" presStyleCnt="5"/>
      <dgm:spPr/>
    </dgm:pt>
    <dgm:pt modelId="{86D47C73-8513-443B-BD5C-10C4F3956F57}" type="pres">
      <dgm:prSet presAssocID="{66447089-C544-4E59-99A8-DEF8AC463AFB}" presName="sibTrans" presStyleLbl="sibTrans2D1" presStyleIdx="0" presStyleCnt="0"/>
      <dgm:spPr/>
    </dgm:pt>
    <dgm:pt modelId="{C18E6C0D-AA60-4D86-A357-2FC64557A1F9}" type="pres">
      <dgm:prSet presAssocID="{1F66B286-82DE-436B-957B-5670FEB3DE87}" presName="compNode" presStyleCnt="0"/>
      <dgm:spPr/>
    </dgm:pt>
    <dgm:pt modelId="{2AA722A7-9525-45CB-BE0B-0B6E96B7EC3E}" type="pres">
      <dgm:prSet presAssocID="{1F66B286-82DE-436B-957B-5670FEB3DE87}" presName="node" presStyleLbl="node1" presStyleIdx="1" presStyleCnt="5">
        <dgm:presLayoutVars>
          <dgm:bulletEnabled val="1"/>
        </dgm:presLayoutVars>
      </dgm:prSet>
      <dgm:spPr/>
    </dgm:pt>
    <dgm:pt modelId="{8EFB0BA6-32F8-46A3-BE9A-E59B4936FB20}" type="pres">
      <dgm:prSet presAssocID="{1F66B286-82DE-436B-957B-5670FEB3DE87}" presName="invisiNode" presStyleLbl="node1" presStyleIdx="1" presStyleCnt="5"/>
      <dgm:spPr/>
    </dgm:pt>
    <dgm:pt modelId="{1501D37B-5D56-4FF6-910E-AE2C715F3F4B}" type="pres">
      <dgm:prSet presAssocID="{1F66B286-82DE-436B-957B-5670FEB3DE87}" presName="imagNode" presStyleLbl="fgImgPlace1" presStyleIdx="1" presStyleCnt="5"/>
      <dgm:spPr/>
    </dgm:pt>
    <dgm:pt modelId="{75F74A13-39C3-42B2-AFB6-9D2CA987811E}" type="pres">
      <dgm:prSet presAssocID="{4A10AF24-E8B9-4241-8A9E-71F2E014EE15}" presName="sibTrans" presStyleLbl="sibTrans2D1" presStyleIdx="0" presStyleCnt="0"/>
      <dgm:spPr/>
    </dgm:pt>
    <dgm:pt modelId="{30862982-0A5E-44D5-8B96-4CBF80C90995}" type="pres">
      <dgm:prSet presAssocID="{31644156-9DDB-46F2-855B-5F5014893886}" presName="compNode" presStyleCnt="0"/>
      <dgm:spPr/>
    </dgm:pt>
    <dgm:pt modelId="{AECD32C2-FFD2-4E51-B202-839E828A03FB}" type="pres">
      <dgm:prSet presAssocID="{31644156-9DDB-46F2-855B-5F5014893886}" presName="node" presStyleLbl="node1" presStyleIdx="2" presStyleCnt="5">
        <dgm:presLayoutVars>
          <dgm:bulletEnabled val="1"/>
        </dgm:presLayoutVars>
      </dgm:prSet>
      <dgm:spPr/>
    </dgm:pt>
    <dgm:pt modelId="{B9BC77D2-4D77-49A2-B81A-09ABEF36678A}" type="pres">
      <dgm:prSet presAssocID="{31644156-9DDB-46F2-855B-5F5014893886}" presName="invisiNode" presStyleLbl="node1" presStyleIdx="2" presStyleCnt="5"/>
      <dgm:spPr/>
    </dgm:pt>
    <dgm:pt modelId="{34661E18-9EE9-4FC7-BA61-668165F3A216}" type="pres">
      <dgm:prSet presAssocID="{31644156-9DDB-46F2-855B-5F5014893886}" presName="imagNode" presStyleLbl="fgImgPlace1" presStyleIdx="2" presStyleCnt="5"/>
      <dgm:spPr/>
    </dgm:pt>
    <dgm:pt modelId="{0C6C96E5-E6CC-4541-BDB5-07962ACAA21B}" type="pres">
      <dgm:prSet presAssocID="{597B770A-959E-461A-A734-B34FA294993E}" presName="sibTrans" presStyleLbl="sibTrans2D1" presStyleIdx="0" presStyleCnt="0"/>
      <dgm:spPr/>
    </dgm:pt>
    <dgm:pt modelId="{B1B81888-60CD-4B05-A556-4AC16B449197}" type="pres">
      <dgm:prSet presAssocID="{473571B6-AD22-4C1D-882A-AD0A358A3A15}" presName="compNode" presStyleCnt="0"/>
      <dgm:spPr/>
    </dgm:pt>
    <dgm:pt modelId="{8FBEEE1B-D76E-41F0-97B3-6FB87BFBA35E}" type="pres">
      <dgm:prSet presAssocID="{473571B6-AD22-4C1D-882A-AD0A358A3A15}" presName="node" presStyleLbl="node1" presStyleIdx="3" presStyleCnt="5">
        <dgm:presLayoutVars>
          <dgm:bulletEnabled val="1"/>
        </dgm:presLayoutVars>
      </dgm:prSet>
      <dgm:spPr/>
    </dgm:pt>
    <dgm:pt modelId="{83F06147-DE12-4365-8EDC-922FFF600F51}" type="pres">
      <dgm:prSet presAssocID="{473571B6-AD22-4C1D-882A-AD0A358A3A15}" presName="invisiNode" presStyleLbl="node1" presStyleIdx="3" presStyleCnt="5"/>
      <dgm:spPr/>
    </dgm:pt>
    <dgm:pt modelId="{59125760-73DC-415C-A3B5-E326694ADFE3}" type="pres">
      <dgm:prSet presAssocID="{473571B6-AD22-4C1D-882A-AD0A358A3A15}" presName="imagNode" presStyleLbl="fgImgPlace1" presStyleIdx="3" presStyleCnt="5"/>
      <dgm:spPr/>
    </dgm:pt>
    <dgm:pt modelId="{FA7EA5D5-6BFB-4277-B20A-ABAD6B9FCB68}" type="pres">
      <dgm:prSet presAssocID="{99BC6952-F389-47E9-9B7E-14D589B782BC}" presName="sibTrans" presStyleLbl="sibTrans2D1" presStyleIdx="0" presStyleCnt="0"/>
      <dgm:spPr/>
    </dgm:pt>
    <dgm:pt modelId="{3E194A7B-AEE6-40C7-9D24-969C4DB0C419}" type="pres">
      <dgm:prSet presAssocID="{AA6B2ED3-77B0-435E-9D38-A66146C01C3F}" presName="compNode" presStyleCnt="0"/>
      <dgm:spPr/>
    </dgm:pt>
    <dgm:pt modelId="{175027B6-D5D5-4045-82F1-E53CA9699CD3}" type="pres">
      <dgm:prSet presAssocID="{AA6B2ED3-77B0-435E-9D38-A66146C01C3F}" presName="node" presStyleLbl="node1" presStyleIdx="4" presStyleCnt="5">
        <dgm:presLayoutVars>
          <dgm:bulletEnabled val="1"/>
        </dgm:presLayoutVars>
      </dgm:prSet>
      <dgm:spPr/>
    </dgm:pt>
    <dgm:pt modelId="{5C921788-8147-4532-A709-58CF9EB968E5}" type="pres">
      <dgm:prSet presAssocID="{AA6B2ED3-77B0-435E-9D38-A66146C01C3F}" presName="invisiNode" presStyleLbl="node1" presStyleIdx="4" presStyleCnt="5"/>
      <dgm:spPr/>
    </dgm:pt>
    <dgm:pt modelId="{A13AA82E-0EFF-4CF8-AAEB-324533C8AF86}" type="pres">
      <dgm:prSet presAssocID="{AA6B2ED3-77B0-435E-9D38-A66146C01C3F}" presName="imagNode" presStyleLbl="fgImgPlace1" presStyleIdx="4" presStyleCnt="5"/>
      <dgm:spPr/>
    </dgm:pt>
  </dgm:ptLst>
  <dgm:cxnLst>
    <dgm:cxn modelId="{FE506F35-6911-4085-9596-7FD85019B7FF}" srcId="{9BFE5543-88AA-46A3-A202-358330EC8FE1}" destId="{5344BF37-87CA-4AE2-8B25-5FA9004C4D85}" srcOrd="0" destOrd="0" parTransId="{D446C5F9-B737-45A0-8BAE-41B73F4EA2A6}" sibTransId="{66447089-C544-4E59-99A8-DEF8AC463AFB}"/>
    <dgm:cxn modelId="{02363F39-9E36-4EED-8A17-72F095FF5458}" srcId="{9BFE5543-88AA-46A3-A202-358330EC8FE1}" destId="{AA6B2ED3-77B0-435E-9D38-A66146C01C3F}" srcOrd="4" destOrd="0" parTransId="{31325661-43D3-4D2E-A82F-0D687E1670ED}" sibTransId="{D19DCE8D-982C-4374-90FF-B86D7C9BD3A7}"/>
    <dgm:cxn modelId="{42AE6C5B-6E6E-4F61-A250-84B71C80BD78}" srcId="{9BFE5543-88AA-46A3-A202-358330EC8FE1}" destId="{31644156-9DDB-46F2-855B-5F5014893886}" srcOrd="2" destOrd="0" parTransId="{3E522C01-F6B6-4422-9051-180C2427F4BC}" sibTransId="{597B770A-959E-461A-A734-B34FA294993E}"/>
    <dgm:cxn modelId="{E66F9D6A-9D8E-488B-B6FF-5784CBEC38A4}" srcId="{9BFE5543-88AA-46A3-A202-358330EC8FE1}" destId="{473571B6-AD22-4C1D-882A-AD0A358A3A15}" srcOrd="3" destOrd="0" parTransId="{BC0084DF-2FD8-47D1-9685-57B99FFAC71B}" sibTransId="{99BC6952-F389-47E9-9B7E-14D589B782BC}"/>
    <dgm:cxn modelId="{DD405F7C-3B43-4AEB-AC6C-61F9FD38F2E1}" type="presOf" srcId="{AA6B2ED3-77B0-435E-9D38-A66146C01C3F}" destId="{175027B6-D5D5-4045-82F1-E53CA9699CD3}" srcOrd="0" destOrd="0" presId="urn:microsoft.com/office/officeart/2005/8/layout/pList2"/>
    <dgm:cxn modelId="{2F4FF77C-B7C3-4524-8DC0-54A556A94EEA}" type="presOf" srcId="{9BFE5543-88AA-46A3-A202-358330EC8FE1}" destId="{F0CC00D5-8C2E-46F2-98CC-731180411E46}" srcOrd="0" destOrd="0" presId="urn:microsoft.com/office/officeart/2005/8/layout/pList2"/>
    <dgm:cxn modelId="{0276EB8C-F911-4910-A0D1-C07341E7DA5C}" type="presOf" srcId="{31644156-9DDB-46F2-855B-5F5014893886}" destId="{AECD32C2-FFD2-4E51-B202-839E828A03FB}" srcOrd="0" destOrd="0" presId="urn:microsoft.com/office/officeart/2005/8/layout/pList2"/>
    <dgm:cxn modelId="{1DF77094-3E99-4BF9-AC98-8D0B9A969FC5}" type="presOf" srcId="{99BC6952-F389-47E9-9B7E-14D589B782BC}" destId="{FA7EA5D5-6BFB-4277-B20A-ABAD6B9FCB68}" srcOrd="0" destOrd="0" presId="urn:microsoft.com/office/officeart/2005/8/layout/pList2"/>
    <dgm:cxn modelId="{B340889F-D58A-4A93-8822-FFC0E4F7D848}" type="presOf" srcId="{66447089-C544-4E59-99A8-DEF8AC463AFB}" destId="{86D47C73-8513-443B-BD5C-10C4F3956F57}" srcOrd="0" destOrd="0" presId="urn:microsoft.com/office/officeart/2005/8/layout/pList2"/>
    <dgm:cxn modelId="{1078BCBF-C4E4-452E-A009-8654FDFA9CFF}" type="presOf" srcId="{1F66B286-82DE-436B-957B-5670FEB3DE87}" destId="{2AA722A7-9525-45CB-BE0B-0B6E96B7EC3E}" srcOrd="0" destOrd="0" presId="urn:microsoft.com/office/officeart/2005/8/layout/pList2"/>
    <dgm:cxn modelId="{9EAA91CC-6192-41AC-978E-84D5B6336EA5}" type="presOf" srcId="{473571B6-AD22-4C1D-882A-AD0A358A3A15}" destId="{8FBEEE1B-D76E-41F0-97B3-6FB87BFBA35E}" srcOrd="0" destOrd="0" presId="urn:microsoft.com/office/officeart/2005/8/layout/pList2"/>
    <dgm:cxn modelId="{B01C67CD-D151-4688-AFB2-D80771F51630}" type="presOf" srcId="{597B770A-959E-461A-A734-B34FA294993E}" destId="{0C6C96E5-E6CC-4541-BDB5-07962ACAA21B}" srcOrd="0" destOrd="0" presId="urn:microsoft.com/office/officeart/2005/8/layout/pList2"/>
    <dgm:cxn modelId="{5FE4BBE0-3EEC-47A4-87DF-EAA77F91429D}" type="presOf" srcId="{5344BF37-87CA-4AE2-8B25-5FA9004C4D85}" destId="{FF913B28-D392-445F-9E22-43A887A3A9E9}" srcOrd="0" destOrd="0" presId="urn:microsoft.com/office/officeart/2005/8/layout/pList2"/>
    <dgm:cxn modelId="{C9024DEE-2D72-4B22-944D-03FC0882415C}" type="presOf" srcId="{4A10AF24-E8B9-4241-8A9E-71F2E014EE15}" destId="{75F74A13-39C3-42B2-AFB6-9D2CA987811E}" srcOrd="0" destOrd="0" presId="urn:microsoft.com/office/officeart/2005/8/layout/pList2"/>
    <dgm:cxn modelId="{C6AD43F3-6677-44D7-9FF7-9778D0E544FA}" srcId="{9BFE5543-88AA-46A3-A202-358330EC8FE1}" destId="{1F66B286-82DE-436B-957B-5670FEB3DE87}" srcOrd="1" destOrd="0" parTransId="{C013CEA6-5F68-4B86-9B9B-CEBF17C70669}" sibTransId="{4A10AF24-E8B9-4241-8A9E-71F2E014EE15}"/>
    <dgm:cxn modelId="{3A9F245A-B851-48A6-BADE-6CC3F578CF38}" type="presParOf" srcId="{F0CC00D5-8C2E-46F2-98CC-731180411E46}" destId="{3EF2EE82-7F0A-4AA7-9451-0FC35A03278B}" srcOrd="0" destOrd="0" presId="urn:microsoft.com/office/officeart/2005/8/layout/pList2"/>
    <dgm:cxn modelId="{77592AC4-BC34-460B-B5FD-00B8CE31360F}" type="presParOf" srcId="{F0CC00D5-8C2E-46F2-98CC-731180411E46}" destId="{FE1E07EA-E532-4699-ABDB-D62A3B9565DE}" srcOrd="1" destOrd="0" presId="urn:microsoft.com/office/officeart/2005/8/layout/pList2"/>
    <dgm:cxn modelId="{9A21C548-2FCB-4B38-8240-A3D8E503B53A}" type="presParOf" srcId="{FE1E07EA-E532-4699-ABDB-D62A3B9565DE}" destId="{05878C08-8986-4C00-A985-80DFA2F63DF3}" srcOrd="0" destOrd="0" presId="urn:microsoft.com/office/officeart/2005/8/layout/pList2"/>
    <dgm:cxn modelId="{26AC853D-6565-44BB-AD63-A392344EF0A1}" type="presParOf" srcId="{05878C08-8986-4C00-A985-80DFA2F63DF3}" destId="{FF913B28-D392-445F-9E22-43A887A3A9E9}" srcOrd="0" destOrd="0" presId="urn:microsoft.com/office/officeart/2005/8/layout/pList2"/>
    <dgm:cxn modelId="{2877AA02-AF33-4E32-A243-A813B674A929}" type="presParOf" srcId="{05878C08-8986-4C00-A985-80DFA2F63DF3}" destId="{B1514C8B-2ED9-4D9D-98B6-A29CC5180CEE}" srcOrd="1" destOrd="0" presId="urn:microsoft.com/office/officeart/2005/8/layout/pList2"/>
    <dgm:cxn modelId="{C5847856-7DBE-49E1-9017-A606E0DF3754}" type="presParOf" srcId="{05878C08-8986-4C00-A985-80DFA2F63DF3}" destId="{552BE0CC-28B5-48C3-BFD6-99ED0B96CF5C}" srcOrd="2" destOrd="0" presId="urn:microsoft.com/office/officeart/2005/8/layout/pList2"/>
    <dgm:cxn modelId="{EEBCCBE5-21E4-4DAB-8E06-E5BECD9301C7}" type="presParOf" srcId="{FE1E07EA-E532-4699-ABDB-D62A3B9565DE}" destId="{86D47C73-8513-443B-BD5C-10C4F3956F57}" srcOrd="1" destOrd="0" presId="urn:microsoft.com/office/officeart/2005/8/layout/pList2"/>
    <dgm:cxn modelId="{F0CC451F-B6F8-47F3-9094-0A2F81A5D3B4}" type="presParOf" srcId="{FE1E07EA-E532-4699-ABDB-D62A3B9565DE}" destId="{C18E6C0D-AA60-4D86-A357-2FC64557A1F9}" srcOrd="2" destOrd="0" presId="urn:microsoft.com/office/officeart/2005/8/layout/pList2"/>
    <dgm:cxn modelId="{141D9EC9-6498-4AD0-9939-D53BB9B69EA7}" type="presParOf" srcId="{C18E6C0D-AA60-4D86-A357-2FC64557A1F9}" destId="{2AA722A7-9525-45CB-BE0B-0B6E96B7EC3E}" srcOrd="0" destOrd="0" presId="urn:microsoft.com/office/officeart/2005/8/layout/pList2"/>
    <dgm:cxn modelId="{BFB794F3-B7A9-4FF6-92A6-3642E074AA53}" type="presParOf" srcId="{C18E6C0D-AA60-4D86-A357-2FC64557A1F9}" destId="{8EFB0BA6-32F8-46A3-BE9A-E59B4936FB20}" srcOrd="1" destOrd="0" presId="urn:microsoft.com/office/officeart/2005/8/layout/pList2"/>
    <dgm:cxn modelId="{E45D717B-F9F4-4055-B494-D090AD10CD68}" type="presParOf" srcId="{C18E6C0D-AA60-4D86-A357-2FC64557A1F9}" destId="{1501D37B-5D56-4FF6-910E-AE2C715F3F4B}" srcOrd="2" destOrd="0" presId="urn:microsoft.com/office/officeart/2005/8/layout/pList2"/>
    <dgm:cxn modelId="{C752C655-04B2-4F82-ACC5-B4D028126367}" type="presParOf" srcId="{FE1E07EA-E532-4699-ABDB-D62A3B9565DE}" destId="{75F74A13-39C3-42B2-AFB6-9D2CA987811E}" srcOrd="3" destOrd="0" presId="urn:microsoft.com/office/officeart/2005/8/layout/pList2"/>
    <dgm:cxn modelId="{29D82175-F48C-4A25-AEE3-AAA610CC8E7E}" type="presParOf" srcId="{FE1E07EA-E532-4699-ABDB-D62A3B9565DE}" destId="{30862982-0A5E-44D5-8B96-4CBF80C90995}" srcOrd="4" destOrd="0" presId="urn:microsoft.com/office/officeart/2005/8/layout/pList2"/>
    <dgm:cxn modelId="{55AD7EC9-C071-4F29-A0B1-5DC5505158B0}" type="presParOf" srcId="{30862982-0A5E-44D5-8B96-4CBF80C90995}" destId="{AECD32C2-FFD2-4E51-B202-839E828A03FB}" srcOrd="0" destOrd="0" presId="urn:microsoft.com/office/officeart/2005/8/layout/pList2"/>
    <dgm:cxn modelId="{ED74CD34-689F-4475-8259-20BDD07F725F}" type="presParOf" srcId="{30862982-0A5E-44D5-8B96-4CBF80C90995}" destId="{B9BC77D2-4D77-49A2-B81A-09ABEF36678A}" srcOrd="1" destOrd="0" presId="urn:microsoft.com/office/officeart/2005/8/layout/pList2"/>
    <dgm:cxn modelId="{FA7CEDB3-C814-45B7-B823-DE222B01E414}" type="presParOf" srcId="{30862982-0A5E-44D5-8B96-4CBF80C90995}" destId="{34661E18-9EE9-4FC7-BA61-668165F3A216}" srcOrd="2" destOrd="0" presId="urn:microsoft.com/office/officeart/2005/8/layout/pList2"/>
    <dgm:cxn modelId="{4495E4D8-2418-4FCF-87BA-49B2862B863D}" type="presParOf" srcId="{FE1E07EA-E532-4699-ABDB-D62A3B9565DE}" destId="{0C6C96E5-E6CC-4541-BDB5-07962ACAA21B}" srcOrd="5" destOrd="0" presId="urn:microsoft.com/office/officeart/2005/8/layout/pList2"/>
    <dgm:cxn modelId="{3C988741-AE88-463B-AA01-92386C916609}" type="presParOf" srcId="{FE1E07EA-E532-4699-ABDB-D62A3B9565DE}" destId="{B1B81888-60CD-4B05-A556-4AC16B449197}" srcOrd="6" destOrd="0" presId="urn:microsoft.com/office/officeart/2005/8/layout/pList2"/>
    <dgm:cxn modelId="{7FF4476B-EAFE-454B-8978-2F4685BFCF27}" type="presParOf" srcId="{B1B81888-60CD-4B05-A556-4AC16B449197}" destId="{8FBEEE1B-D76E-41F0-97B3-6FB87BFBA35E}" srcOrd="0" destOrd="0" presId="urn:microsoft.com/office/officeart/2005/8/layout/pList2"/>
    <dgm:cxn modelId="{3227FB66-A009-482D-8084-CCF244D4ADB4}" type="presParOf" srcId="{B1B81888-60CD-4B05-A556-4AC16B449197}" destId="{83F06147-DE12-4365-8EDC-922FFF600F51}" srcOrd="1" destOrd="0" presId="urn:microsoft.com/office/officeart/2005/8/layout/pList2"/>
    <dgm:cxn modelId="{6CBDFA78-CDEC-4988-A704-9EE331111F8C}" type="presParOf" srcId="{B1B81888-60CD-4B05-A556-4AC16B449197}" destId="{59125760-73DC-415C-A3B5-E326694ADFE3}" srcOrd="2" destOrd="0" presId="urn:microsoft.com/office/officeart/2005/8/layout/pList2"/>
    <dgm:cxn modelId="{D427E46C-9E5E-45B5-B136-FE4F0B299163}" type="presParOf" srcId="{FE1E07EA-E532-4699-ABDB-D62A3B9565DE}" destId="{FA7EA5D5-6BFB-4277-B20A-ABAD6B9FCB68}" srcOrd="7" destOrd="0" presId="urn:microsoft.com/office/officeart/2005/8/layout/pList2"/>
    <dgm:cxn modelId="{DF74A717-1C5E-4E6A-B1C8-69505F089B2E}" type="presParOf" srcId="{FE1E07EA-E532-4699-ABDB-D62A3B9565DE}" destId="{3E194A7B-AEE6-40C7-9D24-969C4DB0C419}" srcOrd="8" destOrd="0" presId="urn:microsoft.com/office/officeart/2005/8/layout/pList2"/>
    <dgm:cxn modelId="{5933A9C3-46CA-4EF4-8E55-DFBD39ED50C2}" type="presParOf" srcId="{3E194A7B-AEE6-40C7-9D24-969C4DB0C419}" destId="{175027B6-D5D5-4045-82F1-E53CA9699CD3}" srcOrd="0" destOrd="0" presId="urn:microsoft.com/office/officeart/2005/8/layout/pList2"/>
    <dgm:cxn modelId="{0687F5DD-0E34-45B6-993A-A231F31DB96A}" type="presParOf" srcId="{3E194A7B-AEE6-40C7-9D24-969C4DB0C419}" destId="{5C921788-8147-4532-A709-58CF9EB968E5}" srcOrd="1" destOrd="0" presId="urn:microsoft.com/office/officeart/2005/8/layout/pList2"/>
    <dgm:cxn modelId="{F7926496-A152-4DCB-AFA2-85674E4D16D4}" type="presParOf" srcId="{3E194A7B-AEE6-40C7-9D24-969C4DB0C419}" destId="{A13AA82E-0EFF-4CF8-AAEB-324533C8AF86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F2EE82-7F0A-4AA7-9451-0FC35A03278B}">
      <dsp:nvSpPr>
        <dsp:cNvPr id="0" name=""/>
        <dsp:cNvSpPr/>
      </dsp:nvSpPr>
      <dsp:spPr>
        <a:xfrm>
          <a:off x="0" y="0"/>
          <a:ext cx="11304503" cy="214030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BE0CC-28B5-48C3-BFD6-99ED0B96CF5C}">
      <dsp:nvSpPr>
        <dsp:cNvPr id="0" name=""/>
        <dsp:cNvSpPr/>
      </dsp:nvSpPr>
      <dsp:spPr>
        <a:xfrm>
          <a:off x="342767" y="285374"/>
          <a:ext cx="1966475" cy="1569557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913B28-D392-445F-9E22-43A887A3A9E9}">
      <dsp:nvSpPr>
        <dsp:cNvPr id="0" name=""/>
        <dsp:cNvSpPr/>
      </dsp:nvSpPr>
      <dsp:spPr>
        <a:xfrm rot="10800000">
          <a:off x="342767" y="2140306"/>
          <a:ext cx="1966475" cy="2615929"/>
        </a:xfrm>
        <a:prstGeom prst="round2SameRect">
          <a:avLst>
            <a:gd name="adj1" fmla="val 10500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Phishing</a:t>
          </a:r>
        </a:p>
      </dsp:txBody>
      <dsp:txXfrm rot="10800000">
        <a:off x="403243" y="2140306"/>
        <a:ext cx="1845523" cy="2555453"/>
      </dsp:txXfrm>
    </dsp:sp>
    <dsp:sp modelId="{1501D37B-5D56-4FF6-910E-AE2C715F3F4B}">
      <dsp:nvSpPr>
        <dsp:cNvPr id="0" name=""/>
        <dsp:cNvSpPr/>
      </dsp:nvSpPr>
      <dsp:spPr>
        <a:xfrm>
          <a:off x="2505890" y="285374"/>
          <a:ext cx="1966475" cy="1569557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-220166"/>
            <a:satOff val="-19042"/>
            <a:lumOff val="-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722A7-9525-45CB-BE0B-0B6E96B7EC3E}">
      <dsp:nvSpPr>
        <dsp:cNvPr id="0" name=""/>
        <dsp:cNvSpPr/>
      </dsp:nvSpPr>
      <dsp:spPr>
        <a:xfrm rot="10800000">
          <a:off x="2505890" y="2140306"/>
          <a:ext cx="1966475" cy="2615929"/>
        </a:xfrm>
        <a:prstGeom prst="round2SameRect">
          <a:avLst>
            <a:gd name="adj1" fmla="val 10500"/>
            <a:gd name="adj2" fmla="val 0"/>
          </a:avLst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Pharming</a:t>
          </a:r>
        </a:p>
      </dsp:txBody>
      <dsp:txXfrm rot="10800000">
        <a:off x="2566366" y="2140306"/>
        <a:ext cx="1845523" cy="2555453"/>
      </dsp:txXfrm>
    </dsp:sp>
    <dsp:sp modelId="{34661E18-9EE9-4FC7-BA61-668165F3A216}">
      <dsp:nvSpPr>
        <dsp:cNvPr id="0" name=""/>
        <dsp:cNvSpPr/>
      </dsp:nvSpPr>
      <dsp:spPr>
        <a:xfrm>
          <a:off x="4669013" y="285374"/>
          <a:ext cx="1966475" cy="1569557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-440331"/>
            <a:satOff val="-38085"/>
            <a:lumOff val="-3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CD32C2-FFD2-4E51-B202-839E828A03FB}">
      <dsp:nvSpPr>
        <dsp:cNvPr id="0" name=""/>
        <dsp:cNvSpPr/>
      </dsp:nvSpPr>
      <dsp:spPr>
        <a:xfrm rot="10800000">
          <a:off x="4669013" y="2140306"/>
          <a:ext cx="1966475" cy="2615929"/>
        </a:xfrm>
        <a:prstGeom prst="round2SameRect">
          <a:avLst>
            <a:gd name="adj1" fmla="val 10500"/>
            <a:gd name="adj2" fmla="val 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Blagging (pretexting)</a:t>
          </a:r>
        </a:p>
      </dsp:txBody>
      <dsp:txXfrm rot="10800000">
        <a:off x="4729489" y="2140306"/>
        <a:ext cx="1845523" cy="2555453"/>
      </dsp:txXfrm>
    </dsp:sp>
    <dsp:sp modelId="{59125760-73DC-415C-A3B5-E326694ADFE3}">
      <dsp:nvSpPr>
        <dsp:cNvPr id="0" name=""/>
        <dsp:cNvSpPr/>
      </dsp:nvSpPr>
      <dsp:spPr>
        <a:xfrm>
          <a:off x="6832136" y="285374"/>
          <a:ext cx="1966475" cy="1569557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-660497"/>
            <a:satOff val="-57127"/>
            <a:lumOff val="-5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BEEE1B-D76E-41F0-97B3-6FB87BFBA35E}">
      <dsp:nvSpPr>
        <dsp:cNvPr id="0" name=""/>
        <dsp:cNvSpPr/>
      </dsp:nvSpPr>
      <dsp:spPr>
        <a:xfrm rot="10800000">
          <a:off x="6832136" y="2140306"/>
          <a:ext cx="1966475" cy="2615929"/>
        </a:xfrm>
        <a:prstGeom prst="round2SameRect">
          <a:avLst>
            <a:gd name="adj1" fmla="val 10500"/>
            <a:gd name="adj2" fmla="val 0"/>
          </a:avLst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Baiting</a:t>
          </a:r>
        </a:p>
      </dsp:txBody>
      <dsp:txXfrm rot="10800000">
        <a:off x="6892612" y="2140306"/>
        <a:ext cx="1845523" cy="2555453"/>
      </dsp:txXfrm>
    </dsp:sp>
    <dsp:sp modelId="{A13AA82E-0EFF-4CF8-AAEB-324533C8AF86}">
      <dsp:nvSpPr>
        <dsp:cNvPr id="0" name=""/>
        <dsp:cNvSpPr/>
      </dsp:nvSpPr>
      <dsp:spPr>
        <a:xfrm>
          <a:off x="8995260" y="285374"/>
          <a:ext cx="1966475" cy="1569557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-880662"/>
            <a:satOff val="-76170"/>
            <a:lumOff val="-7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5027B6-D5D5-4045-82F1-E53CA9699CD3}">
      <dsp:nvSpPr>
        <dsp:cNvPr id="0" name=""/>
        <dsp:cNvSpPr/>
      </dsp:nvSpPr>
      <dsp:spPr>
        <a:xfrm rot="10800000">
          <a:off x="8995260" y="2140306"/>
          <a:ext cx="1966475" cy="2615929"/>
        </a:xfrm>
        <a:prstGeom prst="round2SameRect">
          <a:avLst>
            <a:gd name="adj1" fmla="val 10500"/>
            <a:gd name="adj2" fmla="val 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Quid pro quo</a:t>
          </a:r>
        </a:p>
      </dsp:txBody>
      <dsp:txXfrm rot="10800000">
        <a:off x="9055736" y="2140306"/>
        <a:ext cx="1845523" cy="2555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5.3 Cybersecurity | Cybersecurity threats – Social engineering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5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5.3 Cybersecurity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Cybersecurity threats –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Social engineering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747010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engineering threats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A805788-0819-4C80-8DF4-AA240492B8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2696075"/>
              </p:ext>
            </p:extLst>
          </p:nvPr>
        </p:nvGraphicFramePr>
        <p:xfrm>
          <a:off x="480059" y="1782147"/>
          <a:ext cx="11304503" cy="4756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" name="Picture 15" descr="A picture containing drawing&#10;&#10;Description automatically generated">
            <a:extLst>
              <a:ext uri="{FF2B5EF4-FFF2-40B4-BE49-F238E27FC236}">
                <a16:creationId xmlns:a16="http://schemas.microsoft.com/office/drawing/2014/main" id="{D89C0E18-3FD3-4476-854C-F6050E14C7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500" y="2481942"/>
            <a:ext cx="1787697" cy="7371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2E9E08F-C91B-430C-A164-C0C8C37F71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7657" y="2357269"/>
            <a:ext cx="1691790" cy="1071731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66CB8AFF-C89B-EC6D-B03B-C46F572B21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977" y="2169101"/>
            <a:ext cx="1389957" cy="1389957"/>
          </a:xfrm>
          <a:prstGeom prst="rect">
            <a:avLst/>
          </a:prstGeom>
        </p:spPr>
      </p:pic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177BEBC0-CD04-0744-2B9D-99B22A6FEA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56335" y="2169101"/>
            <a:ext cx="1389957" cy="1389957"/>
          </a:xfrm>
          <a:prstGeom prst="rect">
            <a:avLst/>
          </a:prstGeom>
        </p:spPr>
      </p:pic>
      <p:pic>
        <p:nvPicPr>
          <p:cNvPr id="8" name="Picture 7" descr="Logo, icon&#10;&#10;Description automatically generated">
            <a:extLst>
              <a:ext uri="{FF2B5EF4-FFF2-40B4-BE49-F238E27FC236}">
                <a16:creationId xmlns:a16="http://schemas.microsoft.com/office/drawing/2014/main" id="{D8376A78-84A8-5070-A49D-073048CC107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767" y="2212910"/>
            <a:ext cx="1346148" cy="134614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9FDDC6-ED3D-DF03-C954-5817F31F8CA0}"/>
              </a:ext>
            </a:extLst>
          </p:cNvPr>
          <p:cNvSpPr/>
          <p:nvPr/>
        </p:nvSpPr>
        <p:spPr>
          <a:xfrm>
            <a:off x="1119977" y="5635030"/>
            <a:ext cx="3489345" cy="6997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Mentioned in the syllabus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9C866A-4507-D015-916C-8EBEFB913E81}"/>
              </a:ext>
            </a:extLst>
          </p:cNvPr>
          <p:cNvSpPr/>
          <p:nvPr/>
        </p:nvSpPr>
        <p:spPr>
          <a:xfrm>
            <a:off x="5456335" y="5635030"/>
            <a:ext cx="5712408" cy="6997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Not mentioned in the syllabus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C57DE4-BC64-7670-C88E-8D1DF8A51891}"/>
              </a:ext>
            </a:extLst>
          </p:cNvPr>
          <p:cNvSpPr/>
          <p:nvPr/>
        </p:nvSpPr>
        <p:spPr>
          <a:xfrm>
            <a:off x="176565" y="993174"/>
            <a:ext cx="71386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art of manipulating people so they give up confidential information.</a:t>
            </a:r>
            <a:endParaRPr lang="en-GB" sz="105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426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75912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engineering threats: Phishing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FF626-5B9E-458A-8AC8-E6DA7548706B}"/>
              </a:ext>
            </a:extLst>
          </p:cNvPr>
          <p:cNvSpPr/>
          <p:nvPr/>
        </p:nvSpPr>
        <p:spPr>
          <a:xfrm>
            <a:off x="176565" y="993174"/>
            <a:ext cx="7138635" cy="225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online fraud technique designed to trick computer users into giving away personal information such as: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Usernames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Passwords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Credit/debit card details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Perpetrators disguise themselves by imitating a trusted company or institution via email or a fake website.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D56D4E-16E2-4325-B764-D280A31B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65" y="3345820"/>
            <a:ext cx="7138635" cy="32151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 descr="A picture containing clock, building, window&#10;&#10;Description automatically generated">
            <a:extLst>
              <a:ext uri="{FF2B5EF4-FFF2-40B4-BE49-F238E27FC236}">
                <a16:creationId xmlns:a16="http://schemas.microsoft.com/office/drawing/2014/main" id="{30222067-D984-4E8D-BCE3-E8761BCCB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615" y="3937211"/>
            <a:ext cx="2750820" cy="2750820"/>
          </a:xfrm>
          <a:prstGeom prst="rect">
            <a:avLst/>
          </a:prstGeom>
        </p:spPr>
      </p:pic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84DD174-AA4F-8553-111C-537CB6B6F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351" y="523174"/>
            <a:ext cx="1858899" cy="18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3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90660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engineering threats: Pharming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FF626-5B9E-458A-8AC8-E6DA7548706B}"/>
              </a:ext>
            </a:extLst>
          </p:cNvPr>
          <p:cNvSpPr/>
          <p:nvPr/>
        </p:nvSpPr>
        <p:spPr>
          <a:xfrm>
            <a:off x="176566" y="993174"/>
            <a:ext cx="4474796" cy="2951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Pharming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form of attack that sends or redirects a user to a fake website designed to look identical to the real thing when they type in a genuine web address.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Malicious code is installed on the user’s computer, a website host or even a DNS host to redirect them to the fake site.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Unlike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phishing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the user doesn’t need to take any action for the redirect to be initiated.</a:t>
            </a:r>
          </a:p>
        </p:txBody>
      </p:sp>
      <p:pic>
        <p:nvPicPr>
          <p:cNvPr id="8" name="Picture 7" descr="Logo, icon&#10;&#10;Description automatically generated">
            <a:extLst>
              <a:ext uri="{FF2B5EF4-FFF2-40B4-BE49-F238E27FC236}">
                <a16:creationId xmlns:a16="http://schemas.microsoft.com/office/drawing/2014/main" id="{6A72CAD1-E2D6-A424-C3A0-63D2CF618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682" y="523173"/>
            <a:ext cx="1863747" cy="1863747"/>
          </a:xfrm>
          <a:prstGeom prst="rect">
            <a:avLst/>
          </a:prstGeom>
        </p:spPr>
      </p:pic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8BD0C42-C7CC-1D39-EF80-AF6AF9C595A9}"/>
              </a:ext>
            </a:extLst>
          </p:cNvPr>
          <p:cNvGrpSpPr/>
          <p:nvPr/>
        </p:nvGrpSpPr>
        <p:grpSpPr>
          <a:xfrm>
            <a:off x="5340642" y="496592"/>
            <a:ext cx="4906601" cy="6199186"/>
            <a:chOff x="4183646" y="930225"/>
            <a:chExt cx="3663818" cy="4629007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CC05D7F-9B29-E577-41CB-0E71FB20C1ED}"/>
                </a:ext>
              </a:extLst>
            </p:cNvPr>
            <p:cNvSpPr/>
            <p:nvPr/>
          </p:nvSpPr>
          <p:spPr>
            <a:xfrm>
              <a:off x="4777206" y="930225"/>
              <a:ext cx="78729" cy="34283"/>
            </a:xfrm>
            <a:custGeom>
              <a:avLst/>
              <a:gdLst>
                <a:gd name="connsiteX0" fmla="*/ 0 w 78729"/>
                <a:gd name="connsiteY0" fmla="*/ 31471 h 34283"/>
                <a:gd name="connsiteX1" fmla="*/ 48006 w 78729"/>
                <a:gd name="connsiteY1" fmla="*/ 3011 h 34283"/>
                <a:gd name="connsiteX2" fmla="*/ 78730 w 78729"/>
                <a:gd name="connsiteY2" fmla="*/ 5823 h 34283"/>
                <a:gd name="connsiteX3" fmla="*/ 30724 w 78729"/>
                <a:gd name="connsiteY3" fmla="*/ 34283 h 34283"/>
                <a:gd name="connsiteX4" fmla="*/ 0 w 78729"/>
                <a:gd name="connsiteY4" fmla="*/ 31471 h 34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29" h="34283">
                  <a:moveTo>
                    <a:pt x="0" y="31471"/>
                  </a:moveTo>
                  <a:lnTo>
                    <a:pt x="48006" y="3011"/>
                  </a:lnTo>
                  <a:cubicBezTo>
                    <a:pt x="55824" y="-1653"/>
                    <a:pt x="66797" y="-1035"/>
                    <a:pt x="78730" y="5823"/>
                  </a:cubicBezTo>
                  <a:lnTo>
                    <a:pt x="30724" y="34283"/>
                  </a:lnTo>
                  <a:cubicBezTo>
                    <a:pt x="18791" y="27357"/>
                    <a:pt x="7818" y="26808"/>
                    <a:pt x="0" y="31471"/>
                  </a:cubicBezTo>
                  <a:close/>
                </a:path>
              </a:pathLst>
            </a:custGeom>
            <a:solidFill>
              <a:srgbClr val="D5D8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1469932-52D2-D62D-EF5B-5DFD19F49AB3}"/>
                </a:ext>
              </a:extLst>
            </p:cNvPr>
            <p:cNvSpPr/>
            <p:nvPr/>
          </p:nvSpPr>
          <p:spPr>
            <a:xfrm>
              <a:off x="5212758" y="1427081"/>
              <a:ext cx="30449" cy="38404"/>
            </a:xfrm>
            <a:custGeom>
              <a:avLst/>
              <a:gdLst>
                <a:gd name="connsiteX0" fmla="*/ 0 w 30449"/>
                <a:gd name="connsiteY0" fmla="*/ 20848 h 38404"/>
                <a:gd name="connsiteX1" fmla="*/ 15431 w 30449"/>
                <a:gd name="connsiteY1" fmla="*/ 0 h 38404"/>
                <a:gd name="connsiteX2" fmla="*/ 30450 w 30449"/>
                <a:gd name="connsiteY2" fmla="*/ 38405 h 38404"/>
                <a:gd name="connsiteX3" fmla="*/ 0 w 30449"/>
                <a:gd name="connsiteY3" fmla="*/ 20848 h 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49" h="38404">
                  <a:moveTo>
                    <a:pt x="0" y="20848"/>
                  </a:moveTo>
                  <a:lnTo>
                    <a:pt x="15431" y="0"/>
                  </a:lnTo>
                  <a:lnTo>
                    <a:pt x="30450" y="38405"/>
                  </a:lnTo>
                  <a:lnTo>
                    <a:pt x="0" y="20848"/>
                  </a:ln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332ED17-BB9F-08D3-3482-2CF1E36C4005}"/>
                </a:ext>
              </a:extLst>
            </p:cNvPr>
            <p:cNvSpPr/>
            <p:nvPr/>
          </p:nvSpPr>
          <p:spPr>
            <a:xfrm>
              <a:off x="5241287" y="1388167"/>
              <a:ext cx="33329" cy="42242"/>
            </a:xfrm>
            <a:custGeom>
              <a:avLst/>
              <a:gdLst>
                <a:gd name="connsiteX0" fmla="*/ 16939 w 33329"/>
                <a:gd name="connsiteY0" fmla="*/ 2224 h 42242"/>
                <a:gd name="connsiteX1" fmla="*/ 33330 w 33329"/>
                <a:gd name="connsiteY1" fmla="*/ 30684 h 42242"/>
                <a:gd name="connsiteX2" fmla="*/ 16459 w 33329"/>
                <a:gd name="connsiteY2" fmla="*/ 39943 h 42242"/>
                <a:gd name="connsiteX3" fmla="*/ 0 w 33329"/>
                <a:gd name="connsiteY3" fmla="*/ 11413 h 42242"/>
                <a:gd name="connsiteX4" fmla="*/ 16939 w 33329"/>
                <a:gd name="connsiteY4" fmla="*/ 2224 h 4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29" h="42242">
                  <a:moveTo>
                    <a:pt x="16939" y="2224"/>
                  </a:moveTo>
                  <a:cubicBezTo>
                    <a:pt x="26715" y="8472"/>
                    <a:pt x="32831" y="19093"/>
                    <a:pt x="33330" y="30684"/>
                  </a:cubicBezTo>
                  <a:cubicBezTo>
                    <a:pt x="33330" y="41108"/>
                    <a:pt x="25649" y="45223"/>
                    <a:pt x="16459" y="39943"/>
                  </a:cubicBezTo>
                  <a:cubicBezTo>
                    <a:pt x="6673" y="33663"/>
                    <a:pt x="537" y="23029"/>
                    <a:pt x="0" y="11413"/>
                  </a:cubicBezTo>
                  <a:cubicBezTo>
                    <a:pt x="137" y="989"/>
                    <a:pt x="7750" y="-2851"/>
                    <a:pt x="16939" y="2224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B093F9D-3A8C-D2D7-0272-537DBE6B5FAA}"/>
                </a:ext>
              </a:extLst>
            </p:cNvPr>
            <p:cNvSpPr/>
            <p:nvPr/>
          </p:nvSpPr>
          <p:spPr>
            <a:xfrm>
              <a:off x="6135774" y="1970265"/>
              <a:ext cx="31068" cy="34082"/>
            </a:xfrm>
            <a:custGeom>
              <a:avLst/>
              <a:gdLst>
                <a:gd name="connsiteX0" fmla="*/ 1 w 31068"/>
                <a:gd name="connsiteY0" fmla="*/ 9707 h 34082"/>
                <a:gd name="connsiteX1" fmla="*/ 29011 w 31068"/>
                <a:gd name="connsiteY1" fmla="*/ 7650 h 34082"/>
                <a:gd name="connsiteX2" fmla="*/ 31068 w 31068"/>
                <a:gd name="connsiteY2" fmla="*/ 8884 h 34082"/>
                <a:gd name="connsiteX3" fmla="*/ 31068 w 31068"/>
                <a:gd name="connsiteY3" fmla="*/ 22600 h 34082"/>
                <a:gd name="connsiteX4" fmla="*/ 30245 w 31068"/>
                <a:gd name="connsiteY4" fmla="*/ 27744 h 34082"/>
                <a:gd name="connsiteX5" fmla="*/ 12689 w 31068"/>
                <a:gd name="connsiteY5" fmla="*/ 31379 h 34082"/>
                <a:gd name="connsiteX6" fmla="*/ 1 w 31068"/>
                <a:gd name="connsiteY6" fmla="*/ 9707 h 3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068" h="34082">
                  <a:moveTo>
                    <a:pt x="1" y="9707"/>
                  </a:moveTo>
                  <a:cubicBezTo>
                    <a:pt x="1" y="-4763"/>
                    <a:pt x="13717" y="-991"/>
                    <a:pt x="29011" y="7650"/>
                  </a:cubicBezTo>
                  <a:lnTo>
                    <a:pt x="31068" y="8884"/>
                  </a:lnTo>
                  <a:lnTo>
                    <a:pt x="31068" y="22600"/>
                  </a:lnTo>
                  <a:cubicBezTo>
                    <a:pt x="31035" y="24345"/>
                    <a:pt x="30758" y="26076"/>
                    <a:pt x="30245" y="27744"/>
                  </a:cubicBezTo>
                  <a:cubicBezTo>
                    <a:pt x="28188" y="33779"/>
                    <a:pt x="21536" y="36522"/>
                    <a:pt x="12689" y="31379"/>
                  </a:cubicBezTo>
                  <a:cubicBezTo>
                    <a:pt x="4784" y="27050"/>
                    <a:pt x="-93" y="18719"/>
                    <a:pt x="1" y="9707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DDA6CE-A5B1-A5AB-9FE2-6BD0C83E110A}"/>
                </a:ext>
              </a:extLst>
            </p:cNvPr>
            <p:cNvSpPr/>
            <p:nvPr/>
          </p:nvSpPr>
          <p:spPr>
            <a:xfrm>
              <a:off x="6229518" y="1991395"/>
              <a:ext cx="42062" cy="70020"/>
            </a:xfrm>
            <a:custGeom>
              <a:avLst/>
              <a:gdLst>
                <a:gd name="connsiteX0" fmla="*/ 22570 w 42062"/>
                <a:gd name="connsiteY0" fmla="*/ 2911 h 70020"/>
                <a:gd name="connsiteX1" fmla="*/ 41567 w 42062"/>
                <a:gd name="connsiteY1" fmla="*/ 31852 h 70020"/>
                <a:gd name="connsiteX2" fmla="*/ 42047 w 42062"/>
                <a:gd name="connsiteY2" fmla="*/ 38710 h 70020"/>
                <a:gd name="connsiteX3" fmla="*/ 42047 w 42062"/>
                <a:gd name="connsiteY3" fmla="*/ 53660 h 70020"/>
                <a:gd name="connsiteX4" fmla="*/ 41224 w 42062"/>
                <a:gd name="connsiteY4" fmla="*/ 60518 h 70020"/>
                <a:gd name="connsiteX5" fmla="*/ 21747 w 42062"/>
                <a:gd name="connsiteY5" fmla="*/ 67376 h 70020"/>
                <a:gd name="connsiteX6" fmla="*/ 7 w 42062"/>
                <a:gd name="connsiteY6" fmla="*/ 23074 h 70020"/>
                <a:gd name="connsiteX7" fmla="*/ 22570 w 42062"/>
                <a:gd name="connsiteY7" fmla="*/ 2911 h 7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62" h="70020">
                  <a:moveTo>
                    <a:pt x="22570" y="2911"/>
                  </a:moveTo>
                  <a:cubicBezTo>
                    <a:pt x="32733" y="9414"/>
                    <a:pt x="39643" y="19941"/>
                    <a:pt x="41567" y="31852"/>
                  </a:cubicBezTo>
                  <a:cubicBezTo>
                    <a:pt x="41956" y="34116"/>
                    <a:pt x="42117" y="36413"/>
                    <a:pt x="42047" y="38710"/>
                  </a:cubicBezTo>
                  <a:lnTo>
                    <a:pt x="42047" y="53660"/>
                  </a:lnTo>
                  <a:cubicBezTo>
                    <a:pt x="42117" y="55975"/>
                    <a:pt x="41840" y="58287"/>
                    <a:pt x="41224" y="60518"/>
                  </a:cubicBezTo>
                  <a:cubicBezTo>
                    <a:pt x="38892" y="70120"/>
                    <a:pt x="30800" y="72520"/>
                    <a:pt x="21747" y="67376"/>
                  </a:cubicBezTo>
                  <a:cubicBezTo>
                    <a:pt x="7551" y="59215"/>
                    <a:pt x="-267" y="41247"/>
                    <a:pt x="7" y="23074"/>
                  </a:cubicBezTo>
                  <a:cubicBezTo>
                    <a:pt x="282" y="4900"/>
                    <a:pt x="8237" y="-5387"/>
                    <a:pt x="22570" y="2911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963AF50-9C4A-2F12-CA2A-1D134BDA5146}"/>
                </a:ext>
              </a:extLst>
            </p:cNvPr>
            <p:cNvSpPr/>
            <p:nvPr/>
          </p:nvSpPr>
          <p:spPr>
            <a:xfrm>
              <a:off x="6334994" y="2052294"/>
              <a:ext cx="42047" cy="70020"/>
            </a:xfrm>
            <a:custGeom>
              <a:avLst/>
              <a:gdLst>
                <a:gd name="connsiteX0" fmla="*/ 22570 w 42047"/>
                <a:gd name="connsiteY0" fmla="*/ 2911 h 70020"/>
                <a:gd name="connsiteX1" fmla="*/ 41567 w 42047"/>
                <a:gd name="connsiteY1" fmla="*/ 31852 h 70020"/>
                <a:gd name="connsiteX2" fmla="*/ 42047 w 42047"/>
                <a:gd name="connsiteY2" fmla="*/ 38710 h 70020"/>
                <a:gd name="connsiteX3" fmla="*/ 42047 w 42047"/>
                <a:gd name="connsiteY3" fmla="*/ 53660 h 70020"/>
                <a:gd name="connsiteX4" fmla="*/ 41224 w 42047"/>
                <a:gd name="connsiteY4" fmla="*/ 60518 h 70020"/>
                <a:gd name="connsiteX5" fmla="*/ 21747 w 42047"/>
                <a:gd name="connsiteY5" fmla="*/ 67376 h 70020"/>
                <a:gd name="connsiteX6" fmla="*/ 7 w 42047"/>
                <a:gd name="connsiteY6" fmla="*/ 23074 h 70020"/>
                <a:gd name="connsiteX7" fmla="*/ 22570 w 42047"/>
                <a:gd name="connsiteY7" fmla="*/ 2911 h 7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47" h="70020">
                  <a:moveTo>
                    <a:pt x="22570" y="2911"/>
                  </a:moveTo>
                  <a:cubicBezTo>
                    <a:pt x="32714" y="9433"/>
                    <a:pt x="39618" y="19950"/>
                    <a:pt x="41567" y="31852"/>
                  </a:cubicBezTo>
                  <a:cubicBezTo>
                    <a:pt x="41890" y="34123"/>
                    <a:pt x="42051" y="36415"/>
                    <a:pt x="42047" y="38710"/>
                  </a:cubicBezTo>
                  <a:lnTo>
                    <a:pt x="42047" y="53660"/>
                  </a:lnTo>
                  <a:cubicBezTo>
                    <a:pt x="42046" y="55971"/>
                    <a:pt x="41769" y="58273"/>
                    <a:pt x="41224" y="60518"/>
                  </a:cubicBezTo>
                  <a:cubicBezTo>
                    <a:pt x="38892" y="70120"/>
                    <a:pt x="30800" y="72520"/>
                    <a:pt x="21747" y="67376"/>
                  </a:cubicBezTo>
                  <a:cubicBezTo>
                    <a:pt x="7551" y="59215"/>
                    <a:pt x="-267" y="41247"/>
                    <a:pt x="7" y="23074"/>
                  </a:cubicBezTo>
                  <a:cubicBezTo>
                    <a:pt x="282" y="4900"/>
                    <a:pt x="8237" y="-5387"/>
                    <a:pt x="22570" y="2911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097279D-7049-7C7E-D4D7-61C12DAA7BDD}"/>
                </a:ext>
              </a:extLst>
            </p:cNvPr>
            <p:cNvSpPr/>
            <p:nvPr/>
          </p:nvSpPr>
          <p:spPr>
            <a:xfrm>
              <a:off x="6502062" y="2145639"/>
              <a:ext cx="38928" cy="37742"/>
            </a:xfrm>
            <a:custGeom>
              <a:avLst/>
              <a:gdLst>
                <a:gd name="connsiteX0" fmla="*/ 20848 w 38928"/>
                <a:gd name="connsiteY0" fmla="*/ 2766 h 37742"/>
                <a:gd name="connsiteX1" fmla="*/ 38885 w 38928"/>
                <a:gd name="connsiteY1" fmla="*/ 37742 h 37742"/>
                <a:gd name="connsiteX2" fmla="*/ 0 w 38928"/>
                <a:gd name="connsiteY2" fmla="*/ 15316 h 37742"/>
                <a:gd name="connsiteX3" fmla="*/ 20848 w 38928"/>
                <a:gd name="connsiteY3" fmla="*/ 2766 h 3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928" h="37742">
                  <a:moveTo>
                    <a:pt x="20848" y="2766"/>
                  </a:moveTo>
                  <a:cubicBezTo>
                    <a:pt x="32675" y="10368"/>
                    <a:pt x="39549" y="23699"/>
                    <a:pt x="38885" y="37742"/>
                  </a:cubicBezTo>
                  <a:lnTo>
                    <a:pt x="0" y="15316"/>
                  </a:lnTo>
                  <a:cubicBezTo>
                    <a:pt x="1097" y="5578"/>
                    <a:pt x="7132" y="-5189"/>
                    <a:pt x="20848" y="2766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E61A6B4-1337-A730-EA57-F8EADDA04C0F}"/>
                </a:ext>
              </a:extLst>
            </p:cNvPr>
            <p:cNvSpPr/>
            <p:nvPr/>
          </p:nvSpPr>
          <p:spPr>
            <a:xfrm>
              <a:off x="5852951" y="1806976"/>
              <a:ext cx="31136" cy="34013"/>
            </a:xfrm>
            <a:custGeom>
              <a:avLst/>
              <a:gdLst>
                <a:gd name="connsiteX0" fmla="*/ 1 w 31136"/>
                <a:gd name="connsiteY0" fmla="*/ 9707 h 34013"/>
                <a:gd name="connsiteX1" fmla="*/ 29010 w 31136"/>
                <a:gd name="connsiteY1" fmla="*/ 7650 h 34013"/>
                <a:gd name="connsiteX2" fmla="*/ 31136 w 31136"/>
                <a:gd name="connsiteY2" fmla="*/ 8884 h 34013"/>
                <a:gd name="connsiteX3" fmla="*/ 31136 w 31136"/>
                <a:gd name="connsiteY3" fmla="*/ 22600 h 34013"/>
                <a:gd name="connsiteX4" fmla="*/ 30245 w 31136"/>
                <a:gd name="connsiteY4" fmla="*/ 27675 h 34013"/>
                <a:gd name="connsiteX5" fmla="*/ 12688 w 31136"/>
                <a:gd name="connsiteY5" fmla="*/ 31310 h 34013"/>
                <a:gd name="connsiteX6" fmla="*/ 1 w 31136"/>
                <a:gd name="connsiteY6" fmla="*/ 9707 h 3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36" h="34013">
                  <a:moveTo>
                    <a:pt x="1" y="9707"/>
                  </a:moveTo>
                  <a:cubicBezTo>
                    <a:pt x="1" y="-4763"/>
                    <a:pt x="13717" y="-991"/>
                    <a:pt x="29010" y="7650"/>
                  </a:cubicBezTo>
                  <a:lnTo>
                    <a:pt x="31136" y="8884"/>
                  </a:lnTo>
                  <a:lnTo>
                    <a:pt x="31136" y="22600"/>
                  </a:lnTo>
                  <a:cubicBezTo>
                    <a:pt x="31113" y="24329"/>
                    <a:pt x="30812" y="26042"/>
                    <a:pt x="30245" y="27675"/>
                  </a:cubicBezTo>
                  <a:cubicBezTo>
                    <a:pt x="28187" y="33710"/>
                    <a:pt x="21603" y="36453"/>
                    <a:pt x="12688" y="31310"/>
                  </a:cubicBezTo>
                  <a:cubicBezTo>
                    <a:pt x="4805" y="26993"/>
                    <a:pt x="-69" y="18694"/>
                    <a:pt x="1" y="9707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3E72DED-5FCD-39DD-50FF-3DFA0EAA2E68}"/>
                </a:ext>
              </a:extLst>
            </p:cNvPr>
            <p:cNvSpPr/>
            <p:nvPr/>
          </p:nvSpPr>
          <p:spPr>
            <a:xfrm>
              <a:off x="6869370" y="2359743"/>
              <a:ext cx="43559" cy="72984"/>
            </a:xfrm>
            <a:custGeom>
              <a:avLst/>
              <a:gdLst>
                <a:gd name="connsiteX0" fmla="*/ 22569 w 43559"/>
                <a:gd name="connsiteY0" fmla="*/ 2906 h 72984"/>
                <a:gd name="connsiteX1" fmla="*/ 43554 w 43559"/>
                <a:gd name="connsiteY1" fmla="*/ 48649 h 72984"/>
                <a:gd name="connsiteX2" fmla="*/ 21472 w 43559"/>
                <a:gd name="connsiteY2" fmla="*/ 70457 h 72984"/>
                <a:gd name="connsiteX3" fmla="*/ 6 w 43559"/>
                <a:gd name="connsiteY3" fmla="*/ 23960 h 72984"/>
                <a:gd name="connsiteX4" fmla="*/ 22569 w 43559"/>
                <a:gd name="connsiteY4" fmla="*/ 2906 h 72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59" h="72984">
                  <a:moveTo>
                    <a:pt x="22569" y="2906"/>
                  </a:moveTo>
                  <a:cubicBezTo>
                    <a:pt x="37794" y="11753"/>
                    <a:pt x="43760" y="33081"/>
                    <a:pt x="43554" y="48649"/>
                  </a:cubicBezTo>
                  <a:cubicBezTo>
                    <a:pt x="43554" y="68743"/>
                    <a:pt x="34159" y="77795"/>
                    <a:pt x="21472" y="70457"/>
                  </a:cubicBezTo>
                  <a:cubicBezTo>
                    <a:pt x="8784" y="63119"/>
                    <a:pt x="-269" y="43025"/>
                    <a:pt x="6" y="23960"/>
                  </a:cubicBezTo>
                  <a:cubicBezTo>
                    <a:pt x="212" y="7364"/>
                    <a:pt x="6795" y="-6146"/>
                    <a:pt x="22569" y="2906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A9CD3D9-EC03-9EC4-55A9-967DD3A7B201}"/>
                </a:ext>
              </a:extLst>
            </p:cNvPr>
            <p:cNvSpPr/>
            <p:nvPr/>
          </p:nvSpPr>
          <p:spPr>
            <a:xfrm>
              <a:off x="5183063" y="1354442"/>
              <a:ext cx="33329" cy="42363"/>
            </a:xfrm>
            <a:custGeom>
              <a:avLst/>
              <a:gdLst>
                <a:gd name="connsiteX0" fmla="*/ 0 w 33329"/>
                <a:gd name="connsiteY0" fmla="*/ 11534 h 42363"/>
                <a:gd name="connsiteX1" fmla="*/ 16391 w 33329"/>
                <a:gd name="connsiteY1" fmla="*/ 40063 h 42363"/>
                <a:gd name="connsiteX2" fmla="*/ 33330 w 33329"/>
                <a:gd name="connsiteY2" fmla="*/ 30805 h 42363"/>
                <a:gd name="connsiteX3" fmla="*/ 16939 w 33329"/>
                <a:gd name="connsiteY3" fmla="*/ 2344 h 42363"/>
                <a:gd name="connsiteX4" fmla="*/ 0 w 33329"/>
                <a:gd name="connsiteY4" fmla="*/ 11534 h 4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29" h="42363">
                  <a:moveTo>
                    <a:pt x="0" y="11534"/>
                  </a:moveTo>
                  <a:cubicBezTo>
                    <a:pt x="545" y="23130"/>
                    <a:pt x="6647" y="33752"/>
                    <a:pt x="16391" y="40063"/>
                  </a:cubicBezTo>
                  <a:cubicBezTo>
                    <a:pt x="25649" y="45344"/>
                    <a:pt x="33193" y="41229"/>
                    <a:pt x="33330" y="30805"/>
                  </a:cubicBezTo>
                  <a:cubicBezTo>
                    <a:pt x="32808" y="19221"/>
                    <a:pt x="26697" y="8609"/>
                    <a:pt x="16939" y="2344"/>
                  </a:cubicBezTo>
                  <a:cubicBezTo>
                    <a:pt x="7681" y="-3005"/>
                    <a:pt x="137" y="1110"/>
                    <a:pt x="0" y="11534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5DC976A-2411-BA9E-7ABE-6A310F2D76DD}"/>
                </a:ext>
              </a:extLst>
            </p:cNvPr>
            <p:cNvSpPr/>
            <p:nvPr/>
          </p:nvSpPr>
          <p:spPr>
            <a:xfrm>
              <a:off x="7794177" y="2711241"/>
              <a:ext cx="53012" cy="413468"/>
            </a:xfrm>
            <a:custGeom>
              <a:avLst/>
              <a:gdLst>
                <a:gd name="connsiteX0" fmla="*/ 5281 w 53012"/>
                <a:gd name="connsiteY0" fmla="*/ 28461 h 413468"/>
                <a:gd name="connsiteX1" fmla="*/ 53012 w 53012"/>
                <a:gd name="connsiteY1" fmla="*/ 0 h 413468"/>
                <a:gd name="connsiteX2" fmla="*/ 47732 w 53012"/>
                <a:gd name="connsiteY2" fmla="*/ 385077 h 413468"/>
                <a:gd name="connsiteX3" fmla="*/ 0 w 53012"/>
                <a:gd name="connsiteY3" fmla="*/ 413469 h 413468"/>
                <a:gd name="connsiteX4" fmla="*/ 5281 w 53012"/>
                <a:gd name="connsiteY4" fmla="*/ 28461 h 41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12" h="413468">
                  <a:moveTo>
                    <a:pt x="5281" y="28461"/>
                  </a:moveTo>
                  <a:lnTo>
                    <a:pt x="53012" y="0"/>
                  </a:lnTo>
                  <a:lnTo>
                    <a:pt x="47732" y="385077"/>
                  </a:lnTo>
                  <a:lnTo>
                    <a:pt x="0" y="413469"/>
                  </a:lnTo>
                  <a:lnTo>
                    <a:pt x="5281" y="28461"/>
                  </a:lnTo>
                  <a:close/>
                </a:path>
              </a:pathLst>
            </a:custGeom>
            <a:solidFill>
              <a:srgbClr val="A7AFB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500199A-13E4-8F33-9132-37EADC59F54F}"/>
                </a:ext>
              </a:extLst>
            </p:cNvPr>
            <p:cNvSpPr/>
            <p:nvPr/>
          </p:nvSpPr>
          <p:spPr>
            <a:xfrm>
              <a:off x="4807999" y="936117"/>
              <a:ext cx="2997631" cy="1731576"/>
            </a:xfrm>
            <a:custGeom>
              <a:avLst/>
              <a:gdLst>
                <a:gd name="connsiteX0" fmla="*/ 0 w 2997631"/>
                <a:gd name="connsiteY0" fmla="*/ 28392 h 1731576"/>
                <a:gd name="connsiteX1" fmla="*/ 47663 w 2997631"/>
                <a:gd name="connsiteY1" fmla="*/ 0 h 1731576"/>
                <a:gd name="connsiteX2" fmla="*/ 2997632 w 2997631"/>
                <a:gd name="connsiteY2" fmla="*/ 1703116 h 1731576"/>
                <a:gd name="connsiteX3" fmla="*/ 2949900 w 2997631"/>
                <a:gd name="connsiteY3" fmla="*/ 1731576 h 1731576"/>
                <a:gd name="connsiteX4" fmla="*/ 0 w 2997631"/>
                <a:gd name="connsiteY4" fmla="*/ 28392 h 173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7631" h="1731576">
                  <a:moveTo>
                    <a:pt x="0" y="28392"/>
                  </a:moveTo>
                  <a:lnTo>
                    <a:pt x="47663" y="0"/>
                  </a:lnTo>
                  <a:lnTo>
                    <a:pt x="2997632" y="1703116"/>
                  </a:lnTo>
                  <a:lnTo>
                    <a:pt x="2949900" y="1731576"/>
                  </a:lnTo>
                  <a:lnTo>
                    <a:pt x="0" y="28392"/>
                  </a:lnTo>
                  <a:close/>
                </a:path>
              </a:pathLst>
            </a:custGeom>
            <a:solidFill>
              <a:srgbClr val="D8E0E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0119B2E-63EC-F791-707F-FFE84F12ACFC}"/>
                </a:ext>
              </a:extLst>
            </p:cNvPr>
            <p:cNvSpPr/>
            <p:nvPr/>
          </p:nvSpPr>
          <p:spPr>
            <a:xfrm>
              <a:off x="7757899" y="2639369"/>
              <a:ext cx="89565" cy="100469"/>
            </a:xfrm>
            <a:custGeom>
              <a:avLst/>
              <a:gdLst>
                <a:gd name="connsiteX0" fmla="*/ 0 w 89565"/>
                <a:gd name="connsiteY0" fmla="*/ 28392 h 100469"/>
                <a:gd name="connsiteX1" fmla="*/ 48006 w 89565"/>
                <a:gd name="connsiteY1" fmla="*/ 0 h 100469"/>
                <a:gd name="connsiteX2" fmla="*/ 89565 w 89565"/>
                <a:gd name="connsiteY2" fmla="*/ 72009 h 100469"/>
                <a:gd name="connsiteX3" fmla="*/ 41559 w 89565"/>
                <a:gd name="connsiteY3" fmla="*/ 100470 h 100469"/>
                <a:gd name="connsiteX4" fmla="*/ 0 w 89565"/>
                <a:gd name="connsiteY4" fmla="*/ 28392 h 10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65" h="100469">
                  <a:moveTo>
                    <a:pt x="0" y="28392"/>
                  </a:moveTo>
                  <a:lnTo>
                    <a:pt x="48006" y="0"/>
                  </a:lnTo>
                  <a:cubicBezTo>
                    <a:pt x="72646" y="15910"/>
                    <a:pt x="88116" y="42714"/>
                    <a:pt x="89565" y="72009"/>
                  </a:cubicBezTo>
                  <a:lnTo>
                    <a:pt x="41559" y="100470"/>
                  </a:lnTo>
                  <a:cubicBezTo>
                    <a:pt x="40098" y="71160"/>
                    <a:pt x="24634" y="44341"/>
                    <a:pt x="0" y="28392"/>
                  </a:cubicBezTo>
                  <a:close/>
                </a:path>
              </a:pathLst>
            </a:custGeom>
            <a:solidFill>
              <a:srgbClr val="C2C5C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8F9202-635F-9E9B-B2C2-E80E60C8A563}"/>
                </a:ext>
              </a:extLst>
            </p:cNvPr>
            <p:cNvSpPr/>
            <p:nvPr/>
          </p:nvSpPr>
          <p:spPr>
            <a:xfrm>
              <a:off x="4759787" y="958680"/>
              <a:ext cx="3039671" cy="2166029"/>
            </a:xfrm>
            <a:custGeom>
              <a:avLst/>
              <a:gdLst>
                <a:gd name="connsiteX0" fmla="*/ 2998112 w 3039671"/>
                <a:gd name="connsiteY0" fmla="*/ 1709081 h 2166029"/>
                <a:gd name="connsiteX1" fmla="*/ 48143 w 3039671"/>
                <a:gd name="connsiteY1" fmla="*/ 5828 h 2166029"/>
                <a:gd name="connsiteX2" fmla="*/ 5281 w 3039671"/>
                <a:gd name="connsiteY2" fmla="*/ 29077 h 2166029"/>
                <a:gd name="connsiteX3" fmla="*/ 0 w 3039671"/>
                <a:gd name="connsiteY3" fmla="*/ 414154 h 2166029"/>
                <a:gd name="connsiteX4" fmla="*/ 3034391 w 3039671"/>
                <a:gd name="connsiteY4" fmla="*/ 2166030 h 2166029"/>
                <a:gd name="connsiteX5" fmla="*/ 3039672 w 3039671"/>
                <a:gd name="connsiteY5" fmla="*/ 1781022 h 2166029"/>
                <a:gd name="connsiteX6" fmla="*/ 2998112 w 3039671"/>
                <a:gd name="connsiteY6" fmla="*/ 1709081 h 2166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9671" h="2166029">
                  <a:moveTo>
                    <a:pt x="2998112" y="1709081"/>
                  </a:moveTo>
                  <a:lnTo>
                    <a:pt x="48143" y="5828"/>
                  </a:lnTo>
                  <a:cubicBezTo>
                    <a:pt x="24963" y="-7545"/>
                    <a:pt x="5624" y="2879"/>
                    <a:pt x="5281" y="29077"/>
                  </a:cubicBezTo>
                  <a:lnTo>
                    <a:pt x="0" y="414154"/>
                  </a:lnTo>
                  <a:lnTo>
                    <a:pt x="3034391" y="2166030"/>
                  </a:lnTo>
                  <a:lnTo>
                    <a:pt x="3039672" y="1781022"/>
                  </a:lnTo>
                  <a:cubicBezTo>
                    <a:pt x="3038167" y="1751761"/>
                    <a:pt x="3022708" y="1725002"/>
                    <a:pt x="2998112" y="1709081"/>
                  </a:cubicBezTo>
                  <a:close/>
                </a:path>
              </a:pathLst>
            </a:custGeom>
            <a:solidFill>
              <a:srgbClr val="B0B3B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635D97E-5C26-B120-5AE1-05B2AB0B51A3}"/>
                </a:ext>
              </a:extLst>
            </p:cNvPr>
            <p:cNvSpPr/>
            <p:nvPr/>
          </p:nvSpPr>
          <p:spPr>
            <a:xfrm>
              <a:off x="4732355" y="1372834"/>
              <a:ext cx="3061891" cy="3774861"/>
            </a:xfrm>
            <a:custGeom>
              <a:avLst/>
              <a:gdLst>
                <a:gd name="connsiteX0" fmla="*/ 27432 w 3061891"/>
                <a:gd name="connsiteY0" fmla="*/ 0 h 3774861"/>
                <a:gd name="connsiteX1" fmla="*/ 0 w 3061891"/>
                <a:gd name="connsiteY1" fmla="*/ 1993689 h 3774861"/>
                <a:gd name="connsiteX2" fmla="*/ 41559 w 3061891"/>
                <a:gd name="connsiteY2" fmla="*/ 2065767 h 3774861"/>
                <a:gd name="connsiteX3" fmla="*/ 2991597 w 3061891"/>
                <a:gd name="connsiteY3" fmla="*/ 3768883 h 3774861"/>
                <a:gd name="connsiteX4" fmla="*/ 3034459 w 3061891"/>
                <a:gd name="connsiteY4" fmla="*/ 3745634 h 3774861"/>
                <a:gd name="connsiteX5" fmla="*/ 3061891 w 3061891"/>
                <a:gd name="connsiteY5" fmla="*/ 1751876 h 3774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1891" h="3774861">
                  <a:moveTo>
                    <a:pt x="27432" y="0"/>
                  </a:moveTo>
                  <a:lnTo>
                    <a:pt x="0" y="1993689"/>
                  </a:lnTo>
                  <a:cubicBezTo>
                    <a:pt x="1439" y="2023006"/>
                    <a:pt x="16909" y="2049834"/>
                    <a:pt x="41559" y="2065767"/>
                  </a:cubicBezTo>
                  <a:lnTo>
                    <a:pt x="2991597" y="3768883"/>
                  </a:lnTo>
                  <a:cubicBezTo>
                    <a:pt x="3014777" y="3782599"/>
                    <a:pt x="3034117" y="3771831"/>
                    <a:pt x="3034459" y="3745634"/>
                  </a:cubicBezTo>
                  <a:lnTo>
                    <a:pt x="3061891" y="1751876"/>
                  </a:lnTo>
                  <a:close/>
                </a:path>
              </a:pathLst>
            </a:custGeom>
            <a:solidFill>
              <a:srgbClr val="D8DEE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C550655-D369-F1BE-6D37-690344963701}"/>
                </a:ext>
              </a:extLst>
            </p:cNvPr>
            <p:cNvSpPr/>
            <p:nvPr/>
          </p:nvSpPr>
          <p:spPr>
            <a:xfrm>
              <a:off x="7790131" y="3096318"/>
              <a:ext cx="51777" cy="426704"/>
            </a:xfrm>
            <a:custGeom>
              <a:avLst/>
              <a:gdLst>
                <a:gd name="connsiteX0" fmla="*/ 4046 w 51777"/>
                <a:gd name="connsiteY0" fmla="*/ 28392 h 426704"/>
                <a:gd name="connsiteX1" fmla="*/ 0 w 51777"/>
                <a:gd name="connsiteY1" fmla="*/ 321983 h 426704"/>
                <a:gd name="connsiteX2" fmla="*/ 45468 w 51777"/>
                <a:gd name="connsiteY2" fmla="*/ 426705 h 426704"/>
                <a:gd name="connsiteX3" fmla="*/ 51778 w 51777"/>
                <a:gd name="connsiteY3" fmla="*/ 0 h 426704"/>
                <a:gd name="connsiteX4" fmla="*/ 4046 w 51777"/>
                <a:gd name="connsiteY4" fmla="*/ 28392 h 426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77" h="426704">
                  <a:moveTo>
                    <a:pt x="4046" y="28392"/>
                  </a:moveTo>
                  <a:lnTo>
                    <a:pt x="0" y="321983"/>
                  </a:lnTo>
                  <a:lnTo>
                    <a:pt x="45468" y="426705"/>
                  </a:lnTo>
                  <a:lnTo>
                    <a:pt x="51778" y="0"/>
                  </a:lnTo>
                  <a:lnTo>
                    <a:pt x="4046" y="28392"/>
                  </a:lnTo>
                  <a:close/>
                </a:path>
              </a:pathLst>
            </a:custGeom>
            <a:solidFill>
              <a:srgbClr val="A2ABA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188FF52-CA1B-44F8-B753-CEF551298FDA}"/>
                </a:ext>
              </a:extLst>
            </p:cNvPr>
            <p:cNvSpPr/>
            <p:nvPr/>
          </p:nvSpPr>
          <p:spPr>
            <a:xfrm>
              <a:off x="7571361" y="2917050"/>
              <a:ext cx="47251" cy="106299"/>
            </a:xfrm>
            <a:custGeom>
              <a:avLst/>
              <a:gdLst>
                <a:gd name="connsiteX0" fmla="*/ 1029 w 47251"/>
                <a:gd name="connsiteY0" fmla="*/ 0 h 106299"/>
                <a:gd name="connsiteX1" fmla="*/ 0 w 47251"/>
                <a:gd name="connsiteY1" fmla="*/ 79004 h 106299"/>
                <a:gd name="connsiteX2" fmla="*/ 47252 w 47251"/>
                <a:gd name="connsiteY2" fmla="*/ 106299 h 106299"/>
                <a:gd name="connsiteX3" fmla="*/ 1029 w 47251"/>
                <a:gd name="connsiteY3" fmla="*/ 0 h 106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51" h="106299">
                  <a:moveTo>
                    <a:pt x="1029" y="0"/>
                  </a:moveTo>
                  <a:lnTo>
                    <a:pt x="0" y="79004"/>
                  </a:lnTo>
                  <a:lnTo>
                    <a:pt x="47252" y="106299"/>
                  </a:lnTo>
                  <a:lnTo>
                    <a:pt x="1029" y="0"/>
                  </a:lnTo>
                  <a:close/>
                </a:path>
              </a:pathLst>
            </a:custGeom>
            <a:solidFill>
              <a:srgbClr val="9EA2A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0252BBA-CC9B-D4DC-FA1F-F12D677380DD}"/>
                </a:ext>
              </a:extLst>
            </p:cNvPr>
            <p:cNvSpPr/>
            <p:nvPr/>
          </p:nvSpPr>
          <p:spPr>
            <a:xfrm>
              <a:off x="7543038" y="2995917"/>
              <a:ext cx="246888" cy="2151628"/>
            </a:xfrm>
            <a:custGeom>
              <a:avLst/>
              <a:gdLst>
                <a:gd name="connsiteX0" fmla="*/ 75438 w 246888"/>
                <a:gd name="connsiteY0" fmla="*/ 27432 h 2151628"/>
                <a:gd name="connsiteX1" fmla="*/ 28186 w 246888"/>
                <a:gd name="connsiteY1" fmla="*/ 0 h 2151628"/>
                <a:gd name="connsiteX2" fmla="*/ 0 w 246888"/>
                <a:gd name="connsiteY2" fmla="*/ 2041558 h 2151628"/>
                <a:gd name="connsiteX3" fmla="*/ 180640 w 246888"/>
                <a:gd name="connsiteY3" fmla="*/ 2145800 h 2151628"/>
                <a:gd name="connsiteX4" fmla="*/ 199705 w 246888"/>
                <a:gd name="connsiteY4" fmla="*/ 2151629 h 2151628"/>
                <a:gd name="connsiteX5" fmla="*/ 211981 w 246888"/>
                <a:gd name="connsiteY5" fmla="*/ 2147926 h 2151628"/>
                <a:gd name="connsiteX6" fmla="*/ 210884 w 246888"/>
                <a:gd name="connsiteY6" fmla="*/ 2148680 h 2151628"/>
                <a:gd name="connsiteX7" fmla="*/ 213627 w 246888"/>
                <a:gd name="connsiteY7" fmla="*/ 2147034 h 2151628"/>
                <a:gd name="connsiteX8" fmla="*/ 223502 w 246888"/>
                <a:gd name="connsiteY8" fmla="*/ 2122551 h 2151628"/>
                <a:gd name="connsiteX9" fmla="*/ 246888 w 246888"/>
                <a:gd name="connsiteY9" fmla="*/ 422384 h 215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888" h="2151628">
                  <a:moveTo>
                    <a:pt x="75438" y="27432"/>
                  </a:moveTo>
                  <a:lnTo>
                    <a:pt x="28186" y="0"/>
                  </a:lnTo>
                  <a:lnTo>
                    <a:pt x="0" y="2041558"/>
                  </a:lnTo>
                  <a:lnTo>
                    <a:pt x="180640" y="2145800"/>
                  </a:lnTo>
                  <a:cubicBezTo>
                    <a:pt x="186368" y="2149393"/>
                    <a:pt x="192947" y="2151404"/>
                    <a:pt x="199705" y="2151629"/>
                  </a:cubicBezTo>
                  <a:cubicBezTo>
                    <a:pt x="204071" y="2151620"/>
                    <a:pt x="208339" y="2150332"/>
                    <a:pt x="211981" y="2147926"/>
                  </a:cubicBezTo>
                  <a:lnTo>
                    <a:pt x="210884" y="2148680"/>
                  </a:lnTo>
                  <a:lnTo>
                    <a:pt x="213627" y="2147034"/>
                  </a:lnTo>
                  <a:cubicBezTo>
                    <a:pt x="220461" y="2140793"/>
                    <a:pt x="224093" y="2131787"/>
                    <a:pt x="223502" y="2122551"/>
                  </a:cubicBezTo>
                  <a:lnTo>
                    <a:pt x="246888" y="422384"/>
                  </a:lnTo>
                  <a:close/>
                </a:path>
              </a:pathLst>
            </a:custGeom>
            <a:solidFill>
              <a:srgbClr val="B6BCB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D5D4957-3F6B-94AB-3907-A83F7F4A0212}"/>
                </a:ext>
              </a:extLst>
            </p:cNvPr>
            <p:cNvSpPr/>
            <p:nvPr/>
          </p:nvSpPr>
          <p:spPr>
            <a:xfrm>
              <a:off x="5102687" y="1212220"/>
              <a:ext cx="2397968" cy="1667934"/>
            </a:xfrm>
            <a:custGeom>
              <a:avLst/>
              <a:gdLst>
                <a:gd name="connsiteX0" fmla="*/ 3978 w 2397968"/>
                <a:gd name="connsiteY0" fmla="*/ 0 h 1667934"/>
                <a:gd name="connsiteX1" fmla="*/ 0 w 2397968"/>
                <a:gd name="connsiteY1" fmla="*/ 285773 h 1667934"/>
                <a:gd name="connsiteX2" fmla="*/ 2393991 w 2397968"/>
                <a:gd name="connsiteY2" fmla="*/ 1667934 h 1667934"/>
                <a:gd name="connsiteX3" fmla="*/ 2397968 w 2397968"/>
                <a:gd name="connsiteY3" fmla="*/ 1382161 h 1667934"/>
                <a:gd name="connsiteX4" fmla="*/ 3978 w 2397968"/>
                <a:gd name="connsiteY4" fmla="*/ 0 h 1667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7968" h="1667934">
                  <a:moveTo>
                    <a:pt x="3978" y="0"/>
                  </a:moveTo>
                  <a:lnTo>
                    <a:pt x="0" y="285773"/>
                  </a:lnTo>
                  <a:lnTo>
                    <a:pt x="2393991" y="1667934"/>
                  </a:lnTo>
                  <a:lnTo>
                    <a:pt x="2397968" y="1382161"/>
                  </a:lnTo>
                  <a:lnTo>
                    <a:pt x="3978" y="0"/>
                  </a:lnTo>
                  <a:close/>
                </a:path>
              </a:pathLst>
            </a:custGeom>
            <a:solidFill>
              <a:srgbClr val="D8DEE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D66A11F-65D4-004F-AEA7-956627DC7EB3}"/>
                </a:ext>
              </a:extLst>
            </p:cNvPr>
            <p:cNvSpPr/>
            <p:nvPr/>
          </p:nvSpPr>
          <p:spPr>
            <a:xfrm>
              <a:off x="4794763" y="1003164"/>
              <a:ext cx="73037" cy="92597"/>
            </a:xfrm>
            <a:custGeom>
              <a:avLst/>
              <a:gdLst>
                <a:gd name="connsiteX0" fmla="*/ 37102 w 73037"/>
                <a:gd name="connsiteY0" fmla="*/ 4962 h 92597"/>
                <a:gd name="connsiteX1" fmla="*/ 73038 w 73037"/>
                <a:gd name="connsiteY1" fmla="*/ 67301 h 92597"/>
                <a:gd name="connsiteX2" fmla="*/ 36005 w 73037"/>
                <a:gd name="connsiteY2" fmla="*/ 87464 h 92597"/>
                <a:gd name="connsiteX3" fmla="*/ 0 w 73037"/>
                <a:gd name="connsiteY3" fmla="*/ 25125 h 92597"/>
                <a:gd name="connsiteX4" fmla="*/ 37102 w 73037"/>
                <a:gd name="connsiteY4" fmla="*/ 4962 h 92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7" h="92597">
                  <a:moveTo>
                    <a:pt x="37102" y="4962"/>
                  </a:moveTo>
                  <a:cubicBezTo>
                    <a:pt x="58482" y="18683"/>
                    <a:pt x="71879" y="41923"/>
                    <a:pt x="73038" y="67301"/>
                  </a:cubicBezTo>
                  <a:cubicBezTo>
                    <a:pt x="73038" y="90138"/>
                    <a:pt x="56167" y="99191"/>
                    <a:pt x="36005" y="87464"/>
                  </a:cubicBezTo>
                  <a:cubicBezTo>
                    <a:pt x="14581" y="73774"/>
                    <a:pt x="1152" y="50522"/>
                    <a:pt x="0" y="25125"/>
                  </a:cubicBezTo>
                  <a:cubicBezTo>
                    <a:pt x="274" y="2562"/>
                    <a:pt x="16939" y="-6491"/>
                    <a:pt x="37102" y="4962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12465A9-C165-A80B-5E74-8462CC29B16D}"/>
                </a:ext>
              </a:extLst>
            </p:cNvPr>
            <p:cNvSpPr/>
            <p:nvPr/>
          </p:nvSpPr>
          <p:spPr>
            <a:xfrm>
              <a:off x="4895027" y="1061189"/>
              <a:ext cx="73106" cy="92654"/>
            </a:xfrm>
            <a:custGeom>
              <a:avLst/>
              <a:gdLst>
                <a:gd name="connsiteX0" fmla="*/ 37102 w 73106"/>
                <a:gd name="connsiteY0" fmla="*/ 5092 h 92654"/>
                <a:gd name="connsiteX1" fmla="*/ 73106 w 73106"/>
                <a:gd name="connsiteY1" fmla="*/ 67431 h 92654"/>
                <a:gd name="connsiteX2" fmla="*/ 36005 w 73106"/>
                <a:gd name="connsiteY2" fmla="*/ 87594 h 92654"/>
                <a:gd name="connsiteX3" fmla="*/ 0 w 73106"/>
                <a:gd name="connsiteY3" fmla="*/ 25186 h 92654"/>
                <a:gd name="connsiteX4" fmla="*/ 37102 w 73106"/>
                <a:gd name="connsiteY4" fmla="*/ 5092 h 92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06" h="92654">
                  <a:moveTo>
                    <a:pt x="37102" y="5092"/>
                  </a:moveTo>
                  <a:cubicBezTo>
                    <a:pt x="58526" y="18782"/>
                    <a:pt x="71955" y="42034"/>
                    <a:pt x="73106" y="67431"/>
                  </a:cubicBezTo>
                  <a:cubicBezTo>
                    <a:pt x="73106" y="90200"/>
                    <a:pt x="56167" y="99184"/>
                    <a:pt x="36005" y="87594"/>
                  </a:cubicBezTo>
                  <a:cubicBezTo>
                    <a:pt x="14596" y="73858"/>
                    <a:pt x="1175" y="50595"/>
                    <a:pt x="0" y="25186"/>
                  </a:cubicBezTo>
                  <a:cubicBezTo>
                    <a:pt x="343" y="2486"/>
                    <a:pt x="16939" y="-6566"/>
                    <a:pt x="37102" y="5092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4477FAB-DF49-B069-E5AC-F48D9C34636C}"/>
                </a:ext>
              </a:extLst>
            </p:cNvPr>
            <p:cNvSpPr/>
            <p:nvPr/>
          </p:nvSpPr>
          <p:spPr>
            <a:xfrm>
              <a:off x="4995291" y="1119072"/>
              <a:ext cx="73174" cy="92695"/>
            </a:xfrm>
            <a:custGeom>
              <a:avLst/>
              <a:gdLst>
                <a:gd name="connsiteX0" fmla="*/ 37102 w 73174"/>
                <a:gd name="connsiteY0" fmla="*/ 5090 h 92695"/>
                <a:gd name="connsiteX1" fmla="*/ 73175 w 73174"/>
                <a:gd name="connsiteY1" fmla="*/ 67430 h 92695"/>
                <a:gd name="connsiteX2" fmla="*/ 36005 w 73174"/>
                <a:gd name="connsiteY2" fmla="*/ 87592 h 92695"/>
                <a:gd name="connsiteX3" fmla="*/ 0 w 73174"/>
                <a:gd name="connsiteY3" fmla="*/ 25253 h 92695"/>
                <a:gd name="connsiteX4" fmla="*/ 37102 w 73174"/>
                <a:gd name="connsiteY4" fmla="*/ 5090 h 9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74" h="92695">
                  <a:moveTo>
                    <a:pt x="37102" y="5090"/>
                  </a:moveTo>
                  <a:cubicBezTo>
                    <a:pt x="58509" y="18805"/>
                    <a:pt x="71951" y="42035"/>
                    <a:pt x="73175" y="67430"/>
                  </a:cubicBezTo>
                  <a:cubicBezTo>
                    <a:pt x="72832" y="90267"/>
                    <a:pt x="56236" y="99251"/>
                    <a:pt x="36005" y="87592"/>
                  </a:cubicBezTo>
                  <a:cubicBezTo>
                    <a:pt x="14641" y="73846"/>
                    <a:pt x="1231" y="50627"/>
                    <a:pt x="0" y="25253"/>
                  </a:cubicBezTo>
                  <a:cubicBezTo>
                    <a:pt x="343" y="2484"/>
                    <a:pt x="17145" y="-6568"/>
                    <a:pt x="37102" y="5090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243098C-08B0-D124-5C9D-AFB0B7F40916}"/>
                </a:ext>
              </a:extLst>
            </p:cNvPr>
            <p:cNvSpPr/>
            <p:nvPr/>
          </p:nvSpPr>
          <p:spPr>
            <a:xfrm>
              <a:off x="5379887" y="1473852"/>
              <a:ext cx="130370" cy="158899"/>
            </a:xfrm>
            <a:custGeom>
              <a:avLst/>
              <a:gdLst>
                <a:gd name="connsiteX0" fmla="*/ 98892 w 130370"/>
                <a:gd name="connsiteY0" fmla="*/ 101156 h 158899"/>
                <a:gd name="connsiteX1" fmla="*/ 92583 w 130370"/>
                <a:gd name="connsiteY1" fmla="*/ 131193 h 158899"/>
                <a:gd name="connsiteX2" fmla="*/ 92240 w 130370"/>
                <a:gd name="connsiteY2" fmla="*/ 131193 h 158899"/>
                <a:gd name="connsiteX3" fmla="*/ 85382 w 130370"/>
                <a:gd name="connsiteY3" fmla="*/ 93680 h 158899"/>
                <a:gd name="connsiteX4" fmla="*/ 74958 w 130370"/>
                <a:gd name="connsiteY4" fmla="*/ 43068 h 158899"/>
                <a:gd name="connsiteX5" fmla="*/ 56784 w 130370"/>
                <a:gd name="connsiteY5" fmla="*/ 32576 h 158899"/>
                <a:gd name="connsiteX6" fmla="*/ 44714 w 130370"/>
                <a:gd name="connsiteY6" fmla="*/ 71529 h 158899"/>
                <a:gd name="connsiteX7" fmla="*/ 37033 w 130370"/>
                <a:gd name="connsiteY7" fmla="*/ 99441 h 158899"/>
                <a:gd name="connsiteX8" fmla="*/ 36690 w 130370"/>
                <a:gd name="connsiteY8" fmla="*/ 99441 h 158899"/>
                <a:gd name="connsiteX9" fmla="*/ 31478 w 130370"/>
                <a:gd name="connsiteY9" fmla="*/ 63779 h 158899"/>
                <a:gd name="connsiteX10" fmla="*/ 22837 w 130370"/>
                <a:gd name="connsiteY10" fmla="*/ 13236 h 158899"/>
                <a:gd name="connsiteX11" fmla="*/ 0 w 130370"/>
                <a:gd name="connsiteY11" fmla="*/ 0 h 158899"/>
                <a:gd name="connsiteX12" fmla="*/ 24757 w 130370"/>
                <a:gd name="connsiteY12" fmla="*/ 114872 h 158899"/>
                <a:gd name="connsiteX13" fmla="*/ 45331 w 130370"/>
                <a:gd name="connsiteY13" fmla="*/ 126873 h 158899"/>
                <a:gd name="connsiteX14" fmla="*/ 57196 w 130370"/>
                <a:gd name="connsiteY14" fmla="*/ 92583 h 158899"/>
                <a:gd name="connsiteX15" fmla="*/ 64054 w 130370"/>
                <a:gd name="connsiteY15" fmla="*/ 64465 h 158899"/>
                <a:gd name="connsiteX16" fmla="*/ 64397 w 130370"/>
                <a:gd name="connsiteY16" fmla="*/ 64465 h 158899"/>
                <a:gd name="connsiteX17" fmla="*/ 70706 w 130370"/>
                <a:gd name="connsiteY17" fmla="*/ 100332 h 158899"/>
                <a:gd name="connsiteX18" fmla="*/ 80650 w 130370"/>
                <a:gd name="connsiteY18" fmla="*/ 146967 h 158899"/>
                <a:gd name="connsiteX19" fmla="*/ 101224 w 130370"/>
                <a:gd name="connsiteY19" fmla="*/ 158900 h 158899"/>
                <a:gd name="connsiteX20" fmla="*/ 130371 w 130370"/>
                <a:gd name="connsiteY20" fmla="*/ 75164 h 158899"/>
                <a:gd name="connsiteX21" fmla="*/ 108425 w 130370"/>
                <a:gd name="connsiteY21" fmla="*/ 62545 h 158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0370" h="158899">
                  <a:moveTo>
                    <a:pt x="98892" y="101156"/>
                  </a:moveTo>
                  <a:cubicBezTo>
                    <a:pt x="96355" y="111511"/>
                    <a:pt x="94229" y="121181"/>
                    <a:pt x="92583" y="131193"/>
                  </a:cubicBezTo>
                  <a:lnTo>
                    <a:pt x="92240" y="131193"/>
                  </a:lnTo>
                  <a:cubicBezTo>
                    <a:pt x="90389" y="119192"/>
                    <a:pt x="88194" y="106985"/>
                    <a:pt x="85382" y="93680"/>
                  </a:cubicBezTo>
                  <a:lnTo>
                    <a:pt x="74958" y="43068"/>
                  </a:lnTo>
                  <a:lnTo>
                    <a:pt x="56784" y="32576"/>
                  </a:lnTo>
                  <a:lnTo>
                    <a:pt x="44714" y="71529"/>
                  </a:lnTo>
                  <a:cubicBezTo>
                    <a:pt x="42040" y="80239"/>
                    <a:pt x="39022" y="89634"/>
                    <a:pt x="37033" y="99441"/>
                  </a:cubicBezTo>
                  <a:lnTo>
                    <a:pt x="36690" y="99441"/>
                  </a:lnTo>
                  <a:cubicBezTo>
                    <a:pt x="35182" y="87645"/>
                    <a:pt x="33330" y="75644"/>
                    <a:pt x="31478" y="63779"/>
                  </a:cubicBezTo>
                  <a:lnTo>
                    <a:pt x="22837" y="13236"/>
                  </a:lnTo>
                  <a:lnTo>
                    <a:pt x="0" y="0"/>
                  </a:lnTo>
                  <a:lnTo>
                    <a:pt x="24757" y="114872"/>
                  </a:lnTo>
                  <a:lnTo>
                    <a:pt x="45331" y="126873"/>
                  </a:lnTo>
                  <a:lnTo>
                    <a:pt x="57196" y="92583"/>
                  </a:lnTo>
                  <a:cubicBezTo>
                    <a:pt x="60138" y="83383"/>
                    <a:pt x="62429" y="73987"/>
                    <a:pt x="64054" y="64465"/>
                  </a:cubicBezTo>
                  <a:lnTo>
                    <a:pt x="64397" y="64465"/>
                  </a:lnTo>
                  <a:cubicBezTo>
                    <a:pt x="66248" y="77770"/>
                    <a:pt x="68100" y="88331"/>
                    <a:pt x="70706" y="100332"/>
                  </a:cubicBezTo>
                  <a:lnTo>
                    <a:pt x="80650" y="146967"/>
                  </a:lnTo>
                  <a:lnTo>
                    <a:pt x="101224" y="158900"/>
                  </a:lnTo>
                  <a:lnTo>
                    <a:pt x="130371" y="75164"/>
                  </a:lnTo>
                  <a:lnTo>
                    <a:pt x="108425" y="62545"/>
                  </a:ln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330A070-9162-5C4F-6FE0-463E89637CD8}"/>
                </a:ext>
              </a:extLst>
            </p:cNvPr>
            <p:cNvSpPr/>
            <p:nvPr/>
          </p:nvSpPr>
          <p:spPr>
            <a:xfrm>
              <a:off x="5791504" y="1787092"/>
              <a:ext cx="27432" cy="36514"/>
            </a:xfrm>
            <a:custGeom>
              <a:avLst/>
              <a:gdLst>
                <a:gd name="connsiteX0" fmla="*/ 13716 w 27432"/>
                <a:gd name="connsiteY0" fmla="*/ 2023 h 36514"/>
                <a:gd name="connsiteX1" fmla="*/ 0 w 27432"/>
                <a:gd name="connsiteY1" fmla="*/ 10321 h 36514"/>
                <a:gd name="connsiteX2" fmla="*/ 13716 w 27432"/>
                <a:gd name="connsiteY2" fmla="*/ 34393 h 36514"/>
                <a:gd name="connsiteX3" fmla="*/ 27432 w 27432"/>
                <a:gd name="connsiteY3" fmla="*/ 26232 h 36514"/>
                <a:gd name="connsiteX4" fmla="*/ 13716 w 27432"/>
                <a:gd name="connsiteY4" fmla="*/ 2023 h 36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" h="36514">
                  <a:moveTo>
                    <a:pt x="13716" y="2023"/>
                  </a:moveTo>
                  <a:cubicBezTo>
                    <a:pt x="5761" y="-2572"/>
                    <a:pt x="0" y="857"/>
                    <a:pt x="0" y="10321"/>
                  </a:cubicBezTo>
                  <a:cubicBezTo>
                    <a:pt x="147" y="20165"/>
                    <a:pt x="5322" y="29248"/>
                    <a:pt x="13716" y="34393"/>
                  </a:cubicBezTo>
                  <a:cubicBezTo>
                    <a:pt x="22083" y="39262"/>
                    <a:pt x="27432" y="35421"/>
                    <a:pt x="27432" y="26232"/>
                  </a:cubicBezTo>
                  <a:cubicBezTo>
                    <a:pt x="27399" y="16321"/>
                    <a:pt x="22200" y="7146"/>
                    <a:pt x="13716" y="2023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4E2C29B-EE44-B9A8-9C6E-78E26C935FA2}"/>
                </a:ext>
              </a:extLst>
            </p:cNvPr>
            <p:cNvSpPr/>
            <p:nvPr/>
          </p:nvSpPr>
          <p:spPr>
            <a:xfrm>
              <a:off x="5657705" y="1633918"/>
              <a:ext cx="130645" cy="158968"/>
            </a:xfrm>
            <a:custGeom>
              <a:avLst/>
              <a:gdLst>
                <a:gd name="connsiteX0" fmla="*/ 98687 w 130645"/>
                <a:gd name="connsiteY0" fmla="*/ 101156 h 158968"/>
                <a:gd name="connsiteX1" fmla="*/ 92446 w 130645"/>
                <a:gd name="connsiteY1" fmla="*/ 131194 h 158968"/>
                <a:gd name="connsiteX2" fmla="*/ 92034 w 130645"/>
                <a:gd name="connsiteY2" fmla="*/ 131194 h 158968"/>
                <a:gd name="connsiteX3" fmla="*/ 85176 w 130645"/>
                <a:gd name="connsiteY3" fmla="*/ 93680 h 158968"/>
                <a:gd name="connsiteX4" fmla="*/ 74821 w 130645"/>
                <a:gd name="connsiteY4" fmla="*/ 43137 h 158968"/>
                <a:gd name="connsiteX5" fmla="*/ 56853 w 130645"/>
                <a:gd name="connsiteY5" fmla="*/ 32576 h 158968"/>
                <a:gd name="connsiteX6" fmla="*/ 44783 w 130645"/>
                <a:gd name="connsiteY6" fmla="*/ 71529 h 158968"/>
                <a:gd name="connsiteX7" fmla="*/ 37102 w 130645"/>
                <a:gd name="connsiteY7" fmla="*/ 99441 h 158968"/>
                <a:gd name="connsiteX8" fmla="*/ 36690 w 130645"/>
                <a:gd name="connsiteY8" fmla="*/ 99441 h 158968"/>
                <a:gd name="connsiteX9" fmla="*/ 31547 w 130645"/>
                <a:gd name="connsiteY9" fmla="*/ 63779 h 158968"/>
                <a:gd name="connsiteX10" fmla="*/ 22906 w 130645"/>
                <a:gd name="connsiteY10" fmla="*/ 13236 h 158968"/>
                <a:gd name="connsiteX11" fmla="*/ 0 w 130645"/>
                <a:gd name="connsiteY11" fmla="*/ 0 h 158968"/>
                <a:gd name="connsiteX12" fmla="*/ 24757 w 130645"/>
                <a:gd name="connsiteY12" fmla="*/ 114872 h 158968"/>
                <a:gd name="connsiteX13" fmla="*/ 45674 w 130645"/>
                <a:gd name="connsiteY13" fmla="*/ 126942 h 158968"/>
                <a:gd name="connsiteX14" fmla="*/ 57470 w 130645"/>
                <a:gd name="connsiteY14" fmla="*/ 92652 h 158968"/>
                <a:gd name="connsiteX15" fmla="*/ 64328 w 130645"/>
                <a:gd name="connsiteY15" fmla="*/ 64534 h 158968"/>
                <a:gd name="connsiteX16" fmla="*/ 64740 w 130645"/>
                <a:gd name="connsiteY16" fmla="*/ 64534 h 158968"/>
                <a:gd name="connsiteX17" fmla="*/ 70980 w 130645"/>
                <a:gd name="connsiteY17" fmla="*/ 100401 h 158968"/>
                <a:gd name="connsiteX18" fmla="*/ 80925 w 130645"/>
                <a:gd name="connsiteY18" fmla="*/ 147036 h 158968"/>
                <a:gd name="connsiteX19" fmla="*/ 101499 w 130645"/>
                <a:gd name="connsiteY19" fmla="*/ 158968 h 158968"/>
                <a:gd name="connsiteX20" fmla="*/ 130645 w 130645"/>
                <a:gd name="connsiteY20" fmla="*/ 75232 h 158968"/>
                <a:gd name="connsiteX21" fmla="*/ 108699 w 130645"/>
                <a:gd name="connsiteY21" fmla="*/ 62545 h 158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0645" h="158968">
                  <a:moveTo>
                    <a:pt x="98687" y="101156"/>
                  </a:moveTo>
                  <a:cubicBezTo>
                    <a:pt x="96149" y="111511"/>
                    <a:pt x="94023" y="121181"/>
                    <a:pt x="92446" y="131194"/>
                  </a:cubicBezTo>
                  <a:lnTo>
                    <a:pt x="92034" y="131194"/>
                  </a:lnTo>
                  <a:cubicBezTo>
                    <a:pt x="90251" y="119192"/>
                    <a:pt x="88057" y="106985"/>
                    <a:pt x="85176" y="93680"/>
                  </a:cubicBezTo>
                  <a:lnTo>
                    <a:pt x="74821" y="43137"/>
                  </a:lnTo>
                  <a:lnTo>
                    <a:pt x="56853" y="32576"/>
                  </a:lnTo>
                  <a:lnTo>
                    <a:pt x="44783" y="71529"/>
                  </a:lnTo>
                  <a:cubicBezTo>
                    <a:pt x="41733" y="80691"/>
                    <a:pt x="39169" y="90008"/>
                    <a:pt x="37102" y="99441"/>
                  </a:cubicBezTo>
                  <a:lnTo>
                    <a:pt x="36690" y="99441"/>
                  </a:lnTo>
                  <a:cubicBezTo>
                    <a:pt x="35250" y="87645"/>
                    <a:pt x="33398" y="75644"/>
                    <a:pt x="31547" y="63779"/>
                  </a:cubicBezTo>
                  <a:lnTo>
                    <a:pt x="22906" y="13236"/>
                  </a:lnTo>
                  <a:lnTo>
                    <a:pt x="0" y="0"/>
                  </a:lnTo>
                  <a:lnTo>
                    <a:pt x="24757" y="114872"/>
                  </a:lnTo>
                  <a:lnTo>
                    <a:pt x="45674" y="126942"/>
                  </a:lnTo>
                  <a:lnTo>
                    <a:pt x="57470" y="92652"/>
                  </a:lnTo>
                  <a:cubicBezTo>
                    <a:pt x="60420" y="83453"/>
                    <a:pt x="62712" y="74057"/>
                    <a:pt x="64328" y="64534"/>
                  </a:cubicBezTo>
                  <a:lnTo>
                    <a:pt x="64740" y="64534"/>
                  </a:lnTo>
                  <a:cubicBezTo>
                    <a:pt x="66523" y="77838"/>
                    <a:pt x="68374" y="88331"/>
                    <a:pt x="70980" y="100401"/>
                  </a:cubicBezTo>
                  <a:lnTo>
                    <a:pt x="80925" y="147036"/>
                  </a:lnTo>
                  <a:lnTo>
                    <a:pt x="101499" y="158968"/>
                  </a:lnTo>
                  <a:lnTo>
                    <a:pt x="130645" y="75232"/>
                  </a:lnTo>
                  <a:lnTo>
                    <a:pt x="108699" y="62545"/>
                  </a:ln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4DF4203-CBFE-1977-069C-59E0B568D29D}"/>
                </a:ext>
              </a:extLst>
            </p:cNvPr>
            <p:cNvSpPr/>
            <p:nvPr/>
          </p:nvSpPr>
          <p:spPr>
            <a:xfrm>
              <a:off x="5830801" y="1744469"/>
              <a:ext cx="75712" cy="133182"/>
            </a:xfrm>
            <a:custGeom>
              <a:avLst/>
              <a:gdLst>
                <a:gd name="connsiteX0" fmla="*/ 74752 w 75712"/>
                <a:gd name="connsiteY0" fmla="*/ 108768 h 133182"/>
                <a:gd name="connsiteX1" fmla="*/ 75232 w 75712"/>
                <a:gd name="connsiteY1" fmla="*/ 72763 h 133182"/>
                <a:gd name="connsiteX2" fmla="*/ 39296 w 75712"/>
                <a:gd name="connsiteY2" fmla="*/ 9670 h 133182"/>
                <a:gd name="connsiteX3" fmla="*/ 7269 w 75712"/>
                <a:gd name="connsiteY3" fmla="*/ 0 h 133182"/>
                <a:gd name="connsiteX4" fmla="*/ 11384 w 75712"/>
                <a:gd name="connsiteY4" fmla="*/ 18928 h 133182"/>
                <a:gd name="connsiteX5" fmla="*/ 35250 w 75712"/>
                <a:gd name="connsiteY5" fmla="*/ 25306 h 133182"/>
                <a:gd name="connsiteX6" fmla="*/ 52944 w 75712"/>
                <a:gd name="connsiteY6" fmla="*/ 53081 h 133182"/>
                <a:gd name="connsiteX7" fmla="*/ 52944 w 75712"/>
                <a:gd name="connsiteY7" fmla="*/ 54727 h 133182"/>
                <a:gd name="connsiteX8" fmla="*/ 51984 w 75712"/>
                <a:gd name="connsiteY8" fmla="*/ 54178 h 133182"/>
                <a:gd name="connsiteX9" fmla="*/ 0 w 75712"/>
                <a:gd name="connsiteY9" fmla="*/ 62133 h 133182"/>
                <a:gd name="connsiteX10" fmla="*/ 27432 w 75712"/>
                <a:gd name="connsiteY10" fmla="*/ 107808 h 133182"/>
                <a:gd name="connsiteX11" fmla="*/ 53767 w 75712"/>
                <a:gd name="connsiteY11" fmla="*/ 109659 h 133182"/>
                <a:gd name="connsiteX12" fmla="*/ 54247 w 75712"/>
                <a:gd name="connsiteY12" fmla="*/ 109659 h 133182"/>
                <a:gd name="connsiteX13" fmla="*/ 55550 w 75712"/>
                <a:gd name="connsiteY13" fmla="*/ 121524 h 133182"/>
                <a:gd name="connsiteX14" fmla="*/ 75712 w 75712"/>
                <a:gd name="connsiteY14" fmla="*/ 133182 h 133182"/>
                <a:gd name="connsiteX15" fmla="*/ 74752 w 75712"/>
                <a:gd name="connsiteY15" fmla="*/ 108768 h 133182"/>
                <a:gd name="connsiteX16" fmla="*/ 53150 w 75712"/>
                <a:gd name="connsiteY16" fmla="*/ 85176 h 133182"/>
                <a:gd name="connsiteX17" fmla="*/ 52258 w 75712"/>
                <a:gd name="connsiteY17" fmla="*/ 90251 h 133182"/>
                <a:gd name="connsiteX18" fmla="*/ 34702 w 75712"/>
                <a:gd name="connsiteY18" fmla="*/ 93886 h 133182"/>
                <a:gd name="connsiteX19" fmla="*/ 22152 w 75712"/>
                <a:gd name="connsiteY19" fmla="*/ 72215 h 133182"/>
                <a:gd name="connsiteX20" fmla="*/ 51161 w 75712"/>
                <a:gd name="connsiteY20" fmla="*/ 70157 h 133182"/>
                <a:gd name="connsiteX21" fmla="*/ 53287 w 75712"/>
                <a:gd name="connsiteY21" fmla="*/ 71392 h 133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5712" h="133182">
                  <a:moveTo>
                    <a:pt x="74752" y="108768"/>
                  </a:moveTo>
                  <a:lnTo>
                    <a:pt x="75232" y="72763"/>
                  </a:lnTo>
                  <a:cubicBezTo>
                    <a:pt x="76283" y="46596"/>
                    <a:pt x="62339" y="22114"/>
                    <a:pt x="39296" y="9670"/>
                  </a:cubicBezTo>
                  <a:cubicBezTo>
                    <a:pt x="29800" y="3376"/>
                    <a:pt x="18663" y="13"/>
                    <a:pt x="7269" y="0"/>
                  </a:cubicBezTo>
                  <a:lnTo>
                    <a:pt x="11384" y="18928"/>
                  </a:lnTo>
                  <a:cubicBezTo>
                    <a:pt x="19805" y="18559"/>
                    <a:pt x="28136" y="20786"/>
                    <a:pt x="35250" y="25306"/>
                  </a:cubicBezTo>
                  <a:cubicBezTo>
                    <a:pt x="45985" y="30407"/>
                    <a:pt x="52858" y="41196"/>
                    <a:pt x="52944" y="53081"/>
                  </a:cubicBezTo>
                  <a:lnTo>
                    <a:pt x="52944" y="54727"/>
                  </a:lnTo>
                  <a:lnTo>
                    <a:pt x="51984" y="54178"/>
                  </a:lnTo>
                  <a:cubicBezTo>
                    <a:pt x="19888" y="35662"/>
                    <a:pt x="343" y="37170"/>
                    <a:pt x="0" y="62133"/>
                  </a:cubicBezTo>
                  <a:cubicBezTo>
                    <a:pt x="808" y="81025"/>
                    <a:pt x="11135" y="98219"/>
                    <a:pt x="27432" y="107808"/>
                  </a:cubicBezTo>
                  <a:cubicBezTo>
                    <a:pt x="38816" y="114666"/>
                    <a:pt x="48006" y="114254"/>
                    <a:pt x="53767" y="109659"/>
                  </a:cubicBezTo>
                  <a:lnTo>
                    <a:pt x="54247" y="109659"/>
                  </a:lnTo>
                  <a:lnTo>
                    <a:pt x="55550" y="121524"/>
                  </a:lnTo>
                  <a:lnTo>
                    <a:pt x="75712" y="133182"/>
                  </a:lnTo>
                  <a:cubicBezTo>
                    <a:pt x="74880" y="125072"/>
                    <a:pt x="74560" y="116918"/>
                    <a:pt x="74752" y="108768"/>
                  </a:cubicBezTo>
                  <a:close/>
                  <a:moveTo>
                    <a:pt x="53150" y="85176"/>
                  </a:moveTo>
                  <a:cubicBezTo>
                    <a:pt x="53126" y="86905"/>
                    <a:pt x="52825" y="88618"/>
                    <a:pt x="52258" y="90251"/>
                  </a:cubicBezTo>
                  <a:cubicBezTo>
                    <a:pt x="50201" y="96286"/>
                    <a:pt x="43617" y="99029"/>
                    <a:pt x="34702" y="93886"/>
                  </a:cubicBezTo>
                  <a:cubicBezTo>
                    <a:pt x="26850" y="89521"/>
                    <a:pt x="22029" y="81197"/>
                    <a:pt x="22152" y="72215"/>
                  </a:cubicBezTo>
                  <a:cubicBezTo>
                    <a:pt x="22151" y="57744"/>
                    <a:pt x="35867" y="61516"/>
                    <a:pt x="51161" y="70157"/>
                  </a:cubicBezTo>
                  <a:lnTo>
                    <a:pt x="53287" y="71392"/>
                  </a:ln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A233A8D-1C26-2C4E-C6C4-A4428BC68BF4}"/>
                </a:ext>
              </a:extLst>
            </p:cNvPr>
            <p:cNvSpPr/>
            <p:nvPr/>
          </p:nvSpPr>
          <p:spPr>
            <a:xfrm>
              <a:off x="5928801" y="1790898"/>
              <a:ext cx="80863" cy="146418"/>
            </a:xfrm>
            <a:custGeom>
              <a:avLst/>
              <a:gdLst>
                <a:gd name="connsiteX0" fmla="*/ 49995 w 80863"/>
                <a:gd name="connsiteY0" fmla="*/ 25992 h 146418"/>
                <a:gd name="connsiteX1" fmla="*/ 21671 w 80863"/>
                <a:gd name="connsiteY1" fmla="*/ 26952 h 146418"/>
                <a:gd name="connsiteX2" fmla="*/ 21123 w 80863"/>
                <a:gd name="connsiteY2" fmla="*/ 26952 h 146418"/>
                <a:gd name="connsiteX3" fmla="*/ 20231 w 80863"/>
                <a:gd name="connsiteY3" fmla="*/ 11384 h 146418"/>
                <a:gd name="connsiteX4" fmla="*/ 617 w 80863"/>
                <a:gd name="connsiteY4" fmla="*/ 0 h 146418"/>
                <a:gd name="connsiteX5" fmla="*/ 960 w 80863"/>
                <a:gd name="connsiteY5" fmla="*/ 30175 h 146418"/>
                <a:gd name="connsiteX6" fmla="*/ 0 w 80863"/>
                <a:gd name="connsiteY6" fmla="*/ 100195 h 146418"/>
                <a:gd name="connsiteX7" fmla="*/ 22494 w 80863"/>
                <a:gd name="connsiteY7" fmla="*/ 113225 h 146418"/>
                <a:gd name="connsiteX8" fmla="*/ 23317 w 80863"/>
                <a:gd name="connsiteY8" fmla="*/ 54658 h 146418"/>
                <a:gd name="connsiteX9" fmla="*/ 24346 w 80863"/>
                <a:gd name="connsiteY9" fmla="*/ 46977 h 146418"/>
                <a:gd name="connsiteX10" fmla="*/ 41971 w 80863"/>
                <a:gd name="connsiteY10" fmla="*/ 42245 h 146418"/>
                <a:gd name="connsiteX11" fmla="*/ 58499 w 80863"/>
                <a:gd name="connsiteY11" fmla="*/ 77221 h 146418"/>
                <a:gd name="connsiteX12" fmla="*/ 57676 w 80863"/>
                <a:gd name="connsiteY12" fmla="*/ 133525 h 146418"/>
                <a:gd name="connsiteX13" fmla="*/ 80033 w 80863"/>
                <a:gd name="connsiteY13" fmla="*/ 146418 h 146418"/>
                <a:gd name="connsiteX14" fmla="*/ 80856 w 80863"/>
                <a:gd name="connsiteY14" fmla="*/ 87234 h 146418"/>
                <a:gd name="connsiteX15" fmla="*/ 49995 w 80863"/>
                <a:gd name="connsiteY15" fmla="*/ 25992 h 146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0863" h="146418">
                  <a:moveTo>
                    <a:pt x="49995" y="25992"/>
                  </a:moveTo>
                  <a:cubicBezTo>
                    <a:pt x="35387" y="17556"/>
                    <a:pt x="25580" y="21397"/>
                    <a:pt x="21671" y="26952"/>
                  </a:cubicBezTo>
                  <a:lnTo>
                    <a:pt x="21123" y="26952"/>
                  </a:lnTo>
                  <a:lnTo>
                    <a:pt x="20231" y="11384"/>
                  </a:lnTo>
                  <a:lnTo>
                    <a:pt x="617" y="0"/>
                  </a:lnTo>
                  <a:cubicBezTo>
                    <a:pt x="1029" y="8915"/>
                    <a:pt x="1097" y="18722"/>
                    <a:pt x="960" y="30175"/>
                  </a:cubicBezTo>
                  <a:lnTo>
                    <a:pt x="0" y="100195"/>
                  </a:lnTo>
                  <a:lnTo>
                    <a:pt x="22494" y="113225"/>
                  </a:lnTo>
                  <a:lnTo>
                    <a:pt x="23317" y="54658"/>
                  </a:lnTo>
                  <a:cubicBezTo>
                    <a:pt x="23250" y="52059"/>
                    <a:pt x="23597" y="49467"/>
                    <a:pt x="24346" y="46977"/>
                  </a:cubicBezTo>
                  <a:cubicBezTo>
                    <a:pt x="26746" y="40736"/>
                    <a:pt x="33056" y="37170"/>
                    <a:pt x="41971" y="42245"/>
                  </a:cubicBezTo>
                  <a:cubicBezTo>
                    <a:pt x="54110" y="49103"/>
                    <a:pt x="58704" y="62819"/>
                    <a:pt x="58499" y="77221"/>
                  </a:cubicBezTo>
                  <a:lnTo>
                    <a:pt x="57676" y="133525"/>
                  </a:lnTo>
                  <a:lnTo>
                    <a:pt x="80033" y="146418"/>
                  </a:lnTo>
                  <a:lnTo>
                    <a:pt x="80856" y="87234"/>
                  </a:lnTo>
                  <a:cubicBezTo>
                    <a:pt x="81267" y="55413"/>
                    <a:pt x="65494" y="34907"/>
                    <a:pt x="49995" y="25992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F72FE6A-B0ED-C9F3-EBD6-71CC19662A94}"/>
                </a:ext>
              </a:extLst>
            </p:cNvPr>
            <p:cNvSpPr/>
            <p:nvPr/>
          </p:nvSpPr>
          <p:spPr>
            <a:xfrm>
              <a:off x="6020562" y="1843224"/>
              <a:ext cx="88399" cy="154682"/>
            </a:xfrm>
            <a:custGeom>
              <a:avLst/>
              <a:gdLst>
                <a:gd name="connsiteX0" fmla="*/ 49926 w 88399"/>
                <a:gd name="connsiteY0" fmla="*/ 82502 h 154682"/>
                <a:gd name="connsiteX1" fmla="*/ 44920 w 88399"/>
                <a:gd name="connsiteY1" fmla="*/ 99510 h 154682"/>
                <a:gd name="connsiteX2" fmla="*/ 44371 w 88399"/>
                <a:gd name="connsiteY2" fmla="*/ 99510 h 154682"/>
                <a:gd name="connsiteX3" fmla="*/ 39776 w 88399"/>
                <a:gd name="connsiteY3" fmla="*/ 77221 h 154682"/>
                <a:gd name="connsiteX4" fmla="*/ 24483 w 88399"/>
                <a:gd name="connsiteY4" fmla="*/ 14539 h 154682"/>
                <a:gd name="connsiteX5" fmla="*/ 0 w 88399"/>
                <a:gd name="connsiteY5" fmla="*/ 0 h 154682"/>
                <a:gd name="connsiteX6" fmla="*/ 31067 w 88399"/>
                <a:gd name="connsiteY6" fmla="*/ 110277 h 154682"/>
                <a:gd name="connsiteX7" fmla="*/ 32233 w 88399"/>
                <a:gd name="connsiteY7" fmla="*/ 115900 h 154682"/>
                <a:gd name="connsiteX8" fmla="*/ 30724 w 88399"/>
                <a:gd name="connsiteY8" fmla="*/ 119604 h 154682"/>
                <a:gd name="connsiteX9" fmla="*/ 18380 w 88399"/>
                <a:gd name="connsiteY9" fmla="*/ 128313 h 154682"/>
                <a:gd name="connsiteX10" fmla="*/ 5212 w 88399"/>
                <a:gd name="connsiteY10" fmla="*/ 127696 h 154682"/>
                <a:gd name="connsiteX11" fmla="*/ 10013 w 88399"/>
                <a:gd name="connsiteY11" fmla="*/ 151973 h 154682"/>
                <a:gd name="connsiteX12" fmla="*/ 33604 w 88399"/>
                <a:gd name="connsiteY12" fmla="*/ 152591 h 154682"/>
                <a:gd name="connsiteX13" fmla="*/ 65357 w 88399"/>
                <a:gd name="connsiteY13" fmla="*/ 106299 h 154682"/>
                <a:gd name="connsiteX14" fmla="*/ 88400 w 88399"/>
                <a:gd name="connsiteY14" fmla="*/ 51435 h 154682"/>
                <a:gd name="connsiteX15" fmla="*/ 64465 w 88399"/>
                <a:gd name="connsiteY15" fmla="*/ 37719 h 154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8399" h="154682">
                  <a:moveTo>
                    <a:pt x="49926" y="82502"/>
                  </a:moveTo>
                  <a:cubicBezTo>
                    <a:pt x="48143" y="88125"/>
                    <a:pt x="46497" y="94572"/>
                    <a:pt x="44920" y="99510"/>
                  </a:cubicBezTo>
                  <a:lnTo>
                    <a:pt x="44371" y="99510"/>
                  </a:lnTo>
                  <a:cubicBezTo>
                    <a:pt x="43205" y="93063"/>
                    <a:pt x="41491" y="84422"/>
                    <a:pt x="39776" y="77221"/>
                  </a:cubicBezTo>
                  <a:lnTo>
                    <a:pt x="24483" y="14539"/>
                  </a:lnTo>
                  <a:lnTo>
                    <a:pt x="0" y="0"/>
                  </a:lnTo>
                  <a:lnTo>
                    <a:pt x="31067" y="110277"/>
                  </a:lnTo>
                  <a:cubicBezTo>
                    <a:pt x="31774" y="112071"/>
                    <a:pt x="32168" y="113973"/>
                    <a:pt x="32233" y="115900"/>
                  </a:cubicBezTo>
                  <a:cubicBezTo>
                    <a:pt x="32145" y="117266"/>
                    <a:pt x="31615" y="118565"/>
                    <a:pt x="30724" y="119604"/>
                  </a:cubicBezTo>
                  <a:cubicBezTo>
                    <a:pt x="27978" y="124077"/>
                    <a:pt x="23515" y="127226"/>
                    <a:pt x="18380" y="128313"/>
                  </a:cubicBezTo>
                  <a:cubicBezTo>
                    <a:pt x="14015" y="129294"/>
                    <a:pt x="9466" y="129081"/>
                    <a:pt x="5212" y="127696"/>
                  </a:cubicBezTo>
                  <a:lnTo>
                    <a:pt x="10013" y="151973"/>
                  </a:lnTo>
                  <a:cubicBezTo>
                    <a:pt x="17470" y="155358"/>
                    <a:pt x="25980" y="155580"/>
                    <a:pt x="33604" y="152591"/>
                  </a:cubicBezTo>
                  <a:cubicBezTo>
                    <a:pt x="44234" y="148407"/>
                    <a:pt x="52601" y="136543"/>
                    <a:pt x="65357" y="106299"/>
                  </a:cubicBezTo>
                  <a:lnTo>
                    <a:pt x="88400" y="51435"/>
                  </a:lnTo>
                  <a:lnTo>
                    <a:pt x="64465" y="37719"/>
                  </a:ln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83C7148-3B10-A800-783F-C3607B7CE3ED}"/>
                </a:ext>
              </a:extLst>
            </p:cNvPr>
            <p:cNvSpPr/>
            <p:nvPr/>
          </p:nvSpPr>
          <p:spPr>
            <a:xfrm>
              <a:off x="6113556" y="1907483"/>
              <a:ext cx="75712" cy="133113"/>
            </a:xfrm>
            <a:custGeom>
              <a:avLst/>
              <a:gdLst>
                <a:gd name="connsiteX0" fmla="*/ 74752 w 75712"/>
                <a:gd name="connsiteY0" fmla="*/ 108768 h 133113"/>
                <a:gd name="connsiteX1" fmla="*/ 75301 w 75712"/>
                <a:gd name="connsiteY1" fmla="*/ 72695 h 133113"/>
                <a:gd name="connsiteX2" fmla="*/ 39365 w 75712"/>
                <a:gd name="connsiteY2" fmla="*/ 9670 h 133113"/>
                <a:gd name="connsiteX3" fmla="*/ 7338 w 75712"/>
                <a:gd name="connsiteY3" fmla="*/ 0 h 133113"/>
                <a:gd name="connsiteX4" fmla="*/ 11453 w 75712"/>
                <a:gd name="connsiteY4" fmla="*/ 18928 h 133113"/>
                <a:gd name="connsiteX5" fmla="*/ 35250 w 75712"/>
                <a:gd name="connsiteY5" fmla="*/ 25306 h 133113"/>
                <a:gd name="connsiteX6" fmla="*/ 53012 w 75712"/>
                <a:gd name="connsiteY6" fmla="*/ 53081 h 133113"/>
                <a:gd name="connsiteX7" fmla="*/ 53012 w 75712"/>
                <a:gd name="connsiteY7" fmla="*/ 54727 h 133113"/>
                <a:gd name="connsiteX8" fmla="*/ 52052 w 75712"/>
                <a:gd name="connsiteY8" fmla="*/ 54178 h 133113"/>
                <a:gd name="connsiteX9" fmla="*/ 0 w 75712"/>
                <a:gd name="connsiteY9" fmla="*/ 62065 h 133113"/>
                <a:gd name="connsiteX10" fmla="*/ 27432 w 75712"/>
                <a:gd name="connsiteY10" fmla="*/ 107808 h 133113"/>
                <a:gd name="connsiteX11" fmla="*/ 53698 w 75712"/>
                <a:gd name="connsiteY11" fmla="*/ 109591 h 133113"/>
                <a:gd name="connsiteX12" fmla="*/ 54247 w 75712"/>
                <a:gd name="connsiteY12" fmla="*/ 109591 h 133113"/>
                <a:gd name="connsiteX13" fmla="*/ 55550 w 75712"/>
                <a:gd name="connsiteY13" fmla="*/ 121455 h 133113"/>
                <a:gd name="connsiteX14" fmla="*/ 75712 w 75712"/>
                <a:gd name="connsiteY14" fmla="*/ 133114 h 133113"/>
                <a:gd name="connsiteX15" fmla="*/ 74752 w 75712"/>
                <a:gd name="connsiteY15" fmla="*/ 108768 h 133113"/>
                <a:gd name="connsiteX16" fmla="*/ 53150 w 75712"/>
                <a:gd name="connsiteY16" fmla="*/ 85108 h 133113"/>
                <a:gd name="connsiteX17" fmla="*/ 52327 w 75712"/>
                <a:gd name="connsiteY17" fmla="*/ 90251 h 133113"/>
                <a:gd name="connsiteX18" fmla="*/ 34770 w 75712"/>
                <a:gd name="connsiteY18" fmla="*/ 93886 h 133113"/>
                <a:gd name="connsiteX19" fmla="*/ 22220 w 75712"/>
                <a:gd name="connsiteY19" fmla="*/ 72215 h 133113"/>
                <a:gd name="connsiteX20" fmla="*/ 51229 w 75712"/>
                <a:gd name="connsiteY20" fmla="*/ 70157 h 133113"/>
                <a:gd name="connsiteX21" fmla="*/ 53287 w 75712"/>
                <a:gd name="connsiteY21" fmla="*/ 71392 h 133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5712" h="133113">
                  <a:moveTo>
                    <a:pt x="74752" y="108768"/>
                  </a:moveTo>
                  <a:lnTo>
                    <a:pt x="75301" y="72695"/>
                  </a:lnTo>
                  <a:cubicBezTo>
                    <a:pt x="76325" y="46552"/>
                    <a:pt x="62385" y="22104"/>
                    <a:pt x="39365" y="9670"/>
                  </a:cubicBezTo>
                  <a:cubicBezTo>
                    <a:pt x="29881" y="3350"/>
                    <a:pt x="18735" y="-16"/>
                    <a:pt x="7338" y="0"/>
                  </a:cubicBezTo>
                  <a:lnTo>
                    <a:pt x="11453" y="18928"/>
                  </a:lnTo>
                  <a:cubicBezTo>
                    <a:pt x="19851" y="18574"/>
                    <a:pt x="28155" y="20800"/>
                    <a:pt x="35250" y="25306"/>
                  </a:cubicBezTo>
                  <a:cubicBezTo>
                    <a:pt x="46034" y="30361"/>
                    <a:pt x="52947" y="41171"/>
                    <a:pt x="53012" y="53081"/>
                  </a:cubicBezTo>
                  <a:lnTo>
                    <a:pt x="53012" y="54727"/>
                  </a:lnTo>
                  <a:lnTo>
                    <a:pt x="52052" y="54178"/>
                  </a:lnTo>
                  <a:cubicBezTo>
                    <a:pt x="19957" y="35662"/>
                    <a:pt x="343" y="37102"/>
                    <a:pt x="0" y="62065"/>
                  </a:cubicBezTo>
                  <a:cubicBezTo>
                    <a:pt x="810" y="80974"/>
                    <a:pt x="11133" y="98188"/>
                    <a:pt x="27432" y="107808"/>
                  </a:cubicBezTo>
                  <a:cubicBezTo>
                    <a:pt x="38816" y="114666"/>
                    <a:pt x="48006" y="114254"/>
                    <a:pt x="53698" y="109591"/>
                  </a:cubicBezTo>
                  <a:lnTo>
                    <a:pt x="54247" y="109591"/>
                  </a:lnTo>
                  <a:lnTo>
                    <a:pt x="55550" y="121455"/>
                  </a:lnTo>
                  <a:lnTo>
                    <a:pt x="75712" y="133114"/>
                  </a:lnTo>
                  <a:cubicBezTo>
                    <a:pt x="74913" y="125025"/>
                    <a:pt x="74592" y="116895"/>
                    <a:pt x="74752" y="108768"/>
                  </a:cubicBezTo>
                  <a:close/>
                  <a:moveTo>
                    <a:pt x="53150" y="85108"/>
                  </a:moveTo>
                  <a:cubicBezTo>
                    <a:pt x="53116" y="86852"/>
                    <a:pt x="52839" y="88584"/>
                    <a:pt x="52327" y="90251"/>
                  </a:cubicBezTo>
                  <a:cubicBezTo>
                    <a:pt x="50269" y="96286"/>
                    <a:pt x="43617" y="99030"/>
                    <a:pt x="34770" y="93886"/>
                  </a:cubicBezTo>
                  <a:cubicBezTo>
                    <a:pt x="26918" y="89521"/>
                    <a:pt x="22098" y="81197"/>
                    <a:pt x="22220" y="72215"/>
                  </a:cubicBezTo>
                  <a:cubicBezTo>
                    <a:pt x="22220" y="57745"/>
                    <a:pt x="35936" y="61516"/>
                    <a:pt x="51229" y="70157"/>
                  </a:cubicBezTo>
                  <a:lnTo>
                    <a:pt x="53287" y="71392"/>
                  </a:ln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46BFE88-DA90-3FD4-4AA1-4348DDE98D32}"/>
                </a:ext>
              </a:extLst>
            </p:cNvPr>
            <p:cNvSpPr/>
            <p:nvPr/>
          </p:nvSpPr>
          <p:spPr>
            <a:xfrm>
              <a:off x="6206406" y="1942871"/>
              <a:ext cx="88475" cy="158762"/>
            </a:xfrm>
            <a:custGeom>
              <a:avLst/>
              <a:gdLst>
                <a:gd name="connsiteX0" fmla="*/ 88476 w 88475"/>
                <a:gd name="connsiteY0" fmla="*/ 12893 h 158762"/>
                <a:gd name="connsiteX1" fmla="*/ 66187 w 88475"/>
                <a:gd name="connsiteY1" fmla="*/ 0 h 158762"/>
                <a:gd name="connsiteX2" fmla="*/ 65433 w 88475"/>
                <a:gd name="connsiteY2" fmla="*/ 56510 h 158762"/>
                <a:gd name="connsiteX3" fmla="*/ 65022 w 88475"/>
                <a:gd name="connsiteY3" fmla="*/ 56510 h 158762"/>
                <a:gd name="connsiteX4" fmla="*/ 40333 w 88475"/>
                <a:gd name="connsiteY4" fmla="*/ 29078 h 158762"/>
                <a:gd name="connsiteX5" fmla="*/ 8 w 88475"/>
                <a:gd name="connsiteY5" fmla="*/ 59528 h 158762"/>
                <a:gd name="connsiteX6" fmla="*/ 37041 w 88475"/>
                <a:gd name="connsiteY6" fmla="*/ 132291 h 158762"/>
                <a:gd name="connsiteX7" fmla="*/ 66187 w 88475"/>
                <a:gd name="connsiteY7" fmla="*/ 130988 h 158762"/>
                <a:gd name="connsiteX8" fmla="*/ 66530 w 88475"/>
                <a:gd name="connsiteY8" fmla="*/ 130988 h 158762"/>
                <a:gd name="connsiteX9" fmla="*/ 67216 w 88475"/>
                <a:gd name="connsiteY9" fmla="*/ 147241 h 158762"/>
                <a:gd name="connsiteX10" fmla="*/ 87242 w 88475"/>
                <a:gd name="connsiteY10" fmla="*/ 158763 h 158762"/>
                <a:gd name="connsiteX11" fmla="*/ 86830 w 88475"/>
                <a:gd name="connsiteY11" fmla="*/ 130302 h 158762"/>
                <a:gd name="connsiteX12" fmla="*/ 64747 w 88475"/>
                <a:gd name="connsiteY12" fmla="*/ 102047 h 158762"/>
                <a:gd name="connsiteX13" fmla="*/ 63924 w 88475"/>
                <a:gd name="connsiteY13" fmla="*/ 108905 h 158762"/>
                <a:gd name="connsiteX14" fmla="*/ 44448 w 88475"/>
                <a:gd name="connsiteY14" fmla="*/ 115763 h 158762"/>
                <a:gd name="connsiteX15" fmla="*/ 22708 w 88475"/>
                <a:gd name="connsiteY15" fmla="*/ 71460 h 158762"/>
                <a:gd name="connsiteX16" fmla="*/ 45476 w 88475"/>
                <a:gd name="connsiteY16" fmla="*/ 51367 h 158762"/>
                <a:gd name="connsiteX17" fmla="*/ 64473 w 88475"/>
                <a:gd name="connsiteY17" fmla="*/ 80307 h 158762"/>
                <a:gd name="connsiteX18" fmla="*/ 64953 w 88475"/>
                <a:gd name="connsiteY18" fmla="*/ 87165 h 15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8475" h="158762">
                  <a:moveTo>
                    <a:pt x="88476" y="12893"/>
                  </a:moveTo>
                  <a:lnTo>
                    <a:pt x="66187" y="0"/>
                  </a:lnTo>
                  <a:lnTo>
                    <a:pt x="65433" y="56510"/>
                  </a:lnTo>
                  <a:lnTo>
                    <a:pt x="65022" y="56510"/>
                  </a:lnTo>
                  <a:cubicBezTo>
                    <a:pt x="59922" y="44971"/>
                    <a:pt x="51273" y="35361"/>
                    <a:pt x="40333" y="29078"/>
                  </a:cubicBezTo>
                  <a:cubicBezTo>
                    <a:pt x="19073" y="16871"/>
                    <a:pt x="282" y="26061"/>
                    <a:pt x="8" y="59528"/>
                  </a:cubicBezTo>
                  <a:cubicBezTo>
                    <a:pt x="-404" y="90251"/>
                    <a:pt x="15987" y="120152"/>
                    <a:pt x="37041" y="132291"/>
                  </a:cubicBezTo>
                  <a:cubicBezTo>
                    <a:pt x="50003" y="139766"/>
                    <a:pt x="60770" y="139149"/>
                    <a:pt x="66187" y="130988"/>
                  </a:cubicBezTo>
                  <a:lnTo>
                    <a:pt x="66530" y="130988"/>
                  </a:lnTo>
                  <a:lnTo>
                    <a:pt x="67216" y="147241"/>
                  </a:lnTo>
                  <a:lnTo>
                    <a:pt x="87242" y="158763"/>
                  </a:lnTo>
                  <a:cubicBezTo>
                    <a:pt x="87242" y="151905"/>
                    <a:pt x="86693" y="140521"/>
                    <a:pt x="86830" y="130302"/>
                  </a:cubicBezTo>
                  <a:close/>
                  <a:moveTo>
                    <a:pt x="64747" y="102047"/>
                  </a:moveTo>
                  <a:cubicBezTo>
                    <a:pt x="64818" y="104361"/>
                    <a:pt x="64540" y="106673"/>
                    <a:pt x="63924" y="108905"/>
                  </a:cubicBezTo>
                  <a:cubicBezTo>
                    <a:pt x="61593" y="118506"/>
                    <a:pt x="53500" y="120907"/>
                    <a:pt x="44448" y="115763"/>
                  </a:cubicBezTo>
                  <a:cubicBezTo>
                    <a:pt x="30252" y="107602"/>
                    <a:pt x="22433" y="89634"/>
                    <a:pt x="22708" y="71460"/>
                  </a:cubicBezTo>
                  <a:cubicBezTo>
                    <a:pt x="22982" y="53287"/>
                    <a:pt x="31143" y="43068"/>
                    <a:pt x="45476" y="51367"/>
                  </a:cubicBezTo>
                  <a:cubicBezTo>
                    <a:pt x="55639" y="57870"/>
                    <a:pt x="62549" y="68396"/>
                    <a:pt x="64473" y="80307"/>
                  </a:cubicBezTo>
                  <a:cubicBezTo>
                    <a:pt x="64862" y="82571"/>
                    <a:pt x="65023" y="84869"/>
                    <a:pt x="64953" y="87165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26D0AFA-28E0-94A0-249E-16C02F529ACA}"/>
                </a:ext>
              </a:extLst>
            </p:cNvPr>
            <p:cNvSpPr/>
            <p:nvPr/>
          </p:nvSpPr>
          <p:spPr>
            <a:xfrm>
              <a:off x="6312430" y="2003770"/>
              <a:ext cx="88132" cy="158694"/>
            </a:xfrm>
            <a:custGeom>
              <a:avLst/>
              <a:gdLst>
                <a:gd name="connsiteX0" fmla="*/ 88133 w 88132"/>
                <a:gd name="connsiteY0" fmla="*/ 12893 h 158694"/>
                <a:gd name="connsiteX1" fmla="*/ 65776 w 88132"/>
                <a:gd name="connsiteY1" fmla="*/ 0 h 158694"/>
                <a:gd name="connsiteX2" fmla="*/ 65021 w 88132"/>
                <a:gd name="connsiteY2" fmla="*/ 56441 h 158694"/>
                <a:gd name="connsiteX3" fmla="*/ 65021 w 88132"/>
                <a:gd name="connsiteY3" fmla="*/ 56441 h 158694"/>
                <a:gd name="connsiteX4" fmla="*/ 40333 w 88132"/>
                <a:gd name="connsiteY4" fmla="*/ 29009 h 158694"/>
                <a:gd name="connsiteX5" fmla="*/ 8 w 88132"/>
                <a:gd name="connsiteY5" fmla="*/ 59390 h 158694"/>
                <a:gd name="connsiteX6" fmla="*/ 37041 w 88132"/>
                <a:gd name="connsiteY6" fmla="*/ 132222 h 158694"/>
                <a:gd name="connsiteX7" fmla="*/ 66187 w 88132"/>
                <a:gd name="connsiteY7" fmla="*/ 130851 h 158694"/>
                <a:gd name="connsiteX8" fmla="*/ 66530 w 88132"/>
                <a:gd name="connsiteY8" fmla="*/ 130851 h 158694"/>
                <a:gd name="connsiteX9" fmla="*/ 67216 w 88132"/>
                <a:gd name="connsiteY9" fmla="*/ 147173 h 158694"/>
                <a:gd name="connsiteX10" fmla="*/ 87173 w 88132"/>
                <a:gd name="connsiteY10" fmla="*/ 158694 h 158694"/>
                <a:gd name="connsiteX11" fmla="*/ 86830 w 88132"/>
                <a:gd name="connsiteY11" fmla="*/ 130234 h 158694"/>
                <a:gd name="connsiteX12" fmla="*/ 64404 w 88132"/>
                <a:gd name="connsiteY12" fmla="*/ 102047 h 158694"/>
                <a:gd name="connsiteX13" fmla="*/ 63581 w 88132"/>
                <a:gd name="connsiteY13" fmla="*/ 108905 h 158694"/>
                <a:gd name="connsiteX14" fmla="*/ 44104 w 88132"/>
                <a:gd name="connsiteY14" fmla="*/ 115763 h 158694"/>
                <a:gd name="connsiteX15" fmla="*/ 22365 w 88132"/>
                <a:gd name="connsiteY15" fmla="*/ 71460 h 158694"/>
                <a:gd name="connsiteX16" fmla="*/ 45133 w 88132"/>
                <a:gd name="connsiteY16" fmla="*/ 51367 h 158694"/>
                <a:gd name="connsiteX17" fmla="*/ 64130 w 88132"/>
                <a:gd name="connsiteY17" fmla="*/ 80307 h 158694"/>
                <a:gd name="connsiteX18" fmla="*/ 64610 w 88132"/>
                <a:gd name="connsiteY18" fmla="*/ 87165 h 158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8132" h="158694">
                  <a:moveTo>
                    <a:pt x="88133" y="12893"/>
                  </a:moveTo>
                  <a:lnTo>
                    <a:pt x="65776" y="0"/>
                  </a:lnTo>
                  <a:lnTo>
                    <a:pt x="65021" y="56441"/>
                  </a:lnTo>
                  <a:lnTo>
                    <a:pt x="65021" y="56441"/>
                  </a:lnTo>
                  <a:cubicBezTo>
                    <a:pt x="59938" y="44892"/>
                    <a:pt x="51285" y="35277"/>
                    <a:pt x="40333" y="29009"/>
                  </a:cubicBezTo>
                  <a:cubicBezTo>
                    <a:pt x="19073" y="16734"/>
                    <a:pt x="282" y="25992"/>
                    <a:pt x="8" y="59390"/>
                  </a:cubicBezTo>
                  <a:cubicBezTo>
                    <a:pt x="-404" y="90183"/>
                    <a:pt x="15987" y="120084"/>
                    <a:pt x="37041" y="132222"/>
                  </a:cubicBezTo>
                  <a:cubicBezTo>
                    <a:pt x="49934" y="139697"/>
                    <a:pt x="60701" y="139080"/>
                    <a:pt x="66187" y="130851"/>
                  </a:cubicBezTo>
                  <a:lnTo>
                    <a:pt x="66530" y="130851"/>
                  </a:lnTo>
                  <a:lnTo>
                    <a:pt x="67216" y="147173"/>
                  </a:lnTo>
                  <a:lnTo>
                    <a:pt x="87173" y="158694"/>
                  </a:lnTo>
                  <a:cubicBezTo>
                    <a:pt x="87173" y="151836"/>
                    <a:pt x="86693" y="140452"/>
                    <a:pt x="86830" y="130234"/>
                  </a:cubicBezTo>
                  <a:close/>
                  <a:moveTo>
                    <a:pt x="64404" y="102047"/>
                  </a:moveTo>
                  <a:cubicBezTo>
                    <a:pt x="64403" y="104358"/>
                    <a:pt x="64127" y="106660"/>
                    <a:pt x="63581" y="108905"/>
                  </a:cubicBezTo>
                  <a:cubicBezTo>
                    <a:pt x="61249" y="118506"/>
                    <a:pt x="53157" y="120907"/>
                    <a:pt x="44104" y="115763"/>
                  </a:cubicBezTo>
                  <a:cubicBezTo>
                    <a:pt x="29908" y="107602"/>
                    <a:pt x="22091" y="89634"/>
                    <a:pt x="22365" y="71460"/>
                  </a:cubicBezTo>
                  <a:cubicBezTo>
                    <a:pt x="22639" y="53287"/>
                    <a:pt x="30800" y="43068"/>
                    <a:pt x="45133" y="51367"/>
                  </a:cubicBezTo>
                  <a:cubicBezTo>
                    <a:pt x="55278" y="57889"/>
                    <a:pt x="62181" y="68406"/>
                    <a:pt x="64130" y="80307"/>
                  </a:cubicBezTo>
                  <a:cubicBezTo>
                    <a:pt x="64454" y="82579"/>
                    <a:pt x="64614" y="84871"/>
                    <a:pt x="64610" y="87165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E7F1D39-F59C-39B8-69DE-B9DCCFBCC668}"/>
                </a:ext>
              </a:extLst>
            </p:cNvPr>
            <p:cNvSpPr/>
            <p:nvPr/>
          </p:nvSpPr>
          <p:spPr>
            <a:xfrm>
              <a:off x="6422166" y="2075710"/>
              <a:ext cx="50954" cy="113088"/>
            </a:xfrm>
            <a:custGeom>
              <a:avLst/>
              <a:gdLst>
                <a:gd name="connsiteX0" fmla="*/ 21603 w 50954"/>
                <a:gd name="connsiteY0" fmla="*/ 31067 h 113088"/>
                <a:gd name="connsiteX1" fmla="*/ 20848 w 50954"/>
                <a:gd name="connsiteY1" fmla="*/ 30655 h 113088"/>
                <a:gd name="connsiteX2" fmla="*/ 20437 w 50954"/>
                <a:gd name="connsiteY2" fmla="*/ 11247 h 113088"/>
                <a:gd name="connsiteX3" fmla="*/ 960 w 50954"/>
                <a:gd name="connsiteY3" fmla="*/ 0 h 113088"/>
                <a:gd name="connsiteX4" fmla="*/ 960 w 50954"/>
                <a:gd name="connsiteY4" fmla="*/ 32576 h 113088"/>
                <a:gd name="connsiteX5" fmla="*/ 0 w 50954"/>
                <a:gd name="connsiteY5" fmla="*/ 100127 h 113088"/>
                <a:gd name="connsiteX6" fmla="*/ 22357 w 50954"/>
                <a:gd name="connsiteY6" fmla="*/ 113088 h 113088"/>
                <a:gd name="connsiteX7" fmla="*/ 23043 w 50954"/>
                <a:gd name="connsiteY7" fmla="*/ 61448 h 113088"/>
                <a:gd name="connsiteX8" fmla="*/ 23866 w 50954"/>
                <a:gd name="connsiteY8" fmla="*/ 54041 h 113088"/>
                <a:gd name="connsiteX9" fmla="*/ 44097 w 50954"/>
                <a:gd name="connsiteY9" fmla="*/ 46497 h 113088"/>
                <a:gd name="connsiteX10" fmla="*/ 50955 w 50954"/>
                <a:gd name="connsiteY10" fmla="*/ 51161 h 113088"/>
                <a:gd name="connsiteX11" fmla="*/ 50955 w 50954"/>
                <a:gd name="connsiteY11" fmla="*/ 27432 h 113088"/>
                <a:gd name="connsiteX12" fmla="*/ 45674 w 50954"/>
                <a:gd name="connsiteY12" fmla="*/ 23729 h 113088"/>
                <a:gd name="connsiteX13" fmla="*/ 21603 w 50954"/>
                <a:gd name="connsiteY13" fmla="*/ 31067 h 11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954" h="113088">
                  <a:moveTo>
                    <a:pt x="21603" y="31067"/>
                  </a:moveTo>
                  <a:lnTo>
                    <a:pt x="20848" y="30655"/>
                  </a:lnTo>
                  <a:lnTo>
                    <a:pt x="20437" y="11247"/>
                  </a:lnTo>
                  <a:lnTo>
                    <a:pt x="960" y="0"/>
                  </a:lnTo>
                  <a:cubicBezTo>
                    <a:pt x="1440" y="9327"/>
                    <a:pt x="1440" y="19065"/>
                    <a:pt x="960" y="32576"/>
                  </a:cubicBezTo>
                  <a:lnTo>
                    <a:pt x="0" y="100127"/>
                  </a:lnTo>
                  <a:lnTo>
                    <a:pt x="22357" y="113088"/>
                  </a:lnTo>
                  <a:lnTo>
                    <a:pt x="23043" y="61448"/>
                  </a:lnTo>
                  <a:cubicBezTo>
                    <a:pt x="23101" y="58960"/>
                    <a:pt x="23376" y="56481"/>
                    <a:pt x="23866" y="54041"/>
                  </a:cubicBezTo>
                  <a:cubicBezTo>
                    <a:pt x="25992" y="43960"/>
                    <a:pt x="33398" y="40325"/>
                    <a:pt x="44097" y="46497"/>
                  </a:cubicBezTo>
                  <a:cubicBezTo>
                    <a:pt x="46514" y="47849"/>
                    <a:pt x="48809" y="49410"/>
                    <a:pt x="50955" y="51161"/>
                  </a:cubicBezTo>
                  <a:lnTo>
                    <a:pt x="50955" y="27432"/>
                  </a:lnTo>
                  <a:cubicBezTo>
                    <a:pt x="49320" y="26028"/>
                    <a:pt x="47551" y="24788"/>
                    <a:pt x="45674" y="23729"/>
                  </a:cubicBezTo>
                  <a:cubicBezTo>
                    <a:pt x="36553" y="18242"/>
                    <a:pt x="26129" y="19545"/>
                    <a:pt x="21603" y="31067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177FA1F-B1AA-A98F-4B9B-18E3AD24FD54}"/>
                </a:ext>
              </a:extLst>
            </p:cNvPr>
            <p:cNvSpPr/>
            <p:nvPr/>
          </p:nvSpPr>
          <p:spPr>
            <a:xfrm>
              <a:off x="6480528" y="2125599"/>
              <a:ext cx="81417" cy="123413"/>
            </a:xfrm>
            <a:custGeom>
              <a:avLst/>
              <a:gdLst>
                <a:gd name="connsiteX0" fmla="*/ 43960 w 81417"/>
                <a:gd name="connsiteY0" fmla="*/ 6347 h 123413"/>
                <a:gd name="connsiteX1" fmla="*/ 0 w 81417"/>
                <a:gd name="connsiteY1" fmla="*/ 35013 h 123413"/>
                <a:gd name="connsiteX2" fmla="*/ 44851 w 81417"/>
                <a:gd name="connsiteY2" fmla="*/ 111755 h 123413"/>
                <a:gd name="connsiteX3" fmla="*/ 75850 w 81417"/>
                <a:gd name="connsiteY3" fmla="*/ 123413 h 123413"/>
                <a:gd name="connsiteX4" fmla="*/ 72763 w 81417"/>
                <a:gd name="connsiteY4" fmla="*/ 104142 h 123413"/>
                <a:gd name="connsiteX5" fmla="*/ 48212 w 81417"/>
                <a:gd name="connsiteY5" fmla="*/ 94472 h 123413"/>
                <a:gd name="connsiteX6" fmla="*/ 21328 w 81417"/>
                <a:gd name="connsiteY6" fmla="*/ 52913 h 123413"/>
                <a:gd name="connsiteX7" fmla="*/ 80513 w 81417"/>
                <a:gd name="connsiteY7" fmla="*/ 87203 h 123413"/>
                <a:gd name="connsiteX8" fmla="*/ 81405 w 81417"/>
                <a:gd name="connsiteY8" fmla="*/ 76916 h 123413"/>
                <a:gd name="connsiteX9" fmla="*/ 43960 w 81417"/>
                <a:gd name="connsiteY9" fmla="*/ 6347 h 123413"/>
                <a:gd name="connsiteX10" fmla="*/ 21534 w 81417"/>
                <a:gd name="connsiteY10" fmla="*/ 35356 h 123413"/>
                <a:gd name="connsiteX11" fmla="*/ 42108 w 81417"/>
                <a:gd name="connsiteY11" fmla="*/ 22806 h 123413"/>
                <a:gd name="connsiteX12" fmla="*/ 60145 w 81417"/>
                <a:gd name="connsiteY12" fmla="*/ 57782 h 12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417" h="123413">
                  <a:moveTo>
                    <a:pt x="43960" y="6347"/>
                  </a:moveTo>
                  <a:cubicBezTo>
                    <a:pt x="15636" y="-10043"/>
                    <a:pt x="343" y="7376"/>
                    <a:pt x="0" y="35013"/>
                  </a:cubicBezTo>
                  <a:cubicBezTo>
                    <a:pt x="-48" y="66828"/>
                    <a:pt x="17108" y="96183"/>
                    <a:pt x="44851" y="111755"/>
                  </a:cubicBezTo>
                  <a:cubicBezTo>
                    <a:pt x="54317" y="117641"/>
                    <a:pt x="64851" y="121603"/>
                    <a:pt x="75850" y="123413"/>
                  </a:cubicBezTo>
                  <a:lnTo>
                    <a:pt x="72763" y="104142"/>
                  </a:lnTo>
                  <a:cubicBezTo>
                    <a:pt x="64042" y="102499"/>
                    <a:pt x="55711" y="99218"/>
                    <a:pt x="48212" y="94472"/>
                  </a:cubicBezTo>
                  <a:cubicBezTo>
                    <a:pt x="32644" y="86225"/>
                    <a:pt x="22469" y="70493"/>
                    <a:pt x="21328" y="52913"/>
                  </a:cubicBezTo>
                  <a:lnTo>
                    <a:pt x="80513" y="87203"/>
                  </a:lnTo>
                  <a:cubicBezTo>
                    <a:pt x="81106" y="83806"/>
                    <a:pt x="81404" y="80364"/>
                    <a:pt x="81405" y="76916"/>
                  </a:cubicBezTo>
                  <a:cubicBezTo>
                    <a:pt x="81816" y="55245"/>
                    <a:pt x="72626" y="22875"/>
                    <a:pt x="43960" y="6347"/>
                  </a:cubicBezTo>
                  <a:close/>
                  <a:moveTo>
                    <a:pt x="21534" y="35356"/>
                  </a:moveTo>
                  <a:cubicBezTo>
                    <a:pt x="22631" y="25618"/>
                    <a:pt x="28392" y="14782"/>
                    <a:pt x="42108" y="22806"/>
                  </a:cubicBezTo>
                  <a:cubicBezTo>
                    <a:pt x="53935" y="30408"/>
                    <a:pt x="60810" y="43739"/>
                    <a:pt x="60145" y="57782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B575944-D879-C730-A109-E101641CDE6A}"/>
                </a:ext>
              </a:extLst>
            </p:cNvPr>
            <p:cNvSpPr/>
            <p:nvPr/>
          </p:nvSpPr>
          <p:spPr>
            <a:xfrm>
              <a:off x="6573796" y="2175731"/>
              <a:ext cx="63093" cy="112197"/>
            </a:xfrm>
            <a:custGeom>
              <a:avLst/>
              <a:gdLst>
                <a:gd name="connsiteX0" fmla="*/ 24689 w 63093"/>
                <a:gd name="connsiteY0" fmla="*/ 27676 h 112197"/>
                <a:gd name="connsiteX1" fmla="*/ 37171 w 63093"/>
                <a:gd name="connsiteY1" fmla="*/ 24315 h 112197"/>
                <a:gd name="connsiteX2" fmla="*/ 55824 w 63093"/>
                <a:gd name="connsiteY2" fmla="*/ 40843 h 112197"/>
                <a:gd name="connsiteX3" fmla="*/ 60419 w 63093"/>
                <a:gd name="connsiteY3" fmla="*/ 25550 h 112197"/>
                <a:gd name="connsiteX4" fmla="*/ 37102 w 63093"/>
                <a:gd name="connsiteY4" fmla="*/ 6073 h 112197"/>
                <a:gd name="connsiteX5" fmla="*/ 3223 w 63093"/>
                <a:gd name="connsiteY5" fmla="*/ 18143 h 112197"/>
                <a:gd name="connsiteX6" fmla="*/ 27158 w 63093"/>
                <a:gd name="connsiteY6" fmla="*/ 61280 h 112197"/>
                <a:gd name="connsiteX7" fmla="*/ 41491 w 63093"/>
                <a:gd name="connsiteY7" fmla="*/ 84185 h 112197"/>
                <a:gd name="connsiteX8" fmla="*/ 27158 w 63093"/>
                <a:gd name="connsiteY8" fmla="*/ 87066 h 112197"/>
                <a:gd name="connsiteX9" fmla="*/ 4595 w 63093"/>
                <a:gd name="connsiteY9" fmla="*/ 66492 h 112197"/>
                <a:gd name="connsiteX10" fmla="*/ 0 w 63093"/>
                <a:gd name="connsiteY10" fmla="*/ 82265 h 112197"/>
                <a:gd name="connsiteX11" fmla="*/ 26746 w 63093"/>
                <a:gd name="connsiteY11" fmla="*/ 104691 h 112197"/>
                <a:gd name="connsiteX12" fmla="*/ 63094 w 63093"/>
                <a:gd name="connsiteY12" fmla="*/ 94335 h 112197"/>
                <a:gd name="connsiteX13" fmla="*/ 39914 w 63093"/>
                <a:gd name="connsiteY13" fmla="*/ 50170 h 112197"/>
                <a:gd name="connsiteX14" fmla="*/ 24689 w 63093"/>
                <a:gd name="connsiteY14" fmla="*/ 27676 h 112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093" h="112197">
                  <a:moveTo>
                    <a:pt x="24689" y="27676"/>
                  </a:moveTo>
                  <a:cubicBezTo>
                    <a:pt x="24689" y="21503"/>
                    <a:pt x="29215" y="19720"/>
                    <a:pt x="37171" y="24315"/>
                  </a:cubicBezTo>
                  <a:cubicBezTo>
                    <a:pt x="44275" y="28734"/>
                    <a:pt x="50582" y="34322"/>
                    <a:pt x="55824" y="40843"/>
                  </a:cubicBezTo>
                  <a:lnTo>
                    <a:pt x="60419" y="25550"/>
                  </a:lnTo>
                  <a:cubicBezTo>
                    <a:pt x="53730" y="17861"/>
                    <a:pt x="45859" y="11286"/>
                    <a:pt x="37102" y="6073"/>
                  </a:cubicBezTo>
                  <a:cubicBezTo>
                    <a:pt x="16528" y="-5792"/>
                    <a:pt x="3498" y="518"/>
                    <a:pt x="3223" y="18143"/>
                  </a:cubicBezTo>
                  <a:cubicBezTo>
                    <a:pt x="3223" y="29664"/>
                    <a:pt x="10081" y="44546"/>
                    <a:pt x="27158" y="61280"/>
                  </a:cubicBezTo>
                  <a:cubicBezTo>
                    <a:pt x="37994" y="71909"/>
                    <a:pt x="41559" y="77396"/>
                    <a:pt x="41491" y="84185"/>
                  </a:cubicBezTo>
                  <a:cubicBezTo>
                    <a:pt x="41423" y="90975"/>
                    <a:pt x="36965" y="92758"/>
                    <a:pt x="27158" y="87066"/>
                  </a:cubicBezTo>
                  <a:cubicBezTo>
                    <a:pt x="18561" y="81490"/>
                    <a:pt x="10938" y="74539"/>
                    <a:pt x="4595" y="66492"/>
                  </a:cubicBezTo>
                  <a:lnTo>
                    <a:pt x="0" y="82265"/>
                  </a:lnTo>
                  <a:cubicBezTo>
                    <a:pt x="7546" y="91237"/>
                    <a:pt x="16596" y="98825"/>
                    <a:pt x="26746" y="104691"/>
                  </a:cubicBezTo>
                  <a:cubicBezTo>
                    <a:pt x="50132" y="118407"/>
                    <a:pt x="62888" y="112372"/>
                    <a:pt x="63094" y="94335"/>
                  </a:cubicBezTo>
                  <a:cubicBezTo>
                    <a:pt x="63094" y="79522"/>
                    <a:pt x="55824" y="65943"/>
                    <a:pt x="39914" y="50170"/>
                  </a:cubicBezTo>
                  <a:cubicBezTo>
                    <a:pt x="28735" y="39403"/>
                    <a:pt x="24620" y="33985"/>
                    <a:pt x="24689" y="27676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500D333-7C90-D233-38DB-7E9B652CC08C}"/>
                </a:ext>
              </a:extLst>
            </p:cNvPr>
            <p:cNvSpPr/>
            <p:nvPr/>
          </p:nvSpPr>
          <p:spPr>
            <a:xfrm>
              <a:off x="6649509" y="2219463"/>
              <a:ext cx="63093" cy="112197"/>
            </a:xfrm>
            <a:custGeom>
              <a:avLst/>
              <a:gdLst>
                <a:gd name="connsiteX0" fmla="*/ 24689 w 63093"/>
                <a:gd name="connsiteY0" fmla="*/ 27629 h 112197"/>
                <a:gd name="connsiteX1" fmla="*/ 37170 w 63093"/>
                <a:gd name="connsiteY1" fmla="*/ 24337 h 112197"/>
                <a:gd name="connsiteX2" fmla="*/ 55756 w 63093"/>
                <a:gd name="connsiteY2" fmla="*/ 40796 h 112197"/>
                <a:gd name="connsiteX3" fmla="*/ 60350 w 63093"/>
                <a:gd name="connsiteY3" fmla="*/ 25503 h 112197"/>
                <a:gd name="connsiteX4" fmla="*/ 37033 w 63093"/>
                <a:gd name="connsiteY4" fmla="*/ 6026 h 112197"/>
                <a:gd name="connsiteX5" fmla="*/ 3223 w 63093"/>
                <a:gd name="connsiteY5" fmla="*/ 18096 h 112197"/>
                <a:gd name="connsiteX6" fmla="*/ 27157 w 63093"/>
                <a:gd name="connsiteY6" fmla="*/ 61233 h 112197"/>
                <a:gd name="connsiteX7" fmla="*/ 41422 w 63093"/>
                <a:gd name="connsiteY7" fmla="*/ 84139 h 112197"/>
                <a:gd name="connsiteX8" fmla="*/ 27157 w 63093"/>
                <a:gd name="connsiteY8" fmla="*/ 87087 h 112197"/>
                <a:gd name="connsiteX9" fmla="*/ 4595 w 63093"/>
                <a:gd name="connsiteY9" fmla="*/ 66513 h 112197"/>
                <a:gd name="connsiteX10" fmla="*/ 0 w 63093"/>
                <a:gd name="connsiteY10" fmla="*/ 82218 h 112197"/>
                <a:gd name="connsiteX11" fmla="*/ 26746 w 63093"/>
                <a:gd name="connsiteY11" fmla="*/ 104713 h 112197"/>
                <a:gd name="connsiteX12" fmla="*/ 63093 w 63093"/>
                <a:gd name="connsiteY12" fmla="*/ 94288 h 112197"/>
                <a:gd name="connsiteX13" fmla="*/ 39914 w 63093"/>
                <a:gd name="connsiteY13" fmla="*/ 50123 h 112197"/>
                <a:gd name="connsiteX14" fmla="*/ 24689 w 63093"/>
                <a:gd name="connsiteY14" fmla="*/ 27629 h 112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093" h="112197">
                  <a:moveTo>
                    <a:pt x="24689" y="27629"/>
                  </a:moveTo>
                  <a:cubicBezTo>
                    <a:pt x="24689" y="21457"/>
                    <a:pt x="29215" y="19673"/>
                    <a:pt x="37170" y="24337"/>
                  </a:cubicBezTo>
                  <a:cubicBezTo>
                    <a:pt x="44266" y="28713"/>
                    <a:pt x="50554" y="34281"/>
                    <a:pt x="55756" y="40796"/>
                  </a:cubicBezTo>
                  <a:lnTo>
                    <a:pt x="60350" y="25503"/>
                  </a:lnTo>
                  <a:cubicBezTo>
                    <a:pt x="53692" y="17782"/>
                    <a:pt x="45816" y="11203"/>
                    <a:pt x="37033" y="6026"/>
                  </a:cubicBezTo>
                  <a:cubicBezTo>
                    <a:pt x="16459" y="-5770"/>
                    <a:pt x="3429" y="540"/>
                    <a:pt x="3223" y="18096"/>
                  </a:cubicBezTo>
                  <a:cubicBezTo>
                    <a:pt x="3223" y="29686"/>
                    <a:pt x="10081" y="44499"/>
                    <a:pt x="27157" y="61233"/>
                  </a:cubicBezTo>
                  <a:cubicBezTo>
                    <a:pt x="37993" y="71863"/>
                    <a:pt x="41559" y="77349"/>
                    <a:pt x="41422" y="84139"/>
                  </a:cubicBezTo>
                  <a:cubicBezTo>
                    <a:pt x="41285" y="90928"/>
                    <a:pt x="36964" y="92711"/>
                    <a:pt x="27157" y="87087"/>
                  </a:cubicBezTo>
                  <a:cubicBezTo>
                    <a:pt x="18562" y="81509"/>
                    <a:pt x="10940" y="74559"/>
                    <a:pt x="4595" y="66513"/>
                  </a:cubicBezTo>
                  <a:lnTo>
                    <a:pt x="0" y="82218"/>
                  </a:lnTo>
                  <a:cubicBezTo>
                    <a:pt x="7545" y="91209"/>
                    <a:pt x="16595" y="98821"/>
                    <a:pt x="26746" y="104713"/>
                  </a:cubicBezTo>
                  <a:cubicBezTo>
                    <a:pt x="50132" y="118429"/>
                    <a:pt x="62819" y="112325"/>
                    <a:pt x="63093" y="94288"/>
                  </a:cubicBezTo>
                  <a:cubicBezTo>
                    <a:pt x="63093" y="79475"/>
                    <a:pt x="55824" y="65965"/>
                    <a:pt x="39914" y="50123"/>
                  </a:cubicBezTo>
                  <a:cubicBezTo>
                    <a:pt x="28666" y="39424"/>
                    <a:pt x="24551" y="33938"/>
                    <a:pt x="24689" y="27629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23FA1A7-4A2F-7B4E-57AD-5C2D39598552}"/>
                </a:ext>
              </a:extLst>
            </p:cNvPr>
            <p:cNvSpPr/>
            <p:nvPr/>
          </p:nvSpPr>
          <p:spPr>
            <a:xfrm>
              <a:off x="6766369" y="2292320"/>
              <a:ext cx="71528" cy="119501"/>
            </a:xfrm>
            <a:custGeom>
              <a:avLst/>
              <a:gdLst>
                <a:gd name="connsiteX0" fmla="*/ 50406 w 71528"/>
                <a:gd name="connsiteY0" fmla="*/ 28221 h 119501"/>
                <a:gd name="connsiteX1" fmla="*/ 67277 w 71528"/>
                <a:gd name="connsiteY1" fmla="*/ 41937 h 119501"/>
                <a:gd name="connsiteX2" fmla="*/ 71529 w 71528"/>
                <a:gd name="connsiteY2" fmla="*/ 25341 h 119501"/>
                <a:gd name="connsiteX3" fmla="*/ 49926 w 71528"/>
                <a:gd name="connsiteY3" fmla="*/ 8196 h 119501"/>
                <a:gd name="connsiteX4" fmla="*/ 0 w 71528"/>
                <a:gd name="connsiteY4" fmla="*/ 33022 h 119501"/>
                <a:gd name="connsiteX5" fmla="*/ 44920 w 71528"/>
                <a:gd name="connsiteY5" fmla="*/ 110106 h 119501"/>
                <a:gd name="connsiteX6" fmla="*/ 70020 w 71528"/>
                <a:gd name="connsiteY6" fmla="*/ 119501 h 119501"/>
                <a:gd name="connsiteX7" fmla="*/ 67208 w 71528"/>
                <a:gd name="connsiteY7" fmla="*/ 98927 h 119501"/>
                <a:gd name="connsiteX8" fmla="*/ 49583 w 71528"/>
                <a:gd name="connsiteY8" fmla="*/ 92687 h 119501"/>
                <a:gd name="connsiteX9" fmla="*/ 22905 w 71528"/>
                <a:gd name="connsiteY9" fmla="*/ 44681 h 119501"/>
                <a:gd name="connsiteX10" fmla="*/ 50406 w 71528"/>
                <a:gd name="connsiteY10" fmla="*/ 28221 h 11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528" h="119501">
                  <a:moveTo>
                    <a:pt x="50406" y="28221"/>
                  </a:moveTo>
                  <a:cubicBezTo>
                    <a:pt x="56728" y="31860"/>
                    <a:pt x="62424" y="36491"/>
                    <a:pt x="67277" y="41937"/>
                  </a:cubicBezTo>
                  <a:lnTo>
                    <a:pt x="71529" y="25341"/>
                  </a:lnTo>
                  <a:cubicBezTo>
                    <a:pt x="65177" y="18632"/>
                    <a:pt x="57903" y="12859"/>
                    <a:pt x="49926" y="8196"/>
                  </a:cubicBezTo>
                  <a:cubicBezTo>
                    <a:pt x="18928" y="-9703"/>
                    <a:pt x="480" y="3121"/>
                    <a:pt x="0" y="33022"/>
                  </a:cubicBezTo>
                  <a:cubicBezTo>
                    <a:pt x="200" y="64877"/>
                    <a:pt x="17304" y="94228"/>
                    <a:pt x="44920" y="110106"/>
                  </a:cubicBezTo>
                  <a:cubicBezTo>
                    <a:pt x="52535" y="114963"/>
                    <a:pt x="61087" y="118165"/>
                    <a:pt x="70020" y="119501"/>
                  </a:cubicBezTo>
                  <a:lnTo>
                    <a:pt x="67208" y="98927"/>
                  </a:lnTo>
                  <a:cubicBezTo>
                    <a:pt x="60942" y="98185"/>
                    <a:pt x="54921" y="96053"/>
                    <a:pt x="49583" y="92687"/>
                  </a:cubicBezTo>
                  <a:cubicBezTo>
                    <a:pt x="32818" y="82537"/>
                    <a:pt x="22671" y="64277"/>
                    <a:pt x="22905" y="44681"/>
                  </a:cubicBezTo>
                  <a:cubicBezTo>
                    <a:pt x="22974" y="26644"/>
                    <a:pt x="33398" y="18346"/>
                    <a:pt x="50406" y="28221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C9005B0-9B05-2A71-E9E2-8A0D7B36E62D}"/>
                </a:ext>
              </a:extLst>
            </p:cNvPr>
            <p:cNvSpPr/>
            <p:nvPr/>
          </p:nvSpPr>
          <p:spPr>
            <a:xfrm>
              <a:off x="6846265" y="2337273"/>
              <a:ext cx="89702" cy="118012"/>
            </a:xfrm>
            <a:custGeom>
              <a:avLst/>
              <a:gdLst>
                <a:gd name="connsiteX0" fmla="*/ 46497 w 89702"/>
                <a:gd name="connsiteY0" fmla="*/ 7271 h 118012"/>
                <a:gd name="connsiteX1" fmla="*/ 0 w 89702"/>
                <a:gd name="connsiteY1" fmla="*/ 33743 h 118012"/>
                <a:gd name="connsiteX2" fmla="*/ 43617 w 89702"/>
                <a:gd name="connsiteY2" fmla="*/ 111032 h 118012"/>
                <a:gd name="connsiteX3" fmla="*/ 89702 w 89702"/>
                <a:gd name="connsiteY3" fmla="*/ 84218 h 118012"/>
                <a:gd name="connsiteX4" fmla="*/ 46497 w 89702"/>
                <a:gd name="connsiteY4" fmla="*/ 7271 h 118012"/>
                <a:gd name="connsiteX5" fmla="*/ 44577 w 89702"/>
                <a:gd name="connsiteY5" fmla="*/ 92927 h 118012"/>
                <a:gd name="connsiteX6" fmla="*/ 23111 w 89702"/>
                <a:gd name="connsiteY6" fmla="*/ 46430 h 118012"/>
                <a:gd name="connsiteX7" fmla="*/ 45674 w 89702"/>
                <a:gd name="connsiteY7" fmla="*/ 25376 h 118012"/>
                <a:gd name="connsiteX8" fmla="*/ 66660 w 89702"/>
                <a:gd name="connsiteY8" fmla="*/ 71119 h 118012"/>
                <a:gd name="connsiteX9" fmla="*/ 44577 w 89702"/>
                <a:gd name="connsiteY9" fmla="*/ 92927 h 118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702" h="118012">
                  <a:moveTo>
                    <a:pt x="46497" y="7271"/>
                  </a:moveTo>
                  <a:cubicBezTo>
                    <a:pt x="19819" y="-8091"/>
                    <a:pt x="480" y="962"/>
                    <a:pt x="0" y="33743"/>
                  </a:cubicBezTo>
                  <a:cubicBezTo>
                    <a:pt x="33" y="65358"/>
                    <a:pt x="16570" y="94662"/>
                    <a:pt x="43617" y="111032"/>
                  </a:cubicBezTo>
                  <a:cubicBezTo>
                    <a:pt x="66111" y="124063"/>
                    <a:pt x="89222" y="120839"/>
                    <a:pt x="89702" y="84218"/>
                  </a:cubicBezTo>
                  <a:cubicBezTo>
                    <a:pt x="89785" y="52768"/>
                    <a:pt x="73392" y="23573"/>
                    <a:pt x="46497" y="7271"/>
                  </a:cubicBezTo>
                  <a:close/>
                  <a:moveTo>
                    <a:pt x="44577" y="92927"/>
                  </a:moveTo>
                  <a:cubicBezTo>
                    <a:pt x="30861" y="85041"/>
                    <a:pt x="22837" y="65495"/>
                    <a:pt x="23111" y="46430"/>
                  </a:cubicBezTo>
                  <a:cubicBezTo>
                    <a:pt x="23111" y="29834"/>
                    <a:pt x="29969" y="16323"/>
                    <a:pt x="45674" y="25376"/>
                  </a:cubicBezTo>
                  <a:cubicBezTo>
                    <a:pt x="61379" y="34429"/>
                    <a:pt x="66866" y="55551"/>
                    <a:pt x="66660" y="71119"/>
                  </a:cubicBezTo>
                  <a:cubicBezTo>
                    <a:pt x="66385" y="91213"/>
                    <a:pt x="57264" y="100265"/>
                    <a:pt x="44577" y="92927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5B0C004-9C0C-0A7A-B2A5-8AE2DF08C39A}"/>
                </a:ext>
              </a:extLst>
            </p:cNvPr>
            <p:cNvSpPr/>
            <p:nvPr/>
          </p:nvSpPr>
          <p:spPr>
            <a:xfrm>
              <a:off x="5518830" y="1553885"/>
              <a:ext cx="131399" cy="158831"/>
            </a:xfrm>
            <a:custGeom>
              <a:avLst/>
              <a:gdLst>
                <a:gd name="connsiteX0" fmla="*/ 98755 w 131399"/>
                <a:gd name="connsiteY0" fmla="*/ 101293 h 158831"/>
                <a:gd name="connsiteX1" fmla="*/ 92446 w 131399"/>
                <a:gd name="connsiteY1" fmla="*/ 131331 h 158831"/>
                <a:gd name="connsiteX2" fmla="*/ 92034 w 131399"/>
                <a:gd name="connsiteY2" fmla="*/ 131331 h 158831"/>
                <a:gd name="connsiteX3" fmla="*/ 85176 w 131399"/>
                <a:gd name="connsiteY3" fmla="*/ 93886 h 158831"/>
                <a:gd name="connsiteX4" fmla="*/ 74752 w 131399"/>
                <a:gd name="connsiteY4" fmla="*/ 43205 h 158831"/>
                <a:gd name="connsiteX5" fmla="*/ 56579 w 131399"/>
                <a:gd name="connsiteY5" fmla="*/ 32713 h 158831"/>
                <a:gd name="connsiteX6" fmla="*/ 44783 w 131399"/>
                <a:gd name="connsiteY6" fmla="*/ 71460 h 158831"/>
                <a:gd name="connsiteX7" fmla="*/ 37102 w 131399"/>
                <a:gd name="connsiteY7" fmla="*/ 99441 h 158831"/>
                <a:gd name="connsiteX8" fmla="*/ 36690 w 131399"/>
                <a:gd name="connsiteY8" fmla="*/ 99441 h 158831"/>
                <a:gd name="connsiteX9" fmla="*/ 31547 w 131399"/>
                <a:gd name="connsiteY9" fmla="*/ 63779 h 158831"/>
                <a:gd name="connsiteX10" fmla="*/ 22906 w 131399"/>
                <a:gd name="connsiteY10" fmla="*/ 13167 h 158831"/>
                <a:gd name="connsiteX11" fmla="*/ 0 w 131399"/>
                <a:gd name="connsiteY11" fmla="*/ 0 h 158831"/>
                <a:gd name="connsiteX12" fmla="*/ 24826 w 131399"/>
                <a:gd name="connsiteY12" fmla="*/ 114803 h 158831"/>
                <a:gd name="connsiteX13" fmla="*/ 45400 w 131399"/>
                <a:gd name="connsiteY13" fmla="*/ 126873 h 158831"/>
                <a:gd name="connsiteX14" fmla="*/ 57196 w 131399"/>
                <a:gd name="connsiteY14" fmla="*/ 92583 h 158831"/>
                <a:gd name="connsiteX15" fmla="*/ 64054 w 131399"/>
                <a:gd name="connsiteY15" fmla="*/ 64465 h 158831"/>
                <a:gd name="connsiteX16" fmla="*/ 64397 w 131399"/>
                <a:gd name="connsiteY16" fmla="*/ 64465 h 158831"/>
                <a:gd name="connsiteX17" fmla="*/ 70638 w 131399"/>
                <a:gd name="connsiteY17" fmla="*/ 100264 h 158831"/>
                <a:gd name="connsiteX18" fmla="*/ 80650 w 131399"/>
                <a:gd name="connsiteY18" fmla="*/ 146898 h 158831"/>
                <a:gd name="connsiteX19" fmla="*/ 101224 w 131399"/>
                <a:gd name="connsiteY19" fmla="*/ 158831 h 158831"/>
                <a:gd name="connsiteX20" fmla="*/ 131399 w 131399"/>
                <a:gd name="connsiteY20" fmla="*/ 75369 h 158831"/>
                <a:gd name="connsiteX21" fmla="*/ 109385 w 131399"/>
                <a:gd name="connsiteY21" fmla="*/ 62682 h 1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1399" h="158831">
                  <a:moveTo>
                    <a:pt x="98755" y="101293"/>
                  </a:moveTo>
                  <a:cubicBezTo>
                    <a:pt x="96218" y="111648"/>
                    <a:pt x="94092" y="121318"/>
                    <a:pt x="92446" y="131331"/>
                  </a:cubicBezTo>
                  <a:lnTo>
                    <a:pt x="92034" y="131331"/>
                  </a:lnTo>
                  <a:cubicBezTo>
                    <a:pt x="90251" y="119329"/>
                    <a:pt x="87988" y="107122"/>
                    <a:pt x="85176" y="93886"/>
                  </a:cubicBezTo>
                  <a:lnTo>
                    <a:pt x="74752" y="43205"/>
                  </a:lnTo>
                  <a:lnTo>
                    <a:pt x="56579" y="32713"/>
                  </a:lnTo>
                  <a:lnTo>
                    <a:pt x="44783" y="71460"/>
                  </a:lnTo>
                  <a:cubicBezTo>
                    <a:pt x="41742" y="80649"/>
                    <a:pt x="39178" y="89988"/>
                    <a:pt x="37102" y="99441"/>
                  </a:cubicBezTo>
                  <a:lnTo>
                    <a:pt x="36690" y="99441"/>
                  </a:lnTo>
                  <a:cubicBezTo>
                    <a:pt x="35250" y="87645"/>
                    <a:pt x="33398" y="75644"/>
                    <a:pt x="31547" y="63779"/>
                  </a:cubicBezTo>
                  <a:lnTo>
                    <a:pt x="22906" y="13167"/>
                  </a:lnTo>
                  <a:lnTo>
                    <a:pt x="0" y="0"/>
                  </a:lnTo>
                  <a:lnTo>
                    <a:pt x="24826" y="114803"/>
                  </a:lnTo>
                  <a:lnTo>
                    <a:pt x="45400" y="126873"/>
                  </a:lnTo>
                  <a:lnTo>
                    <a:pt x="57196" y="92583"/>
                  </a:lnTo>
                  <a:cubicBezTo>
                    <a:pt x="60148" y="83385"/>
                    <a:pt x="62440" y="73989"/>
                    <a:pt x="64054" y="64465"/>
                  </a:cubicBezTo>
                  <a:lnTo>
                    <a:pt x="64397" y="64465"/>
                  </a:lnTo>
                  <a:cubicBezTo>
                    <a:pt x="66248" y="77701"/>
                    <a:pt x="68100" y="88262"/>
                    <a:pt x="70638" y="100264"/>
                  </a:cubicBezTo>
                  <a:lnTo>
                    <a:pt x="80650" y="146898"/>
                  </a:lnTo>
                  <a:lnTo>
                    <a:pt x="101224" y="158831"/>
                  </a:lnTo>
                  <a:lnTo>
                    <a:pt x="131399" y="75369"/>
                  </a:lnTo>
                  <a:lnTo>
                    <a:pt x="109385" y="62682"/>
                  </a:ln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F7C08CD-130A-E6A8-E835-27A9B5C0559B}"/>
                </a:ext>
              </a:extLst>
            </p:cNvPr>
            <p:cNvSpPr/>
            <p:nvPr/>
          </p:nvSpPr>
          <p:spPr>
            <a:xfrm>
              <a:off x="6953661" y="2382332"/>
              <a:ext cx="131133" cy="175290"/>
            </a:xfrm>
            <a:custGeom>
              <a:avLst/>
              <a:gdLst>
                <a:gd name="connsiteX0" fmla="*/ 102459 w 131133"/>
                <a:gd name="connsiteY0" fmla="*/ 56304 h 175290"/>
                <a:gd name="connsiteX1" fmla="*/ 84559 w 131133"/>
                <a:gd name="connsiteY1" fmla="*/ 52052 h 175290"/>
                <a:gd name="connsiteX2" fmla="*/ 73175 w 131133"/>
                <a:gd name="connsiteY2" fmla="*/ 58019 h 175290"/>
                <a:gd name="connsiteX3" fmla="*/ 48898 w 131133"/>
                <a:gd name="connsiteY3" fmla="*/ 25443 h 175290"/>
                <a:gd name="connsiteX4" fmla="*/ 21466 w 131133"/>
                <a:gd name="connsiteY4" fmla="*/ 26678 h 175290"/>
                <a:gd name="connsiteX5" fmla="*/ 20985 w 131133"/>
                <a:gd name="connsiteY5" fmla="*/ 26678 h 175290"/>
                <a:gd name="connsiteX6" fmla="*/ 20163 w 131133"/>
                <a:gd name="connsiteY6" fmla="*/ 11110 h 175290"/>
                <a:gd name="connsiteX7" fmla="*/ 960 w 131133"/>
                <a:gd name="connsiteY7" fmla="*/ 0 h 175290"/>
                <a:gd name="connsiteX8" fmla="*/ 1303 w 131133"/>
                <a:gd name="connsiteY8" fmla="*/ 30107 h 175290"/>
                <a:gd name="connsiteX9" fmla="*/ 0 w 131133"/>
                <a:gd name="connsiteY9" fmla="*/ 100264 h 175290"/>
                <a:gd name="connsiteX10" fmla="*/ 21740 w 131133"/>
                <a:gd name="connsiteY10" fmla="*/ 112814 h 175290"/>
                <a:gd name="connsiteX11" fmla="*/ 22563 w 131133"/>
                <a:gd name="connsiteY11" fmla="*/ 53835 h 175290"/>
                <a:gd name="connsiteX12" fmla="*/ 23934 w 131133"/>
                <a:gd name="connsiteY12" fmla="*/ 46429 h 175290"/>
                <a:gd name="connsiteX13" fmla="*/ 36438 w 131133"/>
                <a:gd name="connsiteY13" fmla="*/ 39380 h 175290"/>
                <a:gd name="connsiteX14" fmla="*/ 40119 w 131133"/>
                <a:gd name="connsiteY14" fmla="*/ 41285 h 175290"/>
                <a:gd name="connsiteX15" fmla="*/ 55001 w 131133"/>
                <a:gd name="connsiteY15" fmla="*/ 73792 h 175290"/>
                <a:gd name="connsiteX16" fmla="*/ 54178 w 131133"/>
                <a:gd name="connsiteY16" fmla="*/ 131536 h 175290"/>
                <a:gd name="connsiteX17" fmla="*/ 75987 w 131133"/>
                <a:gd name="connsiteY17" fmla="*/ 144155 h 175290"/>
                <a:gd name="connsiteX18" fmla="*/ 76810 w 131133"/>
                <a:gd name="connsiteY18" fmla="*/ 84353 h 175290"/>
                <a:gd name="connsiteX19" fmla="*/ 77975 w 131133"/>
                <a:gd name="connsiteY19" fmla="*/ 76535 h 175290"/>
                <a:gd name="connsiteX20" fmla="*/ 90952 w 131133"/>
                <a:gd name="connsiteY20" fmla="*/ 70631 h 175290"/>
                <a:gd name="connsiteX21" fmla="*/ 93817 w 131133"/>
                <a:gd name="connsiteY21" fmla="*/ 72283 h 175290"/>
                <a:gd name="connsiteX22" fmla="*/ 109248 w 131133"/>
                <a:gd name="connsiteY22" fmla="*/ 107808 h 175290"/>
                <a:gd name="connsiteX23" fmla="*/ 108494 w 131133"/>
                <a:gd name="connsiteY23" fmla="*/ 162672 h 175290"/>
                <a:gd name="connsiteX24" fmla="*/ 130302 w 131133"/>
                <a:gd name="connsiteY24" fmla="*/ 175290 h 175290"/>
                <a:gd name="connsiteX25" fmla="*/ 131125 w 131133"/>
                <a:gd name="connsiteY25" fmla="*/ 116517 h 175290"/>
                <a:gd name="connsiteX26" fmla="*/ 102459 w 131133"/>
                <a:gd name="connsiteY26" fmla="*/ 56304 h 175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1133" h="175290">
                  <a:moveTo>
                    <a:pt x="102459" y="56304"/>
                  </a:moveTo>
                  <a:cubicBezTo>
                    <a:pt x="97251" y="52660"/>
                    <a:pt x="90849" y="51139"/>
                    <a:pt x="84559" y="52052"/>
                  </a:cubicBezTo>
                  <a:cubicBezTo>
                    <a:pt x="80160" y="52576"/>
                    <a:pt x="76108" y="54699"/>
                    <a:pt x="73175" y="58019"/>
                  </a:cubicBezTo>
                  <a:cubicBezTo>
                    <a:pt x="69486" y="44484"/>
                    <a:pt x="60813" y="32847"/>
                    <a:pt x="48898" y="25443"/>
                  </a:cubicBezTo>
                  <a:cubicBezTo>
                    <a:pt x="34016" y="16802"/>
                    <a:pt x="25855" y="21466"/>
                    <a:pt x="21466" y="26678"/>
                  </a:cubicBezTo>
                  <a:lnTo>
                    <a:pt x="20985" y="26678"/>
                  </a:lnTo>
                  <a:lnTo>
                    <a:pt x="20163" y="11110"/>
                  </a:lnTo>
                  <a:lnTo>
                    <a:pt x="960" y="0"/>
                  </a:lnTo>
                  <a:cubicBezTo>
                    <a:pt x="1372" y="8915"/>
                    <a:pt x="1440" y="18654"/>
                    <a:pt x="1303" y="30107"/>
                  </a:cubicBezTo>
                  <a:lnTo>
                    <a:pt x="0" y="100264"/>
                  </a:lnTo>
                  <a:lnTo>
                    <a:pt x="21740" y="112814"/>
                  </a:lnTo>
                  <a:lnTo>
                    <a:pt x="22563" y="53835"/>
                  </a:lnTo>
                  <a:cubicBezTo>
                    <a:pt x="22453" y="51295"/>
                    <a:pt x="22922" y="48762"/>
                    <a:pt x="23934" y="46429"/>
                  </a:cubicBezTo>
                  <a:cubicBezTo>
                    <a:pt x="25441" y="41029"/>
                    <a:pt x="31039" y="37873"/>
                    <a:pt x="36438" y="39380"/>
                  </a:cubicBezTo>
                  <a:cubicBezTo>
                    <a:pt x="37783" y="39755"/>
                    <a:pt x="39036" y="40404"/>
                    <a:pt x="40119" y="41285"/>
                  </a:cubicBezTo>
                  <a:cubicBezTo>
                    <a:pt x="50475" y="47252"/>
                    <a:pt x="55207" y="59870"/>
                    <a:pt x="55001" y="73792"/>
                  </a:cubicBezTo>
                  <a:lnTo>
                    <a:pt x="54178" y="131536"/>
                  </a:lnTo>
                  <a:lnTo>
                    <a:pt x="75987" y="144155"/>
                  </a:lnTo>
                  <a:lnTo>
                    <a:pt x="76810" y="84353"/>
                  </a:lnTo>
                  <a:cubicBezTo>
                    <a:pt x="76911" y="81713"/>
                    <a:pt x="77302" y="79091"/>
                    <a:pt x="77975" y="76535"/>
                  </a:cubicBezTo>
                  <a:cubicBezTo>
                    <a:pt x="79929" y="71321"/>
                    <a:pt x="85738" y="68678"/>
                    <a:pt x="90952" y="70631"/>
                  </a:cubicBezTo>
                  <a:cubicBezTo>
                    <a:pt x="91992" y="71020"/>
                    <a:pt x="92960" y="71578"/>
                    <a:pt x="93817" y="72283"/>
                  </a:cubicBezTo>
                  <a:cubicBezTo>
                    <a:pt x="104516" y="78456"/>
                    <a:pt x="109454" y="91211"/>
                    <a:pt x="109248" y="107808"/>
                  </a:cubicBezTo>
                  <a:lnTo>
                    <a:pt x="108494" y="162672"/>
                  </a:lnTo>
                  <a:lnTo>
                    <a:pt x="130302" y="175290"/>
                  </a:lnTo>
                  <a:lnTo>
                    <a:pt x="131125" y="116517"/>
                  </a:lnTo>
                  <a:cubicBezTo>
                    <a:pt x="131536" y="84696"/>
                    <a:pt x="116792" y="64808"/>
                    <a:pt x="102459" y="56304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5CCB3A2-EF67-0495-30E7-BD2D6CF5DCC3}"/>
                </a:ext>
              </a:extLst>
            </p:cNvPr>
            <p:cNvSpPr/>
            <p:nvPr/>
          </p:nvSpPr>
          <p:spPr>
            <a:xfrm>
              <a:off x="6726318" y="2326802"/>
              <a:ext cx="27432" cy="36496"/>
            </a:xfrm>
            <a:custGeom>
              <a:avLst/>
              <a:gdLst>
                <a:gd name="connsiteX0" fmla="*/ 13716 w 27432"/>
                <a:gd name="connsiteY0" fmla="*/ 2037 h 36496"/>
                <a:gd name="connsiteX1" fmla="*/ 0 w 27432"/>
                <a:gd name="connsiteY1" fmla="*/ 10267 h 36496"/>
                <a:gd name="connsiteX2" fmla="*/ 13716 w 27432"/>
                <a:gd name="connsiteY2" fmla="*/ 34407 h 36496"/>
                <a:gd name="connsiteX3" fmla="*/ 27432 w 27432"/>
                <a:gd name="connsiteY3" fmla="*/ 26178 h 36496"/>
                <a:gd name="connsiteX4" fmla="*/ 13716 w 27432"/>
                <a:gd name="connsiteY4" fmla="*/ 2038 h 36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" h="36496">
                  <a:moveTo>
                    <a:pt x="13716" y="2037"/>
                  </a:moveTo>
                  <a:cubicBezTo>
                    <a:pt x="5692" y="-2557"/>
                    <a:pt x="0" y="803"/>
                    <a:pt x="0" y="10267"/>
                  </a:cubicBezTo>
                  <a:cubicBezTo>
                    <a:pt x="162" y="20125"/>
                    <a:pt x="5331" y="29222"/>
                    <a:pt x="13716" y="34407"/>
                  </a:cubicBezTo>
                  <a:cubicBezTo>
                    <a:pt x="22083" y="39208"/>
                    <a:pt x="27432" y="35436"/>
                    <a:pt x="27432" y="26178"/>
                  </a:cubicBezTo>
                  <a:cubicBezTo>
                    <a:pt x="27375" y="16292"/>
                    <a:pt x="22179" y="7148"/>
                    <a:pt x="13716" y="2038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C4D9056-0C3D-9DB9-C928-F7062A59E5E1}"/>
                </a:ext>
              </a:extLst>
            </p:cNvPr>
            <p:cNvSpPr/>
            <p:nvPr/>
          </p:nvSpPr>
          <p:spPr>
            <a:xfrm>
              <a:off x="5140191" y="1305413"/>
              <a:ext cx="176819" cy="248705"/>
            </a:xfrm>
            <a:custGeom>
              <a:avLst/>
              <a:gdLst>
                <a:gd name="connsiteX0" fmla="*/ 89712 w 176819"/>
                <a:gd name="connsiteY0" fmla="*/ 13449 h 248705"/>
                <a:gd name="connsiteX1" fmla="*/ 9 w 176819"/>
                <a:gd name="connsiteY1" fmla="*/ 52676 h 248705"/>
                <a:gd name="connsiteX2" fmla="*/ 45889 w 176819"/>
                <a:gd name="connsiteY2" fmla="*/ 159593 h 248705"/>
                <a:gd name="connsiteX3" fmla="*/ 45409 w 176819"/>
                <a:gd name="connsiteY3" fmla="*/ 193540 h 248705"/>
                <a:gd name="connsiteX4" fmla="*/ 55765 w 176819"/>
                <a:gd name="connsiteY4" fmla="*/ 211576 h 248705"/>
                <a:gd name="connsiteX5" fmla="*/ 65503 w 176819"/>
                <a:gd name="connsiteY5" fmla="*/ 217200 h 248705"/>
                <a:gd name="connsiteX6" fmla="*/ 66120 w 176819"/>
                <a:gd name="connsiteY6" fmla="*/ 176052 h 248705"/>
                <a:gd name="connsiteX7" fmla="*/ 76681 w 176819"/>
                <a:gd name="connsiteY7" fmla="*/ 182156 h 248705"/>
                <a:gd name="connsiteX8" fmla="*/ 76133 w 176819"/>
                <a:gd name="connsiteY8" fmla="*/ 223304 h 248705"/>
                <a:gd name="connsiteX9" fmla="*/ 97324 w 176819"/>
                <a:gd name="connsiteY9" fmla="*/ 235511 h 248705"/>
                <a:gd name="connsiteX10" fmla="*/ 97873 w 176819"/>
                <a:gd name="connsiteY10" fmla="*/ 194363 h 248705"/>
                <a:gd name="connsiteX11" fmla="*/ 108434 w 176819"/>
                <a:gd name="connsiteY11" fmla="*/ 200466 h 248705"/>
                <a:gd name="connsiteX12" fmla="*/ 107885 w 176819"/>
                <a:gd name="connsiteY12" fmla="*/ 241614 h 248705"/>
                <a:gd name="connsiteX13" fmla="*/ 117624 w 176819"/>
                <a:gd name="connsiteY13" fmla="*/ 247238 h 248705"/>
                <a:gd name="connsiteX14" fmla="*/ 128391 w 176819"/>
                <a:gd name="connsiteY14" fmla="*/ 241409 h 248705"/>
                <a:gd name="connsiteX15" fmla="*/ 128802 w 176819"/>
                <a:gd name="connsiteY15" fmla="*/ 207119 h 248705"/>
                <a:gd name="connsiteX16" fmla="*/ 176808 w 176819"/>
                <a:gd name="connsiteY16" fmla="*/ 154518 h 248705"/>
                <a:gd name="connsiteX17" fmla="*/ 89712 w 176819"/>
                <a:gd name="connsiteY17" fmla="*/ 13449 h 248705"/>
                <a:gd name="connsiteX18" fmla="*/ 59331 w 176819"/>
                <a:gd name="connsiteY18" fmla="*/ 88887 h 248705"/>
                <a:gd name="connsiteX19" fmla="*/ 42872 w 176819"/>
                <a:gd name="connsiteY19" fmla="*/ 60426 h 248705"/>
                <a:gd name="connsiteX20" fmla="*/ 59811 w 176819"/>
                <a:gd name="connsiteY20" fmla="*/ 51236 h 248705"/>
                <a:gd name="connsiteX21" fmla="*/ 76202 w 176819"/>
                <a:gd name="connsiteY21" fmla="*/ 79697 h 248705"/>
                <a:gd name="connsiteX22" fmla="*/ 59331 w 176819"/>
                <a:gd name="connsiteY22" fmla="*/ 89024 h 248705"/>
                <a:gd name="connsiteX23" fmla="*/ 72567 w 176819"/>
                <a:gd name="connsiteY23" fmla="*/ 142379 h 248705"/>
                <a:gd name="connsiteX24" fmla="*/ 87997 w 176819"/>
                <a:gd name="connsiteY24" fmla="*/ 121805 h 248705"/>
                <a:gd name="connsiteX25" fmla="*/ 103016 w 176819"/>
                <a:gd name="connsiteY25" fmla="*/ 160210 h 248705"/>
                <a:gd name="connsiteX26" fmla="*/ 117555 w 176819"/>
                <a:gd name="connsiteY26" fmla="*/ 122559 h 248705"/>
                <a:gd name="connsiteX27" fmla="*/ 101096 w 176819"/>
                <a:gd name="connsiteY27" fmla="*/ 94030 h 248705"/>
                <a:gd name="connsiteX28" fmla="*/ 118035 w 176819"/>
                <a:gd name="connsiteY28" fmla="*/ 84840 h 248705"/>
                <a:gd name="connsiteX29" fmla="*/ 134426 w 176819"/>
                <a:gd name="connsiteY29" fmla="*/ 113301 h 248705"/>
                <a:gd name="connsiteX30" fmla="*/ 117555 w 176819"/>
                <a:gd name="connsiteY30" fmla="*/ 122697 h 24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6819" h="248705">
                  <a:moveTo>
                    <a:pt x="89712" y="13449"/>
                  </a:moveTo>
                  <a:cubicBezTo>
                    <a:pt x="40814" y="-14738"/>
                    <a:pt x="558" y="2819"/>
                    <a:pt x="9" y="52676"/>
                  </a:cubicBezTo>
                  <a:cubicBezTo>
                    <a:pt x="-471" y="87309"/>
                    <a:pt x="18114" y="128114"/>
                    <a:pt x="45889" y="159593"/>
                  </a:cubicBezTo>
                  <a:lnTo>
                    <a:pt x="45409" y="193540"/>
                  </a:lnTo>
                  <a:cubicBezTo>
                    <a:pt x="45786" y="200860"/>
                    <a:pt x="49633" y="207560"/>
                    <a:pt x="55765" y="211576"/>
                  </a:cubicBezTo>
                  <a:lnTo>
                    <a:pt x="65503" y="217200"/>
                  </a:lnTo>
                  <a:lnTo>
                    <a:pt x="66120" y="176052"/>
                  </a:lnTo>
                  <a:lnTo>
                    <a:pt x="76681" y="182156"/>
                  </a:lnTo>
                  <a:lnTo>
                    <a:pt x="76133" y="223304"/>
                  </a:lnTo>
                  <a:lnTo>
                    <a:pt x="97324" y="235511"/>
                  </a:lnTo>
                  <a:lnTo>
                    <a:pt x="97873" y="194363"/>
                  </a:lnTo>
                  <a:lnTo>
                    <a:pt x="108434" y="200466"/>
                  </a:lnTo>
                  <a:lnTo>
                    <a:pt x="107885" y="241614"/>
                  </a:lnTo>
                  <a:lnTo>
                    <a:pt x="117624" y="247238"/>
                  </a:lnTo>
                  <a:cubicBezTo>
                    <a:pt x="123384" y="250598"/>
                    <a:pt x="128254" y="247992"/>
                    <a:pt x="128391" y="241409"/>
                  </a:cubicBezTo>
                  <a:lnTo>
                    <a:pt x="128802" y="207119"/>
                  </a:lnTo>
                  <a:cubicBezTo>
                    <a:pt x="156920" y="208010"/>
                    <a:pt x="176397" y="189082"/>
                    <a:pt x="176808" y="154518"/>
                  </a:cubicBezTo>
                  <a:cubicBezTo>
                    <a:pt x="177563" y="105003"/>
                    <a:pt x="138541" y="41635"/>
                    <a:pt x="89712" y="13449"/>
                  </a:cubicBezTo>
                  <a:close/>
                  <a:moveTo>
                    <a:pt x="59331" y="88887"/>
                  </a:moveTo>
                  <a:cubicBezTo>
                    <a:pt x="49538" y="82646"/>
                    <a:pt x="43397" y="72027"/>
                    <a:pt x="42872" y="60426"/>
                  </a:cubicBezTo>
                  <a:cubicBezTo>
                    <a:pt x="42872" y="50002"/>
                    <a:pt x="50621" y="45887"/>
                    <a:pt x="59811" y="51236"/>
                  </a:cubicBezTo>
                  <a:cubicBezTo>
                    <a:pt x="69586" y="57485"/>
                    <a:pt x="75703" y="68106"/>
                    <a:pt x="76202" y="79697"/>
                  </a:cubicBezTo>
                  <a:cubicBezTo>
                    <a:pt x="76064" y="90258"/>
                    <a:pt x="68520" y="94373"/>
                    <a:pt x="59331" y="89024"/>
                  </a:cubicBezTo>
                  <a:close/>
                  <a:moveTo>
                    <a:pt x="72567" y="142379"/>
                  </a:moveTo>
                  <a:lnTo>
                    <a:pt x="87997" y="121805"/>
                  </a:lnTo>
                  <a:lnTo>
                    <a:pt x="103016" y="160210"/>
                  </a:lnTo>
                  <a:close/>
                  <a:moveTo>
                    <a:pt x="117555" y="122559"/>
                  </a:moveTo>
                  <a:cubicBezTo>
                    <a:pt x="107769" y="116280"/>
                    <a:pt x="101633" y="105646"/>
                    <a:pt x="101096" y="94030"/>
                  </a:cubicBezTo>
                  <a:cubicBezTo>
                    <a:pt x="101096" y="83606"/>
                    <a:pt x="108846" y="79491"/>
                    <a:pt x="118035" y="84840"/>
                  </a:cubicBezTo>
                  <a:cubicBezTo>
                    <a:pt x="127811" y="91089"/>
                    <a:pt x="133927" y="101710"/>
                    <a:pt x="134426" y="113301"/>
                  </a:cubicBezTo>
                  <a:cubicBezTo>
                    <a:pt x="134289" y="123863"/>
                    <a:pt x="126745" y="127909"/>
                    <a:pt x="117555" y="122697"/>
                  </a:cubicBezTo>
                  <a:close/>
                </a:path>
              </a:pathLst>
            </a:custGeom>
            <a:solidFill>
              <a:srgbClr val="EA0D4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EA8A961-E68C-C21D-5348-27B514638867}"/>
                </a:ext>
              </a:extLst>
            </p:cNvPr>
            <p:cNvSpPr/>
            <p:nvPr/>
          </p:nvSpPr>
          <p:spPr>
            <a:xfrm>
              <a:off x="7756733" y="3418301"/>
              <a:ext cx="78661" cy="1724649"/>
            </a:xfrm>
            <a:custGeom>
              <a:avLst/>
              <a:gdLst>
                <a:gd name="connsiteX0" fmla="*/ 33193 w 78661"/>
                <a:gd name="connsiteY0" fmla="*/ 0 h 1724649"/>
                <a:gd name="connsiteX1" fmla="*/ 9876 w 78661"/>
                <a:gd name="connsiteY1" fmla="*/ 1700167 h 1724649"/>
                <a:gd name="connsiteX2" fmla="*/ 0 w 78661"/>
                <a:gd name="connsiteY2" fmla="*/ 1724650 h 1724649"/>
                <a:gd name="connsiteX3" fmla="*/ 44988 w 78661"/>
                <a:gd name="connsiteY3" fmla="*/ 1697835 h 1724649"/>
                <a:gd name="connsiteX4" fmla="*/ 57196 w 78661"/>
                <a:gd name="connsiteY4" fmla="*/ 1671980 h 1724649"/>
                <a:gd name="connsiteX5" fmla="*/ 57196 w 78661"/>
                <a:gd name="connsiteY5" fmla="*/ 1671980 h 1724649"/>
                <a:gd name="connsiteX6" fmla="*/ 78661 w 78661"/>
                <a:gd name="connsiteY6" fmla="*/ 104927 h 1724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661" h="1724649">
                  <a:moveTo>
                    <a:pt x="33193" y="0"/>
                  </a:moveTo>
                  <a:lnTo>
                    <a:pt x="9876" y="1700167"/>
                  </a:lnTo>
                  <a:cubicBezTo>
                    <a:pt x="10467" y="1709403"/>
                    <a:pt x="6834" y="1718408"/>
                    <a:pt x="0" y="1724650"/>
                  </a:cubicBezTo>
                  <a:lnTo>
                    <a:pt x="44988" y="1697835"/>
                  </a:lnTo>
                  <a:cubicBezTo>
                    <a:pt x="53306" y="1691951"/>
                    <a:pt x="57937" y="1682142"/>
                    <a:pt x="57196" y="1671980"/>
                  </a:cubicBezTo>
                  <a:lnTo>
                    <a:pt x="57196" y="1671980"/>
                  </a:lnTo>
                  <a:lnTo>
                    <a:pt x="78661" y="104927"/>
                  </a:lnTo>
                  <a:close/>
                </a:path>
              </a:pathLst>
            </a:custGeom>
            <a:solidFill>
              <a:srgbClr val="969D9E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D55124E-6020-0F96-33E9-4CCEC4A1D81C}"/>
                </a:ext>
              </a:extLst>
            </p:cNvPr>
            <p:cNvSpPr/>
            <p:nvPr/>
          </p:nvSpPr>
          <p:spPr>
            <a:xfrm>
              <a:off x="4500623" y="1132995"/>
              <a:ext cx="78729" cy="34236"/>
            </a:xfrm>
            <a:custGeom>
              <a:avLst/>
              <a:gdLst>
                <a:gd name="connsiteX0" fmla="*/ 0 w 78729"/>
                <a:gd name="connsiteY0" fmla="*/ 31424 h 34236"/>
                <a:gd name="connsiteX1" fmla="*/ 48006 w 78729"/>
                <a:gd name="connsiteY1" fmla="*/ 3032 h 34236"/>
                <a:gd name="connsiteX2" fmla="*/ 78730 w 78729"/>
                <a:gd name="connsiteY2" fmla="*/ 5844 h 34236"/>
                <a:gd name="connsiteX3" fmla="*/ 30724 w 78729"/>
                <a:gd name="connsiteY3" fmla="*/ 34236 h 34236"/>
                <a:gd name="connsiteX4" fmla="*/ 0 w 78729"/>
                <a:gd name="connsiteY4" fmla="*/ 31424 h 34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29" h="34236">
                  <a:moveTo>
                    <a:pt x="0" y="31424"/>
                  </a:moveTo>
                  <a:lnTo>
                    <a:pt x="48006" y="3032"/>
                  </a:lnTo>
                  <a:cubicBezTo>
                    <a:pt x="55824" y="-1631"/>
                    <a:pt x="66797" y="-1083"/>
                    <a:pt x="78730" y="5844"/>
                  </a:cubicBezTo>
                  <a:lnTo>
                    <a:pt x="30724" y="34236"/>
                  </a:lnTo>
                  <a:cubicBezTo>
                    <a:pt x="18791" y="27309"/>
                    <a:pt x="7818" y="26761"/>
                    <a:pt x="0" y="31424"/>
                  </a:cubicBezTo>
                  <a:close/>
                </a:path>
              </a:pathLst>
            </a:custGeom>
            <a:solidFill>
              <a:srgbClr val="D5D8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3177AF3-2B2E-51C9-6219-BDC164F2467B}"/>
                </a:ext>
              </a:extLst>
            </p:cNvPr>
            <p:cNvSpPr/>
            <p:nvPr/>
          </p:nvSpPr>
          <p:spPr>
            <a:xfrm>
              <a:off x="4936175" y="1629803"/>
              <a:ext cx="30380" cy="38404"/>
            </a:xfrm>
            <a:custGeom>
              <a:avLst/>
              <a:gdLst>
                <a:gd name="connsiteX0" fmla="*/ 0 w 30380"/>
                <a:gd name="connsiteY0" fmla="*/ 20848 h 38404"/>
                <a:gd name="connsiteX1" fmla="*/ 15431 w 30380"/>
                <a:gd name="connsiteY1" fmla="*/ 0 h 38404"/>
                <a:gd name="connsiteX2" fmla="*/ 30381 w 30380"/>
                <a:gd name="connsiteY2" fmla="*/ 38405 h 38404"/>
                <a:gd name="connsiteX3" fmla="*/ 0 w 30380"/>
                <a:gd name="connsiteY3" fmla="*/ 20848 h 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80" h="38404">
                  <a:moveTo>
                    <a:pt x="0" y="20848"/>
                  </a:moveTo>
                  <a:lnTo>
                    <a:pt x="15431" y="0"/>
                  </a:lnTo>
                  <a:lnTo>
                    <a:pt x="30381" y="38405"/>
                  </a:lnTo>
                  <a:lnTo>
                    <a:pt x="0" y="20848"/>
                  </a:ln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DDB5B9A-B0AD-C238-5831-0F5907423828}"/>
                </a:ext>
              </a:extLst>
            </p:cNvPr>
            <p:cNvSpPr/>
            <p:nvPr/>
          </p:nvSpPr>
          <p:spPr>
            <a:xfrm>
              <a:off x="4964704" y="1590781"/>
              <a:ext cx="33329" cy="42350"/>
            </a:xfrm>
            <a:custGeom>
              <a:avLst/>
              <a:gdLst>
                <a:gd name="connsiteX0" fmla="*/ 16939 w 33329"/>
                <a:gd name="connsiteY0" fmla="*/ 2332 h 42350"/>
                <a:gd name="connsiteX1" fmla="*/ 33330 w 33329"/>
                <a:gd name="connsiteY1" fmla="*/ 30792 h 42350"/>
                <a:gd name="connsiteX2" fmla="*/ 16459 w 33329"/>
                <a:gd name="connsiteY2" fmla="*/ 40051 h 42350"/>
                <a:gd name="connsiteX3" fmla="*/ 0 w 33329"/>
                <a:gd name="connsiteY3" fmla="*/ 11521 h 42350"/>
                <a:gd name="connsiteX4" fmla="*/ 16939 w 33329"/>
                <a:gd name="connsiteY4" fmla="*/ 2332 h 42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29" h="42350">
                  <a:moveTo>
                    <a:pt x="16939" y="2332"/>
                  </a:moveTo>
                  <a:cubicBezTo>
                    <a:pt x="26706" y="8588"/>
                    <a:pt x="32820" y="19204"/>
                    <a:pt x="33330" y="30792"/>
                  </a:cubicBezTo>
                  <a:cubicBezTo>
                    <a:pt x="33330" y="41216"/>
                    <a:pt x="25649" y="45331"/>
                    <a:pt x="16459" y="40051"/>
                  </a:cubicBezTo>
                  <a:cubicBezTo>
                    <a:pt x="6673" y="33771"/>
                    <a:pt x="537" y="23137"/>
                    <a:pt x="0" y="11521"/>
                  </a:cubicBezTo>
                  <a:cubicBezTo>
                    <a:pt x="137" y="1166"/>
                    <a:pt x="7750" y="-3018"/>
                    <a:pt x="16939" y="2332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D0BF20C-1E82-1F07-1A5C-08AA09B74B6D}"/>
                </a:ext>
              </a:extLst>
            </p:cNvPr>
            <p:cNvSpPr/>
            <p:nvPr/>
          </p:nvSpPr>
          <p:spPr>
            <a:xfrm>
              <a:off x="5859192" y="2172988"/>
              <a:ext cx="31067" cy="34099"/>
            </a:xfrm>
            <a:custGeom>
              <a:avLst/>
              <a:gdLst>
                <a:gd name="connsiteX0" fmla="*/ 1 w 31067"/>
                <a:gd name="connsiteY0" fmla="*/ 9707 h 34099"/>
                <a:gd name="connsiteX1" fmla="*/ 28942 w 31067"/>
                <a:gd name="connsiteY1" fmla="*/ 7650 h 34099"/>
                <a:gd name="connsiteX2" fmla="*/ 31068 w 31067"/>
                <a:gd name="connsiteY2" fmla="*/ 8884 h 34099"/>
                <a:gd name="connsiteX3" fmla="*/ 31068 w 31067"/>
                <a:gd name="connsiteY3" fmla="*/ 22600 h 34099"/>
                <a:gd name="connsiteX4" fmla="*/ 30245 w 31067"/>
                <a:gd name="connsiteY4" fmla="*/ 27744 h 34099"/>
                <a:gd name="connsiteX5" fmla="*/ 12620 w 31067"/>
                <a:gd name="connsiteY5" fmla="*/ 31447 h 34099"/>
                <a:gd name="connsiteX6" fmla="*/ 1 w 31067"/>
                <a:gd name="connsiteY6" fmla="*/ 9707 h 3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067" h="34099">
                  <a:moveTo>
                    <a:pt x="1" y="9707"/>
                  </a:moveTo>
                  <a:cubicBezTo>
                    <a:pt x="1" y="-4763"/>
                    <a:pt x="13717" y="-991"/>
                    <a:pt x="28942" y="7650"/>
                  </a:cubicBezTo>
                  <a:lnTo>
                    <a:pt x="31068" y="8884"/>
                  </a:lnTo>
                  <a:lnTo>
                    <a:pt x="31068" y="22600"/>
                  </a:lnTo>
                  <a:cubicBezTo>
                    <a:pt x="31034" y="24345"/>
                    <a:pt x="30757" y="26076"/>
                    <a:pt x="30245" y="27744"/>
                  </a:cubicBezTo>
                  <a:cubicBezTo>
                    <a:pt x="28187" y="33779"/>
                    <a:pt x="21535" y="36522"/>
                    <a:pt x="12620" y="31447"/>
                  </a:cubicBezTo>
                  <a:cubicBezTo>
                    <a:pt x="4763" y="27045"/>
                    <a:pt x="-73" y="18713"/>
                    <a:pt x="1" y="9707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4FB11E6-BC1A-DD90-5E70-2CC2580F2CCD}"/>
                </a:ext>
              </a:extLst>
            </p:cNvPr>
            <p:cNvSpPr/>
            <p:nvPr/>
          </p:nvSpPr>
          <p:spPr>
            <a:xfrm>
              <a:off x="5952935" y="2194117"/>
              <a:ext cx="42057" cy="70020"/>
            </a:xfrm>
            <a:custGeom>
              <a:avLst/>
              <a:gdLst>
                <a:gd name="connsiteX0" fmla="*/ 22570 w 42057"/>
                <a:gd name="connsiteY0" fmla="*/ 2911 h 70020"/>
                <a:gd name="connsiteX1" fmla="*/ 41566 w 42057"/>
                <a:gd name="connsiteY1" fmla="*/ 31852 h 70020"/>
                <a:gd name="connsiteX2" fmla="*/ 42046 w 42057"/>
                <a:gd name="connsiteY2" fmla="*/ 38710 h 70020"/>
                <a:gd name="connsiteX3" fmla="*/ 42046 w 42057"/>
                <a:gd name="connsiteY3" fmla="*/ 53660 h 70020"/>
                <a:gd name="connsiteX4" fmla="*/ 41223 w 42057"/>
                <a:gd name="connsiteY4" fmla="*/ 60518 h 70020"/>
                <a:gd name="connsiteX5" fmla="*/ 21747 w 42057"/>
                <a:gd name="connsiteY5" fmla="*/ 67376 h 70020"/>
                <a:gd name="connsiteX6" fmla="*/ 7 w 42057"/>
                <a:gd name="connsiteY6" fmla="*/ 23074 h 70020"/>
                <a:gd name="connsiteX7" fmla="*/ 22570 w 42057"/>
                <a:gd name="connsiteY7" fmla="*/ 2911 h 7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7" h="70020">
                  <a:moveTo>
                    <a:pt x="22570" y="2911"/>
                  </a:moveTo>
                  <a:cubicBezTo>
                    <a:pt x="32708" y="9439"/>
                    <a:pt x="39609" y="19953"/>
                    <a:pt x="41566" y="31852"/>
                  </a:cubicBezTo>
                  <a:cubicBezTo>
                    <a:pt x="41923" y="34120"/>
                    <a:pt x="42084" y="36414"/>
                    <a:pt x="42046" y="38710"/>
                  </a:cubicBezTo>
                  <a:lnTo>
                    <a:pt x="42046" y="53660"/>
                  </a:lnTo>
                  <a:cubicBezTo>
                    <a:pt x="42117" y="55975"/>
                    <a:pt x="41840" y="58287"/>
                    <a:pt x="41223" y="60518"/>
                  </a:cubicBezTo>
                  <a:cubicBezTo>
                    <a:pt x="38892" y="70120"/>
                    <a:pt x="30799" y="72520"/>
                    <a:pt x="21747" y="67376"/>
                  </a:cubicBezTo>
                  <a:cubicBezTo>
                    <a:pt x="7551" y="59215"/>
                    <a:pt x="-267" y="41247"/>
                    <a:pt x="7" y="23074"/>
                  </a:cubicBezTo>
                  <a:cubicBezTo>
                    <a:pt x="281" y="4900"/>
                    <a:pt x="8236" y="-5387"/>
                    <a:pt x="22570" y="2911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E90EB7E-F37A-614D-4099-4BF437CD74CB}"/>
                </a:ext>
              </a:extLst>
            </p:cNvPr>
            <p:cNvSpPr/>
            <p:nvPr/>
          </p:nvSpPr>
          <p:spPr>
            <a:xfrm>
              <a:off x="6058342" y="2254931"/>
              <a:ext cx="42060" cy="70105"/>
            </a:xfrm>
            <a:custGeom>
              <a:avLst/>
              <a:gdLst>
                <a:gd name="connsiteX0" fmla="*/ 22638 w 42060"/>
                <a:gd name="connsiteY0" fmla="*/ 2997 h 70105"/>
                <a:gd name="connsiteX1" fmla="*/ 41635 w 42060"/>
                <a:gd name="connsiteY1" fmla="*/ 31937 h 70105"/>
                <a:gd name="connsiteX2" fmla="*/ 42046 w 42060"/>
                <a:gd name="connsiteY2" fmla="*/ 38795 h 70105"/>
                <a:gd name="connsiteX3" fmla="*/ 42047 w 42060"/>
                <a:gd name="connsiteY3" fmla="*/ 53746 h 70105"/>
                <a:gd name="connsiteX4" fmla="*/ 41224 w 42060"/>
                <a:gd name="connsiteY4" fmla="*/ 60604 h 70105"/>
                <a:gd name="connsiteX5" fmla="*/ 21747 w 42060"/>
                <a:gd name="connsiteY5" fmla="*/ 67462 h 70105"/>
                <a:gd name="connsiteX6" fmla="*/ 7 w 42060"/>
                <a:gd name="connsiteY6" fmla="*/ 23159 h 70105"/>
                <a:gd name="connsiteX7" fmla="*/ 22638 w 42060"/>
                <a:gd name="connsiteY7" fmla="*/ 2997 h 70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60" h="70105">
                  <a:moveTo>
                    <a:pt x="22638" y="2997"/>
                  </a:moveTo>
                  <a:cubicBezTo>
                    <a:pt x="32783" y="9519"/>
                    <a:pt x="39686" y="20036"/>
                    <a:pt x="41635" y="31937"/>
                  </a:cubicBezTo>
                  <a:cubicBezTo>
                    <a:pt x="41971" y="34207"/>
                    <a:pt x="42108" y="36502"/>
                    <a:pt x="42046" y="38795"/>
                  </a:cubicBezTo>
                  <a:lnTo>
                    <a:pt x="42047" y="53746"/>
                  </a:lnTo>
                  <a:cubicBezTo>
                    <a:pt x="42050" y="56057"/>
                    <a:pt x="41774" y="58360"/>
                    <a:pt x="41224" y="60604"/>
                  </a:cubicBezTo>
                  <a:cubicBezTo>
                    <a:pt x="38892" y="70205"/>
                    <a:pt x="30799" y="72606"/>
                    <a:pt x="21747" y="67462"/>
                  </a:cubicBezTo>
                  <a:cubicBezTo>
                    <a:pt x="7551" y="59301"/>
                    <a:pt x="-267" y="41333"/>
                    <a:pt x="7" y="23159"/>
                  </a:cubicBezTo>
                  <a:cubicBezTo>
                    <a:pt x="281" y="4986"/>
                    <a:pt x="8305" y="-5507"/>
                    <a:pt x="22638" y="2997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F17D360-7364-21C7-B99C-F55CE635CFFB}"/>
                </a:ext>
              </a:extLst>
            </p:cNvPr>
            <p:cNvSpPr/>
            <p:nvPr/>
          </p:nvSpPr>
          <p:spPr>
            <a:xfrm>
              <a:off x="6225479" y="2348361"/>
              <a:ext cx="38923" cy="37741"/>
            </a:xfrm>
            <a:custGeom>
              <a:avLst/>
              <a:gdLst>
                <a:gd name="connsiteX0" fmla="*/ 20848 w 38923"/>
                <a:gd name="connsiteY0" fmla="*/ 2766 h 37741"/>
                <a:gd name="connsiteX1" fmla="*/ 38885 w 38923"/>
                <a:gd name="connsiteY1" fmla="*/ 37742 h 37741"/>
                <a:gd name="connsiteX2" fmla="*/ 0 w 38923"/>
                <a:gd name="connsiteY2" fmla="*/ 15316 h 37741"/>
                <a:gd name="connsiteX3" fmla="*/ 20848 w 38923"/>
                <a:gd name="connsiteY3" fmla="*/ 2766 h 37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923" h="37741">
                  <a:moveTo>
                    <a:pt x="20848" y="2766"/>
                  </a:moveTo>
                  <a:cubicBezTo>
                    <a:pt x="32642" y="10397"/>
                    <a:pt x="39507" y="23708"/>
                    <a:pt x="38885" y="37742"/>
                  </a:cubicBezTo>
                  <a:lnTo>
                    <a:pt x="0" y="15316"/>
                  </a:lnTo>
                  <a:cubicBezTo>
                    <a:pt x="823" y="5578"/>
                    <a:pt x="7064" y="-5189"/>
                    <a:pt x="20848" y="2766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EB7E6DD-1062-4699-E153-9216B83407A8}"/>
                </a:ext>
              </a:extLst>
            </p:cNvPr>
            <p:cNvSpPr/>
            <p:nvPr/>
          </p:nvSpPr>
          <p:spPr>
            <a:xfrm>
              <a:off x="5576369" y="2009699"/>
              <a:ext cx="31138" cy="34061"/>
            </a:xfrm>
            <a:custGeom>
              <a:avLst/>
              <a:gdLst>
                <a:gd name="connsiteX0" fmla="*/ 0 w 31138"/>
                <a:gd name="connsiteY0" fmla="*/ 9707 h 34061"/>
                <a:gd name="connsiteX1" fmla="*/ 29010 w 31138"/>
                <a:gd name="connsiteY1" fmla="*/ 7650 h 34061"/>
                <a:gd name="connsiteX2" fmla="*/ 31136 w 31138"/>
                <a:gd name="connsiteY2" fmla="*/ 8884 h 34061"/>
                <a:gd name="connsiteX3" fmla="*/ 31136 w 31138"/>
                <a:gd name="connsiteY3" fmla="*/ 22600 h 34061"/>
                <a:gd name="connsiteX4" fmla="*/ 30313 w 31138"/>
                <a:gd name="connsiteY4" fmla="*/ 27675 h 34061"/>
                <a:gd name="connsiteX5" fmla="*/ 12756 w 31138"/>
                <a:gd name="connsiteY5" fmla="*/ 31379 h 34061"/>
                <a:gd name="connsiteX6" fmla="*/ 0 w 31138"/>
                <a:gd name="connsiteY6" fmla="*/ 9707 h 34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38" h="34061">
                  <a:moveTo>
                    <a:pt x="0" y="9707"/>
                  </a:moveTo>
                  <a:cubicBezTo>
                    <a:pt x="0" y="-4763"/>
                    <a:pt x="13716" y="-991"/>
                    <a:pt x="29010" y="7650"/>
                  </a:cubicBezTo>
                  <a:lnTo>
                    <a:pt x="31136" y="8884"/>
                  </a:lnTo>
                  <a:lnTo>
                    <a:pt x="31136" y="22600"/>
                  </a:lnTo>
                  <a:cubicBezTo>
                    <a:pt x="31169" y="24328"/>
                    <a:pt x="30890" y="26047"/>
                    <a:pt x="30313" y="27675"/>
                  </a:cubicBezTo>
                  <a:cubicBezTo>
                    <a:pt x="28255" y="33710"/>
                    <a:pt x="21672" y="36522"/>
                    <a:pt x="12756" y="31379"/>
                  </a:cubicBezTo>
                  <a:cubicBezTo>
                    <a:pt x="4847" y="27046"/>
                    <a:pt x="-51" y="18726"/>
                    <a:pt x="0" y="9707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9328E48-40AF-1300-274B-4F9F2D377743}"/>
                </a:ext>
              </a:extLst>
            </p:cNvPr>
            <p:cNvSpPr/>
            <p:nvPr/>
          </p:nvSpPr>
          <p:spPr>
            <a:xfrm>
              <a:off x="6592787" y="2562465"/>
              <a:ext cx="43559" cy="72984"/>
            </a:xfrm>
            <a:custGeom>
              <a:avLst/>
              <a:gdLst>
                <a:gd name="connsiteX0" fmla="*/ 22569 w 43559"/>
                <a:gd name="connsiteY0" fmla="*/ 2906 h 72984"/>
                <a:gd name="connsiteX1" fmla="*/ 43554 w 43559"/>
                <a:gd name="connsiteY1" fmla="*/ 48649 h 72984"/>
                <a:gd name="connsiteX2" fmla="*/ 21472 w 43559"/>
                <a:gd name="connsiteY2" fmla="*/ 70458 h 72984"/>
                <a:gd name="connsiteX3" fmla="*/ 6 w 43559"/>
                <a:gd name="connsiteY3" fmla="*/ 23960 h 72984"/>
                <a:gd name="connsiteX4" fmla="*/ 22569 w 43559"/>
                <a:gd name="connsiteY4" fmla="*/ 2906 h 72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59" h="72984">
                  <a:moveTo>
                    <a:pt x="22569" y="2906"/>
                  </a:moveTo>
                  <a:cubicBezTo>
                    <a:pt x="37794" y="11753"/>
                    <a:pt x="43760" y="33150"/>
                    <a:pt x="43554" y="48649"/>
                  </a:cubicBezTo>
                  <a:cubicBezTo>
                    <a:pt x="43554" y="68743"/>
                    <a:pt x="34159" y="77795"/>
                    <a:pt x="21472" y="70458"/>
                  </a:cubicBezTo>
                  <a:cubicBezTo>
                    <a:pt x="8784" y="63119"/>
                    <a:pt x="-268" y="43026"/>
                    <a:pt x="6" y="23960"/>
                  </a:cubicBezTo>
                  <a:cubicBezTo>
                    <a:pt x="212" y="7364"/>
                    <a:pt x="6795" y="-6146"/>
                    <a:pt x="22569" y="2906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C2D20DD-B6E7-D6F9-047C-0F13103F351C}"/>
                </a:ext>
              </a:extLst>
            </p:cNvPr>
            <p:cNvSpPr/>
            <p:nvPr/>
          </p:nvSpPr>
          <p:spPr>
            <a:xfrm>
              <a:off x="4906479" y="1557164"/>
              <a:ext cx="33329" cy="42363"/>
            </a:xfrm>
            <a:custGeom>
              <a:avLst/>
              <a:gdLst>
                <a:gd name="connsiteX0" fmla="*/ 0 w 33329"/>
                <a:gd name="connsiteY0" fmla="*/ 11534 h 42363"/>
                <a:gd name="connsiteX1" fmla="*/ 16391 w 33329"/>
                <a:gd name="connsiteY1" fmla="*/ 40063 h 42363"/>
                <a:gd name="connsiteX2" fmla="*/ 33330 w 33329"/>
                <a:gd name="connsiteY2" fmla="*/ 30805 h 42363"/>
                <a:gd name="connsiteX3" fmla="*/ 16802 w 33329"/>
                <a:gd name="connsiteY3" fmla="*/ 2344 h 42363"/>
                <a:gd name="connsiteX4" fmla="*/ 0 w 33329"/>
                <a:gd name="connsiteY4" fmla="*/ 11534 h 4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29" h="42363">
                  <a:moveTo>
                    <a:pt x="0" y="11534"/>
                  </a:moveTo>
                  <a:cubicBezTo>
                    <a:pt x="545" y="23130"/>
                    <a:pt x="6647" y="33752"/>
                    <a:pt x="16391" y="40063"/>
                  </a:cubicBezTo>
                  <a:cubicBezTo>
                    <a:pt x="25649" y="45344"/>
                    <a:pt x="33193" y="41229"/>
                    <a:pt x="33330" y="30805"/>
                  </a:cubicBezTo>
                  <a:cubicBezTo>
                    <a:pt x="32778" y="19195"/>
                    <a:pt x="26613" y="8578"/>
                    <a:pt x="16802" y="2344"/>
                  </a:cubicBezTo>
                  <a:cubicBezTo>
                    <a:pt x="7750" y="-3005"/>
                    <a:pt x="137" y="1110"/>
                    <a:pt x="0" y="11534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64907B5-4FD5-8784-39BB-47769BA78E21}"/>
                </a:ext>
              </a:extLst>
            </p:cNvPr>
            <p:cNvSpPr/>
            <p:nvPr/>
          </p:nvSpPr>
          <p:spPr>
            <a:xfrm>
              <a:off x="7517594" y="2913964"/>
              <a:ext cx="53012" cy="413468"/>
            </a:xfrm>
            <a:custGeom>
              <a:avLst/>
              <a:gdLst>
                <a:gd name="connsiteX0" fmla="*/ 5281 w 53012"/>
                <a:gd name="connsiteY0" fmla="*/ 28461 h 413468"/>
                <a:gd name="connsiteX1" fmla="*/ 53013 w 53012"/>
                <a:gd name="connsiteY1" fmla="*/ 0 h 413468"/>
                <a:gd name="connsiteX2" fmla="*/ 47732 w 53012"/>
                <a:gd name="connsiteY2" fmla="*/ 385077 h 413468"/>
                <a:gd name="connsiteX3" fmla="*/ 0 w 53012"/>
                <a:gd name="connsiteY3" fmla="*/ 413469 h 413468"/>
                <a:gd name="connsiteX4" fmla="*/ 5281 w 53012"/>
                <a:gd name="connsiteY4" fmla="*/ 28461 h 41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12" h="413468">
                  <a:moveTo>
                    <a:pt x="5281" y="28461"/>
                  </a:moveTo>
                  <a:lnTo>
                    <a:pt x="53013" y="0"/>
                  </a:lnTo>
                  <a:lnTo>
                    <a:pt x="47732" y="385077"/>
                  </a:lnTo>
                  <a:lnTo>
                    <a:pt x="0" y="413469"/>
                  </a:lnTo>
                  <a:lnTo>
                    <a:pt x="5281" y="28461"/>
                  </a:lnTo>
                  <a:close/>
                </a:path>
              </a:pathLst>
            </a:custGeom>
            <a:solidFill>
              <a:srgbClr val="A7AFB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C8AA82A-F69A-5777-A798-CF35619B66AB}"/>
                </a:ext>
              </a:extLst>
            </p:cNvPr>
            <p:cNvSpPr/>
            <p:nvPr/>
          </p:nvSpPr>
          <p:spPr>
            <a:xfrm>
              <a:off x="4531347" y="1138839"/>
              <a:ext cx="2997700" cy="1731576"/>
            </a:xfrm>
            <a:custGeom>
              <a:avLst/>
              <a:gdLst>
                <a:gd name="connsiteX0" fmla="*/ 0 w 2997700"/>
                <a:gd name="connsiteY0" fmla="*/ 28392 h 1731576"/>
                <a:gd name="connsiteX1" fmla="*/ 47732 w 2997700"/>
                <a:gd name="connsiteY1" fmla="*/ 0 h 1731576"/>
                <a:gd name="connsiteX2" fmla="*/ 2997701 w 2997700"/>
                <a:gd name="connsiteY2" fmla="*/ 1703116 h 1731576"/>
                <a:gd name="connsiteX3" fmla="*/ 2949969 w 2997700"/>
                <a:gd name="connsiteY3" fmla="*/ 1731576 h 1731576"/>
                <a:gd name="connsiteX4" fmla="*/ 0 w 2997700"/>
                <a:gd name="connsiteY4" fmla="*/ 28392 h 173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7700" h="1731576">
                  <a:moveTo>
                    <a:pt x="0" y="28392"/>
                  </a:moveTo>
                  <a:lnTo>
                    <a:pt x="47732" y="0"/>
                  </a:lnTo>
                  <a:lnTo>
                    <a:pt x="2997701" y="1703116"/>
                  </a:lnTo>
                  <a:lnTo>
                    <a:pt x="2949969" y="1731576"/>
                  </a:lnTo>
                  <a:lnTo>
                    <a:pt x="0" y="28392"/>
                  </a:lnTo>
                  <a:close/>
                </a:path>
              </a:pathLst>
            </a:custGeom>
            <a:solidFill>
              <a:srgbClr val="D8E0E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6C8FFA59-1750-C6BD-B56A-42677F838345}"/>
                </a:ext>
              </a:extLst>
            </p:cNvPr>
            <p:cNvSpPr/>
            <p:nvPr/>
          </p:nvSpPr>
          <p:spPr>
            <a:xfrm>
              <a:off x="7481316" y="2841955"/>
              <a:ext cx="89154" cy="100469"/>
            </a:xfrm>
            <a:custGeom>
              <a:avLst/>
              <a:gdLst>
                <a:gd name="connsiteX0" fmla="*/ 0 w 89154"/>
                <a:gd name="connsiteY0" fmla="*/ 28461 h 100469"/>
                <a:gd name="connsiteX1" fmla="*/ 48006 w 89154"/>
                <a:gd name="connsiteY1" fmla="*/ 0 h 100469"/>
                <a:gd name="connsiteX2" fmla="*/ 89154 w 89154"/>
                <a:gd name="connsiteY2" fmla="*/ 72009 h 100469"/>
                <a:gd name="connsiteX3" fmla="*/ 41148 w 89154"/>
                <a:gd name="connsiteY3" fmla="*/ 100470 h 100469"/>
                <a:gd name="connsiteX4" fmla="*/ 0 w 89154"/>
                <a:gd name="connsiteY4" fmla="*/ 28461 h 10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54" h="100469">
                  <a:moveTo>
                    <a:pt x="0" y="28461"/>
                  </a:moveTo>
                  <a:lnTo>
                    <a:pt x="48006" y="0"/>
                  </a:lnTo>
                  <a:cubicBezTo>
                    <a:pt x="72490" y="16003"/>
                    <a:pt x="87797" y="42791"/>
                    <a:pt x="89154" y="72009"/>
                  </a:cubicBezTo>
                  <a:lnTo>
                    <a:pt x="41148" y="100470"/>
                  </a:lnTo>
                  <a:cubicBezTo>
                    <a:pt x="39791" y="71252"/>
                    <a:pt x="24484" y="44464"/>
                    <a:pt x="0" y="28461"/>
                  </a:cubicBezTo>
                  <a:close/>
                </a:path>
              </a:pathLst>
            </a:custGeom>
            <a:solidFill>
              <a:srgbClr val="C2C5C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D90B939-CD19-4DEC-ACCF-3B952450FBEA}"/>
                </a:ext>
              </a:extLst>
            </p:cNvPr>
            <p:cNvSpPr/>
            <p:nvPr/>
          </p:nvSpPr>
          <p:spPr>
            <a:xfrm>
              <a:off x="4483204" y="1161417"/>
              <a:ext cx="3039671" cy="2166015"/>
            </a:xfrm>
            <a:custGeom>
              <a:avLst/>
              <a:gdLst>
                <a:gd name="connsiteX0" fmla="*/ 2998112 w 3039671"/>
                <a:gd name="connsiteY0" fmla="*/ 1708998 h 2166015"/>
                <a:gd name="connsiteX1" fmla="*/ 48143 w 3039671"/>
                <a:gd name="connsiteY1" fmla="*/ 5814 h 2166015"/>
                <a:gd name="connsiteX2" fmla="*/ 5281 w 3039671"/>
                <a:gd name="connsiteY2" fmla="*/ 29131 h 2166015"/>
                <a:gd name="connsiteX3" fmla="*/ 0 w 3039671"/>
                <a:gd name="connsiteY3" fmla="*/ 414139 h 2166015"/>
                <a:gd name="connsiteX4" fmla="*/ 3034391 w 3039671"/>
                <a:gd name="connsiteY4" fmla="*/ 2166016 h 2166015"/>
                <a:gd name="connsiteX5" fmla="*/ 3039672 w 3039671"/>
                <a:gd name="connsiteY5" fmla="*/ 1781007 h 2166015"/>
                <a:gd name="connsiteX6" fmla="*/ 2998112 w 3039671"/>
                <a:gd name="connsiteY6" fmla="*/ 1708998 h 2166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9671" h="2166015">
                  <a:moveTo>
                    <a:pt x="2998112" y="1708998"/>
                  </a:moveTo>
                  <a:lnTo>
                    <a:pt x="48143" y="5814"/>
                  </a:lnTo>
                  <a:cubicBezTo>
                    <a:pt x="24963" y="-7559"/>
                    <a:pt x="5624" y="2934"/>
                    <a:pt x="5281" y="29131"/>
                  </a:cubicBezTo>
                  <a:lnTo>
                    <a:pt x="0" y="414139"/>
                  </a:lnTo>
                  <a:lnTo>
                    <a:pt x="3034391" y="2166016"/>
                  </a:lnTo>
                  <a:lnTo>
                    <a:pt x="3039672" y="1781007"/>
                  </a:lnTo>
                  <a:cubicBezTo>
                    <a:pt x="3038222" y="1751712"/>
                    <a:pt x="3022752" y="1724909"/>
                    <a:pt x="2998112" y="1708998"/>
                  </a:cubicBezTo>
                  <a:close/>
                </a:path>
              </a:pathLst>
            </a:custGeom>
            <a:solidFill>
              <a:srgbClr val="B0B3B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68C0D83-FD06-48CB-176B-DCF27BC66F42}"/>
                </a:ext>
              </a:extLst>
            </p:cNvPr>
            <p:cNvSpPr/>
            <p:nvPr/>
          </p:nvSpPr>
          <p:spPr>
            <a:xfrm>
              <a:off x="4455772" y="1575556"/>
              <a:ext cx="3061617" cy="3774861"/>
            </a:xfrm>
            <a:custGeom>
              <a:avLst/>
              <a:gdLst>
                <a:gd name="connsiteX0" fmla="*/ 27432 w 3061617"/>
                <a:gd name="connsiteY0" fmla="*/ 0 h 3774861"/>
                <a:gd name="connsiteX1" fmla="*/ 0 w 3061617"/>
                <a:gd name="connsiteY1" fmla="*/ 1993758 h 3774861"/>
                <a:gd name="connsiteX2" fmla="*/ 41628 w 3061617"/>
                <a:gd name="connsiteY2" fmla="*/ 2066041 h 3774861"/>
                <a:gd name="connsiteX3" fmla="*/ 2991254 w 3061617"/>
                <a:gd name="connsiteY3" fmla="*/ 3768882 h 3774861"/>
                <a:gd name="connsiteX4" fmla="*/ 3034185 w 3061617"/>
                <a:gd name="connsiteY4" fmla="*/ 3745634 h 3774861"/>
                <a:gd name="connsiteX5" fmla="*/ 3061617 w 3061617"/>
                <a:gd name="connsiteY5" fmla="*/ 1751876 h 3774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1617" h="3774861">
                  <a:moveTo>
                    <a:pt x="27432" y="0"/>
                  </a:moveTo>
                  <a:lnTo>
                    <a:pt x="0" y="1993758"/>
                  </a:lnTo>
                  <a:cubicBezTo>
                    <a:pt x="1378" y="2023164"/>
                    <a:pt x="16885" y="2050091"/>
                    <a:pt x="41628" y="2066041"/>
                  </a:cubicBezTo>
                  <a:lnTo>
                    <a:pt x="2991254" y="3768882"/>
                  </a:lnTo>
                  <a:cubicBezTo>
                    <a:pt x="3014503" y="3782598"/>
                    <a:pt x="3033842" y="3771831"/>
                    <a:pt x="3034185" y="3745634"/>
                  </a:cubicBezTo>
                  <a:lnTo>
                    <a:pt x="3061617" y="1751876"/>
                  </a:lnTo>
                  <a:close/>
                </a:path>
              </a:pathLst>
            </a:custGeom>
            <a:solidFill>
              <a:srgbClr val="D8DEE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13E3021-3BE0-157C-B1D5-C7C31B42C754}"/>
                </a:ext>
              </a:extLst>
            </p:cNvPr>
            <p:cNvSpPr/>
            <p:nvPr/>
          </p:nvSpPr>
          <p:spPr>
            <a:xfrm>
              <a:off x="7513548" y="3299040"/>
              <a:ext cx="51777" cy="426704"/>
            </a:xfrm>
            <a:custGeom>
              <a:avLst/>
              <a:gdLst>
                <a:gd name="connsiteX0" fmla="*/ 4046 w 51777"/>
                <a:gd name="connsiteY0" fmla="*/ 28392 h 426704"/>
                <a:gd name="connsiteX1" fmla="*/ 0 w 51777"/>
                <a:gd name="connsiteY1" fmla="*/ 321983 h 426704"/>
                <a:gd name="connsiteX2" fmla="*/ 45469 w 51777"/>
                <a:gd name="connsiteY2" fmla="*/ 426705 h 426704"/>
                <a:gd name="connsiteX3" fmla="*/ 51778 w 51777"/>
                <a:gd name="connsiteY3" fmla="*/ 0 h 426704"/>
                <a:gd name="connsiteX4" fmla="*/ 4046 w 51777"/>
                <a:gd name="connsiteY4" fmla="*/ 28392 h 426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77" h="426704">
                  <a:moveTo>
                    <a:pt x="4046" y="28392"/>
                  </a:moveTo>
                  <a:lnTo>
                    <a:pt x="0" y="321983"/>
                  </a:lnTo>
                  <a:lnTo>
                    <a:pt x="45469" y="426705"/>
                  </a:lnTo>
                  <a:lnTo>
                    <a:pt x="51778" y="0"/>
                  </a:lnTo>
                  <a:lnTo>
                    <a:pt x="4046" y="28392"/>
                  </a:lnTo>
                  <a:close/>
                </a:path>
              </a:pathLst>
            </a:custGeom>
            <a:solidFill>
              <a:srgbClr val="A2ABA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85D76FD-EB52-D0A4-C9A8-43FDA0C5CF4D}"/>
                </a:ext>
              </a:extLst>
            </p:cNvPr>
            <p:cNvSpPr/>
            <p:nvPr/>
          </p:nvSpPr>
          <p:spPr>
            <a:xfrm>
              <a:off x="7294709" y="3119772"/>
              <a:ext cx="47320" cy="106299"/>
            </a:xfrm>
            <a:custGeom>
              <a:avLst/>
              <a:gdLst>
                <a:gd name="connsiteX0" fmla="*/ 1098 w 47320"/>
                <a:gd name="connsiteY0" fmla="*/ 0 h 106299"/>
                <a:gd name="connsiteX1" fmla="*/ 0 w 47320"/>
                <a:gd name="connsiteY1" fmla="*/ 79004 h 106299"/>
                <a:gd name="connsiteX2" fmla="*/ 47320 w 47320"/>
                <a:gd name="connsiteY2" fmla="*/ 106299 h 106299"/>
                <a:gd name="connsiteX3" fmla="*/ 1098 w 47320"/>
                <a:gd name="connsiteY3" fmla="*/ 0 h 106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20" h="106299">
                  <a:moveTo>
                    <a:pt x="1098" y="0"/>
                  </a:moveTo>
                  <a:lnTo>
                    <a:pt x="0" y="79004"/>
                  </a:lnTo>
                  <a:lnTo>
                    <a:pt x="47320" y="106299"/>
                  </a:lnTo>
                  <a:lnTo>
                    <a:pt x="1098" y="0"/>
                  </a:lnTo>
                  <a:close/>
                </a:path>
              </a:pathLst>
            </a:custGeom>
            <a:solidFill>
              <a:srgbClr val="9EA2A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91188F4-9440-EB5B-F7E4-66C66CA410B6}"/>
                </a:ext>
              </a:extLst>
            </p:cNvPr>
            <p:cNvSpPr/>
            <p:nvPr/>
          </p:nvSpPr>
          <p:spPr>
            <a:xfrm>
              <a:off x="7266729" y="3198639"/>
              <a:ext cx="246819" cy="2151628"/>
            </a:xfrm>
            <a:custGeom>
              <a:avLst/>
              <a:gdLst>
                <a:gd name="connsiteX0" fmla="*/ 75301 w 246819"/>
                <a:gd name="connsiteY0" fmla="*/ 27432 h 2151628"/>
                <a:gd name="connsiteX1" fmla="*/ 27980 w 246819"/>
                <a:gd name="connsiteY1" fmla="*/ 0 h 2151628"/>
                <a:gd name="connsiteX2" fmla="*/ 0 w 246819"/>
                <a:gd name="connsiteY2" fmla="*/ 2041558 h 2151628"/>
                <a:gd name="connsiteX3" fmla="*/ 180297 w 246819"/>
                <a:gd name="connsiteY3" fmla="*/ 2145800 h 2151628"/>
                <a:gd name="connsiteX4" fmla="*/ 199430 w 246819"/>
                <a:gd name="connsiteY4" fmla="*/ 2151629 h 2151628"/>
                <a:gd name="connsiteX5" fmla="*/ 211706 w 246819"/>
                <a:gd name="connsiteY5" fmla="*/ 2147926 h 2151628"/>
                <a:gd name="connsiteX6" fmla="*/ 210609 w 246819"/>
                <a:gd name="connsiteY6" fmla="*/ 2148680 h 2151628"/>
                <a:gd name="connsiteX7" fmla="*/ 213352 w 246819"/>
                <a:gd name="connsiteY7" fmla="*/ 2147034 h 2151628"/>
                <a:gd name="connsiteX8" fmla="*/ 223228 w 246819"/>
                <a:gd name="connsiteY8" fmla="*/ 2122551 h 2151628"/>
                <a:gd name="connsiteX9" fmla="*/ 246819 w 246819"/>
                <a:gd name="connsiteY9" fmla="*/ 422384 h 215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819" h="2151628">
                  <a:moveTo>
                    <a:pt x="75301" y="27432"/>
                  </a:moveTo>
                  <a:lnTo>
                    <a:pt x="27980" y="0"/>
                  </a:lnTo>
                  <a:lnTo>
                    <a:pt x="0" y="2041558"/>
                  </a:lnTo>
                  <a:lnTo>
                    <a:pt x="180297" y="2145800"/>
                  </a:lnTo>
                  <a:cubicBezTo>
                    <a:pt x="186053" y="2149387"/>
                    <a:pt x="192652" y="2151397"/>
                    <a:pt x="199430" y="2151629"/>
                  </a:cubicBezTo>
                  <a:cubicBezTo>
                    <a:pt x="203800" y="2151644"/>
                    <a:pt x="208074" y="2150355"/>
                    <a:pt x="211706" y="2147926"/>
                  </a:cubicBezTo>
                  <a:lnTo>
                    <a:pt x="210609" y="2148680"/>
                  </a:lnTo>
                  <a:lnTo>
                    <a:pt x="213352" y="2147034"/>
                  </a:lnTo>
                  <a:cubicBezTo>
                    <a:pt x="220186" y="2140793"/>
                    <a:pt x="223819" y="2131787"/>
                    <a:pt x="223228" y="2122551"/>
                  </a:cubicBezTo>
                  <a:lnTo>
                    <a:pt x="246819" y="422384"/>
                  </a:lnTo>
                  <a:close/>
                </a:path>
              </a:pathLst>
            </a:custGeom>
            <a:solidFill>
              <a:srgbClr val="B6BCB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E80FAAC-690E-0D4D-E5B7-C67E0EBF44F0}"/>
                </a:ext>
              </a:extLst>
            </p:cNvPr>
            <p:cNvSpPr/>
            <p:nvPr/>
          </p:nvSpPr>
          <p:spPr>
            <a:xfrm>
              <a:off x="4826104" y="1414942"/>
              <a:ext cx="2397968" cy="1667934"/>
            </a:xfrm>
            <a:custGeom>
              <a:avLst/>
              <a:gdLst>
                <a:gd name="connsiteX0" fmla="*/ 3909 w 2397968"/>
                <a:gd name="connsiteY0" fmla="*/ 0 h 1667934"/>
                <a:gd name="connsiteX1" fmla="*/ 0 w 2397968"/>
                <a:gd name="connsiteY1" fmla="*/ 285773 h 1667934"/>
                <a:gd name="connsiteX2" fmla="*/ 2393991 w 2397968"/>
                <a:gd name="connsiteY2" fmla="*/ 1667934 h 1667934"/>
                <a:gd name="connsiteX3" fmla="*/ 2397968 w 2397968"/>
                <a:gd name="connsiteY3" fmla="*/ 1382161 h 1667934"/>
                <a:gd name="connsiteX4" fmla="*/ 3909 w 2397968"/>
                <a:gd name="connsiteY4" fmla="*/ 0 h 1667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7968" h="1667934">
                  <a:moveTo>
                    <a:pt x="3909" y="0"/>
                  </a:moveTo>
                  <a:lnTo>
                    <a:pt x="0" y="285773"/>
                  </a:lnTo>
                  <a:lnTo>
                    <a:pt x="2393991" y="1667934"/>
                  </a:lnTo>
                  <a:lnTo>
                    <a:pt x="2397968" y="1382161"/>
                  </a:lnTo>
                  <a:lnTo>
                    <a:pt x="3909" y="0"/>
                  </a:lnTo>
                  <a:close/>
                </a:path>
              </a:pathLst>
            </a:custGeom>
            <a:solidFill>
              <a:srgbClr val="D8DEE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3EAEB59-97AC-C5CC-1250-C3CF939120DC}"/>
                </a:ext>
              </a:extLst>
            </p:cNvPr>
            <p:cNvSpPr/>
            <p:nvPr/>
          </p:nvSpPr>
          <p:spPr>
            <a:xfrm>
              <a:off x="4518179" y="1205963"/>
              <a:ext cx="73037" cy="92725"/>
            </a:xfrm>
            <a:custGeom>
              <a:avLst/>
              <a:gdLst>
                <a:gd name="connsiteX0" fmla="*/ 37102 w 73037"/>
                <a:gd name="connsiteY0" fmla="*/ 5090 h 92725"/>
                <a:gd name="connsiteX1" fmla="*/ 73038 w 73037"/>
                <a:gd name="connsiteY1" fmla="*/ 67430 h 92725"/>
                <a:gd name="connsiteX2" fmla="*/ 36005 w 73037"/>
                <a:gd name="connsiteY2" fmla="*/ 87592 h 92725"/>
                <a:gd name="connsiteX3" fmla="*/ 0 w 73037"/>
                <a:gd name="connsiteY3" fmla="*/ 25253 h 92725"/>
                <a:gd name="connsiteX4" fmla="*/ 37102 w 73037"/>
                <a:gd name="connsiteY4" fmla="*/ 5090 h 9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7" h="92725">
                  <a:moveTo>
                    <a:pt x="37102" y="5090"/>
                  </a:moveTo>
                  <a:cubicBezTo>
                    <a:pt x="58465" y="18828"/>
                    <a:pt x="71856" y="42058"/>
                    <a:pt x="73038" y="67430"/>
                  </a:cubicBezTo>
                  <a:cubicBezTo>
                    <a:pt x="73038" y="90267"/>
                    <a:pt x="56167" y="99319"/>
                    <a:pt x="36005" y="87592"/>
                  </a:cubicBezTo>
                  <a:cubicBezTo>
                    <a:pt x="14581" y="73903"/>
                    <a:pt x="1152" y="50651"/>
                    <a:pt x="0" y="25253"/>
                  </a:cubicBezTo>
                  <a:cubicBezTo>
                    <a:pt x="480" y="2484"/>
                    <a:pt x="16871" y="-6568"/>
                    <a:pt x="37102" y="5090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95430D8-27EF-1CEE-5E90-16DD79D73F11}"/>
                </a:ext>
              </a:extLst>
            </p:cNvPr>
            <p:cNvSpPr/>
            <p:nvPr/>
          </p:nvSpPr>
          <p:spPr>
            <a:xfrm>
              <a:off x="4618718" y="1263810"/>
              <a:ext cx="73106" cy="92493"/>
            </a:xfrm>
            <a:custGeom>
              <a:avLst/>
              <a:gdLst>
                <a:gd name="connsiteX0" fmla="*/ 37102 w 73106"/>
                <a:gd name="connsiteY0" fmla="*/ 4919 h 92493"/>
                <a:gd name="connsiteX1" fmla="*/ 73106 w 73106"/>
                <a:gd name="connsiteY1" fmla="*/ 67258 h 92493"/>
                <a:gd name="connsiteX2" fmla="*/ 36005 w 73106"/>
                <a:gd name="connsiteY2" fmla="*/ 87421 h 92493"/>
                <a:gd name="connsiteX3" fmla="*/ 0 w 73106"/>
                <a:gd name="connsiteY3" fmla="*/ 25082 h 92493"/>
                <a:gd name="connsiteX4" fmla="*/ 37102 w 73106"/>
                <a:gd name="connsiteY4" fmla="*/ 4919 h 9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06" h="92493">
                  <a:moveTo>
                    <a:pt x="37102" y="4919"/>
                  </a:moveTo>
                  <a:cubicBezTo>
                    <a:pt x="58491" y="18641"/>
                    <a:pt x="71909" y="41874"/>
                    <a:pt x="73106" y="67258"/>
                  </a:cubicBezTo>
                  <a:cubicBezTo>
                    <a:pt x="73106" y="90096"/>
                    <a:pt x="56167" y="99011"/>
                    <a:pt x="36005" y="87421"/>
                  </a:cubicBezTo>
                  <a:cubicBezTo>
                    <a:pt x="14598" y="73715"/>
                    <a:pt x="1174" y="50473"/>
                    <a:pt x="0" y="25082"/>
                  </a:cubicBezTo>
                  <a:cubicBezTo>
                    <a:pt x="69" y="2588"/>
                    <a:pt x="16528" y="-6465"/>
                    <a:pt x="37102" y="4919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69AE94C-5ACE-0918-40EB-4F2581AD9782}"/>
                </a:ext>
              </a:extLst>
            </p:cNvPr>
            <p:cNvSpPr/>
            <p:nvPr/>
          </p:nvSpPr>
          <p:spPr>
            <a:xfrm>
              <a:off x="4718707" y="1321795"/>
              <a:ext cx="73174" cy="92695"/>
            </a:xfrm>
            <a:custGeom>
              <a:avLst/>
              <a:gdLst>
                <a:gd name="connsiteX0" fmla="*/ 37102 w 73174"/>
                <a:gd name="connsiteY0" fmla="*/ 5090 h 92695"/>
                <a:gd name="connsiteX1" fmla="*/ 73175 w 73174"/>
                <a:gd name="connsiteY1" fmla="*/ 67430 h 92695"/>
                <a:gd name="connsiteX2" fmla="*/ 35936 w 73174"/>
                <a:gd name="connsiteY2" fmla="*/ 87592 h 92695"/>
                <a:gd name="connsiteX3" fmla="*/ 0 w 73174"/>
                <a:gd name="connsiteY3" fmla="*/ 25253 h 92695"/>
                <a:gd name="connsiteX4" fmla="*/ 37102 w 73174"/>
                <a:gd name="connsiteY4" fmla="*/ 5090 h 9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74" h="92695">
                  <a:moveTo>
                    <a:pt x="37102" y="5090"/>
                  </a:moveTo>
                  <a:cubicBezTo>
                    <a:pt x="58492" y="18821"/>
                    <a:pt x="71928" y="42042"/>
                    <a:pt x="73175" y="67430"/>
                  </a:cubicBezTo>
                  <a:cubicBezTo>
                    <a:pt x="73175" y="90267"/>
                    <a:pt x="56235" y="99251"/>
                    <a:pt x="35936" y="87592"/>
                  </a:cubicBezTo>
                  <a:cubicBezTo>
                    <a:pt x="14590" y="73838"/>
                    <a:pt x="1204" y="50618"/>
                    <a:pt x="0" y="25253"/>
                  </a:cubicBezTo>
                  <a:cubicBezTo>
                    <a:pt x="343" y="2484"/>
                    <a:pt x="16939" y="-6568"/>
                    <a:pt x="37102" y="5090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1675CD0-7177-A37F-A164-905B8CD47A36}"/>
                </a:ext>
              </a:extLst>
            </p:cNvPr>
            <p:cNvSpPr/>
            <p:nvPr/>
          </p:nvSpPr>
          <p:spPr>
            <a:xfrm>
              <a:off x="5103235" y="1676575"/>
              <a:ext cx="130370" cy="158831"/>
            </a:xfrm>
            <a:custGeom>
              <a:avLst/>
              <a:gdLst>
                <a:gd name="connsiteX0" fmla="*/ 98824 w 130370"/>
                <a:gd name="connsiteY0" fmla="*/ 101156 h 158831"/>
                <a:gd name="connsiteX1" fmla="*/ 92583 w 130370"/>
                <a:gd name="connsiteY1" fmla="*/ 131194 h 158831"/>
                <a:gd name="connsiteX2" fmla="*/ 92240 w 130370"/>
                <a:gd name="connsiteY2" fmla="*/ 131194 h 158831"/>
                <a:gd name="connsiteX3" fmla="*/ 85382 w 130370"/>
                <a:gd name="connsiteY3" fmla="*/ 93680 h 158831"/>
                <a:gd name="connsiteX4" fmla="*/ 74958 w 130370"/>
                <a:gd name="connsiteY4" fmla="*/ 43068 h 158831"/>
                <a:gd name="connsiteX5" fmla="*/ 56784 w 130370"/>
                <a:gd name="connsiteY5" fmla="*/ 32576 h 158831"/>
                <a:gd name="connsiteX6" fmla="*/ 44714 w 130370"/>
                <a:gd name="connsiteY6" fmla="*/ 71529 h 158831"/>
                <a:gd name="connsiteX7" fmla="*/ 37033 w 130370"/>
                <a:gd name="connsiteY7" fmla="*/ 99441 h 158831"/>
                <a:gd name="connsiteX8" fmla="*/ 36690 w 130370"/>
                <a:gd name="connsiteY8" fmla="*/ 99441 h 158831"/>
                <a:gd name="connsiteX9" fmla="*/ 31478 w 130370"/>
                <a:gd name="connsiteY9" fmla="*/ 63848 h 158831"/>
                <a:gd name="connsiteX10" fmla="*/ 22837 w 130370"/>
                <a:gd name="connsiteY10" fmla="*/ 13236 h 158831"/>
                <a:gd name="connsiteX11" fmla="*/ 0 w 130370"/>
                <a:gd name="connsiteY11" fmla="*/ 0 h 158831"/>
                <a:gd name="connsiteX12" fmla="*/ 24757 w 130370"/>
                <a:gd name="connsiteY12" fmla="*/ 114872 h 158831"/>
                <a:gd name="connsiteX13" fmla="*/ 45331 w 130370"/>
                <a:gd name="connsiteY13" fmla="*/ 126873 h 158831"/>
                <a:gd name="connsiteX14" fmla="*/ 57196 w 130370"/>
                <a:gd name="connsiteY14" fmla="*/ 92583 h 158831"/>
                <a:gd name="connsiteX15" fmla="*/ 64054 w 130370"/>
                <a:gd name="connsiteY15" fmla="*/ 64465 h 158831"/>
                <a:gd name="connsiteX16" fmla="*/ 64397 w 130370"/>
                <a:gd name="connsiteY16" fmla="*/ 64465 h 158831"/>
                <a:gd name="connsiteX17" fmla="*/ 70706 w 130370"/>
                <a:gd name="connsiteY17" fmla="*/ 100264 h 158831"/>
                <a:gd name="connsiteX18" fmla="*/ 80650 w 130370"/>
                <a:gd name="connsiteY18" fmla="*/ 146898 h 158831"/>
                <a:gd name="connsiteX19" fmla="*/ 101224 w 130370"/>
                <a:gd name="connsiteY19" fmla="*/ 158831 h 158831"/>
                <a:gd name="connsiteX20" fmla="*/ 130371 w 130370"/>
                <a:gd name="connsiteY20" fmla="*/ 75095 h 158831"/>
                <a:gd name="connsiteX21" fmla="*/ 108425 w 130370"/>
                <a:gd name="connsiteY21" fmla="*/ 62476 h 1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0370" h="158831">
                  <a:moveTo>
                    <a:pt x="98824" y="101156"/>
                  </a:moveTo>
                  <a:cubicBezTo>
                    <a:pt x="96355" y="111511"/>
                    <a:pt x="94160" y="121181"/>
                    <a:pt x="92583" y="131194"/>
                  </a:cubicBezTo>
                  <a:lnTo>
                    <a:pt x="92240" y="131194"/>
                  </a:lnTo>
                  <a:cubicBezTo>
                    <a:pt x="90389" y="119192"/>
                    <a:pt x="88194" y="106985"/>
                    <a:pt x="85382" y="93680"/>
                  </a:cubicBezTo>
                  <a:lnTo>
                    <a:pt x="74958" y="43068"/>
                  </a:lnTo>
                  <a:lnTo>
                    <a:pt x="56784" y="32576"/>
                  </a:lnTo>
                  <a:lnTo>
                    <a:pt x="44714" y="71529"/>
                  </a:lnTo>
                  <a:cubicBezTo>
                    <a:pt x="42040" y="80239"/>
                    <a:pt x="39022" y="89634"/>
                    <a:pt x="37033" y="99441"/>
                  </a:cubicBezTo>
                  <a:lnTo>
                    <a:pt x="36690" y="99441"/>
                  </a:lnTo>
                  <a:cubicBezTo>
                    <a:pt x="35182" y="87645"/>
                    <a:pt x="33330" y="75644"/>
                    <a:pt x="31478" y="63848"/>
                  </a:cubicBezTo>
                  <a:lnTo>
                    <a:pt x="22837" y="13236"/>
                  </a:lnTo>
                  <a:lnTo>
                    <a:pt x="0" y="0"/>
                  </a:lnTo>
                  <a:lnTo>
                    <a:pt x="24757" y="114872"/>
                  </a:lnTo>
                  <a:lnTo>
                    <a:pt x="45331" y="126873"/>
                  </a:lnTo>
                  <a:lnTo>
                    <a:pt x="57196" y="92583"/>
                  </a:lnTo>
                  <a:cubicBezTo>
                    <a:pt x="60146" y="83385"/>
                    <a:pt x="62438" y="73989"/>
                    <a:pt x="64054" y="64465"/>
                  </a:cubicBezTo>
                  <a:lnTo>
                    <a:pt x="64397" y="64465"/>
                  </a:lnTo>
                  <a:cubicBezTo>
                    <a:pt x="66180" y="77701"/>
                    <a:pt x="68100" y="88262"/>
                    <a:pt x="70706" y="100264"/>
                  </a:cubicBezTo>
                  <a:lnTo>
                    <a:pt x="80650" y="146898"/>
                  </a:lnTo>
                  <a:lnTo>
                    <a:pt x="101224" y="158831"/>
                  </a:lnTo>
                  <a:lnTo>
                    <a:pt x="130371" y="75095"/>
                  </a:lnTo>
                  <a:lnTo>
                    <a:pt x="108425" y="62476"/>
                  </a:ln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E64B310F-45CB-D9D7-F288-94DF032672F3}"/>
                </a:ext>
              </a:extLst>
            </p:cNvPr>
            <p:cNvSpPr/>
            <p:nvPr/>
          </p:nvSpPr>
          <p:spPr>
            <a:xfrm>
              <a:off x="5514921" y="1989838"/>
              <a:ext cx="27432" cy="36490"/>
            </a:xfrm>
            <a:custGeom>
              <a:avLst/>
              <a:gdLst>
                <a:gd name="connsiteX0" fmla="*/ 13716 w 27432"/>
                <a:gd name="connsiteY0" fmla="*/ 2068 h 36490"/>
                <a:gd name="connsiteX1" fmla="*/ 0 w 27432"/>
                <a:gd name="connsiteY1" fmla="*/ 10297 h 36490"/>
                <a:gd name="connsiteX2" fmla="*/ 13716 w 27432"/>
                <a:gd name="connsiteY2" fmla="*/ 34369 h 36490"/>
                <a:gd name="connsiteX3" fmla="*/ 27432 w 27432"/>
                <a:gd name="connsiteY3" fmla="*/ 26208 h 36490"/>
                <a:gd name="connsiteX4" fmla="*/ 13716 w 27432"/>
                <a:gd name="connsiteY4" fmla="*/ 2068 h 3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" h="36490">
                  <a:moveTo>
                    <a:pt x="13716" y="2068"/>
                  </a:moveTo>
                  <a:cubicBezTo>
                    <a:pt x="5761" y="-2596"/>
                    <a:pt x="0" y="833"/>
                    <a:pt x="0" y="10297"/>
                  </a:cubicBezTo>
                  <a:cubicBezTo>
                    <a:pt x="147" y="20141"/>
                    <a:pt x="5322" y="29224"/>
                    <a:pt x="13716" y="34369"/>
                  </a:cubicBezTo>
                  <a:cubicBezTo>
                    <a:pt x="22083" y="39238"/>
                    <a:pt x="27432" y="35398"/>
                    <a:pt x="27432" y="26208"/>
                  </a:cubicBezTo>
                  <a:cubicBezTo>
                    <a:pt x="27415" y="16311"/>
                    <a:pt x="22209" y="7149"/>
                    <a:pt x="13716" y="2068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0B89672-CF1D-7D0C-B29B-F6D809369952}"/>
                </a:ext>
              </a:extLst>
            </p:cNvPr>
            <p:cNvSpPr/>
            <p:nvPr/>
          </p:nvSpPr>
          <p:spPr>
            <a:xfrm>
              <a:off x="5380847" y="1836915"/>
              <a:ext cx="130370" cy="158899"/>
            </a:xfrm>
            <a:custGeom>
              <a:avLst/>
              <a:gdLst>
                <a:gd name="connsiteX0" fmla="*/ 98961 w 130370"/>
                <a:gd name="connsiteY0" fmla="*/ 101156 h 158899"/>
                <a:gd name="connsiteX1" fmla="*/ 92720 w 130370"/>
                <a:gd name="connsiteY1" fmla="*/ 131194 h 158899"/>
                <a:gd name="connsiteX2" fmla="*/ 92309 w 130370"/>
                <a:gd name="connsiteY2" fmla="*/ 131194 h 158899"/>
                <a:gd name="connsiteX3" fmla="*/ 85451 w 130370"/>
                <a:gd name="connsiteY3" fmla="*/ 93680 h 158899"/>
                <a:gd name="connsiteX4" fmla="*/ 74958 w 130370"/>
                <a:gd name="connsiteY4" fmla="*/ 43068 h 158899"/>
                <a:gd name="connsiteX5" fmla="*/ 56853 w 130370"/>
                <a:gd name="connsiteY5" fmla="*/ 32576 h 158899"/>
                <a:gd name="connsiteX6" fmla="*/ 44783 w 130370"/>
                <a:gd name="connsiteY6" fmla="*/ 71529 h 158899"/>
                <a:gd name="connsiteX7" fmla="*/ 37102 w 130370"/>
                <a:gd name="connsiteY7" fmla="*/ 99441 h 158899"/>
                <a:gd name="connsiteX8" fmla="*/ 36690 w 130370"/>
                <a:gd name="connsiteY8" fmla="*/ 99441 h 158899"/>
                <a:gd name="connsiteX9" fmla="*/ 31547 w 130370"/>
                <a:gd name="connsiteY9" fmla="*/ 63779 h 158899"/>
                <a:gd name="connsiteX10" fmla="*/ 22906 w 130370"/>
                <a:gd name="connsiteY10" fmla="*/ 13236 h 158899"/>
                <a:gd name="connsiteX11" fmla="*/ 0 w 130370"/>
                <a:gd name="connsiteY11" fmla="*/ 0 h 158899"/>
                <a:gd name="connsiteX12" fmla="*/ 24757 w 130370"/>
                <a:gd name="connsiteY12" fmla="*/ 114803 h 158899"/>
                <a:gd name="connsiteX13" fmla="*/ 45331 w 130370"/>
                <a:gd name="connsiteY13" fmla="*/ 126873 h 158899"/>
                <a:gd name="connsiteX14" fmla="*/ 57196 w 130370"/>
                <a:gd name="connsiteY14" fmla="*/ 92583 h 158899"/>
                <a:gd name="connsiteX15" fmla="*/ 64054 w 130370"/>
                <a:gd name="connsiteY15" fmla="*/ 64465 h 158899"/>
                <a:gd name="connsiteX16" fmla="*/ 64397 w 130370"/>
                <a:gd name="connsiteY16" fmla="*/ 64465 h 158899"/>
                <a:gd name="connsiteX17" fmla="*/ 70706 w 130370"/>
                <a:gd name="connsiteY17" fmla="*/ 100333 h 158899"/>
                <a:gd name="connsiteX18" fmla="*/ 80650 w 130370"/>
                <a:gd name="connsiteY18" fmla="*/ 146967 h 158899"/>
                <a:gd name="connsiteX19" fmla="*/ 101224 w 130370"/>
                <a:gd name="connsiteY19" fmla="*/ 158900 h 158899"/>
                <a:gd name="connsiteX20" fmla="*/ 130371 w 130370"/>
                <a:gd name="connsiteY20" fmla="*/ 75164 h 158899"/>
                <a:gd name="connsiteX21" fmla="*/ 108425 w 130370"/>
                <a:gd name="connsiteY21" fmla="*/ 62476 h 158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0370" h="158899">
                  <a:moveTo>
                    <a:pt x="98961" y="101156"/>
                  </a:moveTo>
                  <a:cubicBezTo>
                    <a:pt x="96423" y="111511"/>
                    <a:pt x="94298" y="121181"/>
                    <a:pt x="92720" y="131194"/>
                  </a:cubicBezTo>
                  <a:lnTo>
                    <a:pt x="92309" y="131194"/>
                  </a:lnTo>
                  <a:cubicBezTo>
                    <a:pt x="90457" y="119192"/>
                    <a:pt x="88262" y="106985"/>
                    <a:pt x="85451" y="93680"/>
                  </a:cubicBezTo>
                  <a:lnTo>
                    <a:pt x="74958" y="43068"/>
                  </a:lnTo>
                  <a:lnTo>
                    <a:pt x="56853" y="32576"/>
                  </a:lnTo>
                  <a:lnTo>
                    <a:pt x="44783" y="71529"/>
                  </a:lnTo>
                  <a:cubicBezTo>
                    <a:pt x="41701" y="80682"/>
                    <a:pt x="39137" y="90000"/>
                    <a:pt x="37102" y="99441"/>
                  </a:cubicBezTo>
                  <a:lnTo>
                    <a:pt x="36690" y="99441"/>
                  </a:lnTo>
                  <a:cubicBezTo>
                    <a:pt x="35250" y="87645"/>
                    <a:pt x="33398" y="75644"/>
                    <a:pt x="31547" y="63779"/>
                  </a:cubicBezTo>
                  <a:lnTo>
                    <a:pt x="22906" y="13236"/>
                  </a:lnTo>
                  <a:lnTo>
                    <a:pt x="0" y="0"/>
                  </a:lnTo>
                  <a:lnTo>
                    <a:pt x="24757" y="114803"/>
                  </a:lnTo>
                  <a:lnTo>
                    <a:pt x="45331" y="126873"/>
                  </a:lnTo>
                  <a:lnTo>
                    <a:pt x="57196" y="92583"/>
                  </a:lnTo>
                  <a:cubicBezTo>
                    <a:pt x="60154" y="83387"/>
                    <a:pt x="62446" y="73990"/>
                    <a:pt x="64054" y="64465"/>
                  </a:cubicBezTo>
                  <a:lnTo>
                    <a:pt x="64397" y="64465"/>
                  </a:lnTo>
                  <a:cubicBezTo>
                    <a:pt x="66248" y="77770"/>
                    <a:pt x="68100" y="88262"/>
                    <a:pt x="70706" y="100333"/>
                  </a:cubicBezTo>
                  <a:lnTo>
                    <a:pt x="80650" y="146967"/>
                  </a:lnTo>
                  <a:lnTo>
                    <a:pt x="101224" y="158900"/>
                  </a:lnTo>
                  <a:lnTo>
                    <a:pt x="130371" y="75164"/>
                  </a:lnTo>
                  <a:lnTo>
                    <a:pt x="108425" y="62476"/>
                  </a:ln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B920160-3A3E-F7CB-791E-265AD39C0535}"/>
                </a:ext>
              </a:extLst>
            </p:cNvPr>
            <p:cNvSpPr/>
            <p:nvPr/>
          </p:nvSpPr>
          <p:spPr>
            <a:xfrm>
              <a:off x="5554218" y="1947191"/>
              <a:ext cx="75712" cy="133182"/>
            </a:xfrm>
            <a:custGeom>
              <a:avLst/>
              <a:gdLst>
                <a:gd name="connsiteX0" fmla="*/ 74684 w 75712"/>
                <a:gd name="connsiteY0" fmla="*/ 108768 h 133182"/>
                <a:gd name="connsiteX1" fmla="*/ 75232 w 75712"/>
                <a:gd name="connsiteY1" fmla="*/ 72763 h 133182"/>
                <a:gd name="connsiteX2" fmla="*/ 39296 w 75712"/>
                <a:gd name="connsiteY2" fmla="*/ 9670 h 133182"/>
                <a:gd name="connsiteX3" fmla="*/ 7269 w 75712"/>
                <a:gd name="connsiteY3" fmla="*/ 0 h 133182"/>
                <a:gd name="connsiteX4" fmla="*/ 11384 w 75712"/>
                <a:gd name="connsiteY4" fmla="*/ 18928 h 133182"/>
                <a:gd name="connsiteX5" fmla="*/ 35250 w 75712"/>
                <a:gd name="connsiteY5" fmla="*/ 25306 h 133182"/>
                <a:gd name="connsiteX6" fmla="*/ 52944 w 75712"/>
                <a:gd name="connsiteY6" fmla="*/ 53081 h 133182"/>
                <a:gd name="connsiteX7" fmla="*/ 52944 w 75712"/>
                <a:gd name="connsiteY7" fmla="*/ 54727 h 133182"/>
                <a:gd name="connsiteX8" fmla="*/ 51984 w 75712"/>
                <a:gd name="connsiteY8" fmla="*/ 54178 h 133182"/>
                <a:gd name="connsiteX9" fmla="*/ 0 w 75712"/>
                <a:gd name="connsiteY9" fmla="*/ 62133 h 133182"/>
                <a:gd name="connsiteX10" fmla="*/ 27432 w 75712"/>
                <a:gd name="connsiteY10" fmla="*/ 107808 h 133182"/>
                <a:gd name="connsiteX11" fmla="*/ 53698 w 75712"/>
                <a:gd name="connsiteY11" fmla="*/ 109660 h 133182"/>
                <a:gd name="connsiteX12" fmla="*/ 54247 w 75712"/>
                <a:gd name="connsiteY12" fmla="*/ 109660 h 133182"/>
                <a:gd name="connsiteX13" fmla="*/ 55550 w 75712"/>
                <a:gd name="connsiteY13" fmla="*/ 121592 h 133182"/>
                <a:gd name="connsiteX14" fmla="*/ 75712 w 75712"/>
                <a:gd name="connsiteY14" fmla="*/ 133182 h 133182"/>
                <a:gd name="connsiteX15" fmla="*/ 74684 w 75712"/>
                <a:gd name="connsiteY15" fmla="*/ 108768 h 133182"/>
                <a:gd name="connsiteX16" fmla="*/ 53081 w 75712"/>
                <a:gd name="connsiteY16" fmla="*/ 85176 h 133182"/>
                <a:gd name="connsiteX17" fmla="*/ 52258 w 75712"/>
                <a:gd name="connsiteY17" fmla="*/ 90251 h 133182"/>
                <a:gd name="connsiteX18" fmla="*/ 34701 w 75712"/>
                <a:gd name="connsiteY18" fmla="*/ 93955 h 133182"/>
                <a:gd name="connsiteX19" fmla="*/ 22151 w 75712"/>
                <a:gd name="connsiteY19" fmla="*/ 72215 h 133182"/>
                <a:gd name="connsiteX20" fmla="*/ 51161 w 75712"/>
                <a:gd name="connsiteY20" fmla="*/ 70157 h 133182"/>
                <a:gd name="connsiteX21" fmla="*/ 53287 w 75712"/>
                <a:gd name="connsiteY21" fmla="*/ 71392 h 133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5712" h="133182">
                  <a:moveTo>
                    <a:pt x="74684" y="108768"/>
                  </a:moveTo>
                  <a:lnTo>
                    <a:pt x="75232" y="72763"/>
                  </a:lnTo>
                  <a:cubicBezTo>
                    <a:pt x="76283" y="46596"/>
                    <a:pt x="62339" y="22115"/>
                    <a:pt x="39296" y="9670"/>
                  </a:cubicBezTo>
                  <a:cubicBezTo>
                    <a:pt x="29800" y="3375"/>
                    <a:pt x="18663" y="13"/>
                    <a:pt x="7269" y="0"/>
                  </a:cubicBezTo>
                  <a:lnTo>
                    <a:pt x="11384" y="18928"/>
                  </a:lnTo>
                  <a:cubicBezTo>
                    <a:pt x="19805" y="18560"/>
                    <a:pt x="28136" y="20786"/>
                    <a:pt x="35250" y="25306"/>
                  </a:cubicBezTo>
                  <a:cubicBezTo>
                    <a:pt x="45985" y="30407"/>
                    <a:pt x="52858" y="41196"/>
                    <a:pt x="52944" y="53081"/>
                  </a:cubicBezTo>
                  <a:lnTo>
                    <a:pt x="52944" y="54727"/>
                  </a:lnTo>
                  <a:lnTo>
                    <a:pt x="51984" y="54178"/>
                  </a:lnTo>
                  <a:cubicBezTo>
                    <a:pt x="19888" y="35662"/>
                    <a:pt x="343" y="37170"/>
                    <a:pt x="0" y="62133"/>
                  </a:cubicBezTo>
                  <a:cubicBezTo>
                    <a:pt x="783" y="81032"/>
                    <a:pt x="11116" y="98238"/>
                    <a:pt x="27432" y="107808"/>
                  </a:cubicBezTo>
                  <a:cubicBezTo>
                    <a:pt x="38816" y="114666"/>
                    <a:pt x="48006" y="114254"/>
                    <a:pt x="53698" y="109660"/>
                  </a:cubicBezTo>
                  <a:lnTo>
                    <a:pt x="54247" y="109660"/>
                  </a:lnTo>
                  <a:lnTo>
                    <a:pt x="55550" y="121592"/>
                  </a:lnTo>
                  <a:lnTo>
                    <a:pt x="75712" y="133182"/>
                  </a:lnTo>
                  <a:cubicBezTo>
                    <a:pt x="74888" y="125072"/>
                    <a:pt x="74544" y="116919"/>
                    <a:pt x="74684" y="108768"/>
                  </a:cubicBezTo>
                  <a:close/>
                  <a:moveTo>
                    <a:pt x="53081" y="85176"/>
                  </a:moveTo>
                  <a:cubicBezTo>
                    <a:pt x="53115" y="86904"/>
                    <a:pt x="52836" y="88623"/>
                    <a:pt x="52258" y="90251"/>
                  </a:cubicBezTo>
                  <a:cubicBezTo>
                    <a:pt x="50201" y="96286"/>
                    <a:pt x="43617" y="99098"/>
                    <a:pt x="34701" y="93955"/>
                  </a:cubicBezTo>
                  <a:cubicBezTo>
                    <a:pt x="26850" y="89556"/>
                    <a:pt x="22034" y="81214"/>
                    <a:pt x="22151" y="72215"/>
                  </a:cubicBezTo>
                  <a:cubicBezTo>
                    <a:pt x="22151" y="57744"/>
                    <a:pt x="35867" y="61516"/>
                    <a:pt x="51161" y="70157"/>
                  </a:cubicBezTo>
                  <a:lnTo>
                    <a:pt x="53287" y="71392"/>
                  </a:ln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BFA4798-FBBE-A53E-125D-E158C87CF23C}"/>
                </a:ext>
              </a:extLst>
            </p:cNvPr>
            <p:cNvSpPr/>
            <p:nvPr/>
          </p:nvSpPr>
          <p:spPr>
            <a:xfrm>
              <a:off x="5652218" y="1993346"/>
              <a:ext cx="81130" cy="146349"/>
            </a:xfrm>
            <a:custGeom>
              <a:avLst/>
              <a:gdLst>
                <a:gd name="connsiteX0" fmla="*/ 49995 w 81130"/>
                <a:gd name="connsiteY0" fmla="*/ 26266 h 146349"/>
                <a:gd name="connsiteX1" fmla="*/ 21671 w 81130"/>
                <a:gd name="connsiteY1" fmla="*/ 27295 h 146349"/>
                <a:gd name="connsiteX2" fmla="*/ 21123 w 81130"/>
                <a:gd name="connsiteY2" fmla="*/ 26952 h 146349"/>
                <a:gd name="connsiteX3" fmla="*/ 20231 w 81130"/>
                <a:gd name="connsiteY3" fmla="*/ 11384 h 146349"/>
                <a:gd name="connsiteX4" fmla="*/ 617 w 81130"/>
                <a:gd name="connsiteY4" fmla="*/ 0 h 146349"/>
                <a:gd name="connsiteX5" fmla="*/ 960 w 81130"/>
                <a:gd name="connsiteY5" fmla="*/ 30175 h 146349"/>
                <a:gd name="connsiteX6" fmla="*/ 0 w 81130"/>
                <a:gd name="connsiteY6" fmla="*/ 100195 h 146349"/>
                <a:gd name="connsiteX7" fmla="*/ 22494 w 81130"/>
                <a:gd name="connsiteY7" fmla="*/ 113226 h 146349"/>
                <a:gd name="connsiteX8" fmla="*/ 23317 w 81130"/>
                <a:gd name="connsiteY8" fmla="*/ 54658 h 146349"/>
                <a:gd name="connsiteX9" fmla="*/ 24346 w 81130"/>
                <a:gd name="connsiteY9" fmla="*/ 46977 h 146349"/>
                <a:gd name="connsiteX10" fmla="*/ 41902 w 81130"/>
                <a:gd name="connsiteY10" fmla="*/ 42245 h 146349"/>
                <a:gd name="connsiteX11" fmla="*/ 58499 w 81130"/>
                <a:gd name="connsiteY11" fmla="*/ 77221 h 146349"/>
                <a:gd name="connsiteX12" fmla="*/ 57676 w 81130"/>
                <a:gd name="connsiteY12" fmla="*/ 133525 h 146349"/>
                <a:gd name="connsiteX13" fmla="*/ 80307 w 81130"/>
                <a:gd name="connsiteY13" fmla="*/ 146350 h 146349"/>
                <a:gd name="connsiteX14" fmla="*/ 81130 w 81130"/>
                <a:gd name="connsiteY14" fmla="*/ 87165 h 146349"/>
                <a:gd name="connsiteX15" fmla="*/ 49995 w 81130"/>
                <a:gd name="connsiteY15" fmla="*/ 26266 h 14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1130" h="146349">
                  <a:moveTo>
                    <a:pt x="49995" y="26266"/>
                  </a:moveTo>
                  <a:cubicBezTo>
                    <a:pt x="35319" y="17831"/>
                    <a:pt x="25580" y="21671"/>
                    <a:pt x="21671" y="27295"/>
                  </a:cubicBezTo>
                  <a:lnTo>
                    <a:pt x="21123" y="26952"/>
                  </a:lnTo>
                  <a:lnTo>
                    <a:pt x="20231" y="11384"/>
                  </a:lnTo>
                  <a:lnTo>
                    <a:pt x="617" y="0"/>
                  </a:lnTo>
                  <a:cubicBezTo>
                    <a:pt x="1029" y="8915"/>
                    <a:pt x="1097" y="18722"/>
                    <a:pt x="960" y="30175"/>
                  </a:cubicBezTo>
                  <a:lnTo>
                    <a:pt x="0" y="100195"/>
                  </a:lnTo>
                  <a:lnTo>
                    <a:pt x="22494" y="113226"/>
                  </a:lnTo>
                  <a:lnTo>
                    <a:pt x="23317" y="54658"/>
                  </a:lnTo>
                  <a:cubicBezTo>
                    <a:pt x="23250" y="52060"/>
                    <a:pt x="23597" y="49467"/>
                    <a:pt x="24346" y="46977"/>
                  </a:cubicBezTo>
                  <a:cubicBezTo>
                    <a:pt x="26746" y="40737"/>
                    <a:pt x="33055" y="37170"/>
                    <a:pt x="41902" y="42245"/>
                  </a:cubicBezTo>
                  <a:cubicBezTo>
                    <a:pt x="54110" y="49103"/>
                    <a:pt x="58704" y="62819"/>
                    <a:pt x="58499" y="77221"/>
                  </a:cubicBezTo>
                  <a:lnTo>
                    <a:pt x="57676" y="133525"/>
                  </a:lnTo>
                  <a:lnTo>
                    <a:pt x="80307" y="146350"/>
                  </a:lnTo>
                  <a:lnTo>
                    <a:pt x="81130" y="87165"/>
                  </a:lnTo>
                  <a:cubicBezTo>
                    <a:pt x="81267" y="55756"/>
                    <a:pt x="65494" y="35250"/>
                    <a:pt x="49995" y="26266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7463F93-B678-3EC0-C92A-CB0EC3366B78}"/>
                </a:ext>
              </a:extLst>
            </p:cNvPr>
            <p:cNvSpPr/>
            <p:nvPr/>
          </p:nvSpPr>
          <p:spPr>
            <a:xfrm>
              <a:off x="5744321" y="2046290"/>
              <a:ext cx="88399" cy="154685"/>
            </a:xfrm>
            <a:custGeom>
              <a:avLst/>
              <a:gdLst>
                <a:gd name="connsiteX0" fmla="*/ 49926 w 88399"/>
                <a:gd name="connsiteY0" fmla="*/ 82159 h 154685"/>
                <a:gd name="connsiteX1" fmla="*/ 44920 w 88399"/>
                <a:gd name="connsiteY1" fmla="*/ 99167 h 154685"/>
                <a:gd name="connsiteX2" fmla="*/ 44371 w 88399"/>
                <a:gd name="connsiteY2" fmla="*/ 99167 h 154685"/>
                <a:gd name="connsiteX3" fmla="*/ 39708 w 88399"/>
                <a:gd name="connsiteY3" fmla="*/ 76878 h 154685"/>
                <a:gd name="connsiteX4" fmla="*/ 24483 w 88399"/>
                <a:gd name="connsiteY4" fmla="*/ 14196 h 154685"/>
                <a:gd name="connsiteX5" fmla="*/ 0 w 88399"/>
                <a:gd name="connsiteY5" fmla="*/ 0 h 154685"/>
                <a:gd name="connsiteX6" fmla="*/ 31067 w 88399"/>
                <a:gd name="connsiteY6" fmla="*/ 110277 h 154685"/>
                <a:gd name="connsiteX7" fmla="*/ 32233 w 88399"/>
                <a:gd name="connsiteY7" fmla="*/ 115900 h 154685"/>
                <a:gd name="connsiteX8" fmla="*/ 30724 w 88399"/>
                <a:gd name="connsiteY8" fmla="*/ 119604 h 154685"/>
                <a:gd name="connsiteX9" fmla="*/ 18380 w 88399"/>
                <a:gd name="connsiteY9" fmla="*/ 128313 h 154685"/>
                <a:gd name="connsiteX10" fmla="*/ 5212 w 88399"/>
                <a:gd name="connsiteY10" fmla="*/ 127696 h 154685"/>
                <a:gd name="connsiteX11" fmla="*/ 10013 w 88399"/>
                <a:gd name="connsiteY11" fmla="*/ 151973 h 154685"/>
                <a:gd name="connsiteX12" fmla="*/ 33536 w 88399"/>
                <a:gd name="connsiteY12" fmla="*/ 152591 h 154685"/>
                <a:gd name="connsiteX13" fmla="*/ 65357 w 88399"/>
                <a:gd name="connsiteY13" fmla="*/ 106299 h 154685"/>
                <a:gd name="connsiteX14" fmla="*/ 88400 w 88399"/>
                <a:gd name="connsiteY14" fmla="*/ 51092 h 154685"/>
                <a:gd name="connsiteX15" fmla="*/ 64465 w 88399"/>
                <a:gd name="connsiteY15" fmla="*/ 37376 h 154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8399" h="154685">
                  <a:moveTo>
                    <a:pt x="49926" y="82159"/>
                  </a:moveTo>
                  <a:cubicBezTo>
                    <a:pt x="48143" y="87782"/>
                    <a:pt x="46497" y="94298"/>
                    <a:pt x="44920" y="99167"/>
                  </a:cubicBezTo>
                  <a:lnTo>
                    <a:pt x="44371" y="99167"/>
                  </a:lnTo>
                  <a:cubicBezTo>
                    <a:pt x="43205" y="92720"/>
                    <a:pt x="41491" y="84079"/>
                    <a:pt x="39708" y="76878"/>
                  </a:cubicBezTo>
                  <a:lnTo>
                    <a:pt x="24483" y="14196"/>
                  </a:lnTo>
                  <a:lnTo>
                    <a:pt x="0" y="0"/>
                  </a:lnTo>
                  <a:lnTo>
                    <a:pt x="31067" y="110277"/>
                  </a:lnTo>
                  <a:cubicBezTo>
                    <a:pt x="31774" y="112071"/>
                    <a:pt x="32168" y="113973"/>
                    <a:pt x="32233" y="115900"/>
                  </a:cubicBezTo>
                  <a:cubicBezTo>
                    <a:pt x="32145" y="117266"/>
                    <a:pt x="31615" y="118565"/>
                    <a:pt x="30724" y="119604"/>
                  </a:cubicBezTo>
                  <a:cubicBezTo>
                    <a:pt x="27978" y="124077"/>
                    <a:pt x="23515" y="127226"/>
                    <a:pt x="18380" y="128313"/>
                  </a:cubicBezTo>
                  <a:cubicBezTo>
                    <a:pt x="14015" y="129294"/>
                    <a:pt x="9466" y="129081"/>
                    <a:pt x="5212" y="127696"/>
                  </a:cubicBezTo>
                  <a:lnTo>
                    <a:pt x="10013" y="151973"/>
                  </a:lnTo>
                  <a:cubicBezTo>
                    <a:pt x="17445" y="155362"/>
                    <a:pt x="25936" y="155584"/>
                    <a:pt x="33536" y="152591"/>
                  </a:cubicBezTo>
                  <a:cubicBezTo>
                    <a:pt x="44234" y="148407"/>
                    <a:pt x="52601" y="136543"/>
                    <a:pt x="65357" y="106299"/>
                  </a:cubicBezTo>
                  <a:lnTo>
                    <a:pt x="88400" y="51092"/>
                  </a:lnTo>
                  <a:lnTo>
                    <a:pt x="64465" y="37376"/>
                  </a:ln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2404F58-0EF4-4BF4-D468-66E8623D4A3D}"/>
                </a:ext>
              </a:extLst>
            </p:cNvPr>
            <p:cNvSpPr/>
            <p:nvPr/>
          </p:nvSpPr>
          <p:spPr>
            <a:xfrm>
              <a:off x="5836973" y="2110480"/>
              <a:ext cx="75780" cy="133182"/>
            </a:xfrm>
            <a:custGeom>
              <a:avLst/>
              <a:gdLst>
                <a:gd name="connsiteX0" fmla="*/ 74752 w 75780"/>
                <a:gd name="connsiteY0" fmla="*/ 108768 h 133182"/>
                <a:gd name="connsiteX1" fmla="*/ 75301 w 75780"/>
                <a:gd name="connsiteY1" fmla="*/ 72695 h 133182"/>
                <a:gd name="connsiteX2" fmla="*/ 39296 w 75780"/>
                <a:gd name="connsiteY2" fmla="*/ 9670 h 133182"/>
                <a:gd name="connsiteX3" fmla="*/ 7269 w 75780"/>
                <a:gd name="connsiteY3" fmla="*/ 0 h 133182"/>
                <a:gd name="connsiteX4" fmla="*/ 11384 w 75780"/>
                <a:gd name="connsiteY4" fmla="*/ 18928 h 133182"/>
                <a:gd name="connsiteX5" fmla="*/ 35250 w 75780"/>
                <a:gd name="connsiteY5" fmla="*/ 25306 h 133182"/>
                <a:gd name="connsiteX6" fmla="*/ 53012 w 75780"/>
                <a:gd name="connsiteY6" fmla="*/ 53081 h 133182"/>
                <a:gd name="connsiteX7" fmla="*/ 53012 w 75780"/>
                <a:gd name="connsiteY7" fmla="*/ 54727 h 133182"/>
                <a:gd name="connsiteX8" fmla="*/ 52052 w 75780"/>
                <a:gd name="connsiteY8" fmla="*/ 54178 h 133182"/>
                <a:gd name="connsiteX9" fmla="*/ 0 w 75780"/>
                <a:gd name="connsiteY9" fmla="*/ 62065 h 133182"/>
                <a:gd name="connsiteX10" fmla="*/ 27432 w 75780"/>
                <a:gd name="connsiteY10" fmla="*/ 107808 h 133182"/>
                <a:gd name="connsiteX11" fmla="*/ 53767 w 75780"/>
                <a:gd name="connsiteY11" fmla="*/ 109660 h 133182"/>
                <a:gd name="connsiteX12" fmla="*/ 54315 w 75780"/>
                <a:gd name="connsiteY12" fmla="*/ 109660 h 133182"/>
                <a:gd name="connsiteX13" fmla="*/ 55618 w 75780"/>
                <a:gd name="connsiteY13" fmla="*/ 121524 h 133182"/>
                <a:gd name="connsiteX14" fmla="*/ 75781 w 75780"/>
                <a:gd name="connsiteY14" fmla="*/ 133182 h 133182"/>
                <a:gd name="connsiteX15" fmla="*/ 74752 w 75780"/>
                <a:gd name="connsiteY15" fmla="*/ 108768 h 133182"/>
                <a:gd name="connsiteX16" fmla="*/ 53287 w 75780"/>
                <a:gd name="connsiteY16" fmla="*/ 85108 h 133182"/>
                <a:gd name="connsiteX17" fmla="*/ 52464 w 75780"/>
                <a:gd name="connsiteY17" fmla="*/ 90251 h 133182"/>
                <a:gd name="connsiteX18" fmla="*/ 34839 w 75780"/>
                <a:gd name="connsiteY18" fmla="*/ 93955 h 133182"/>
                <a:gd name="connsiteX19" fmla="*/ 22357 w 75780"/>
                <a:gd name="connsiteY19" fmla="*/ 72215 h 133182"/>
                <a:gd name="connsiteX20" fmla="*/ 51298 w 75780"/>
                <a:gd name="connsiteY20" fmla="*/ 70157 h 133182"/>
                <a:gd name="connsiteX21" fmla="*/ 53424 w 75780"/>
                <a:gd name="connsiteY21" fmla="*/ 71392 h 133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5780" h="133182">
                  <a:moveTo>
                    <a:pt x="74752" y="108768"/>
                  </a:moveTo>
                  <a:lnTo>
                    <a:pt x="75301" y="72695"/>
                  </a:lnTo>
                  <a:cubicBezTo>
                    <a:pt x="76312" y="46537"/>
                    <a:pt x="62343" y="22085"/>
                    <a:pt x="39296" y="9670"/>
                  </a:cubicBezTo>
                  <a:cubicBezTo>
                    <a:pt x="29803" y="3368"/>
                    <a:pt x="18663" y="5"/>
                    <a:pt x="7269" y="0"/>
                  </a:cubicBezTo>
                  <a:lnTo>
                    <a:pt x="11384" y="18928"/>
                  </a:lnTo>
                  <a:cubicBezTo>
                    <a:pt x="19805" y="18560"/>
                    <a:pt x="28136" y="20786"/>
                    <a:pt x="35250" y="25306"/>
                  </a:cubicBezTo>
                  <a:cubicBezTo>
                    <a:pt x="45978" y="30425"/>
                    <a:pt x="52865" y="41195"/>
                    <a:pt x="53012" y="53081"/>
                  </a:cubicBezTo>
                  <a:lnTo>
                    <a:pt x="53012" y="54727"/>
                  </a:lnTo>
                  <a:lnTo>
                    <a:pt x="52052" y="54178"/>
                  </a:lnTo>
                  <a:cubicBezTo>
                    <a:pt x="19957" y="35662"/>
                    <a:pt x="343" y="37102"/>
                    <a:pt x="0" y="62065"/>
                  </a:cubicBezTo>
                  <a:cubicBezTo>
                    <a:pt x="822" y="80970"/>
                    <a:pt x="11142" y="98179"/>
                    <a:pt x="27432" y="107808"/>
                  </a:cubicBezTo>
                  <a:cubicBezTo>
                    <a:pt x="38885" y="114666"/>
                    <a:pt x="48006" y="114254"/>
                    <a:pt x="53767" y="109660"/>
                  </a:cubicBezTo>
                  <a:lnTo>
                    <a:pt x="54315" y="109660"/>
                  </a:lnTo>
                  <a:lnTo>
                    <a:pt x="55618" y="121524"/>
                  </a:lnTo>
                  <a:lnTo>
                    <a:pt x="75781" y="133182"/>
                  </a:lnTo>
                  <a:cubicBezTo>
                    <a:pt x="74956" y="125072"/>
                    <a:pt x="74613" y="116919"/>
                    <a:pt x="74752" y="108768"/>
                  </a:cubicBezTo>
                  <a:close/>
                  <a:moveTo>
                    <a:pt x="53287" y="85108"/>
                  </a:moveTo>
                  <a:cubicBezTo>
                    <a:pt x="53253" y="86852"/>
                    <a:pt x="52976" y="88583"/>
                    <a:pt x="52464" y="90251"/>
                  </a:cubicBezTo>
                  <a:cubicBezTo>
                    <a:pt x="50406" y="96286"/>
                    <a:pt x="43754" y="99030"/>
                    <a:pt x="34839" y="93955"/>
                  </a:cubicBezTo>
                  <a:cubicBezTo>
                    <a:pt x="27035" y="89516"/>
                    <a:pt x="22255" y="81192"/>
                    <a:pt x="22357" y="72215"/>
                  </a:cubicBezTo>
                  <a:cubicBezTo>
                    <a:pt x="22357" y="57744"/>
                    <a:pt x="36073" y="61516"/>
                    <a:pt x="51298" y="70157"/>
                  </a:cubicBezTo>
                  <a:lnTo>
                    <a:pt x="53424" y="71392"/>
                  </a:ln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0ABD8C4-8074-1261-4490-743FCAE36EE1}"/>
                </a:ext>
              </a:extLst>
            </p:cNvPr>
            <p:cNvSpPr/>
            <p:nvPr/>
          </p:nvSpPr>
          <p:spPr>
            <a:xfrm>
              <a:off x="5930028" y="2145593"/>
              <a:ext cx="88475" cy="158762"/>
            </a:xfrm>
            <a:custGeom>
              <a:avLst/>
              <a:gdLst>
                <a:gd name="connsiteX0" fmla="*/ 88476 w 88475"/>
                <a:gd name="connsiteY0" fmla="*/ 12893 h 158762"/>
                <a:gd name="connsiteX1" fmla="*/ 66187 w 88475"/>
                <a:gd name="connsiteY1" fmla="*/ 0 h 158762"/>
                <a:gd name="connsiteX2" fmla="*/ 65364 w 88475"/>
                <a:gd name="connsiteY2" fmla="*/ 56510 h 158762"/>
                <a:gd name="connsiteX3" fmla="*/ 65021 w 88475"/>
                <a:gd name="connsiteY3" fmla="*/ 56510 h 158762"/>
                <a:gd name="connsiteX4" fmla="*/ 40333 w 88475"/>
                <a:gd name="connsiteY4" fmla="*/ 29078 h 158762"/>
                <a:gd name="connsiteX5" fmla="*/ 8 w 88475"/>
                <a:gd name="connsiteY5" fmla="*/ 59528 h 158762"/>
                <a:gd name="connsiteX6" fmla="*/ 37041 w 88475"/>
                <a:gd name="connsiteY6" fmla="*/ 132291 h 158762"/>
                <a:gd name="connsiteX7" fmla="*/ 66187 w 88475"/>
                <a:gd name="connsiteY7" fmla="*/ 130988 h 158762"/>
                <a:gd name="connsiteX8" fmla="*/ 66530 w 88475"/>
                <a:gd name="connsiteY8" fmla="*/ 130988 h 158762"/>
                <a:gd name="connsiteX9" fmla="*/ 67216 w 88475"/>
                <a:gd name="connsiteY9" fmla="*/ 147241 h 158762"/>
                <a:gd name="connsiteX10" fmla="*/ 87241 w 88475"/>
                <a:gd name="connsiteY10" fmla="*/ 158763 h 158762"/>
                <a:gd name="connsiteX11" fmla="*/ 86830 w 88475"/>
                <a:gd name="connsiteY11" fmla="*/ 130302 h 158762"/>
                <a:gd name="connsiteX12" fmla="*/ 64747 w 88475"/>
                <a:gd name="connsiteY12" fmla="*/ 102047 h 158762"/>
                <a:gd name="connsiteX13" fmla="*/ 63924 w 88475"/>
                <a:gd name="connsiteY13" fmla="*/ 108905 h 158762"/>
                <a:gd name="connsiteX14" fmla="*/ 44447 w 88475"/>
                <a:gd name="connsiteY14" fmla="*/ 115763 h 158762"/>
                <a:gd name="connsiteX15" fmla="*/ 22708 w 88475"/>
                <a:gd name="connsiteY15" fmla="*/ 71460 h 158762"/>
                <a:gd name="connsiteX16" fmla="*/ 45476 w 88475"/>
                <a:gd name="connsiteY16" fmla="*/ 51367 h 158762"/>
                <a:gd name="connsiteX17" fmla="*/ 64473 w 88475"/>
                <a:gd name="connsiteY17" fmla="*/ 80307 h 158762"/>
                <a:gd name="connsiteX18" fmla="*/ 64953 w 88475"/>
                <a:gd name="connsiteY18" fmla="*/ 87165 h 15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8475" h="158762">
                  <a:moveTo>
                    <a:pt x="88476" y="12893"/>
                  </a:moveTo>
                  <a:lnTo>
                    <a:pt x="66187" y="0"/>
                  </a:lnTo>
                  <a:lnTo>
                    <a:pt x="65364" y="56510"/>
                  </a:lnTo>
                  <a:lnTo>
                    <a:pt x="65021" y="56510"/>
                  </a:lnTo>
                  <a:cubicBezTo>
                    <a:pt x="59922" y="44971"/>
                    <a:pt x="51273" y="35361"/>
                    <a:pt x="40333" y="29078"/>
                  </a:cubicBezTo>
                  <a:cubicBezTo>
                    <a:pt x="19073" y="16871"/>
                    <a:pt x="282" y="26061"/>
                    <a:pt x="8" y="59528"/>
                  </a:cubicBezTo>
                  <a:cubicBezTo>
                    <a:pt x="-404" y="90251"/>
                    <a:pt x="15987" y="120152"/>
                    <a:pt x="37041" y="132291"/>
                  </a:cubicBezTo>
                  <a:cubicBezTo>
                    <a:pt x="49934" y="139766"/>
                    <a:pt x="60770" y="139149"/>
                    <a:pt x="66187" y="130988"/>
                  </a:cubicBezTo>
                  <a:lnTo>
                    <a:pt x="66530" y="130988"/>
                  </a:lnTo>
                  <a:lnTo>
                    <a:pt x="67216" y="147241"/>
                  </a:lnTo>
                  <a:lnTo>
                    <a:pt x="87241" y="158763"/>
                  </a:lnTo>
                  <a:cubicBezTo>
                    <a:pt x="87241" y="151905"/>
                    <a:pt x="86693" y="140521"/>
                    <a:pt x="86830" y="130302"/>
                  </a:cubicBezTo>
                  <a:close/>
                  <a:moveTo>
                    <a:pt x="64747" y="102047"/>
                  </a:moveTo>
                  <a:cubicBezTo>
                    <a:pt x="64818" y="104361"/>
                    <a:pt x="64541" y="106673"/>
                    <a:pt x="63924" y="108905"/>
                  </a:cubicBezTo>
                  <a:cubicBezTo>
                    <a:pt x="61592" y="118506"/>
                    <a:pt x="53500" y="120907"/>
                    <a:pt x="44447" y="115763"/>
                  </a:cubicBezTo>
                  <a:cubicBezTo>
                    <a:pt x="30251" y="107602"/>
                    <a:pt x="22433" y="89634"/>
                    <a:pt x="22708" y="71460"/>
                  </a:cubicBezTo>
                  <a:cubicBezTo>
                    <a:pt x="22982" y="53287"/>
                    <a:pt x="31143" y="43068"/>
                    <a:pt x="45476" y="51367"/>
                  </a:cubicBezTo>
                  <a:cubicBezTo>
                    <a:pt x="55614" y="57895"/>
                    <a:pt x="62516" y="68409"/>
                    <a:pt x="64473" y="80307"/>
                  </a:cubicBezTo>
                  <a:cubicBezTo>
                    <a:pt x="64830" y="82575"/>
                    <a:pt x="64991" y="84870"/>
                    <a:pt x="64953" y="87165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697AA4F-D02D-B279-9C60-F012CAB25643}"/>
                </a:ext>
              </a:extLst>
            </p:cNvPr>
            <p:cNvSpPr/>
            <p:nvPr/>
          </p:nvSpPr>
          <p:spPr>
            <a:xfrm>
              <a:off x="6035504" y="2206492"/>
              <a:ext cx="88475" cy="158762"/>
            </a:xfrm>
            <a:custGeom>
              <a:avLst/>
              <a:gdLst>
                <a:gd name="connsiteX0" fmla="*/ 88476 w 88475"/>
                <a:gd name="connsiteY0" fmla="*/ 12893 h 158762"/>
                <a:gd name="connsiteX1" fmla="*/ 66119 w 88475"/>
                <a:gd name="connsiteY1" fmla="*/ 0 h 158762"/>
                <a:gd name="connsiteX2" fmla="*/ 65364 w 88475"/>
                <a:gd name="connsiteY2" fmla="*/ 56510 h 158762"/>
                <a:gd name="connsiteX3" fmla="*/ 64953 w 88475"/>
                <a:gd name="connsiteY3" fmla="*/ 56510 h 158762"/>
                <a:gd name="connsiteX4" fmla="*/ 40264 w 88475"/>
                <a:gd name="connsiteY4" fmla="*/ 29078 h 158762"/>
                <a:gd name="connsiteX5" fmla="*/ 8 w 88475"/>
                <a:gd name="connsiteY5" fmla="*/ 59528 h 158762"/>
                <a:gd name="connsiteX6" fmla="*/ 37041 w 88475"/>
                <a:gd name="connsiteY6" fmla="*/ 132291 h 158762"/>
                <a:gd name="connsiteX7" fmla="*/ 66119 w 88475"/>
                <a:gd name="connsiteY7" fmla="*/ 130919 h 158762"/>
                <a:gd name="connsiteX8" fmla="*/ 66530 w 88475"/>
                <a:gd name="connsiteY8" fmla="*/ 130919 h 158762"/>
                <a:gd name="connsiteX9" fmla="*/ 67216 w 88475"/>
                <a:gd name="connsiteY9" fmla="*/ 147241 h 158762"/>
                <a:gd name="connsiteX10" fmla="*/ 87173 w 88475"/>
                <a:gd name="connsiteY10" fmla="*/ 158763 h 158762"/>
                <a:gd name="connsiteX11" fmla="*/ 86830 w 88475"/>
                <a:gd name="connsiteY11" fmla="*/ 130302 h 158762"/>
                <a:gd name="connsiteX12" fmla="*/ 64747 w 88475"/>
                <a:gd name="connsiteY12" fmla="*/ 102047 h 158762"/>
                <a:gd name="connsiteX13" fmla="*/ 63924 w 88475"/>
                <a:gd name="connsiteY13" fmla="*/ 108905 h 158762"/>
                <a:gd name="connsiteX14" fmla="*/ 44447 w 88475"/>
                <a:gd name="connsiteY14" fmla="*/ 115763 h 158762"/>
                <a:gd name="connsiteX15" fmla="*/ 22708 w 88475"/>
                <a:gd name="connsiteY15" fmla="*/ 71460 h 158762"/>
                <a:gd name="connsiteX16" fmla="*/ 45476 w 88475"/>
                <a:gd name="connsiteY16" fmla="*/ 51367 h 158762"/>
                <a:gd name="connsiteX17" fmla="*/ 64473 w 88475"/>
                <a:gd name="connsiteY17" fmla="*/ 80307 h 158762"/>
                <a:gd name="connsiteX18" fmla="*/ 64884 w 88475"/>
                <a:gd name="connsiteY18" fmla="*/ 87165 h 15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8475" h="158762">
                  <a:moveTo>
                    <a:pt x="88476" y="12893"/>
                  </a:moveTo>
                  <a:lnTo>
                    <a:pt x="66119" y="0"/>
                  </a:lnTo>
                  <a:lnTo>
                    <a:pt x="65364" y="56510"/>
                  </a:lnTo>
                  <a:lnTo>
                    <a:pt x="64953" y="56510"/>
                  </a:lnTo>
                  <a:cubicBezTo>
                    <a:pt x="59916" y="44931"/>
                    <a:pt x="51251" y="35303"/>
                    <a:pt x="40264" y="29078"/>
                  </a:cubicBezTo>
                  <a:cubicBezTo>
                    <a:pt x="19073" y="16802"/>
                    <a:pt x="282" y="26061"/>
                    <a:pt x="8" y="59528"/>
                  </a:cubicBezTo>
                  <a:cubicBezTo>
                    <a:pt x="-404" y="90251"/>
                    <a:pt x="15987" y="120152"/>
                    <a:pt x="37041" y="132291"/>
                  </a:cubicBezTo>
                  <a:cubicBezTo>
                    <a:pt x="49934" y="139766"/>
                    <a:pt x="60701" y="139149"/>
                    <a:pt x="66119" y="130919"/>
                  </a:cubicBezTo>
                  <a:lnTo>
                    <a:pt x="66530" y="130919"/>
                  </a:lnTo>
                  <a:lnTo>
                    <a:pt x="67216" y="147241"/>
                  </a:lnTo>
                  <a:lnTo>
                    <a:pt x="87173" y="158763"/>
                  </a:lnTo>
                  <a:cubicBezTo>
                    <a:pt x="87173" y="151905"/>
                    <a:pt x="86693" y="140521"/>
                    <a:pt x="86830" y="130302"/>
                  </a:cubicBezTo>
                  <a:close/>
                  <a:moveTo>
                    <a:pt x="64747" y="102047"/>
                  </a:moveTo>
                  <a:cubicBezTo>
                    <a:pt x="64751" y="104358"/>
                    <a:pt x="64475" y="106661"/>
                    <a:pt x="63924" y="108905"/>
                  </a:cubicBezTo>
                  <a:cubicBezTo>
                    <a:pt x="61592" y="118506"/>
                    <a:pt x="53500" y="120907"/>
                    <a:pt x="44447" y="115763"/>
                  </a:cubicBezTo>
                  <a:cubicBezTo>
                    <a:pt x="30251" y="107602"/>
                    <a:pt x="22433" y="89634"/>
                    <a:pt x="22708" y="71460"/>
                  </a:cubicBezTo>
                  <a:cubicBezTo>
                    <a:pt x="22982" y="53287"/>
                    <a:pt x="31143" y="43068"/>
                    <a:pt x="45476" y="51367"/>
                  </a:cubicBezTo>
                  <a:cubicBezTo>
                    <a:pt x="55620" y="57889"/>
                    <a:pt x="62524" y="68406"/>
                    <a:pt x="64473" y="80307"/>
                  </a:cubicBezTo>
                  <a:cubicBezTo>
                    <a:pt x="64808" y="82577"/>
                    <a:pt x="64946" y="84872"/>
                    <a:pt x="64884" y="87165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56D975DA-2DAC-CC22-CAAB-94FBD25508B6}"/>
                </a:ext>
              </a:extLst>
            </p:cNvPr>
            <p:cNvSpPr/>
            <p:nvPr/>
          </p:nvSpPr>
          <p:spPr>
            <a:xfrm>
              <a:off x="6145926" y="2278433"/>
              <a:ext cx="51297" cy="113088"/>
            </a:xfrm>
            <a:custGeom>
              <a:avLst/>
              <a:gdLst>
                <a:gd name="connsiteX0" fmla="*/ 21260 w 51297"/>
                <a:gd name="connsiteY0" fmla="*/ 31067 h 113088"/>
                <a:gd name="connsiteX1" fmla="*/ 20505 w 51297"/>
                <a:gd name="connsiteY1" fmla="*/ 30655 h 113088"/>
                <a:gd name="connsiteX2" fmla="*/ 20094 w 51297"/>
                <a:gd name="connsiteY2" fmla="*/ 11247 h 113088"/>
                <a:gd name="connsiteX3" fmla="*/ 617 w 51297"/>
                <a:gd name="connsiteY3" fmla="*/ 0 h 113088"/>
                <a:gd name="connsiteX4" fmla="*/ 960 w 51297"/>
                <a:gd name="connsiteY4" fmla="*/ 32576 h 113088"/>
                <a:gd name="connsiteX5" fmla="*/ 0 w 51297"/>
                <a:gd name="connsiteY5" fmla="*/ 100195 h 113088"/>
                <a:gd name="connsiteX6" fmla="*/ 22357 w 51297"/>
                <a:gd name="connsiteY6" fmla="*/ 113088 h 113088"/>
                <a:gd name="connsiteX7" fmla="*/ 23043 w 51297"/>
                <a:gd name="connsiteY7" fmla="*/ 61448 h 113088"/>
                <a:gd name="connsiteX8" fmla="*/ 23866 w 51297"/>
                <a:gd name="connsiteY8" fmla="*/ 54110 h 113088"/>
                <a:gd name="connsiteX9" fmla="*/ 44440 w 51297"/>
                <a:gd name="connsiteY9" fmla="*/ 46566 h 113088"/>
                <a:gd name="connsiteX10" fmla="*/ 50955 w 51297"/>
                <a:gd name="connsiteY10" fmla="*/ 51161 h 113088"/>
                <a:gd name="connsiteX11" fmla="*/ 51298 w 51297"/>
                <a:gd name="connsiteY11" fmla="*/ 27432 h 113088"/>
                <a:gd name="connsiteX12" fmla="*/ 46017 w 51297"/>
                <a:gd name="connsiteY12" fmla="*/ 23729 h 113088"/>
                <a:gd name="connsiteX13" fmla="*/ 21260 w 51297"/>
                <a:gd name="connsiteY13" fmla="*/ 31067 h 11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297" h="113088">
                  <a:moveTo>
                    <a:pt x="21260" y="31067"/>
                  </a:moveTo>
                  <a:lnTo>
                    <a:pt x="20505" y="30655"/>
                  </a:lnTo>
                  <a:lnTo>
                    <a:pt x="20094" y="11247"/>
                  </a:lnTo>
                  <a:lnTo>
                    <a:pt x="617" y="0"/>
                  </a:lnTo>
                  <a:cubicBezTo>
                    <a:pt x="1097" y="9395"/>
                    <a:pt x="1097" y="19065"/>
                    <a:pt x="960" y="32576"/>
                  </a:cubicBezTo>
                  <a:lnTo>
                    <a:pt x="0" y="100195"/>
                  </a:lnTo>
                  <a:lnTo>
                    <a:pt x="22357" y="113088"/>
                  </a:lnTo>
                  <a:lnTo>
                    <a:pt x="23043" y="61448"/>
                  </a:lnTo>
                  <a:cubicBezTo>
                    <a:pt x="23097" y="58982"/>
                    <a:pt x="23372" y="56526"/>
                    <a:pt x="23866" y="54110"/>
                  </a:cubicBezTo>
                  <a:cubicBezTo>
                    <a:pt x="25992" y="43960"/>
                    <a:pt x="33399" y="40394"/>
                    <a:pt x="44440" y="46566"/>
                  </a:cubicBezTo>
                  <a:cubicBezTo>
                    <a:pt x="46751" y="47889"/>
                    <a:pt x="48932" y="49428"/>
                    <a:pt x="50955" y="51161"/>
                  </a:cubicBezTo>
                  <a:lnTo>
                    <a:pt x="51298" y="27432"/>
                  </a:lnTo>
                  <a:cubicBezTo>
                    <a:pt x="49663" y="26028"/>
                    <a:pt x="47894" y="24788"/>
                    <a:pt x="46017" y="23729"/>
                  </a:cubicBezTo>
                  <a:cubicBezTo>
                    <a:pt x="36210" y="18311"/>
                    <a:pt x="25512" y="19545"/>
                    <a:pt x="21260" y="31067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9048012-6EA4-DD1F-363A-C7D745BF54C8}"/>
                </a:ext>
              </a:extLst>
            </p:cNvPr>
            <p:cNvSpPr/>
            <p:nvPr/>
          </p:nvSpPr>
          <p:spPr>
            <a:xfrm>
              <a:off x="6203944" y="2328321"/>
              <a:ext cx="81410" cy="123413"/>
            </a:xfrm>
            <a:custGeom>
              <a:avLst/>
              <a:gdLst>
                <a:gd name="connsiteX0" fmla="*/ 43960 w 81410"/>
                <a:gd name="connsiteY0" fmla="*/ 6347 h 123413"/>
                <a:gd name="connsiteX1" fmla="*/ 0 w 81410"/>
                <a:gd name="connsiteY1" fmla="*/ 35013 h 123413"/>
                <a:gd name="connsiteX2" fmla="*/ 44851 w 81410"/>
                <a:gd name="connsiteY2" fmla="*/ 111755 h 123413"/>
                <a:gd name="connsiteX3" fmla="*/ 75850 w 81410"/>
                <a:gd name="connsiteY3" fmla="*/ 123413 h 123413"/>
                <a:gd name="connsiteX4" fmla="*/ 72763 w 81410"/>
                <a:gd name="connsiteY4" fmla="*/ 104142 h 123413"/>
                <a:gd name="connsiteX5" fmla="*/ 48212 w 81410"/>
                <a:gd name="connsiteY5" fmla="*/ 94472 h 123413"/>
                <a:gd name="connsiteX6" fmla="*/ 21328 w 81410"/>
                <a:gd name="connsiteY6" fmla="*/ 53324 h 123413"/>
                <a:gd name="connsiteX7" fmla="*/ 80513 w 81410"/>
                <a:gd name="connsiteY7" fmla="*/ 87614 h 123413"/>
                <a:gd name="connsiteX8" fmla="*/ 81405 w 81410"/>
                <a:gd name="connsiteY8" fmla="*/ 77396 h 123413"/>
                <a:gd name="connsiteX9" fmla="*/ 43960 w 81410"/>
                <a:gd name="connsiteY9" fmla="*/ 6347 h 123413"/>
                <a:gd name="connsiteX10" fmla="*/ 21534 w 81410"/>
                <a:gd name="connsiteY10" fmla="*/ 35356 h 123413"/>
                <a:gd name="connsiteX11" fmla="*/ 42108 w 81410"/>
                <a:gd name="connsiteY11" fmla="*/ 22806 h 123413"/>
                <a:gd name="connsiteX12" fmla="*/ 60145 w 81410"/>
                <a:gd name="connsiteY12" fmla="*/ 57782 h 12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410" h="123413">
                  <a:moveTo>
                    <a:pt x="43960" y="6347"/>
                  </a:moveTo>
                  <a:cubicBezTo>
                    <a:pt x="15637" y="-10043"/>
                    <a:pt x="343" y="7376"/>
                    <a:pt x="0" y="35013"/>
                  </a:cubicBezTo>
                  <a:cubicBezTo>
                    <a:pt x="-48" y="66828"/>
                    <a:pt x="17108" y="96183"/>
                    <a:pt x="44851" y="111755"/>
                  </a:cubicBezTo>
                  <a:cubicBezTo>
                    <a:pt x="54311" y="117652"/>
                    <a:pt x="64847" y="121615"/>
                    <a:pt x="75850" y="123413"/>
                  </a:cubicBezTo>
                  <a:lnTo>
                    <a:pt x="72763" y="104142"/>
                  </a:lnTo>
                  <a:cubicBezTo>
                    <a:pt x="64042" y="102499"/>
                    <a:pt x="55711" y="99218"/>
                    <a:pt x="48212" y="94472"/>
                  </a:cubicBezTo>
                  <a:cubicBezTo>
                    <a:pt x="32763" y="86300"/>
                    <a:pt x="22606" y="70754"/>
                    <a:pt x="21328" y="53324"/>
                  </a:cubicBezTo>
                  <a:lnTo>
                    <a:pt x="80513" y="87614"/>
                  </a:lnTo>
                  <a:cubicBezTo>
                    <a:pt x="81103" y="84240"/>
                    <a:pt x="81401" y="80822"/>
                    <a:pt x="81405" y="77396"/>
                  </a:cubicBezTo>
                  <a:cubicBezTo>
                    <a:pt x="81679" y="54970"/>
                    <a:pt x="72627" y="22875"/>
                    <a:pt x="43960" y="6347"/>
                  </a:cubicBezTo>
                  <a:close/>
                  <a:moveTo>
                    <a:pt x="21534" y="35356"/>
                  </a:moveTo>
                  <a:cubicBezTo>
                    <a:pt x="22631" y="25618"/>
                    <a:pt x="28392" y="14782"/>
                    <a:pt x="42108" y="22806"/>
                  </a:cubicBezTo>
                  <a:cubicBezTo>
                    <a:pt x="53903" y="30437"/>
                    <a:pt x="60767" y="43748"/>
                    <a:pt x="60145" y="57782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C8BCA93-4F97-D66A-EA61-E7CC0F3F2CE5}"/>
                </a:ext>
              </a:extLst>
            </p:cNvPr>
            <p:cNvSpPr/>
            <p:nvPr/>
          </p:nvSpPr>
          <p:spPr>
            <a:xfrm>
              <a:off x="6297213" y="2378500"/>
              <a:ext cx="63093" cy="112197"/>
            </a:xfrm>
            <a:custGeom>
              <a:avLst/>
              <a:gdLst>
                <a:gd name="connsiteX0" fmla="*/ 24689 w 63093"/>
                <a:gd name="connsiteY0" fmla="*/ 27629 h 112197"/>
                <a:gd name="connsiteX1" fmla="*/ 37170 w 63093"/>
                <a:gd name="connsiteY1" fmla="*/ 24268 h 112197"/>
                <a:gd name="connsiteX2" fmla="*/ 55824 w 63093"/>
                <a:gd name="connsiteY2" fmla="*/ 40796 h 112197"/>
                <a:gd name="connsiteX3" fmla="*/ 60419 w 63093"/>
                <a:gd name="connsiteY3" fmla="*/ 25503 h 112197"/>
                <a:gd name="connsiteX4" fmla="*/ 37102 w 63093"/>
                <a:gd name="connsiteY4" fmla="*/ 6026 h 112197"/>
                <a:gd name="connsiteX5" fmla="*/ 3223 w 63093"/>
                <a:gd name="connsiteY5" fmla="*/ 18096 h 112197"/>
                <a:gd name="connsiteX6" fmla="*/ 27157 w 63093"/>
                <a:gd name="connsiteY6" fmla="*/ 61233 h 112197"/>
                <a:gd name="connsiteX7" fmla="*/ 41422 w 63093"/>
                <a:gd name="connsiteY7" fmla="*/ 84139 h 112197"/>
                <a:gd name="connsiteX8" fmla="*/ 27157 w 63093"/>
                <a:gd name="connsiteY8" fmla="*/ 87087 h 112197"/>
                <a:gd name="connsiteX9" fmla="*/ 4595 w 63093"/>
                <a:gd name="connsiteY9" fmla="*/ 66513 h 112197"/>
                <a:gd name="connsiteX10" fmla="*/ 0 w 63093"/>
                <a:gd name="connsiteY10" fmla="*/ 82218 h 112197"/>
                <a:gd name="connsiteX11" fmla="*/ 26746 w 63093"/>
                <a:gd name="connsiteY11" fmla="*/ 104713 h 112197"/>
                <a:gd name="connsiteX12" fmla="*/ 63093 w 63093"/>
                <a:gd name="connsiteY12" fmla="*/ 94288 h 112197"/>
                <a:gd name="connsiteX13" fmla="*/ 39913 w 63093"/>
                <a:gd name="connsiteY13" fmla="*/ 50123 h 112197"/>
                <a:gd name="connsiteX14" fmla="*/ 24689 w 63093"/>
                <a:gd name="connsiteY14" fmla="*/ 27629 h 112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093" h="112197">
                  <a:moveTo>
                    <a:pt x="24689" y="27629"/>
                  </a:moveTo>
                  <a:cubicBezTo>
                    <a:pt x="24689" y="21457"/>
                    <a:pt x="29215" y="19673"/>
                    <a:pt x="37170" y="24268"/>
                  </a:cubicBezTo>
                  <a:cubicBezTo>
                    <a:pt x="44275" y="28688"/>
                    <a:pt x="50582" y="34275"/>
                    <a:pt x="55824" y="40796"/>
                  </a:cubicBezTo>
                  <a:lnTo>
                    <a:pt x="60419" y="25503"/>
                  </a:lnTo>
                  <a:cubicBezTo>
                    <a:pt x="53730" y="17814"/>
                    <a:pt x="45859" y="11240"/>
                    <a:pt x="37102" y="6026"/>
                  </a:cubicBezTo>
                  <a:cubicBezTo>
                    <a:pt x="16528" y="-5770"/>
                    <a:pt x="3497" y="540"/>
                    <a:pt x="3223" y="18096"/>
                  </a:cubicBezTo>
                  <a:cubicBezTo>
                    <a:pt x="3223" y="29686"/>
                    <a:pt x="10081" y="44499"/>
                    <a:pt x="27157" y="61233"/>
                  </a:cubicBezTo>
                  <a:cubicBezTo>
                    <a:pt x="37993" y="71863"/>
                    <a:pt x="41559" y="77349"/>
                    <a:pt x="41422" y="84139"/>
                  </a:cubicBezTo>
                  <a:cubicBezTo>
                    <a:pt x="41285" y="90928"/>
                    <a:pt x="36964" y="92711"/>
                    <a:pt x="27157" y="87087"/>
                  </a:cubicBezTo>
                  <a:cubicBezTo>
                    <a:pt x="18578" y="81489"/>
                    <a:pt x="10958" y="74542"/>
                    <a:pt x="4595" y="66513"/>
                  </a:cubicBezTo>
                  <a:lnTo>
                    <a:pt x="0" y="82218"/>
                  </a:lnTo>
                  <a:cubicBezTo>
                    <a:pt x="7560" y="91194"/>
                    <a:pt x="16608" y="98803"/>
                    <a:pt x="26746" y="104713"/>
                  </a:cubicBezTo>
                  <a:cubicBezTo>
                    <a:pt x="50132" y="118429"/>
                    <a:pt x="62888" y="112325"/>
                    <a:pt x="63093" y="94288"/>
                  </a:cubicBezTo>
                  <a:cubicBezTo>
                    <a:pt x="63093" y="79475"/>
                    <a:pt x="55824" y="65965"/>
                    <a:pt x="39913" y="50123"/>
                  </a:cubicBezTo>
                  <a:cubicBezTo>
                    <a:pt x="28735" y="39424"/>
                    <a:pt x="24620" y="33938"/>
                    <a:pt x="24689" y="27629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FC4199F9-8A2F-F1CF-3F01-661C4CE72DF7}"/>
                </a:ext>
              </a:extLst>
            </p:cNvPr>
            <p:cNvSpPr/>
            <p:nvPr/>
          </p:nvSpPr>
          <p:spPr>
            <a:xfrm>
              <a:off x="6373131" y="2422186"/>
              <a:ext cx="63093" cy="112197"/>
            </a:xfrm>
            <a:custGeom>
              <a:avLst/>
              <a:gdLst>
                <a:gd name="connsiteX0" fmla="*/ 24620 w 63093"/>
                <a:gd name="connsiteY0" fmla="*/ 27629 h 112197"/>
                <a:gd name="connsiteX1" fmla="*/ 37171 w 63093"/>
                <a:gd name="connsiteY1" fmla="*/ 24337 h 112197"/>
                <a:gd name="connsiteX2" fmla="*/ 55756 w 63093"/>
                <a:gd name="connsiteY2" fmla="*/ 40796 h 112197"/>
                <a:gd name="connsiteX3" fmla="*/ 60351 w 63093"/>
                <a:gd name="connsiteY3" fmla="*/ 25503 h 112197"/>
                <a:gd name="connsiteX4" fmla="*/ 37033 w 63093"/>
                <a:gd name="connsiteY4" fmla="*/ 6026 h 112197"/>
                <a:gd name="connsiteX5" fmla="*/ 3223 w 63093"/>
                <a:gd name="connsiteY5" fmla="*/ 18096 h 112197"/>
                <a:gd name="connsiteX6" fmla="*/ 27158 w 63093"/>
                <a:gd name="connsiteY6" fmla="*/ 61302 h 112197"/>
                <a:gd name="connsiteX7" fmla="*/ 41423 w 63093"/>
                <a:gd name="connsiteY7" fmla="*/ 84139 h 112197"/>
                <a:gd name="connsiteX8" fmla="*/ 27158 w 63093"/>
                <a:gd name="connsiteY8" fmla="*/ 87088 h 112197"/>
                <a:gd name="connsiteX9" fmla="*/ 4527 w 63093"/>
                <a:gd name="connsiteY9" fmla="*/ 66514 h 112197"/>
                <a:gd name="connsiteX10" fmla="*/ 0 w 63093"/>
                <a:gd name="connsiteY10" fmla="*/ 82218 h 112197"/>
                <a:gd name="connsiteX11" fmla="*/ 26746 w 63093"/>
                <a:gd name="connsiteY11" fmla="*/ 104713 h 112197"/>
                <a:gd name="connsiteX12" fmla="*/ 63094 w 63093"/>
                <a:gd name="connsiteY12" fmla="*/ 94288 h 112197"/>
                <a:gd name="connsiteX13" fmla="*/ 39914 w 63093"/>
                <a:gd name="connsiteY13" fmla="*/ 50192 h 112197"/>
                <a:gd name="connsiteX14" fmla="*/ 24620 w 63093"/>
                <a:gd name="connsiteY14" fmla="*/ 27629 h 112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093" h="112197">
                  <a:moveTo>
                    <a:pt x="24620" y="27629"/>
                  </a:moveTo>
                  <a:cubicBezTo>
                    <a:pt x="24620" y="21457"/>
                    <a:pt x="29215" y="19673"/>
                    <a:pt x="37171" y="24337"/>
                  </a:cubicBezTo>
                  <a:cubicBezTo>
                    <a:pt x="44252" y="28733"/>
                    <a:pt x="50536" y="34299"/>
                    <a:pt x="55756" y="40796"/>
                  </a:cubicBezTo>
                  <a:lnTo>
                    <a:pt x="60351" y="25503"/>
                  </a:lnTo>
                  <a:cubicBezTo>
                    <a:pt x="53692" y="17782"/>
                    <a:pt x="45816" y="11203"/>
                    <a:pt x="37033" y="6026"/>
                  </a:cubicBezTo>
                  <a:cubicBezTo>
                    <a:pt x="16459" y="-5770"/>
                    <a:pt x="3429" y="540"/>
                    <a:pt x="3223" y="18096"/>
                  </a:cubicBezTo>
                  <a:cubicBezTo>
                    <a:pt x="2881" y="29686"/>
                    <a:pt x="10081" y="44499"/>
                    <a:pt x="27158" y="61302"/>
                  </a:cubicBezTo>
                  <a:cubicBezTo>
                    <a:pt x="37994" y="71863"/>
                    <a:pt x="41559" y="77418"/>
                    <a:pt x="41423" y="84139"/>
                  </a:cubicBezTo>
                  <a:cubicBezTo>
                    <a:pt x="41285" y="90859"/>
                    <a:pt x="36965" y="92711"/>
                    <a:pt x="27158" y="87088"/>
                  </a:cubicBezTo>
                  <a:cubicBezTo>
                    <a:pt x="18525" y="81532"/>
                    <a:pt x="10878" y="74579"/>
                    <a:pt x="4527" y="66514"/>
                  </a:cubicBezTo>
                  <a:lnTo>
                    <a:pt x="0" y="82218"/>
                  </a:lnTo>
                  <a:cubicBezTo>
                    <a:pt x="7545" y="91209"/>
                    <a:pt x="16595" y="98821"/>
                    <a:pt x="26746" y="104713"/>
                  </a:cubicBezTo>
                  <a:cubicBezTo>
                    <a:pt x="50132" y="118429"/>
                    <a:pt x="62820" y="112325"/>
                    <a:pt x="63094" y="94288"/>
                  </a:cubicBezTo>
                  <a:cubicBezTo>
                    <a:pt x="63094" y="79475"/>
                    <a:pt x="55824" y="65965"/>
                    <a:pt x="39914" y="50192"/>
                  </a:cubicBezTo>
                  <a:cubicBezTo>
                    <a:pt x="28461" y="39424"/>
                    <a:pt x="24620" y="34007"/>
                    <a:pt x="24620" y="27629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B42B2E2-DB56-3972-4ECA-26247C15C387}"/>
                </a:ext>
              </a:extLst>
            </p:cNvPr>
            <p:cNvSpPr/>
            <p:nvPr/>
          </p:nvSpPr>
          <p:spPr>
            <a:xfrm>
              <a:off x="6489786" y="2495042"/>
              <a:ext cx="71528" cy="119432"/>
            </a:xfrm>
            <a:custGeom>
              <a:avLst/>
              <a:gdLst>
                <a:gd name="connsiteX0" fmla="*/ 50407 w 71528"/>
                <a:gd name="connsiteY0" fmla="*/ 28221 h 119432"/>
                <a:gd name="connsiteX1" fmla="*/ 67277 w 71528"/>
                <a:gd name="connsiteY1" fmla="*/ 41937 h 119432"/>
                <a:gd name="connsiteX2" fmla="*/ 71529 w 71528"/>
                <a:gd name="connsiteY2" fmla="*/ 25341 h 119432"/>
                <a:gd name="connsiteX3" fmla="*/ 49926 w 71528"/>
                <a:gd name="connsiteY3" fmla="*/ 8196 h 119432"/>
                <a:gd name="connsiteX4" fmla="*/ 0 w 71528"/>
                <a:gd name="connsiteY4" fmla="*/ 33022 h 119432"/>
                <a:gd name="connsiteX5" fmla="*/ 45126 w 71528"/>
                <a:gd name="connsiteY5" fmla="*/ 110037 h 119432"/>
                <a:gd name="connsiteX6" fmla="*/ 70295 w 71528"/>
                <a:gd name="connsiteY6" fmla="*/ 119433 h 119432"/>
                <a:gd name="connsiteX7" fmla="*/ 67483 w 71528"/>
                <a:gd name="connsiteY7" fmla="*/ 98859 h 119432"/>
                <a:gd name="connsiteX8" fmla="*/ 49789 w 71528"/>
                <a:gd name="connsiteY8" fmla="*/ 92618 h 119432"/>
                <a:gd name="connsiteX9" fmla="*/ 23180 w 71528"/>
                <a:gd name="connsiteY9" fmla="*/ 44612 h 119432"/>
                <a:gd name="connsiteX10" fmla="*/ 50407 w 71528"/>
                <a:gd name="connsiteY10" fmla="*/ 28221 h 119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528" h="119432">
                  <a:moveTo>
                    <a:pt x="50407" y="28221"/>
                  </a:moveTo>
                  <a:cubicBezTo>
                    <a:pt x="56728" y="31860"/>
                    <a:pt x="62424" y="36491"/>
                    <a:pt x="67277" y="41937"/>
                  </a:cubicBezTo>
                  <a:lnTo>
                    <a:pt x="71529" y="25341"/>
                  </a:lnTo>
                  <a:cubicBezTo>
                    <a:pt x="65177" y="18632"/>
                    <a:pt x="57903" y="12859"/>
                    <a:pt x="49926" y="8196"/>
                  </a:cubicBezTo>
                  <a:cubicBezTo>
                    <a:pt x="18928" y="-9703"/>
                    <a:pt x="411" y="3121"/>
                    <a:pt x="0" y="33022"/>
                  </a:cubicBezTo>
                  <a:cubicBezTo>
                    <a:pt x="267" y="64895"/>
                    <a:pt x="17452" y="94224"/>
                    <a:pt x="45126" y="110037"/>
                  </a:cubicBezTo>
                  <a:cubicBezTo>
                    <a:pt x="52769" y="114889"/>
                    <a:pt x="61342" y="118089"/>
                    <a:pt x="70295" y="119433"/>
                  </a:cubicBezTo>
                  <a:lnTo>
                    <a:pt x="67483" y="98859"/>
                  </a:lnTo>
                  <a:cubicBezTo>
                    <a:pt x="61197" y="98109"/>
                    <a:pt x="55155" y="95977"/>
                    <a:pt x="49789" y="92618"/>
                  </a:cubicBezTo>
                  <a:cubicBezTo>
                    <a:pt x="33071" y="82432"/>
                    <a:pt x="22959" y="64188"/>
                    <a:pt x="23180" y="44612"/>
                  </a:cubicBezTo>
                  <a:cubicBezTo>
                    <a:pt x="22975" y="26644"/>
                    <a:pt x="33398" y="18346"/>
                    <a:pt x="50407" y="28221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56C1ADC-6184-A2B0-80BE-513981271BE1}"/>
                </a:ext>
              </a:extLst>
            </p:cNvPr>
            <p:cNvSpPr/>
            <p:nvPr/>
          </p:nvSpPr>
          <p:spPr>
            <a:xfrm>
              <a:off x="6569682" y="2539996"/>
              <a:ext cx="89702" cy="117669"/>
            </a:xfrm>
            <a:custGeom>
              <a:avLst/>
              <a:gdLst>
                <a:gd name="connsiteX0" fmla="*/ 46497 w 89702"/>
                <a:gd name="connsiteY0" fmla="*/ 7271 h 117669"/>
                <a:gd name="connsiteX1" fmla="*/ 0 w 89702"/>
                <a:gd name="connsiteY1" fmla="*/ 33743 h 117669"/>
                <a:gd name="connsiteX2" fmla="*/ 43617 w 89702"/>
                <a:gd name="connsiteY2" fmla="*/ 110690 h 117669"/>
                <a:gd name="connsiteX3" fmla="*/ 89703 w 89702"/>
                <a:gd name="connsiteY3" fmla="*/ 83875 h 117669"/>
                <a:gd name="connsiteX4" fmla="*/ 46497 w 89702"/>
                <a:gd name="connsiteY4" fmla="*/ 7271 h 117669"/>
                <a:gd name="connsiteX5" fmla="*/ 44577 w 89702"/>
                <a:gd name="connsiteY5" fmla="*/ 92927 h 117669"/>
                <a:gd name="connsiteX6" fmla="*/ 23111 w 89702"/>
                <a:gd name="connsiteY6" fmla="*/ 46430 h 117669"/>
                <a:gd name="connsiteX7" fmla="*/ 45674 w 89702"/>
                <a:gd name="connsiteY7" fmla="*/ 25376 h 117669"/>
                <a:gd name="connsiteX8" fmla="*/ 66660 w 89702"/>
                <a:gd name="connsiteY8" fmla="*/ 71119 h 117669"/>
                <a:gd name="connsiteX9" fmla="*/ 44577 w 89702"/>
                <a:gd name="connsiteY9" fmla="*/ 92927 h 117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702" h="117669">
                  <a:moveTo>
                    <a:pt x="46497" y="7271"/>
                  </a:moveTo>
                  <a:cubicBezTo>
                    <a:pt x="19820" y="-8091"/>
                    <a:pt x="411" y="962"/>
                    <a:pt x="0" y="33743"/>
                  </a:cubicBezTo>
                  <a:cubicBezTo>
                    <a:pt x="139" y="65239"/>
                    <a:pt x="16664" y="94392"/>
                    <a:pt x="43617" y="110690"/>
                  </a:cubicBezTo>
                  <a:cubicBezTo>
                    <a:pt x="66111" y="123720"/>
                    <a:pt x="89223" y="120497"/>
                    <a:pt x="89703" y="83875"/>
                  </a:cubicBezTo>
                  <a:cubicBezTo>
                    <a:pt x="89666" y="52548"/>
                    <a:pt x="73287" y="23509"/>
                    <a:pt x="46497" y="7271"/>
                  </a:cubicBezTo>
                  <a:close/>
                  <a:moveTo>
                    <a:pt x="44577" y="92927"/>
                  </a:moveTo>
                  <a:cubicBezTo>
                    <a:pt x="30861" y="85041"/>
                    <a:pt x="22837" y="65495"/>
                    <a:pt x="23111" y="46430"/>
                  </a:cubicBezTo>
                  <a:cubicBezTo>
                    <a:pt x="23111" y="29834"/>
                    <a:pt x="29969" y="16323"/>
                    <a:pt x="45674" y="25376"/>
                  </a:cubicBezTo>
                  <a:cubicBezTo>
                    <a:pt x="61379" y="34429"/>
                    <a:pt x="66866" y="55620"/>
                    <a:pt x="66660" y="71119"/>
                  </a:cubicBezTo>
                  <a:cubicBezTo>
                    <a:pt x="66385" y="91213"/>
                    <a:pt x="57264" y="100334"/>
                    <a:pt x="44577" y="92927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75C82F-EFD3-0D78-6D93-424EEC189257}"/>
                </a:ext>
              </a:extLst>
            </p:cNvPr>
            <p:cNvSpPr/>
            <p:nvPr/>
          </p:nvSpPr>
          <p:spPr>
            <a:xfrm>
              <a:off x="5242247" y="1756196"/>
              <a:ext cx="130987" cy="158899"/>
            </a:xfrm>
            <a:custGeom>
              <a:avLst/>
              <a:gdLst>
                <a:gd name="connsiteX0" fmla="*/ 98687 w 130987"/>
                <a:gd name="connsiteY0" fmla="*/ 101704 h 158899"/>
                <a:gd name="connsiteX1" fmla="*/ 92446 w 130987"/>
                <a:gd name="connsiteY1" fmla="*/ 131742 h 158899"/>
                <a:gd name="connsiteX2" fmla="*/ 92034 w 130987"/>
                <a:gd name="connsiteY2" fmla="*/ 131742 h 158899"/>
                <a:gd name="connsiteX3" fmla="*/ 85176 w 130987"/>
                <a:gd name="connsiteY3" fmla="*/ 94298 h 158899"/>
                <a:gd name="connsiteX4" fmla="*/ 74752 w 130987"/>
                <a:gd name="connsiteY4" fmla="*/ 43617 h 158899"/>
                <a:gd name="connsiteX5" fmla="*/ 56579 w 130987"/>
                <a:gd name="connsiteY5" fmla="*/ 33124 h 158899"/>
                <a:gd name="connsiteX6" fmla="*/ 44508 w 130987"/>
                <a:gd name="connsiteY6" fmla="*/ 71872 h 158899"/>
                <a:gd name="connsiteX7" fmla="*/ 36759 w 130987"/>
                <a:gd name="connsiteY7" fmla="*/ 99784 h 158899"/>
                <a:gd name="connsiteX8" fmla="*/ 36416 w 130987"/>
                <a:gd name="connsiteY8" fmla="*/ 99784 h 158899"/>
                <a:gd name="connsiteX9" fmla="*/ 31272 w 130987"/>
                <a:gd name="connsiteY9" fmla="*/ 64122 h 158899"/>
                <a:gd name="connsiteX10" fmla="*/ 22906 w 130987"/>
                <a:gd name="connsiteY10" fmla="*/ 13167 h 158899"/>
                <a:gd name="connsiteX11" fmla="*/ 0 w 130987"/>
                <a:gd name="connsiteY11" fmla="*/ 0 h 158899"/>
                <a:gd name="connsiteX12" fmla="*/ 24757 w 130987"/>
                <a:gd name="connsiteY12" fmla="*/ 114872 h 158899"/>
                <a:gd name="connsiteX13" fmla="*/ 45674 w 130987"/>
                <a:gd name="connsiteY13" fmla="*/ 126873 h 158899"/>
                <a:gd name="connsiteX14" fmla="*/ 57470 w 130987"/>
                <a:gd name="connsiteY14" fmla="*/ 92583 h 158899"/>
                <a:gd name="connsiteX15" fmla="*/ 64671 w 130987"/>
                <a:gd name="connsiteY15" fmla="*/ 64534 h 158899"/>
                <a:gd name="connsiteX16" fmla="*/ 65014 w 130987"/>
                <a:gd name="connsiteY16" fmla="*/ 64534 h 158899"/>
                <a:gd name="connsiteX17" fmla="*/ 71255 w 130987"/>
                <a:gd name="connsiteY17" fmla="*/ 100333 h 158899"/>
                <a:gd name="connsiteX18" fmla="*/ 81267 w 130987"/>
                <a:gd name="connsiteY18" fmla="*/ 146967 h 158899"/>
                <a:gd name="connsiteX19" fmla="*/ 101841 w 130987"/>
                <a:gd name="connsiteY19" fmla="*/ 158900 h 158899"/>
                <a:gd name="connsiteX20" fmla="*/ 130988 w 130987"/>
                <a:gd name="connsiteY20" fmla="*/ 75232 h 158899"/>
                <a:gd name="connsiteX21" fmla="*/ 108974 w 130987"/>
                <a:gd name="connsiteY21" fmla="*/ 62545 h 158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0987" h="158899">
                  <a:moveTo>
                    <a:pt x="98687" y="101704"/>
                  </a:moveTo>
                  <a:cubicBezTo>
                    <a:pt x="96218" y="112060"/>
                    <a:pt x="94092" y="121730"/>
                    <a:pt x="92446" y="131742"/>
                  </a:cubicBezTo>
                  <a:lnTo>
                    <a:pt x="92034" y="131742"/>
                  </a:lnTo>
                  <a:cubicBezTo>
                    <a:pt x="90183" y="119741"/>
                    <a:pt x="87988" y="107534"/>
                    <a:pt x="85176" y="94298"/>
                  </a:cubicBezTo>
                  <a:lnTo>
                    <a:pt x="74752" y="43617"/>
                  </a:lnTo>
                  <a:lnTo>
                    <a:pt x="56579" y="33124"/>
                  </a:lnTo>
                  <a:lnTo>
                    <a:pt x="44508" y="71872"/>
                  </a:lnTo>
                  <a:cubicBezTo>
                    <a:pt x="41834" y="80582"/>
                    <a:pt x="38748" y="89977"/>
                    <a:pt x="36759" y="99784"/>
                  </a:cubicBezTo>
                  <a:lnTo>
                    <a:pt x="36416" y="99784"/>
                  </a:lnTo>
                  <a:cubicBezTo>
                    <a:pt x="34907" y="87988"/>
                    <a:pt x="33124" y="75987"/>
                    <a:pt x="31272" y="64122"/>
                  </a:cubicBezTo>
                  <a:lnTo>
                    <a:pt x="22906" y="13167"/>
                  </a:lnTo>
                  <a:lnTo>
                    <a:pt x="0" y="0"/>
                  </a:lnTo>
                  <a:lnTo>
                    <a:pt x="24757" y="114872"/>
                  </a:lnTo>
                  <a:lnTo>
                    <a:pt x="45674" y="126873"/>
                  </a:lnTo>
                  <a:lnTo>
                    <a:pt x="57470" y="92583"/>
                  </a:lnTo>
                  <a:cubicBezTo>
                    <a:pt x="60531" y="83415"/>
                    <a:pt x="62937" y="74042"/>
                    <a:pt x="64671" y="64534"/>
                  </a:cubicBezTo>
                  <a:lnTo>
                    <a:pt x="65014" y="64534"/>
                  </a:lnTo>
                  <a:cubicBezTo>
                    <a:pt x="66866" y="77770"/>
                    <a:pt x="68717" y="88331"/>
                    <a:pt x="71255" y="100333"/>
                  </a:cubicBezTo>
                  <a:lnTo>
                    <a:pt x="81267" y="146967"/>
                  </a:lnTo>
                  <a:lnTo>
                    <a:pt x="101841" y="158900"/>
                  </a:lnTo>
                  <a:lnTo>
                    <a:pt x="130988" y="75232"/>
                  </a:lnTo>
                  <a:lnTo>
                    <a:pt x="108974" y="62545"/>
                  </a:ln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00D7647-BCB8-B557-5E9B-7DE24179442E}"/>
                </a:ext>
              </a:extLst>
            </p:cNvPr>
            <p:cNvSpPr/>
            <p:nvPr/>
          </p:nvSpPr>
          <p:spPr>
            <a:xfrm>
              <a:off x="6677078" y="2585328"/>
              <a:ext cx="131199" cy="175221"/>
            </a:xfrm>
            <a:custGeom>
              <a:avLst/>
              <a:gdLst>
                <a:gd name="connsiteX0" fmla="*/ 102116 w 131199"/>
                <a:gd name="connsiteY0" fmla="*/ 56030 h 175221"/>
                <a:gd name="connsiteX1" fmla="*/ 84216 w 131199"/>
                <a:gd name="connsiteY1" fmla="*/ 51778 h 175221"/>
                <a:gd name="connsiteX2" fmla="*/ 72832 w 131199"/>
                <a:gd name="connsiteY2" fmla="*/ 57744 h 175221"/>
                <a:gd name="connsiteX3" fmla="*/ 48555 w 131199"/>
                <a:gd name="connsiteY3" fmla="*/ 25169 h 175221"/>
                <a:gd name="connsiteX4" fmla="*/ 21123 w 131199"/>
                <a:gd name="connsiteY4" fmla="*/ 26403 h 175221"/>
                <a:gd name="connsiteX5" fmla="*/ 20574 w 131199"/>
                <a:gd name="connsiteY5" fmla="*/ 26403 h 175221"/>
                <a:gd name="connsiteX6" fmla="*/ 19888 w 131199"/>
                <a:gd name="connsiteY6" fmla="*/ 11110 h 175221"/>
                <a:gd name="connsiteX7" fmla="*/ 617 w 131199"/>
                <a:gd name="connsiteY7" fmla="*/ 0 h 175221"/>
                <a:gd name="connsiteX8" fmla="*/ 960 w 131199"/>
                <a:gd name="connsiteY8" fmla="*/ 30107 h 175221"/>
                <a:gd name="connsiteX9" fmla="*/ 0 w 131199"/>
                <a:gd name="connsiteY9" fmla="*/ 100195 h 175221"/>
                <a:gd name="connsiteX10" fmla="*/ 21808 w 131199"/>
                <a:gd name="connsiteY10" fmla="*/ 112746 h 175221"/>
                <a:gd name="connsiteX11" fmla="*/ 22632 w 131199"/>
                <a:gd name="connsiteY11" fmla="*/ 53767 h 175221"/>
                <a:gd name="connsiteX12" fmla="*/ 24003 w 131199"/>
                <a:gd name="connsiteY12" fmla="*/ 46360 h 175221"/>
                <a:gd name="connsiteX13" fmla="*/ 36383 w 131199"/>
                <a:gd name="connsiteY13" fmla="*/ 39288 h 175221"/>
                <a:gd name="connsiteX14" fmla="*/ 40120 w 131199"/>
                <a:gd name="connsiteY14" fmla="*/ 41217 h 175221"/>
                <a:gd name="connsiteX15" fmla="*/ 55070 w 131199"/>
                <a:gd name="connsiteY15" fmla="*/ 73724 h 175221"/>
                <a:gd name="connsiteX16" fmla="*/ 54247 w 131199"/>
                <a:gd name="connsiteY16" fmla="*/ 131468 h 175221"/>
                <a:gd name="connsiteX17" fmla="*/ 76055 w 131199"/>
                <a:gd name="connsiteY17" fmla="*/ 144086 h 175221"/>
                <a:gd name="connsiteX18" fmla="*/ 76878 w 131199"/>
                <a:gd name="connsiteY18" fmla="*/ 84285 h 175221"/>
                <a:gd name="connsiteX19" fmla="*/ 78044 w 131199"/>
                <a:gd name="connsiteY19" fmla="*/ 76535 h 175221"/>
                <a:gd name="connsiteX20" fmla="*/ 90988 w 131199"/>
                <a:gd name="connsiteY20" fmla="*/ 70558 h 175221"/>
                <a:gd name="connsiteX21" fmla="*/ 93886 w 131199"/>
                <a:gd name="connsiteY21" fmla="*/ 72215 h 175221"/>
                <a:gd name="connsiteX22" fmla="*/ 109317 w 131199"/>
                <a:gd name="connsiteY22" fmla="*/ 107739 h 175221"/>
                <a:gd name="connsiteX23" fmla="*/ 108562 w 131199"/>
                <a:gd name="connsiteY23" fmla="*/ 162603 h 175221"/>
                <a:gd name="connsiteX24" fmla="*/ 130371 w 131199"/>
                <a:gd name="connsiteY24" fmla="*/ 175222 h 175221"/>
                <a:gd name="connsiteX25" fmla="*/ 131194 w 131199"/>
                <a:gd name="connsiteY25" fmla="*/ 116449 h 175221"/>
                <a:gd name="connsiteX26" fmla="*/ 102116 w 131199"/>
                <a:gd name="connsiteY26" fmla="*/ 56030 h 175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1199" h="175221">
                  <a:moveTo>
                    <a:pt x="102116" y="56030"/>
                  </a:moveTo>
                  <a:cubicBezTo>
                    <a:pt x="96908" y="52385"/>
                    <a:pt x="90506" y="50865"/>
                    <a:pt x="84216" y="51778"/>
                  </a:cubicBezTo>
                  <a:cubicBezTo>
                    <a:pt x="79818" y="52301"/>
                    <a:pt x="75765" y="54425"/>
                    <a:pt x="72832" y="57744"/>
                  </a:cubicBezTo>
                  <a:cubicBezTo>
                    <a:pt x="69125" y="44219"/>
                    <a:pt x="60456" y="32588"/>
                    <a:pt x="48555" y="25169"/>
                  </a:cubicBezTo>
                  <a:cubicBezTo>
                    <a:pt x="33673" y="16596"/>
                    <a:pt x="25512" y="21191"/>
                    <a:pt x="21123" y="26403"/>
                  </a:cubicBezTo>
                  <a:lnTo>
                    <a:pt x="20574" y="26403"/>
                  </a:lnTo>
                  <a:lnTo>
                    <a:pt x="19888" y="11110"/>
                  </a:lnTo>
                  <a:lnTo>
                    <a:pt x="617" y="0"/>
                  </a:lnTo>
                  <a:cubicBezTo>
                    <a:pt x="1029" y="8915"/>
                    <a:pt x="1166" y="18654"/>
                    <a:pt x="960" y="30107"/>
                  </a:cubicBezTo>
                  <a:lnTo>
                    <a:pt x="0" y="100195"/>
                  </a:lnTo>
                  <a:lnTo>
                    <a:pt x="21808" y="112746"/>
                  </a:lnTo>
                  <a:lnTo>
                    <a:pt x="22632" y="53767"/>
                  </a:lnTo>
                  <a:cubicBezTo>
                    <a:pt x="22530" y="51226"/>
                    <a:pt x="22998" y="48695"/>
                    <a:pt x="24003" y="46360"/>
                  </a:cubicBezTo>
                  <a:cubicBezTo>
                    <a:pt x="25469" y="40989"/>
                    <a:pt x="31011" y="37822"/>
                    <a:pt x="36383" y="39288"/>
                  </a:cubicBezTo>
                  <a:cubicBezTo>
                    <a:pt x="37750" y="39661"/>
                    <a:pt x="39024" y="40318"/>
                    <a:pt x="40120" y="41217"/>
                  </a:cubicBezTo>
                  <a:cubicBezTo>
                    <a:pt x="50543" y="47183"/>
                    <a:pt x="55275" y="59802"/>
                    <a:pt x="55070" y="73724"/>
                  </a:cubicBezTo>
                  <a:lnTo>
                    <a:pt x="54247" y="131468"/>
                  </a:lnTo>
                  <a:lnTo>
                    <a:pt x="76055" y="144086"/>
                  </a:lnTo>
                  <a:lnTo>
                    <a:pt x="76878" y="84285"/>
                  </a:lnTo>
                  <a:cubicBezTo>
                    <a:pt x="76974" y="81666"/>
                    <a:pt x="77365" y="79066"/>
                    <a:pt x="78044" y="76535"/>
                  </a:cubicBezTo>
                  <a:cubicBezTo>
                    <a:pt x="79968" y="71310"/>
                    <a:pt x="85763" y="68635"/>
                    <a:pt x="90988" y="70558"/>
                  </a:cubicBezTo>
                  <a:cubicBezTo>
                    <a:pt x="92039" y="70946"/>
                    <a:pt x="93019" y="71505"/>
                    <a:pt x="93886" y="72215"/>
                  </a:cubicBezTo>
                  <a:cubicBezTo>
                    <a:pt x="104585" y="78387"/>
                    <a:pt x="109522" y="91143"/>
                    <a:pt x="109317" y="107739"/>
                  </a:cubicBezTo>
                  <a:lnTo>
                    <a:pt x="108562" y="162603"/>
                  </a:lnTo>
                  <a:lnTo>
                    <a:pt x="130371" y="175222"/>
                  </a:lnTo>
                  <a:lnTo>
                    <a:pt x="131194" y="116449"/>
                  </a:lnTo>
                  <a:cubicBezTo>
                    <a:pt x="131536" y="84490"/>
                    <a:pt x="116792" y="64602"/>
                    <a:pt x="102116" y="56030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EDF8B30-469A-6149-E846-DAFDAC2C26F3}"/>
                </a:ext>
              </a:extLst>
            </p:cNvPr>
            <p:cNvSpPr/>
            <p:nvPr/>
          </p:nvSpPr>
          <p:spPr>
            <a:xfrm>
              <a:off x="6449667" y="2529524"/>
              <a:ext cx="27432" cy="36498"/>
            </a:xfrm>
            <a:custGeom>
              <a:avLst/>
              <a:gdLst>
                <a:gd name="connsiteX0" fmla="*/ 13716 w 27432"/>
                <a:gd name="connsiteY0" fmla="*/ 2038 h 36498"/>
                <a:gd name="connsiteX1" fmla="*/ 0 w 27432"/>
                <a:gd name="connsiteY1" fmla="*/ 10267 h 36498"/>
                <a:gd name="connsiteX2" fmla="*/ 13716 w 27432"/>
                <a:gd name="connsiteY2" fmla="*/ 34407 h 36498"/>
                <a:gd name="connsiteX3" fmla="*/ 27432 w 27432"/>
                <a:gd name="connsiteY3" fmla="*/ 26246 h 36498"/>
                <a:gd name="connsiteX4" fmla="*/ 13716 w 27432"/>
                <a:gd name="connsiteY4" fmla="*/ 2038 h 3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" h="36498">
                  <a:moveTo>
                    <a:pt x="13716" y="2038"/>
                  </a:moveTo>
                  <a:cubicBezTo>
                    <a:pt x="5760" y="-2557"/>
                    <a:pt x="0" y="803"/>
                    <a:pt x="0" y="10267"/>
                  </a:cubicBezTo>
                  <a:cubicBezTo>
                    <a:pt x="162" y="20125"/>
                    <a:pt x="5331" y="29222"/>
                    <a:pt x="13716" y="34407"/>
                  </a:cubicBezTo>
                  <a:cubicBezTo>
                    <a:pt x="22083" y="39208"/>
                    <a:pt x="27432" y="35436"/>
                    <a:pt x="27432" y="26246"/>
                  </a:cubicBezTo>
                  <a:cubicBezTo>
                    <a:pt x="27412" y="16332"/>
                    <a:pt x="22210" y="7150"/>
                    <a:pt x="13716" y="2038"/>
                  </a:cubicBezTo>
                  <a:close/>
                </a:path>
              </a:pathLst>
            </a:custGeom>
            <a:solidFill>
              <a:srgbClr val="7B7B7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E095061-FEC6-E2C5-CCC0-DB89D8B6182C}"/>
                </a:ext>
              </a:extLst>
            </p:cNvPr>
            <p:cNvSpPr/>
            <p:nvPr/>
          </p:nvSpPr>
          <p:spPr>
            <a:xfrm>
              <a:off x="4863608" y="1508135"/>
              <a:ext cx="176819" cy="248705"/>
            </a:xfrm>
            <a:custGeom>
              <a:avLst/>
              <a:gdLst>
                <a:gd name="connsiteX0" fmla="*/ 89712 w 176819"/>
                <a:gd name="connsiteY0" fmla="*/ 13449 h 248705"/>
                <a:gd name="connsiteX1" fmla="*/ 9 w 176819"/>
                <a:gd name="connsiteY1" fmla="*/ 52676 h 248705"/>
                <a:gd name="connsiteX2" fmla="*/ 45889 w 176819"/>
                <a:gd name="connsiteY2" fmla="*/ 159593 h 248705"/>
                <a:gd name="connsiteX3" fmla="*/ 45409 w 176819"/>
                <a:gd name="connsiteY3" fmla="*/ 193540 h 248705"/>
                <a:gd name="connsiteX4" fmla="*/ 55765 w 176819"/>
                <a:gd name="connsiteY4" fmla="*/ 211576 h 248705"/>
                <a:gd name="connsiteX5" fmla="*/ 65503 w 176819"/>
                <a:gd name="connsiteY5" fmla="*/ 217200 h 248705"/>
                <a:gd name="connsiteX6" fmla="*/ 66120 w 176819"/>
                <a:gd name="connsiteY6" fmla="*/ 176052 h 248705"/>
                <a:gd name="connsiteX7" fmla="*/ 76682 w 176819"/>
                <a:gd name="connsiteY7" fmla="*/ 182156 h 248705"/>
                <a:gd name="connsiteX8" fmla="*/ 76133 w 176819"/>
                <a:gd name="connsiteY8" fmla="*/ 223304 h 248705"/>
                <a:gd name="connsiteX9" fmla="*/ 97324 w 176819"/>
                <a:gd name="connsiteY9" fmla="*/ 235511 h 248705"/>
                <a:gd name="connsiteX10" fmla="*/ 97873 w 176819"/>
                <a:gd name="connsiteY10" fmla="*/ 194363 h 248705"/>
                <a:gd name="connsiteX11" fmla="*/ 108434 w 176819"/>
                <a:gd name="connsiteY11" fmla="*/ 200466 h 248705"/>
                <a:gd name="connsiteX12" fmla="*/ 107885 w 176819"/>
                <a:gd name="connsiteY12" fmla="*/ 241614 h 248705"/>
                <a:gd name="connsiteX13" fmla="*/ 117624 w 176819"/>
                <a:gd name="connsiteY13" fmla="*/ 247238 h 248705"/>
                <a:gd name="connsiteX14" fmla="*/ 128391 w 176819"/>
                <a:gd name="connsiteY14" fmla="*/ 241409 h 248705"/>
                <a:gd name="connsiteX15" fmla="*/ 128802 w 176819"/>
                <a:gd name="connsiteY15" fmla="*/ 207119 h 248705"/>
                <a:gd name="connsiteX16" fmla="*/ 176808 w 176819"/>
                <a:gd name="connsiteY16" fmla="*/ 154518 h 248705"/>
                <a:gd name="connsiteX17" fmla="*/ 89712 w 176819"/>
                <a:gd name="connsiteY17" fmla="*/ 13449 h 248705"/>
                <a:gd name="connsiteX18" fmla="*/ 59262 w 176819"/>
                <a:gd name="connsiteY18" fmla="*/ 88887 h 248705"/>
                <a:gd name="connsiteX19" fmla="*/ 42872 w 176819"/>
                <a:gd name="connsiteY19" fmla="*/ 60357 h 248705"/>
                <a:gd name="connsiteX20" fmla="*/ 59811 w 176819"/>
                <a:gd name="connsiteY20" fmla="*/ 51168 h 248705"/>
                <a:gd name="connsiteX21" fmla="*/ 76202 w 176819"/>
                <a:gd name="connsiteY21" fmla="*/ 79628 h 248705"/>
                <a:gd name="connsiteX22" fmla="*/ 59262 w 176819"/>
                <a:gd name="connsiteY22" fmla="*/ 89092 h 248705"/>
                <a:gd name="connsiteX23" fmla="*/ 72567 w 176819"/>
                <a:gd name="connsiteY23" fmla="*/ 142311 h 248705"/>
                <a:gd name="connsiteX24" fmla="*/ 87997 w 176819"/>
                <a:gd name="connsiteY24" fmla="*/ 121737 h 248705"/>
                <a:gd name="connsiteX25" fmla="*/ 103016 w 176819"/>
                <a:gd name="connsiteY25" fmla="*/ 160141 h 248705"/>
                <a:gd name="connsiteX26" fmla="*/ 117555 w 176819"/>
                <a:gd name="connsiteY26" fmla="*/ 122491 h 248705"/>
                <a:gd name="connsiteX27" fmla="*/ 101096 w 176819"/>
                <a:gd name="connsiteY27" fmla="*/ 93962 h 248705"/>
                <a:gd name="connsiteX28" fmla="*/ 118035 w 176819"/>
                <a:gd name="connsiteY28" fmla="*/ 84772 h 248705"/>
                <a:gd name="connsiteX29" fmla="*/ 134426 w 176819"/>
                <a:gd name="connsiteY29" fmla="*/ 113233 h 248705"/>
                <a:gd name="connsiteX30" fmla="*/ 117555 w 176819"/>
                <a:gd name="connsiteY30" fmla="*/ 122697 h 24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6819" h="248705">
                  <a:moveTo>
                    <a:pt x="89712" y="13449"/>
                  </a:moveTo>
                  <a:cubicBezTo>
                    <a:pt x="40814" y="-14738"/>
                    <a:pt x="558" y="2819"/>
                    <a:pt x="9" y="52676"/>
                  </a:cubicBezTo>
                  <a:cubicBezTo>
                    <a:pt x="-471" y="86966"/>
                    <a:pt x="18114" y="128114"/>
                    <a:pt x="45889" y="159593"/>
                  </a:cubicBezTo>
                  <a:lnTo>
                    <a:pt x="45409" y="193540"/>
                  </a:lnTo>
                  <a:cubicBezTo>
                    <a:pt x="45786" y="200860"/>
                    <a:pt x="49634" y="207560"/>
                    <a:pt x="55765" y="211576"/>
                  </a:cubicBezTo>
                  <a:lnTo>
                    <a:pt x="65503" y="217200"/>
                  </a:lnTo>
                  <a:lnTo>
                    <a:pt x="66120" y="176052"/>
                  </a:lnTo>
                  <a:lnTo>
                    <a:pt x="76682" y="182156"/>
                  </a:lnTo>
                  <a:lnTo>
                    <a:pt x="76133" y="223304"/>
                  </a:lnTo>
                  <a:lnTo>
                    <a:pt x="97324" y="235511"/>
                  </a:lnTo>
                  <a:lnTo>
                    <a:pt x="97873" y="194363"/>
                  </a:lnTo>
                  <a:lnTo>
                    <a:pt x="108434" y="200466"/>
                  </a:lnTo>
                  <a:lnTo>
                    <a:pt x="107885" y="241614"/>
                  </a:lnTo>
                  <a:lnTo>
                    <a:pt x="117624" y="247238"/>
                  </a:lnTo>
                  <a:cubicBezTo>
                    <a:pt x="123385" y="250598"/>
                    <a:pt x="128254" y="247992"/>
                    <a:pt x="128391" y="241409"/>
                  </a:cubicBezTo>
                  <a:lnTo>
                    <a:pt x="128802" y="207119"/>
                  </a:lnTo>
                  <a:cubicBezTo>
                    <a:pt x="156920" y="208079"/>
                    <a:pt x="176397" y="189082"/>
                    <a:pt x="176808" y="154518"/>
                  </a:cubicBezTo>
                  <a:cubicBezTo>
                    <a:pt x="177563" y="105003"/>
                    <a:pt x="138541" y="41772"/>
                    <a:pt x="89712" y="13449"/>
                  </a:cubicBezTo>
                  <a:close/>
                  <a:moveTo>
                    <a:pt x="59262" y="88887"/>
                  </a:moveTo>
                  <a:cubicBezTo>
                    <a:pt x="49519" y="82575"/>
                    <a:pt x="43416" y="71953"/>
                    <a:pt x="42872" y="60357"/>
                  </a:cubicBezTo>
                  <a:cubicBezTo>
                    <a:pt x="42872" y="49933"/>
                    <a:pt x="50621" y="45818"/>
                    <a:pt x="59811" y="51168"/>
                  </a:cubicBezTo>
                  <a:cubicBezTo>
                    <a:pt x="69569" y="57433"/>
                    <a:pt x="75680" y="68044"/>
                    <a:pt x="76202" y="79628"/>
                  </a:cubicBezTo>
                  <a:cubicBezTo>
                    <a:pt x="76064" y="90258"/>
                    <a:pt x="68521" y="94373"/>
                    <a:pt x="59262" y="89092"/>
                  </a:cubicBezTo>
                  <a:close/>
                  <a:moveTo>
                    <a:pt x="72567" y="142311"/>
                  </a:moveTo>
                  <a:lnTo>
                    <a:pt x="87997" y="121737"/>
                  </a:lnTo>
                  <a:lnTo>
                    <a:pt x="103016" y="160141"/>
                  </a:lnTo>
                  <a:close/>
                  <a:moveTo>
                    <a:pt x="117555" y="122491"/>
                  </a:moveTo>
                  <a:cubicBezTo>
                    <a:pt x="107769" y="116211"/>
                    <a:pt x="101634" y="105577"/>
                    <a:pt x="101096" y="93962"/>
                  </a:cubicBezTo>
                  <a:cubicBezTo>
                    <a:pt x="101096" y="83606"/>
                    <a:pt x="108846" y="79423"/>
                    <a:pt x="118035" y="84772"/>
                  </a:cubicBezTo>
                  <a:cubicBezTo>
                    <a:pt x="127802" y="91029"/>
                    <a:pt x="133916" y="101645"/>
                    <a:pt x="134426" y="113233"/>
                  </a:cubicBezTo>
                  <a:cubicBezTo>
                    <a:pt x="134289" y="124068"/>
                    <a:pt x="126745" y="127977"/>
                    <a:pt x="117555" y="122697"/>
                  </a:cubicBezTo>
                  <a:close/>
                </a:path>
              </a:pathLst>
            </a:custGeom>
            <a:solidFill>
              <a:srgbClr val="EA0D4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CE9D86A6-B153-89C9-1DB6-EB36B62B0E6C}"/>
                </a:ext>
              </a:extLst>
            </p:cNvPr>
            <p:cNvSpPr/>
            <p:nvPr/>
          </p:nvSpPr>
          <p:spPr>
            <a:xfrm>
              <a:off x="7480355" y="3621024"/>
              <a:ext cx="78661" cy="1724649"/>
            </a:xfrm>
            <a:custGeom>
              <a:avLst/>
              <a:gdLst>
                <a:gd name="connsiteX0" fmla="*/ 33193 w 78661"/>
                <a:gd name="connsiteY0" fmla="*/ 0 h 1724649"/>
                <a:gd name="connsiteX1" fmla="*/ 9876 w 78661"/>
                <a:gd name="connsiteY1" fmla="*/ 1700167 h 1724649"/>
                <a:gd name="connsiteX2" fmla="*/ 0 w 78661"/>
                <a:gd name="connsiteY2" fmla="*/ 1724650 h 1724649"/>
                <a:gd name="connsiteX3" fmla="*/ 44988 w 78661"/>
                <a:gd name="connsiteY3" fmla="*/ 1697835 h 1724649"/>
                <a:gd name="connsiteX4" fmla="*/ 57196 w 78661"/>
                <a:gd name="connsiteY4" fmla="*/ 1671980 h 1724649"/>
                <a:gd name="connsiteX5" fmla="*/ 57196 w 78661"/>
                <a:gd name="connsiteY5" fmla="*/ 1671980 h 1724649"/>
                <a:gd name="connsiteX6" fmla="*/ 78661 w 78661"/>
                <a:gd name="connsiteY6" fmla="*/ 104927 h 1724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661" h="1724649">
                  <a:moveTo>
                    <a:pt x="33193" y="0"/>
                  </a:moveTo>
                  <a:lnTo>
                    <a:pt x="9876" y="1700167"/>
                  </a:lnTo>
                  <a:cubicBezTo>
                    <a:pt x="10467" y="1709403"/>
                    <a:pt x="6834" y="1718408"/>
                    <a:pt x="0" y="1724650"/>
                  </a:cubicBezTo>
                  <a:cubicBezTo>
                    <a:pt x="14996" y="1715506"/>
                    <a:pt x="29992" y="1706568"/>
                    <a:pt x="44988" y="1697835"/>
                  </a:cubicBezTo>
                  <a:cubicBezTo>
                    <a:pt x="53306" y="1691951"/>
                    <a:pt x="57937" y="1682142"/>
                    <a:pt x="57196" y="1671980"/>
                  </a:cubicBezTo>
                  <a:lnTo>
                    <a:pt x="57196" y="1671980"/>
                  </a:lnTo>
                  <a:lnTo>
                    <a:pt x="78661" y="104927"/>
                  </a:lnTo>
                  <a:close/>
                </a:path>
              </a:pathLst>
            </a:custGeom>
            <a:solidFill>
              <a:srgbClr val="969D9E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F44E7F1-D135-D201-37AD-25FC465A3BE7}"/>
                </a:ext>
              </a:extLst>
            </p:cNvPr>
            <p:cNvSpPr/>
            <p:nvPr/>
          </p:nvSpPr>
          <p:spPr>
            <a:xfrm>
              <a:off x="4228566" y="1341753"/>
              <a:ext cx="78729" cy="34304"/>
            </a:xfrm>
            <a:custGeom>
              <a:avLst/>
              <a:gdLst>
                <a:gd name="connsiteX0" fmla="*/ 0 w 78729"/>
                <a:gd name="connsiteY0" fmla="*/ 31493 h 34304"/>
                <a:gd name="connsiteX1" fmla="*/ 48006 w 78729"/>
                <a:gd name="connsiteY1" fmla="*/ 3032 h 34304"/>
                <a:gd name="connsiteX2" fmla="*/ 78730 w 78729"/>
                <a:gd name="connsiteY2" fmla="*/ 5844 h 34304"/>
                <a:gd name="connsiteX3" fmla="*/ 30724 w 78729"/>
                <a:gd name="connsiteY3" fmla="*/ 34305 h 34304"/>
                <a:gd name="connsiteX4" fmla="*/ 0 w 78729"/>
                <a:gd name="connsiteY4" fmla="*/ 31493 h 3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29" h="34304">
                  <a:moveTo>
                    <a:pt x="0" y="31493"/>
                  </a:moveTo>
                  <a:lnTo>
                    <a:pt x="48006" y="3032"/>
                  </a:lnTo>
                  <a:cubicBezTo>
                    <a:pt x="55824" y="-1631"/>
                    <a:pt x="66728" y="-1083"/>
                    <a:pt x="78730" y="5844"/>
                  </a:cubicBezTo>
                  <a:lnTo>
                    <a:pt x="30724" y="34305"/>
                  </a:lnTo>
                  <a:cubicBezTo>
                    <a:pt x="18722" y="27378"/>
                    <a:pt x="7818" y="26829"/>
                    <a:pt x="0" y="31493"/>
                  </a:cubicBezTo>
                  <a:close/>
                </a:path>
              </a:pathLst>
            </a:custGeom>
            <a:solidFill>
              <a:srgbClr val="D5D8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EAAF8F-8A36-4BA1-A979-89B22A7DBB70}"/>
                </a:ext>
              </a:extLst>
            </p:cNvPr>
            <p:cNvSpPr/>
            <p:nvPr/>
          </p:nvSpPr>
          <p:spPr>
            <a:xfrm>
              <a:off x="4664049" y="1838561"/>
              <a:ext cx="30449" cy="38473"/>
            </a:xfrm>
            <a:custGeom>
              <a:avLst/>
              <a:gdLst>
                <a:gd name="connsiteX0" fmla="*/ 0 w 30449"/>
                <a:gd name="connsiteY0" fmla="*/ 20848 h 38473"/>
                <a:gd name="connsiteX1" fmla="*/ 15499 w 30449"/>
                <a:gd name="connsiteY1" fmla="*/ 0 h 38473"/>
                <a:gd name="connsiteX2" fmla="*/ 30450 w 30449"/>
                <a:gd name="connsiteY2" fmla="*/ 38473 h 38473"/>
                <a:gd name="connsiteX3" fmla="*/ 0 w 30449"/>
                <a:gd name="connsiteY3" fmla="*/ 20848 h 3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49" h="38473">
                  <a:moveTo>
                    <a:pt x="0" y="20848"/>
                  </a:moveTo>
                  <a:lnTo>
                    <a:pt x="15499" y="0"/>
                  </a:lnTo>
                  <a:lnTo>
                    <a:pt x="30450" y="38473"/>
                  </a:lnTo>
                  <a:lnTo>
                    <a:pt x="0" y="20848"/>
                  </a:ln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E8CFF67-00E8-F589-FD03-16187761ACAF}"/>
                </a:ext>
              </a:extLst>
            </p:cNvPr>
            <p:cNvSpPr/>
            <p:nvPr/>
          </p:nvSpPr>
          <p:spPr>
            <a:xfrm>
              <a:off x="4692578" y="1799661"/>
              <a:ext cx="33398" cy="42259"/>
            </a:xfrm>
            <a:custGeom>
              <a:avLst/>
              <a:gdLst>
                <a:gd name="connsiteX0" fmla="*/ 16939 w 33398"/>
                <a:gd name="connsiteY0" fmla="*/ 2209 h 42259"/>
                <a:gd name="connsiteX1" fmla="*/ 33398 w 33398"/>
                <a:gd name="connsiteY1" fmla="*/ 30738 h 42259"/>
                <a:gd name="connsiteX2" fmla="*/ 16459 w 33398"/>
                <a:gd name="connsiteY2" fmla="*/ 39928 h 42259"/>
                <a:gd name="connsiteX3" fmla="*/ 0 w 33398"/>
                <a:gd name="connsiteY3" fmla="*/ 11467 h 42259"/>
                <a:gd name="connsiteX4" fmla="*/ 16939 w 33398"/>
                <a:gd name="connsiteY4" fmla="*/ 2209 h 42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98" h="42259">
                  <a:moveTo>
                    <a:pt x="16939" y="2209"/>
                  </a:moveTo>
                  <a:cubicBezTo>
                    <a:pt x="26726" y="8489"/>
                    <a:pt x="32861" y="19123"/>
                    <a:pt x="33398" y="30738"/>
                  </a:cubicBezTo>
                  <a:cubicBezTo>
                    <a:pt x="33398" y="41094"/>
                    <a:pt x="25649" y="45277"/>
                    <a:pt x="16459" y="39928"/>
                  </a:cubicBezTo>
                  <a:cubicBezTo>
                    <a:pt x="6675" y="33679"/>
                    <a:pt x="537" y="23065"/>
                    <a:pt x="0" y="11467"/>
                  </a:cubicBezTo>
                  <a:cubicBezTo>
                    <a:pt x="137" y="1043"/>
                    <a:pt x="7749" y="-2866"/>
                    <a:pt x="16939" y="2209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AADE0AD6-6C21-464D-A8A0-F30483CF51F4}"/>
                </a:ext>
              </a:extLst>
            </p:cNvPr>
            <p:cNvSpPr/>
            <p:nvPr/>
          </p:nvSpPr>
          <p:spPr>
            <a:xfrm>
              <a:off x="5587067" y="2381781"/>
              <a:ext cx="31137" cy="34025"/>
            </a:xfrm>
            <a:custGeom>
              <a:avLst/>
              <a:gdLst>
                <a:gd name="connsiteX0" fmla="*/ 0 w 31137"/>
                <a:gd name="connsiteY0" fmla="*/ 9740 h 34025"/>
                <a:gd name="connsiteX1" fmla="*/ 29009 w 31137"/>
                <a:gd name="connsiteY1" fmla="*/ 7614 h 34025"/>
                <a:gd name="connsiteX2" fmla="*/ 31135 w 31137"/>
                <a:gd name="connsiteY2" fmla="*/ 8848 h 34025"/>
                <a:gd name="connsiteX3" fmla="*/ 31135 w 31137"/>
                <a:gd name="connsiteY3" fmla="*/ 22564 h 34025"/>
                <a:gd name="connsiteX4" fmla="*/ 30312 w 31137"/>
                <a:gd name="connsiteY4" fmla="*/ 27639 h 34025"/>
                <a:gd name="connsiteX5" fmla="*/ 12756 w 31137"/>
                <a:gd name="connsiteY5" fmla="*/ 31343 h 34025"/>
                <a:gd name="connsiteX6" fmla="*/ 0 w 31137"/>
                <a:gd name="connsiteY6" fmla="*/ 9740 h 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37" h="34025">
                  <a:moveTo>
                    <a:pt x="0" y="9740"/>
                  </a:moveTo>
                  <a:cubicBezTo>
                    <a:pt x="0" y="-4731"/>
                    <a:pt x="13716" y="-1027"/>
                    <a:pt x="29009" y="7614"/>
                  </a:cubicBezTo>
                  <a:lnTo>
                    <a:pt x="31135" y="8848"/>
                  </a:lnTo>
                  <a:lnTo>
                    <a:pt x="31135" y="22564"/>
                  </a:lnTo>
                  <a:cubicBezTo>
                    <a:pt x="31169" y="24292"/>
                    <a:pt x="30890" y="26011"/>
                    <a:pt x="30312" y="27639"/>
                  </a:cubicBezTo>
                  <a:cubicBezTo>
                    <a:pt x="28255" y="33674"/>
                    <a:pt x="21603" y="36486"/>
                    <a:pt x="12756" y="31343"/>
                  </a:cubicBezTo>
                  <a:cubicBezTo>
                    <a:pt x="4868" y="27022"/>
                    <a:pt x="-26" y="18733"/>
                    <a:pt x="0" y="9740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21B610A-27B6-6414-3095-E364DF0C3120}"/>
                </a:ext>
              </a:extLst>
            </p:cNvPr>
            <p:cNvSpPr/>
            <p:nvPr/>
          </p:nvSpPr>
          <p:spPr>
            <a:xfrm>
              <a:off x="5680744" y="2402856"/>
              <a:ext cx="42126" cy="70008"/>
            </a:xfrm>
            <a:custGeom>
              <a:avLst/>
              <a:gdLst>
                <a:gd name="connsiteX0" fmla="*/ 22635 w 42126"/>
                <a:gd name="connsiteY0" fmla="*/ 2930 h 70008"/>
                <a:gd name="connsiteX1" fmla="*/ 41632 w 42126"/>
                <a:gd name="connsiteY1" fmla="*/ 31871 h 70008"/>
                <a:gd name="connsiteX2" fmla="*/ 42112 w 42126"/>
                <a:gd name="connsiteY2" fmla="*/ 38729 h 70008"/>
                <a:gd name="connsiteX3" fmla="*/ 42112 w 42126"/>
                <a:gd name="connsiteY3" fmla="*/ 53679 h 70008"/>
                <a:gd name="connsiteX4" fmla="*/ 41220 w 42126"/>
                <a:gd name="connsiteY4" fmla="*/ 60537 h 70008"/>
                <a:gd name="connsiteX5" fmla="*/ 21744 w 42126"/>
                <a:gd name="connsiteY5" fmla="*/ 67395 h 70008"/>
                <a:gd name="connsiteX6" fmla="*/ 4 w 42126"/>
                <a:gd name="connsiteY6" fmla="*/ 23024 h 70008"/>
                <a:gd name="connsiteX7" fmla="*/ 22635 w 42126"/>
                <a:gd name="connsiteY7" fmla="*/ 2930 h 70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26" h="70008">
                  <a:moveTo>
                    <a:pt x="22635" y="2930"/>
                  </a:moveTo>
                  <a:cubicBezTo>
                    <a:pt x="32773" y="9458"/>
                    <a:pt x="39675" y="19973"/>
                    <a:pt x="41632" y="31871"/>
                  </a:cubicBezTo>
                  <a:cubicBezTo>
                    <a:pt x="42017" y="34136"/>
                    <a:pt x="42178" y="36433"/>
                    <a:pt x="42112" y="38729"/>
                  </a:cubicBezTo>
                  <a:lnTo>
                    <a:pt x="42112" y="53679"/>
                  </a:lnTo>
                  <a:cubicBezTo>
                    <a:pt x="42125" y="55995"/>
                    <a:pt x="41825" y="58302"/>
                    <a:pt x="41220" y="60537"/>
                  </a:cubicBezTo>
                  <a:cubicBezTo>
                    <a:pt x="38889" y="70139"/>
                    <a:pt x="30796" y="72470"/>
                    <a:pt x="21744" y="67395"/>
                  </a:cubicBezTo>
                  <a:cubicBezTo>
                    <a:pt x="7548" y="59234"/>
                    <a:pt x="-202" y="41266"/>
                    <a:pt x="4" y="23024"/>
                  </a:cubicBezTo>
                  <a:cubicBezTo>
                    <a:pt x="210" y="4782"/>
                    <a:pt x="8302" y="-5368"/>
                    <a:pt x="22635" y="2930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7A42DC1-E823-4825-C155-61120A63ACF2}"/>
                </a:ext>
              </a:extLst>
            </p:cNvPr>
            <p:cNvSpPr/>
            <p:nvPr/>
          </p:nvSpPr>
          <p:spPr>
            <a:xfrm>
              <a:off x="5786288" y="2463755"/>
              <a:ext cx="42043" cy="69992"/>
            </a:xfrm>
            <a:custGeom>
              <a:avLst/>
              <a:gdLst>
                <a:gd name="connsiteX0" fmla="*/ 22567 w 42043"/>
                <a:gd name="connsiteY0" fmla="*/ 2930 h 69992"/>
                <a:gd name="connsiteX1" fmla="*/ 41563 w 42043"/>
                <a:gd name="connsiteY1" fmla="*/ 31871 h 69992"/>
                <a:gd name="connsiteX2" fmla="*/ 42044 w 42043"/>
                <a:gd name="connsiteY2" fmla="*/ 38729 h 69992"/>
                <a:gd name="connsiteX3" fmla="*/ 42044 w 42043"/>
                <a:gd name="connsiteY3" fmla="*/ 53679 h 69992"/>
                <a:gd name="connsiteX4" fmla="*/ 41221 w 42043"/>
                <a:gd name="connsiteY4" fmla="*/ 60537 h 69992"/>
                <a:gd name="connsiteX5" fmla="*/ 21744 w 42043"/>
                <a:gd name="connsiteY5" fmla="*/ 67395 h 69992"/>
                <a:gd name="connsiteX6" fmla="*/ 4 w 42043"/>
                <a:gd name="connsiteY6" fmla="*/ 23024 h 69992"/>
                <a:gd name="connsiteX7" fmla="*/ 22567 w 42043"/>
                <a:gd name="connsiteY7" fmla="*/ 2930 h 6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43" h="69992">
                  <a:moveTo>
                    <a:pt x="22567" y="2930"/>
                  </a:moveTo>
                  <a:cubicBezTo>
                    <a:pt x="32680" y="9483"/>
                    <a:pt x="39574" y="19985"/>
                    <a:pt x="41563" y="31871"/>
                  </a:cubicBezTo>
                  <a:cubicBezTo>
                    <a:pt x="41887" y="34142"/>
                    <a:pt x="42048" y="36434"/>
                    <a:pt x="42044" y="38729"/>
                  </a:cubicBezTo>
                  <a:lnTo>
                    <a:pt x="42044" y="53679"/>
                  </a:lnTo>
                  <a:cubicBezTo>
                    <a:pt x="42037" y="55989"/>
                    <a:pt x="41761" y="58291"/>
                    <a:pt x="41221" y="60537"/>
                  </a:cubicBezTo>
                  <a:cubicBezTo>
                    <a:pt x="38889" y="70070"/>
                    <a:pt x="30796" y="72470"/>
                    <a:pt x="21744" y="67395"/>
                  </a:cubicBezTo>
                  <a:cubicBezTo>
                    <a:pt x="7548" y="59234"/>
                    <a:pt x="-202" y="41266"/>
                    <a:pt x="4" y="23024"/>
                  </a:cubicBezTo>
                  <a:cubicBezTo>
                    <a:pt x="210" y="4782"/>
                    <a:pt x="7959" y="-5368"/>
                    <a:pt x="22567" y="2930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BF513E6-5012-84C6-E5F8-FE3B4C8476E5}"/>
                </a:ext>
              </a:extLst>
            </p:cNvPr>
            <p:cNvSpPr/>
            <p:nvPr/>
          </p:nvSpPr>
          <p:spPr>
            <a:xfrm>
              <a:off x="5953422" y="2557128"/>
              <a:ext cx="38860" cy="37801"/>
            </a:xfrm>
            <a:custGeom>
              <a:avLst/>
              <a:gdLst>
                <a:gd name="connsiteX0" fmla="*/ 20848 w 38860"/>
                <a:gd name="connsiteY0" fmla="*/ 2757 h 37801"/>
                <a:gd name="connsiteX1" fmla="*/ 38816 w 38860"/>
                <a:gd name="connsiteY1" fmla="*/ 37801 h 37801"/>
                <a:gd name="connsiteX2" fmla="*/ 0 w 38860"/>
                <a:gd name="connsiteY2" fmla="*/ 15307 h 37801"/>
                <a:gd name="connsiteX3" fmla="*/ 20848 w 38860"/>
                <a:gd name="connsiteY3" fmla="*/ 2757 h 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0" h="37801">
                  <a:moveTo>
                    <a:pt x="20848" y="2757"/>
                  </a:moveTo>
                  <a:cubicBezTo>
                    <a:pt x="32638" y="10417"/>
                    <a:pt x="39478" y="23757"/>
                    <a:pt x="38816" y="37801"/>
                  </a:cubicBezTo>
                  <a:lnTo>
                    <a:pt x="0" y="15307"/>
                  </a:lnTo>
                  <a:cubicBezTo>
                    <a:pt x="1029" y="5637"/>
                    <a:pt x="7064" y="-5198"/>
                    <a:pt x="20848" y="2757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D960E00-2FBC-AC81-5374-5D9AB6BF9CDC}"/>
                </a:ext>
              </a:extLst>
            </p:cNvPr>
            <p:cNvSpPr/>
            <p:nvPr/>
          </p:nvSpPr>
          <p:spPr>
            <a:xfrm>
              <a:off x="5304243" y="2218500"/>
              <a:ext cx="31135" cy="34086"/>
            </a:xfrm>
            <a:custGeom>
              <a:avLst/>
              <a:gdLst>
                <a:gd name="connsiteX0" fmla="*/ 0 w 31135"/>
                <a:gd name="connsiteY0" fmla="*/ 9732 h 34086"/>
                <a:gd name="connsiteX1" fmla="*/ 29010 w 31135"/>
                <a:gd name="connsiteY1" fmla="*/ 7675 h 34086"/>
                <a:gd name="connsiteX2" fmla="*/ 31136 w 31135"/>
                <a:gd name="connsiteY2" fmla="*/ 8909 h 34086"/>
                <a:gd name="connsiteX3" fmla="*/ 31136 w 31135"/>
                <a:gd name="connsiteY3" fmla="*/ 22625 h 34086"/>
                <a:gd name="connsiteX4" fmla="*/ 30313 w 31135"/>
                <a:gd name="connsiteY4" fmla="*/ 27700 h 34086"/>
                <a:gd name="connsiteX5" fmla="*/ 12688 w 31135"/>
                <a:gd name="connsiteY5" fmla="*/ 31403 h 34086"/>
                <a:gd name="connsiteX6" fmla="*/ 0 w 31135"/>
                <a:gd name="connsiteY6" fmla="*/ 9732 h 34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35" h="34086">
                  <a:moveTo>
                    <a:pt x="0" y="9732"/>
                  </a:moveTo>
                  <a:cubicBezTo>
                    <a:pt x="0" y="-4738"/>
                    <a:pt x="13716" y="-1035"/>
                    <a:pt x="29010" y="7675"/>
                  </a:cubicBezTo>
                  <a:lnTo>
                    <a:pt x="31136" y="8909"/>
                  </a:lnTo>
                  <a:lnTo>
                    <a:pt x="31136" y="22625"/>
                  </a:lnTo>
                  <a:cubicBezTo>
                    <a:pt x="31108" y="24348"/>
                    <a:pt x="30831" y="26057"/>
                    <a:pt x="30313" y="27700"/>
                  </a:cubicBezTo>
                  <a:cubicBezTo>
                    <a:pt x="28187" y="33735"/>
                    <a:pt x="21603" y="36547"/>
                    <a:pt x="12688" y="31403"/>
                  </a:cubicBezTo>
                  <a:cubicBezTo>
                    <a:pt x="4826" y="27031"/>
                    <a:pt x="-35" y="18728"/>
                    <a:pt x="0" y="9732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84732D1-73FA-769A-07CD-325A981B02CE}"/>
                </a:ext>
              </a:extLst>
            </p:cNvPr>
            <p:cNvSpPr/>
            <p:nvPr/>
          </p:nvSpPr>
          <p:spPr>
            <a:xfrm>
              <a:off x="6320662" y="2771264"/>
              <a:ext cx="43559" cy="72953"/>
            </a:xfrm>
            <a:custGeom>
              <a:avLst/>
              <a:gdLst>
                <a:gd name="connsiteX0" fmla="*/ 22569 w 43559"/>
                <a:gd name="connsiteY0" fmla="*/ 2934 h 72953"/>
                <a:gd name="connsiteX1" fmla="*/ 43554 w 43559"/>
                <a:gd name="connsiteY1" fmla="*/ 48677 h 72953"/>
                <a:gd name="connsiteX2" fmla="*/ 21472 w 43559"/>
                <a:gd name="connsiteY2" fmla="*/ 70416 h 72953"/>
                <a:gd name="connsiteX3" fmla="*/ 6 w 43559"/>
                <a:gd name="connsiteY3" fmla="*/ 23988 h 72953"/>
                <a:gd name="connsiteX4" fmla="*/ 22569 w 43559"/>
                <a:gd name="connsiteY4" fmla="*/ 2934 h 72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59" h="72953">
                  <a:moveTo>
                    <a:pt x="22569" y="2934"/>
                  </a:moveTo>
                  <a:cubicBezTo>
                    <a:pt x="37794" y="11712"/>
                    <a:pt x="43760" y="33109"/>
                    <a:pt x="43554" y="48677"/>
                  </a:cubicBezTo>
                  <a:cubicBezTo>
                    <a:pt x="43554" y="68771"/>
                    <a:pt x="34227" y="77755"/>
                    <a:pt x="21472" y="70416"/>
                  </a:cubicBezTo>
                  <a:cubicBezTo>
                    <a:pt x="8716" y="63079"/>
                    <a:pt x="-268" y="42984"/>
                    <a:pt x="6" y="23988"/>
                  </a:cubicBezTo>
                  <a:cubicBezTo>
                    <a:pt x="212" y="7392"/>
                    <a:pt x="6795" y="-6187"/>
                    <a:pt x="22569" y="2934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2243E6C-B0BE-8796-CCE9-BD8F02246A32}"/>
                </a:ext>
              </a:extLst>
            </p:cNvPr>
            <p:cNvSpPr/>
            <p:nvPr/>
          </p:nvSpPr>
          <p:spPr>
            <a:xfrm>
              <a:off x="4634354" y="1765967"/>
              <a:ext cx="33398" cy="42348"/>
            </a:xfrm>
            <a:custGeom>
              <a:avLst/>
              <a:gdLst>
                <a:gd name="connsiteX0" fmla="*/ 0 w 33398"/>
                <a:gd name="connsiteY0" fmla="*/ 11558 h 42348"/>
                <a:gd name="connsiteX1" fmla="*/ 16459 w 33398"/>
                <a:gd name="connsiteY1" fmla="*/ 40019 h 42348"/>
                <a:gd name="connsiteX2" fmla="*/ 33398 w 33398"/>
                <a:gd name="connsiteY2" fmla="*/ 30760 h 42348"/>
                <a:gd name="connsiteX3" fmla="*/ 16939 w 33398"/>
                <a:gd name="connsiteY3" fmla="*/ 2300 h 42348"/>
                <a:gd name="connsiteX4" fmla="*/ 0 w 33398"/>
                <a:gd name="connsiteY4" fmla="*/ 11558 h 4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98" h="42348">
                  <a:moveTo>
                    <a:pt x="0" y="11558"/>
                  </a:moveTo>
                  <a:cubicBezTo>
                    <a:pt x="559" y="23149"/>
                    <a:pt x="6692" y="33753"/>
                    <a:pt x="16459" y="40019"/>
                  </a:cubicBezTo>
                  <a:cubicBezTo>
                    <a:pt x="25649" y="45368"/>
                    <a:pt x="33193" y="41185"/>
                    <a:pt x="33398" y="30760"/>
                  </a:cubicBezTo>
                  <a:cubicBezTo>
                    <a:pt x="32839" y="19169"/>
                    <a:pt x="26707" y="8565"/>
                    <a:pt x="16939" y="2300"/>
                  </a:cubicBezTo>
                  <a:cubicBezTo>
                    <a:pt x="7750" y="-2981"/>
                    <a:pt x="137" y="1134"/>
                    <a:pt x="0" y="11558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293BC2A-0B86-0217-8FD8-9BD1ACBDCAA5}"/>
                </a:ext>
              </a:extLst>
            </p:cNvPr>
            <p:cNvSpPr/>
            <p:nvPr/>
          </p:nvSpPr>
          <p:spPr>
            <a:xfrm>
              <a:off x="7205692" y="5501487"/>
              <a:ext cx="60243" cy="54521"/>
            </a:xfrm>
            <a:custGeom>
              <a:avLst/>
              <a:gdLst>
                <a:gd name="connsiteX0" fmla="*/ 48006 w 60243"/>
                <a:gd name="connsiteY0" fmla="*/ 26060 h 54521"/>
                <a:gd name="connsiteX1" fmla="*/ 0 w 60243"/>
                <a:gd name="connsiteY1" fmla="*/ 54521 h 54521"/>
                <a:gd name="connsiteX2" fmla="*/ 12139 w 60243"/>
                <a:gd name="connsiteY2" fmla="*/ 28461 h 54521"/>
                <a:gd name="connsiteX3" fmla="*/ 60145 w 60243"/>
                <a:gd name="connsiteY3" fmla="*/ 0 h 54521"/>
                <a:gd name="connsiteX4" fmla="*/ 48006 w 60243"/>
                <a:gd name="connsiteY4" fmla="*/ 26060 h 5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43" h="54521">
                  <a:moveTo>
                    <a:pt x="48006" y="26060"/>
                  </a:moveTo>
                  <a:lnTo>
                    <a:pt x="0" y="54521"/>
                  </a:lnTo>
                  <a:cubicBezTo>
                    <a:pt x="8369" y="48591"/>
                    <a:pt x="12984" y="38683"/>
                    <a:pt x="12139" y="28461"/>
                  </a:cubicBezTo>
                  <a:lnTo>
                    <a:pt x="60145" y="0"/>
                  </a:lnTo>
                  <a:cubicBezTo>
                    <a:pt x="60990" y="10222"/>
                    <a:pt x="56375" y="20130"/>
                    <a:pt x="48006" y="26060"/>
                  </a:cubicBezTo>
                  <a:close/>
                </a:path>
              </a:pathLst>
            </a:custGeom>
            <a:solidFill>
              <a:srgbClr val="A2ABA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6AB26C6-89D5-0463-BAE0-32F02EE81741}"/>
                </a:ext>
              </a:extLst>
            </p:cNvPr>
            <p:cNvSpPr/>
            <p:nvPr/>
          </p:nvSpPr>
          <p:spPr>
            <a:xfrm>
              <a:off x="7218105" y="3507798"/>
              <a:ext cx="75095" cy="2022218"/>
            </a:xfrm>
            <a:custGeom>
              <a:avLst/>
              <a:gdLst>
                <a:gd name="connsiteX0" fmla="*/ 27363 w 75095"/>
                <a:gd name="connsiteY0" fmla="*/ 28461 h 2022218"/>
                <a:gd name="connsiteX1" fmla="*/ 75095 w 75095"/>
                <a:gd name="connsiteY1" fmla="*/ 0 h 2022218"/>
                <a:gd name="connsiteX2" fmla="*/ 47732 w 75095"/>
                <a:gd name="connsiteY2" fmla="*/ 1993758 h 2022218"/>
                <a:gd name="connsiteX3" fmla="*/ 0 w 75095"/>
                <a:gd name="connsiteY3" fmla="*/ 2022218 h 2022218"/>
                <a:gd name="connsiteX4" fmla="*/ 27363 w 75095"/>
                <a:gd name="connsiteY4" fmla="*/ 28461 h 202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95" h="2022218">
                  <a:moveTo>
                    <a:pt x="27363" y="28461"/>
                  </a:moveTo>
                  <a:lnTo>
                    <a:pt x="75095" y="0"/>
                  </a:lnTo>
                  <a:lnTo>
                    <a:pt x="47732" y="1993758"/>
                  </a:lnTo>
                  <a:lnTo>
                    <a:pt x="0" y="2022218"/>
                  </a:lnTo>
                  <a:lnTo>
                    <a:pt x="27363" y="28461"/>
                  </a:lnTo>
                  <a:close/>
                </a:path>
              </a:pathLst>
            </a:custGeom>
            <a:solidFill>
              <a:srgbClr val="A2ABA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5002E0A7-FD2E-EA6D-966E-F7B4DB7134F8}"/>
                </a:ext>
              </a:extLst>
            </p:cNvPr>
            <p:cNvSpPr/>
            <p:nvPr/>
          </p:nvSpPr>
          <p:spPr>
            <a:xfrm>
              <a:off x="7245469" y="3122790"/>
              <a:ext cx="53012" cy="413468"/>
            </a:xfrm>
            <a:custGeom>
              <a:avLst/>
              <a:gdLst>
                <a:gd name="connsiteX0" fmla="*/ 5281 w 53012"/>
                <a:gd name="connsiteY0" fmla="*/ 28392 h 413468"/>
                <a:gd name="connsiteX1" fmla="*/ 53013 w 53012"/>
                <a:gd name="connsiteY1" fmla="*/ 0 h 413468"/>
                <a:gd name="connsiteX2" fmla="*/ 47732 w 53012"/>
                <a:gd name="connsiteY2" fmla="*/ 385008 h 413468"/>
                <a:gd name="connsiteX3" fmla="*/ 0 w 53012"/>
                <a:gd name="connsiteY3" fmla="*/ 413469 h 413468"/>
                <a:gd name="connsiteX4" fmla="*/ 5281 w 53012"/>
                <a:gd name="connsiteY4" fmla="*/ 28392 h 41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12" h="413468">
                  <a:moveTo>
                    <a:pt x="5281" y="28392"/>
                  </a:moveTo>
                  <a:lnTo>
                    <a:pt x="53013" y="0"/>
                  </a:lnTo>
                  <a:lnTo>
                    <a:pt x="47732" y="385008"/>
                  </a:lnTo>
                  <a:lnTo>
                    <a:pt x="0" y="413469"/>
                  </a:lnTo>
                  <a:lnTo>
                    <a:pt x="5281" y="28392"/>
                  </a:lnTo>
                  <a:close/>
                </a:path>
              </a:pathLst>
            </a:custGeom>
            <a:solidFill>
              <a:srgbClr val="A7AFB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88D7353-C6FD-467F-F0EB-8A24262CC3E9}"/>
                </a:ext>
              </a:extLst>
            </p:cNvPr>
            <p:cNvSpPr/>
            <p:nvPr/>
          </p:nvSpPr>
          <p:spPr>
            <a:xfrm>
              <a:off x="4259290" y="1347597"/>
              <a:ext cx="2997632" cy="1731576"/>
            </a:xfrm>
            <a:custGeom>
              <a:avLst/>
              <a:gdLst>
                <a:gd name="connsiteX0" fmla="*/ 0 w 2997632"/>
                <a:gd name="connsiteY0" fmla="*/ 28461 h 1731576"/>
                <a:gd name="connsiteX1" fmla="*/ 47732 w 2997632"/>
                <a:gd name="connsiteY1" fmla="*/ 0 h 1731576"/>
                <a:gd name="connsiteX2" fmla="*/ 2997632 w 2997632"/>
                <a:gd name="connsiteY2" fmla="*/ 1703116 h 1731576"/>
                <a:gd name="connsiteX3" fmla="*/ 2949900 w 2997632"/>
                <a:gd name="connsiteY3" fmla="*/ 1731576 h 1731576"/>
                <a:gd name="connsiteX4" fmla="*/ 0 w 2997632"/>
                <a:gd name="connsiteY4" fmla="*/ 28461 h 173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7632" h="1731576">
                  <a:moveTo>
                    <a:pt x="0" y="28461"/>
                  </a:moveTo>
                  <a:lnTo>
                    <a:pt x="47732" y="0"/>
                  </a:lnTo>
                  <a:lnTo>
                    <a:pt x="2997632" y="1703116"/>
                  </a:lnTo>
                  <a:lnTo>
                    <a:pt x="2949900" y="1731576"/>
                  </a:lnTo>
                  <a:lnTo>
                    <a:pt x="0" y="28461"/>
                  </a:lnTo>
                  <a:close/>
                </a:path>
              </a:pathLst>
            </a:custGeom>
            <a:solidFill>
              <a:srgbClr val="F0F4F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3D10236F-7DA6-26DC-DE21-FF50D1E2BF52}"/>
                </a:ext>
              </a:extLst>
            </p:cNvPr>
            <p:cNvSpPr/>
            <p:nvPr/>
          </p:nvSpPr>
          <p:spPr>
            <a:xfrm>
              <a:off x="7209190" y="3050781"/>
              <a:ext cx="89565" cy="100469"/>
            </a:xfrm>
            <a:custGeom>
              <a:avLst/>
              <a:gdLst>
                <a:gd name="connsiteX0" fmla="*/ 0 w 89565"/>
                <a:gd name="connsiteY0" fmla="*/ 28461 h 100469"/>
                <a:gd name="connsiteX1" fmla="*/ 48006 w 89565"/>
                <a:gd name="connsiteY1" fmla="*/ 0 h 100469"/>
                <a:gd name="connsiteX2" fmla="*/ 89565 w 89565"/>
                <a:gd name="connsiteY2" fmla="*/ 72078 h 100469"/>
                <a:gd name="connsiteX3" fmla="*/ 41559 w 89565"/>
                <a:gd name="connsiteY3" fmla="*/ 100470 h 100469"/>
                <a:gd name="connsiteX4" fmla="*/ 0 w 89565"/>
                <a:gd name="connsiteY4" fmla="*/ 28461 h 10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65" h="100469">
                  <a:moveTo>
                    <a:pt x="0" y="28461"/>
                  </a:moveTo>
                  <a:lnTo>
                    <a:pt x="48006" y="0"/>
                  </a:lnTo>
                  <a:cubicBezTo>
                    <a:pt x="72665" y="15924"/>
                    <a:pt x="88138" y="42758"/>
                    <a:pt x="89565" y="72078"/>
                  </a:cubicBezTo>
                  <a:lnTo>
                    <a:pt x="41559" y="100470"/>
                  </a:lnTo>
                  <a:cubicBezTo>
                    <a:pt x="40143" y="71165"/>
                    <a:pt x="24666" y="44347"/>
                    <a:pt x="0" y="28461"/>
                  </a:cubicBezTo>
                  <a:close/>
                </a:path>
              </a:pathLst>
            </a:custGeom>
            <a:solidFill>
              <a:srgbClr val="D5D8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C70E341-E069-35B6-09C4-8633937B9700}"/>
                </a:ext>
              </a:extLst>
            </p:cNvPr>
            <p:cNvSpPr/>
            <p:nvPr/>
          </p:nvSpPr>
          <p:spPr>
            <a:xfrm>
              <a:off x="4211078" y="1370078"/>
              <a:ext cx="3039671" cy="2166180"/>
            </a:xfrm>
            <a:custGeom>
              <a:avLst/>
              <a:gdLst>
                <a:gd name="connsiteX0" fmla="*/ 2998112 w 3039671"/>
                <a:gd name="connsiteY0" fmla="*/ 1709164 h 2166180"/>
                <a:gd name="connsiteX1" fmla="*/ 48212 w 3039671"/>
                <a:gd name="connsiteY1" fmla="*/ 5979 h 2166180"/>
                <a:gd name="connsiteX2" fmla="*/ 5281 w 3039671"/>
                <a:gd name="connsiteY2" fmla="*/ 29228 h 2166180"/>
                <a:gd name="connsiteX3" fmla="*/ 0 w 3039671"/>
                <a:gd name="connsiteY3" fmla="*/ 414305 h 2166180"/>
                <a:gd name="connsiteX4" fmla="*/ 3034391 w 3039671"/>
                <a:gd name="connsiteY4" fmla="*/ 2166181 h 2166180"/>
                <a:gd name="connsiteX5" fmla="*/ 3039672 w 3039671"/>
                <a:gd name="connsiteY5" fmla="*/ 1781104 h 2166180"/>
                <a:gd name="connsiteX6" fmla="*/ 2998112 w 3039671"/>
                <a:gd name="connsiteY6" fmla="*/ 1709164 h 216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9671" h="2166180">
                  <a:moveTo>
                    <a:pt x="2998112" y="1709164"/>
                  </a:moveTo>
                  <a:lnTo>
                    <a:pt x="48212" y="5979"/>
                  </a:lnTo>
                  <a:cubicBezTo>
                    <a:pt x="24963" y="-7737"/>
                    <a:pt x="5692" y="3030"/>
                    <a:pt x="5281" y="29228"/>
                  </a:cubicBezTo>
                  <a:lnTo>
                    <a:pt x="0" y="414305"/>
                  </a:lnTo>
                  <a:lnTo>
                    <a:pt x="3034391" y="2166181"/>
                  </a:lnTo>
                  <a:lnTo>
                    <a:pt x="3039672" y="1781104"/>
                  </a:lnTo>
                  <a:cubicBezTo>
                    <a:pt x="3038234" y="1751824"/>
                    <a:pt x="3022758" y="1725036"/>
                    <a:pt x="2998112" y="1709164"/>
                  </a:cubicBezTo>
                  <a:close/>
                </a:path>
              </a:pathLst>
            </a:custGeom>
            <a:solidFill>
              <a:srgbClr val="D3D6D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3AE9FC3-FCCB-7384-5D51-30FBFB802F48}"/>
                </a:ext>
              </a:extLst>
            </p:cNvPr>
            <p:cNvSpPr/>
            <p:nvPr/>
          </p:nvSpPr>
          <p:spPr>
            <a:xfrm>
              <a:off x="4553978" y="1623700"/>
              <a:ext cx="2397968" cy="1668002"/>
            </a:xfrm>
            <a:custGeom>
              <a:avLst/>
              <a:gdLst>
                <a:gd name="connsiteX0" fmla="*/ 3978 w 2397968"/>
                <a:gd name="connsiteY0" fmla="*/ 0 h 1668002"/>
                <a:gd name="connsiteX1" fmla="*/ 0 w 2397968"/>
                <a:gd name="connsiteY1" fmla="*/ 285842 h 1668002"/>
                <a:gd name="connsiteX2" fmla="*/ 2394059 w 2397968"/>
                <a:gd name="connsiteY2" fmla="*/ 1668003 h 1668002"/>
                <a:gd name="connsiteX3" fmla="*/ 2397968 w 2397968"/>
                <a:gd name="connsiteY3" fmla="*/ 1382230 h 1668002"/>
                <a:gd name="connsiteX4" fmla="*/ 3978 w 2397968"/>
                <a:gd name="connsiteY4" fmla="*/ 0 h 166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7968" h="1668002">
                  <a:moveTo>
                    <a:pt x="3978" y="0"/>
                  </a:moveTo>
                  <a:lnTo>
                    <a:pt x="0" y="285842"/>
                  </a:lnTo>
                  <a:lnTo>
                    <a:pt x="2394059" y="1668003"/>
                  </a:lnTo>
                  <a:lnTo>
                    <a:pt x="2397968" y="1382230"/>
                  </a:lnTo>
                  <a:lnTo>
                    <a:pt x="3978" y="0"/>
                  </a:lnTo>
                  <a:close/>
                </a:path>
              </a:pathLst>
            </a:custGeom>
            <a:solidFill>
              <a:srgbClr val="F0F3F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A9C69257-7B2B-90E2-879A-8AB8CE68F666}"/>
                </a:ext>
              </a:extLst>
            </p:cNvPr>
            <p:cNvSpPr/>
            <p:nvPr/>
          </p:nvSpPr>
          <p:spPr>
            <a:xfrm>
              <a:off x="4246054" y="1414686"/>
              <a:ext cx="73106" cy="92511"/>
            </a:xfrm>
            <a:custGeom>
              <a:avLst/>
              <a:gdLst>
                <a:gd name="connsiteX0" fmla="*/ 37102 w 73106"/>
                <a:gd name="connsiteY0" fmla="*/ 4919 h 92511"/>
                <a:gd name="connsiteX1" fmla="*/ 73106 w 73106"/>
                <a:gd name="connsiteY1" fmla="*/ 67258 h 92511"/>
                <a:gd name="connsiteX2" fmla="*/ 36005 w 73106"/>
                <a:gd name="connsiteY2" fmla="*/ 87421 h 92511"/>
                <a:gd name="connsiteX3" fmla="*/ 0 w 73106"/>
                <a:gd name="connsiteY3" fmla="*/ 25082 h 92511"/>
                <a:gd name="connsiteX4" fmla="*/ 37102 w 73106"/>
                <a:gd name="connsiteY4" fmla="*/ 4919 h 92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06" h="92511">
                  <a:moveTo>
                    <a:pt x="37102" y="4919"/>
                  </a:moveTo>
                  <a:cubicBezTo>
                    <a:pt x="58491" y="18641"/>
                    <a:pt x="71909" y="41874"/>
                    <a:pt x="73106" y="67258"/>
                  </a:cubicBezTo>
                  <a:cubicBezTo>
                    <a:pt x="73106" y="90027"/>
                    <a:pt x="56236" y="99080"/>
                    <a:pt x="36005" y="87421"/>
                  </a:cubicBezTo>
                  <a:cubicBezTo>
                    <a:pt x="14615" y="73699"/>
                    <a:pt x="1197" y="50466"/>
                    <a:pt x="0" y="25082"/>
                  </a:cubicBezTo>
                  <a:cubicBezTo>
                    <a:pt x="343" y="2588"/>
                    <a:pt x="16939" y="-6465"/>
                    <a:pt x="37102" y="4919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033C55F3-356A-54BC-054C-D4424396A99D}"/>
                </a:ext>
              </a:extLst>
            </p:cNvPr>
            <p:cNvSpPr/>
            <p:nvPr/>
          </p:nvSpPr>
          <p:spPr>
            <a:xfrm>
              <a:off x="4346318" y="1472671"/>
              <a:ext cx="73174" cy="92697"/>
            </a:xfrm>
            <a:custGeom>
              <a:avLst/>
              <a:gdLst>
                <a:gd name="connsiteX0" fmla="*/ 37170 w 73174"/>
                <a:gd name="connsiteY0" fmla="*/ 5090 h 92697"/>
                <a:gd name="connsiteX1" fmla="*/ 73175 w 73174"/>
                <a:gd name="connsiteY1" fmla="*/ 67498 h 92697"/>
                <a:gd name="connsiteX2" fmla="*/ 36005 w 73174"/>
                <a:gd name="connsiteY2" fmla="*/ 87592 h 92697"/>
                <a:gd name="connsiteX3" fmla="*/ 0 w 73174"/>
                <a:gd name="connsiteY3" fmla="*/ 25253 h 92697"/>
                <a:gd name="connsiteX4" fmla="*/ 37170 w 73174"/>
                <a:gd name="connsiteY4" fmla="*/ 5090 h 9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74" h="92697">
                  <a:moveTo>
                    <a:pt x="37170" y="5090"/>
                  </a:moveTo>
                  <a:cubicBezTo>
                    <a:pt x="58536" y="18867"/>
                    <a:pt x="71943" y="42106"/>
                    <a:pt x="73175" y="67498"/>
                  </a:cubicBezTo>
                  <a:cubicBezTo>
                    <a:pt x="73175" y="90267"/>
                    <a:pt x="56167" y="99251"/>
                    <a:pt x="36005" y="87592"/>
                  </a:cubicBezTo>
                  <a:cubicBezTo>
                    <a:pt x="14615" y="73870"/>
                    <a:pt x="1197" y="50637"/>
                    <a:pt x="0" y="25253"/>
                  </a:cubicBezTo>
                  <a:cubicBezTo>
                    <a:pt x="343" y="2484"/>
                    <a:pt x="16939" y="-6568"/>
                    <a:pt x="37170" y="5090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591F4E6-BEBD-DDB1-1A3F-E6DE4D5BA7AF}"/>
                </a:ext>
              </a:extLst>
            </p:cNvPr>
            <p:cNvSpPr/>
            <p:nvPr/>
          </p:nvSpPr>
          <p:spPr>
            <a:xfrm>
              <a:off x="4446651" y="1530552"/>
              <a:ext cx="73106" cy="92727"/>
            </a:xfrm>
            <a:custGeom>
              <a:avLst/>
              <a:gdLst>
                <a:gd name="connsiteX0" fmla="*/ 37033 w 73106"/>
                <a:gd name="connsiteY0" fmla="*/ 5090 h 92727"/>
                <a:gd name="connsiteX1" fmla="*/ 73106 w 73106"/>
                <a:gd name="connsiteY1" fmla="*/ 67498 h 92727"/>
                <a:gd name="connsiteX2" fmla="*/ 35936 w 73106"/>
                <a:gd name="connsiteY2" fmla="*/ 87592 h 92727"/>
                <a:gd name="connsiteX3" fmla="*/ 0 w 73106"/>
                <a:gd name="connsiteY3" fmla="*/ 25253 h 92727"/>
                <a:gd name="connsiteX4" fmla="*/ 37033 w 73106"/>
                <a:gd name="connsiteY4" fmla="*/ 5090 h 92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06" h="92727">
                  <a:moveTo>
                    <a:pt x="37033" y="5090"/>
                  </a:moveTo>
                  <a:cubicBezTo>
                    <a:pt x="58451" y="18827"/>
                    <a:pt x="71893" y="42083"/>
                    <a:pt x="73106" y="67498"/>
                  </a:cubicBezTo>
                  <a:cubicBezTo>
                    <a:pt x="72763" y="90267"/>
                    <a:pt x="56167" y="99319"/>
                    <a:pt x="35936" y="87592"/>
                  </a:cubicBezTo>
                  <a:cubicBezTo>
                    <a:pt x="14555" y="73871"/>
                    <a:pt x="1159" y="50631"/>
                    <a:pt x="0" y="25253"/>
                  </a:cubicBezTo>
                  <a:cubicBezTo>
                    <a:pt x="274" y="2484"/>
                    <a:pt x="17145" y="-6568"/>
                    <a:pt x="37033" y="5090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ECFD9FA-E482-0D27-B8F6-3829416F6DD9}"/>
                </a:ext>
              </a:extLst>
            </p:cNvPr>
            <p:cNvSpPr/>
            <p:nvPr/>
          </p:nvSpPr>
          <p:spPr>
            <a:xfrm>
              <a:off x="4831247" y="1885401"/>
              <a:ext cx="130713" cy="158899"/>
            </a:xfrm>
            <a:custGeom>
              <a:avLst/>
              <a:gdLst>
                <a:gd name="connsiteX0" fmla="*/ 98892 w 130713"/>
                <a:gd name="connsiteY0" fmla="*/ 101156 h 158899"/>
                <a:gd name="connsiteX1" fmla="*/ 92583 w 130713"/>
                <a:gd name="connsiteY1" fmla="*/ 131193 h 158899"/>
                <a:gd name="connsiteX2" fmla="*/ 92240 w 130713"/>
                <a:gd name="connsiteY2" fmla="*/ 131193 h 158899"/>
                <a:gd name="connsiteX3" fmla="*/ 85382 w 130713"/>
                <a:gd name="connsiteY3" fmla="*/ 93680 h 158899"/>
                <a:gd name="connsiteX4" fmla="*/ 74958 w 130713"/>
                <a:gd name="connsiteY4" fmla="*/ 43068 h 158899"/>
                <a:gd name="connsiteX5" fmla="*/ 56853 w 130713"/>
                <a:gd name="connsiteY5" fmla="*/ 32576 h 158899"/>
                <a:gd name="connsiteX6" fmla="*/ 44783 w 130713"/>
                <a:gd name="connsiteY6" fmla="*/ 71460 h 158899"/>
                <a:gd name="connsiteX7" fmla="*/ 37033 w 130713"/>
                <a:gd name="connsiteY7" fmla="*/ 99441 h 158899"/>
                <a:gd name="connsiteX8" fmla="*/ 36690 w 130713"/>
                <a:gd name="connsiteY8" fmla="*/ 99441 h 158899"/>
                <a:gd name="connsiteX9" fmla="*/ 31547 w 130713"/>
                <a:gd name="connsiteY9" fmla="*/ 63779 h 158899"/>
                <a:gd name="connsiteX10" fmla="*/ 22906 w 130713"/>
                <a:gd name="connsiteY10" fmla="*/ 13167 h 158899"/>
                <a:gd name="connsiteX11" fmla="*/ 0 w 130713"/>
                <a:gd name="connsiteY11" fmla="*/ 0 h 158899"/>
                <a:gd name="connsiteX12" fmla="*/ 24757 w 130713"/>
                <a:gd name="connsiteY12" fmla="*/ 114803 h 158899"/>
                <a:gd name="connsiteX13" fmla="*/ 45674 w 130713"/>
                <a:gd name="connsiteY13" fmla="*/ 126873 h 158899"/>
                <a:gd name="connsiteX14" fmla="*/ 57470 w 130713"/>
                <a:gd name="connsiteY14" fmla="*/ 92583 h 158899"/>
                <a:gd name="connsiteX15" fmla="*/ 64328 w 130713"/>
                <a:gd name="connsiteY15" fmla="*/ 64465 h 158899"/>
                <a:gd name="connsiteX16" fmla="*/ 64671 w 130713"/>
                <a:gd name="connsiteY16" fmla="*/ 64465 h 158899"/>
                <a:gd name="connsiteX17" fmla="*/ 70980 w 130713"/>
                <a:gd name="connsiteY17" fmla="*/ 100332 h 158899"/>
                <a:gd name="connsiteX18" fmla="*/ 80993 w 130713"/>
                <a:gd name="connsiteY18" fmla="*/ 146967 h 158899"/>
                <a:gd name="connsiteX19" fmla="*/ 101567 w 130713"/>
                <a:gd name="connsiteY19" fmla="*/ 158900 h 158899"/>
                <a:gd name="connsiteX20" fmla="*/ 130714 w 130713"/>
                <a:gd name="connsiteY20" fmla="*/ 75164 h 158899"/>
                <a:gd name="connsiteX21" fmla="*/ 109179 w 130713"/>
                <a:gd name="connsiteY21" fmla="*/ 62271 h 158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0713" h="158899">
                  <a:moveTo>
                    <a:pt x="98892" y="101156"/>
                  </a:moveTo>
                  <a:cubicBezTo>
                    <a:pt x="96355" y="111443"/>
                    <a:pt x="94229" y="121181"/>
                    <a:pt x="92583" y="131193"/>
                  </a:cubicBezTo>
                  <a:lnTo>
                    <a:pt x="92240" y="131193"/>
                  </a:lnTo>
                  <a:cubicBezTo>
                    <a:pt x="90389" y="119192"/>
                    <a:pt x="88194" y="106985"/>
                    <a:pt x="85382" y="93680"/>
                  </a:cubicBezTo>
                  <a:lnTo>
                    <a:pt x="74958" y="43068"/>
                  </a:lnTo>
                  <a:lnTo>
                    <a:pt x="56853" y="32576"/>
                  </a:lnTo>
                  <a:lnTo>
                    <a:pt x="44783" y="71460"/>
                  </a:lnTo>
                  <a:cubicBezTo>
                    <a:pt x="41710" y="80645"/>
                    <a:pt x="39123" y="89984"/>
                    <a:pt x="37033" y="99441"/>
                  </a:cubicBezTo>
                  <a:lnTo>
                    <a:pt x="36690" y="99441"/>
                  </a:lnTo>
                  <a:cubicBezTo>
                    <a:pt x="35182" y="87645"/>
                    <a:pt x="33399" y="75644"/>
                    <a:pt x="31547" y="63779"/>
                  </a:cubicBezTo>
                  <a:lnTo>
                    <a:pt x="22906" y="13167"/>
                  </a:lnTo>
                  <a:lnTo>
                    <a:pt x="0" y="0"/>
                  </a:lnTo>
                  <a:lnTo>
                    <a:pt x="24757" y="114803"/>
                  </a:lnTo>
                  <a:lnTo>
                    <a:pt x="45674" y="126873"/>
                  </a:lnTo>
                  <a:lnTo>
                    <a:pt x="57470" y="92583"/>
                  </a:lnTo>
                  <a:cubicBezTo>
                    <a:pt x="60412" y="83383"/>
                    <a:pt x="62703" y="73987"/>
                    <a:pt x="64328" y="64465"/>
                  </a:cubicBezTo>
                  <a:lnTo>
                    <a:pt x="64671" y="64465"/>
                  </a:lnTo>
                  <a:cubicBezTo>
                    <a:pt x="66523" y="77701"/>
                    <a:pt x="68443" y="88262"/>
                    <a:pt x="70980" y="100332"/>
                  </a:cubicBezTo>
                  <a:lnTo>
                    <a:pt x="80993" y="146967"/>
                  </a:lnTo>
                  <a:lnTo>
                    <a:pt x="101567" y="158900"/>
                  </a:lnTo>
                  <a:lnTo>
                    <a:pt x="130714" y="75164"/>
                  </a:lnTo>
                  <a:lnTo>
                    <a:pt x="109179" y="62271"/>
                  </a:ln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118527D0-D45C-DA11-0C4D-73D4DE9DD63C}"/>
                </a:ext>
              </a:extLst>
            </p:cNvPr>
            <p:cNvSpPr/>
            <p:nvPr/>
          </p:nvSpPr>
          <p:spPr>
            <a:xfrm>
              <a:off x="5242796" y="2198626"/>
              <a:ext cx="27432" cy="36484"/>
            </a:xfrm>
            <a:custGeom>
              <a:avLst/>
              <a:gdLst>
                <a:gd name="connsiteX0" fmla="*/ 13716 w 27432"/>
                <a:gd name="connsiteY0" fmla="*/ 2038 h 36484"/>
                <a:gd name="connsiteX1" fmla="*/ 0 w 27432"/>
                <a:gd name="connsiteY1" fmla="*/ 10267 h 36484"/>
                <a:gd name="connsiteX2" fmla="*/ 13716 w 27432"/>
                <a:gd name="connsiteY2" fmla="*/ 34407 h 36484"/>
                <a:gd name="connsiteX3" fmla="*/ 27432 w 27432"/>
                <a:gd name="connsiteY3" fmla="*/ 26178 h 36484"/>
                <a:gd name="connsiteX4" fmla="*/ 13716 w 27432"/>
                <a:gd name="connsiteY4" fmla="*/ 2038 h 36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" h="36484">
                  <a:moveTo>
                    <a:pt x="13716" y="2038"/>
                  </a:moveTo>
                  <a:cubicBezTo>
                    <a:pt x="5761" y="-2557"/>
                    <a:pt x="0" y="803"/>
                    <a:pt x="0" y="10267"/>
                  </a:cubicBezTo>
                  <a:cubicBezTo>
                    <a:pt x="162" y="20125"/>
                    <a:pt x="5331" y="29222"/>
                    <a:pt x="13716" y="34407"/>
                  </a:cubicBezTo>
                  <a:cubicBezTo>
                    <a:pt x="22083" y="39208"/>
                    <a:pt x="27432" y="35367"/>
                    <a:pt x="27432" y="26178"/>
                  </a:cubicBezTo>
                  <a:cubicBezTo>
                    <a:pt x="27375" y="16292"/>
                    <a:pt x="22179" y="7148"/>
                    <a:pt x="13716" y="2038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DA29F1A6-E749-670F-B89B-76C24200462F}"/>
                </a:ext>
              </a:extLst>
            </p:cNvPr>
            <p:cNvSpPr/>
            <p:nvPr/>
          </p:nvSpPr>
          <p:spPr>
            <a:xfrm>
              <a:off x="5109065" y="2045398"/>
              <a:ext cx="130576" cy="158899"/>
            </a:xfrm>
            <a:custGeom>
              <a:avLst/>
              <a:gdLst>
                <a:gd name="connsiteX0" fmla="*/ 98618 w 130576"/>
                <a:gd name="connsiteY0" fmla="*/ 101498 h 158899"/>
                <a:gd name="connsiteX1" fmla="*/ 92377 w 130576"/>
                <a:gd name="connsiteY1" fmla="*/ 131536 h 158899"/>
                <a:gd name="connsiteX2" fmla="*/ 92034 w 130576"/>
                <a:gd name="connsiteY2" fmla="*/ 131536 h 158899"/>
                <a:gd name="connsiteX3" fmla="*/ 85176 w 130576"/>
                <a:gd name="connsiteY3" fmla="*/ 94023 h 158899"/>
                <a:gd name="connsiteX4" fmla="*/ 74821 w 130576"/>
                <a:gd name="connsiteY4" fmla="*/ 43205 h 158899"/>
                <a:gd name="connsiteX5" fmla="*/ 56784 w 130576"/>
                <a:gd name="connsiteY5" fmla="*/ 32576 h 158899"/>
                <a:gd name="connsiteX6" fmla="*/ 44714 w 130576"/>
                <a:gd name="connsiteY6" fmla="*/ 71460 h 158899"/>
                <a:gd name="connsiteX7" fmla="*/ 37033 w 130576"/>
                <a:gd name="connsiteY7" fmla="*/ 99441 h 158899"/>
                <a:gd name="connsiteX8" fmla="*/ 36690 w 130576"/>
                <a:gd name="connsiteY8" fmla="*/ 99441 h 158899"/>
                <a:gd name="connsiteX9" fmla="*/ 31478 w 130576"/>
                <a:gd name="connsiteY9" fmla="*/ 63779 h 158899"/>
                <a:gd name="connsiteX10" fmla="*/ 22837 w 130576"/>
                <a:gd name="connsiteY10" fmla="*/ 13167 h 158899"/>
                <a:gd name="connsiteX11" fmla="*/ 0 w 130576"/>
                <a:gd name="connsiteY11" fmla="*/ 0 h 158899"/>
                <a:gd name="connsiteX12" fmla="*/ 24689 w 130576"/>
                <a:gd name="connsiteY12" fmla="*/ 114803 h 158899"/>
                <a:gd name="connsiteX13" fmla="*/ 45606 w 130576"/>
                <a:gd name="connsiteY13" fmla="*/ 126873 h 158899"/>
                <a:gd name="connsiteX14" fmla="*/ 57401 w 130576"/>
                <a:gd name="connsiteY14" fmla="*/ 92583 h 158899"/>
                <a:gd name="connsiteX15" fmla="*/ 64259 w 130576"/>
                <a:gd name="connsiteY15" fmla="*/ 64534 h 158899"/>
                <a:gd name="connsiteX16" fmla="*/ 64671 w 130576"/>
                <a:gd name="connsiteY16" fmla="*/ 64534 h 158899"/>
                <a:gd name="connsiteX17" fmla="*/ 70980 w 130576"/>
                <a:gd name="connsiteY17" fmla="*/ 100401 h 158899"/>
                <a:gd name="connsiteX18" fmla="*/ 80856 w 130576"/>
                <a:gd name="connsiteY18" fmla="*/ 146967 h 158899"/>
                <a:gd name="connsiteX19" fmla="*/ 101430 w 130576"/>
                <a:gd name="connsiteY19" fmla="*/ 158900 h 158899"/>
                <a:gd name="connsiteX20" fmla="*/ 130576 w 130576"/>
                <a:gd name="connsiteY20" fmla="*/ 75232 h 158899"/>
                <a:gd name="connsiteX21" fmla="*/ 108631 w 130576"/>
                <a:gd name="connsiteY21" fmla="*/ 62545 h 158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0576" h="158899">
                  <a:moveTo>
                    <a:pt x="98618" y="101498"/>
                  </a:moveTo>
                  <a:cubicBezTo>
                    <a:pt x="96149" y="111785"/>
                    <a:pt x="93955" y="121524"/>
                    <a:pt x="92377" y="131536"/>
                  </a:cubicBezTo>
                  <a:lnTo>
                    <a:pt x="92034" y="131536"/>
                  </a:lnTo>
                  <a:cubicBezTo>
                    <a:pt x="90183" y="119535"/>
                    <a:pt x="87988" y="107328"/>
                    <a:pt x="85176" y="94023"/>
                  </a:cubicBezTo>
                  <a:lnTo>
                    <a:pt x="74821" y="43205"/>
                  </a:lnTo>
                  <a:lnTo>
                    <a:pt x="56784" y="32576"/>
                  </a:lnTo>
                  <a:lnTo>
                    <a:pt x="44714" y="71460"/>
                  </a:lnTo>
                  <a:cubicBezTo>
                    <a:pt x="41665" y="80646"/>
                    <a:pt x="39101" y="89986"/>
                    <a:pt x="37033" y="99441"/>
                  </a:cubicBezTo>
                  <a:lnTo>
                    <a:pt x="36690" y="99441"/>
                  </a:lnTo>
                  <a:cubicBezTo>
                    <a:pt x="35182" y="87645"/>
                    <a:pt x="33330" y="75644"/>
                    <a:pt x="31478" y="63779"/>
                  </a:cubicBezTo>
                  <a:lnTo>
                    <a:pt x="22837" y="13167"/>
                  </a:lnTo>
                  <a:lnTo>
                    <a:pt x="0" y="0"/>
                  </a:lnTo>
                  <a:lnTo>
                    <a:pt x="24689" y="114803"/>
                  </a:lnTo>
                  <a:lnTo>
                    <a:pt x="45606" y="126873"/>
                  </a:lnTo>
                  <a:lnTo>
                    <a:pt x="57401" y="92583"/>
                  </a:lnTo>
                  <a:cubicBezTo>
                    <a:pt x="60384" y="83417"/>
                    <a:pt x="62676" y="74041"/>
                    <a:pt x="64259" y="64534"/>
                  </a:cubicBezTo>
                  <a:lnTo>
                    <a:pt x="64671" y="64534"/>
                  </a:lnTo>
                  <a:cubicBezTo>
                    <a:pt x="66454" y="77770"/>
                    <a:pt x="68306" y="88331"/>
                    <a:pt x="70980" y="100401"/>
                  </a:cubicBezTo>
                  <a:lnTo>
                    <a:pt x="80856" y="146967"/>
                  </a:lnTo>
                  <a:lnTo>
                    <a:pt x="101430" y="158900"/>
                  </a:lnTo>
                  <a:lnTo>
                    <a:pt x="130576" y="75232"/>
                  </a:lnTo>
                  <a:lnTo>
                    <a:pt x="108631" y="62545"/>
                  </a:ln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7CFBA685-0739-DE7E-3B00-D893D52B6A10}"/>
                </a:ext>
              </a:extLst>
            </p:cNvPr>
            <p:cNvSpPr/>
            <p:nvPr/>
          </p:nvSpPr>
          <p:spPr>
            <a:xfrm>
              <a:off x="5282161" y="2156018"/>
              <a:ext cx="75781" cy="133456"/>
            </a:xfrm>
            <a:custGeom>
              <a:avLst/>
              <a:gdLst>
                <a:gd name="connsiteX0" fmla="*/ 74684 w 75781"/>
                <a:gd name="connsiteY0" fmla="*/ 108768 h 133456"/>
                <a:gd name="connsiteX1" fmla="*/ 75164 w 75781"/>
                <a:gd name="connsiteY1" fmla="*/ 72695 h 133456"/>
                <a:gd name="connsiteX2" fmla="*/ 39296 w 75781"/>
                <a:gd name="connsiteY2" fmla="*/ 9670 h 133456"/>
                <a:gd name="connsiteX3" fmla="*/ 7201 w 75781"/>
                <a:gd name="connsiteY3" fmla="*/ 0 h 133456"/>
                <a:gd name="connsiteX4" fmla="*/ 11316 w 75781"/>
                <a:gd name="connsiteY4" fmla="*/ 18928 h 133456"/>
                <a:gd name="connsiteX5" fmla="*/ 35182 w 75781"/>
                <a:gd name="connsiteY5" fmla="*/ 25306 h 133456"/>
                <a:gd name="connsiteX6" fmla="*/ 52944 w 75781"/>
                <a:gd name="connsiteY6" fmla="*/ 53081 h 133456"/>
                <a:gd name="connsiteX7" fmla="*/ 52944 w 75781"/>
                <a:gd name="connsiteY7" fmla="*/ 54727 h 133456"/>
                <a:gd name="connsiteX8" fmla="*/ 52052 w 75781"/>
                <a:gd name="connsiteY8" fmla="*/ 54178 h 133456"/>
                <a:gd name="connsiteX9" fmla="*/ 0 w 75781"/>
                <a:gd name="connsiteY9" fmla="*/ 62065 h 133456"/>
                <a:gd name="connsiteX10" fmla="*/ 27432 w 75781"/>
                <a:gd name="connsiteY10" fmla="*/ 107808 h 133456"/>
                <a:gd name="connsiteX11" fmla="*/ 53767 w 75781"/>
                <a:gd name="connsiteY11" fmla="*/ 109591 h 133456"/>
                <a:gd name="connsiteX12" fmla="*/ 54315 w 75781"/>
                <a:gd name="connsiteY12" fmla="*/ 109934 h 133456"/>
                <a:gd name="connsiteX13" fmla="*/ 55618 w 75781"/>
                <a:gd name="connsiteY13" fmla="*/ 121798 h 133456"/>
                <a:gd name="connsiteX14" fmla="*/ 75781 w 75781"/>
                <a:gd name="connsiteY14" fmla="*/ 133457 h 133456"/>
                <a:gd name="connsiteX15" fmla="*/ 74684 w 75781"/>
                <a:gd name="connsiteY15" fmla="*/ 108768 h 133456"/>
                <a:gd name="connsiteX16" fmla="*/ 53081 w 75781"/>
                <a:gd name="connsiteY16" fmla="*/ 85108 h 133456"/>
                <a:gd name="connsiteX17" fmla="*/ 52258 w 75781"/>
                <a:gd name="connsiteY17" fmla="*/ 90183 h 133456"/>
                <a:gd name="connsiteX18" fmla="*/ 34633 w 75781"/>
                <a:gd name="connsiteY18" fmla="*/ 93886 h 133456"/>
                <a:gd name="connsiteX19" fmla="*/ 22083 w 75781"/>
                <a:gd name="connsiteY19" fmla="*/ 72215 h 133456"/>
                <a:gd name="connsiteX20" fmla="*/ 51092 w 75781"/>
                <a:gd name="connsiteY20" fmla="*/ 70157 h 133456"/>
                <a:gd name="connsiteX21" fmla="*/ 53218 w 75781"/>
                <a:gd name="connsiteY21" fmla="*/ 71392 h 13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5781" h="133456">
                  <a:moveTo>
                    <a:pt x="74684" y="108768"/>
                  </a:moveTo>
                  <a:lnTo>
                    <a:pt x="75164" y="72695"/>
                  </a:lnTo>
                  <a:cubicBezTo>
                    <a:pt x="76201" y="46567"/>
                    <a:pt x="62290" y="22122"/>
                    <a:pt x="39296" y="9670"/>
                  </a:cubicBezTo>
                  <a:cubicBezTo>
                    <a:pt x="29788" y="3348"/>
                    <a:pt x="18620" y="-17"/>
                    <a:pt x="7201" y="0"/>
                  </a:cubicBezTo>
                  <a:lnTo>
                    <a:pt x="11316" y="18928"/>
                  </a:lnTo>
                  <a:cubicBezTo>
                    <a:pt x="19741" y="18514"/>
                    <a:pt x="28086" y="20744"/>
                    <a:pt x="35182" y="25306"/>
                  </a:cubicBezTo>
                  <a:cubicBezTo>
                    <a:pt x="45921" y="30413"/>
                    <a:pt x="52813" y="41190"/>
                    <a:pt x="52944" y="53081"/>
                  </a:cubicBezTo>
                  <a:lnTo>
                    <a:pt x="52944" y="54727"/>
                  </a:lnTo>
                  <a:lnTo>
                    <a:pt x="52052" y="54178"/>
                  </a:lnTo>
                  <a:cubicBezTo>
                    <a:pt x="19957" y="35593"/>
                    <a:pt x="343" y="37102"/>
                    <a:pt x="0" y="62065"/>
                  </a:cubicBezTo>
                  <a:cubicBezTo>
                    <a:pt x="822" y="80970"/>
                    <a:pt x="11142" y="98179"/>
                    <a:pt x="27432" y="107808"/>
                  </a:cubicBezTo>
                  <a:cubicBezTo>
                    <a:pt x="38885" y="114666"/>
                    <a:pt x="48006" y="114254"/>
                    <a:pt x="53767" y="109591"/>
                  </a:cubicBezTo>
                  <a:lnTo>
                    <a:pt x="54315" y="109934"/>
                  </a:lnTo>
                  <a:lnTo>
                    <a:pt x="55618" y="121798"/>
                  </a:lnTo>
                  <a:lnTo>
                    <a:pt x="75781" y="133457"/>
                  </a:lnTo>
                  <a:cubicBezTo>
                    <a:pt x="74856" y="125262"/>
                    <a:pt x="74489" y="117013"/>
                    <a:pt x="74684" y="108768"/>
                  </a:cubicBezTo>
                  <a:close/>
                  <a:moveTo>
                    <a:pt x="53081" y="85108"/>
                  </a:moveTo>
                  <a:cubicBezTo>
                    <a:pt x="53053" y="86830"/>
                    <a:pt x="52776" y="88540"/>
                    <a:pt x="52258" y="90183"/>
                  </a:cubicBezTo>
                  <a:cubicBezTo>
                    <a:pt x="50132" y="96218"/>
                    <a:pt x="43548" y="99030"/>
                    <a:pt x="34633" y="93886"/>
                  </a:cubicBezTo>
                  <a:cubicBezTo>
                    <a:pt x="26824" y="89477"/>
                    <a:pt x="22020" y="81182"/>
                    <a:pt x="22083" y="72215"/>
                  </a:cubicBezTo>
                  <a:cubicBezTo>
                    <a:pt x="22083" y="57744"/>
                    <a:pt x="35799" y="61448"/>
                    <a:pt x="51092" y="70157"/>
                  </a:cubicBezTo>
                  <a:lnTo>
                    <a:pt x="53218" y="71392"/>
                  </a:ln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F43354E-9096-0E1D-EA03-9BB19B8A60F9}"/>
                </a:ext>
              </a:extLst>
            </p:cNvPr>
            <p:cNvSpPr/>
            <p:nvPr/>
          </p:nvSpPr>
          <p:spPr>
            <a:xfrm>
              <a:off x="5380093" y="2202172"/>
              <a:ext cx="80866" cy="146418"/>
            </a:xfrm>
            <a:custGeom>
              <a:avLst/>
              <a:gdLst>
                <a:gd name="connsiteX0" fmla="*/ 50064 w 80866"/>
                <a:gd name="connsiteY0" fmla="*/ 26266 h 146418"/>
                <a:gd name="connsiteX1" fmla="*/ 21740 w 80866"/>
                <a:gd name="connsiteY1" fmla="*/ 27226 h 146418"/>
                <a:gd name="connsiteX2" fmla="*/ 21123 w 80866"/>
                <a:gd name="connsiteY2" fmla="*/ 26883 h 146418"/>
                <a:gd name="connsiteX3" fmla="*/ 20300 w 80866"/>
                <a:gd name="connsiteY3" fmla="*/ 11316 h 146418"/>
                <a:gd name="connsiteX4" fmla="*/ 617 w 80866"/>
                <a:gd name="connsiteY4" fmla="*/ 0 h 146418"/>
                <a:gd name="connsiteX5" fmla="*/ 960 w 80866"/>
                <a:gd name="connsiteY5" fmla="*/ 30107 h 146418"/>
                <a:gd name="connsiteX6" fmla="*/ 0 w 80866"/>
                <a:gd name="connsiteY6" fmla="*/ 100195 h 146418"/>
                <a:gd name="connsiteX7" fmla="*/ 22563 w 80866"/>
                <a:gd name="connsiteY7" fmla="*/ 113157 h 146418"/>
                <a:gd name="connsiteX8" fmla="*/ 23317 w 80866"/>
                <a:gd name="connsiteY8" fmla="*/ 54658 h 146418"/>
                <a:gd name="connsiteX9" fmla="*/ 24346 w 80866"/>
                <a:gd name="connsiteY9" fmla="*/ 46909 h 146418"/>
                <a:gd name="connsiteX10" fmla="*/ 41971 w 80866"/>
                <a:gd name="connsiteY10" fmla="*/ 42245 h 146418"/>
                <a:gd name="connsiteX11" fmla="*/ 58499 w 80866"/>
                <a:gd name="connsiteY11" fmla="*/ 77221 h 146418"/>
                <a:gd name="connsiteX12" fmla="*/ 57744 w 80866"/>
                <a:gd name="connsiteY12" fmla="*/ 133457 h 146418"/>
                <a:gd name="connsiteX13" fmla="*/ 80033 w 80866"/>
                <a:gd name="connsiteY13" fmla="*/ 146418 h 146418"/>
                <a:gd name="connsiteX14" fmla="*/ 80856 w 80866"/>
                <a:gd name="connsiteY14" fmla="*/ 87165 h 146418"/>
                <a:gd name="connsiteX15" fmla="*/ 50064 w 80866"/>
                <a:gd name="connsiteY15" fmla="*/ 26266 h 146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0866" h="146418">
                  <a:moveTo>
                    <a:pt x="50064" y="26266"/>
                  </a:moveTo>
                  <a:cubicBezTo>
                    <a:pt x="35387" y="17762"/>
                    <a:pt x="25580" y="21671"/>
                    <a:pt x="21740" y="27226"/>
                  </a:cubicBezTo>
                  <a:lnTo>
                    <a:pt x="21123" y="26883"/>
                  </a:lnTo>
                  <a:lnTo>
                    <a:pt x="20300" y="11316"/>
                  </a:lnTo>
                  <a:lnTo>
                    <a:pt x="617" y="0"/>
                  </a:lnTo>
                  <a:cubicBezTo>
                    <a:pt x="1029" y="8916"/>
                    <a:pt x="1166" y="18654"/>
                    <a:pt x="960" y="30107"/>
                  </a:cubicBezTo>
                  <a:lnTo>
                    <a:pt x="0" y="100195"/>
                  </a:lnTo>
                  <a:lnTo>
                    <a:pt x="22563" y="113157"/>
                  </a:lnTo>
                  <a:lnTo>
                    <a:pt x="23317" y="54658"/>
                  </a:lnTo>
                  <a:cubicBezTo>
                    <a:pt x="23245" y="52037"/>
                    <a:pt x="23593" y="49421"/>
                    <a:pt x="24346" y="46909"/>
                  </a:cubicBezTo>
                  <a:cubicBezTo>
                    <a:pt x="26815" y="40668"/>
                    <a:pt x="33124" y="37102"/>
                    <a:pt x="41971" y="42245"/>
                  </a:cubicBezTo>
                  <a:cubicBezTo>
                    <a:pt x="54110" y="49103"/>
                    <a:pt x="58705" y="62819"/>
                    <a:pt x="58499" y="77221"/>
                  </a:cubicBezTo>
                  <a:lnTo>
                    <a:pt x="57744" y="133457"/>
                  </a:lnTo>
                  <a:lnTo>
                    <a:pt x="80033" y="146418"/>
                  </a:lnTo>
                  <a:lnTo>
                    <a:pt x="80856" y="87165"/>
                  </a:lnTo>
                  <a:cubicBezTo>
                    <a:pt x="81336" y="55687"/>
                    <a:pt x="65494" y="35182"/>
                    <a:pt x="50064" y="26266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01BFA9A-FB0A-8EAE-CDA8-9AE03D0EB99B}"/>
                </a:ext>
              </a:extLst>
            </p:cNvPr>
            <p:cNvSpPr/>
            <p:nvPr/>
          </p:nvSpPr>
          <p:spPr>
            <a:xfrm>
              <a:off x="5471922" y="2254773"/>
              <a:ext cx="88399" cy="154613"/>
            </a:xfrm>
            <a:custGeom>
              <a:avLst/>
              <a:gdLst>
                <a:gd name="connsiteX0" fmla="*/ 49858 w 88399"/>
                <a:gd name="connsiteY0" fmla="*/ 82502 h 154613"/>
                <a:gd name="connsiteX1" fmla="*/ 44851 w 88399"/>
                <a:gd name="connsiteY1" fmla="*/ 99510 h 154613"/>
                <a:gd name="connsiteX2" fmla="*/ 44303 w 88399"/>
                <a:gd name="connsiteY2" fmla="*/ 99167 h 154613"/>
                <a:gd name="connsiteX3" fmla="*/ 39708 w 88399"/>
                <a:gd name="connsiteY3" fmla="*/ 76810 h 154613"/>
                <a:gd name="connsiteX4" fmla="*/ 24414 w 88399"/>
                <a:gd name="connsiteY4" fmla="*/ 14127 h 154613"/>
                <a:gd name="connsiteX5" fmla="*/ 0 w 88399"/>
                <a:gd name="connsiteY5" fmla="*/ 0 h 154613"/>
                <a:gd name="connsiteX6" fmla="*/ 31067 w 88399"/>
                <a:gd name="connsiteY6" fmla="*/ 110208 h 154613"/>
                <a:gd name="connsiteX7" fmla="*/ 32233 w 88399"/>
                <a:gd name="connsiteY7" fmla="*/ 115900 h 154613"/>
                <a:gd name="connsiteX8" fmla="*/ 30724 w 88399"/>
                <a:gd name="connsiteY8" fmla="*/ 119535 h 154613"/>
                <a:gd name="connsiteX9" fmla="*/ 18380 w 88399"/>
                <a:gd name="connsiteY9" fmla="*/ 128313 h 154613"/>
                <a:gd name="connsiteX10" fmla="*/ 5212 w 88399"/>
                <a:gd name="connsiteY10" fmla="*/ 127696 h 154613"/>
                <a:gd name="connsiteX11" fmla="*/ 10013 w 88399"/>
                <a:gd name="connsiteY11" fmla="*/ 151905 h 154613"/>
                <a:gd name="connsiteX12" fmla="*/ 33604 w 88399"/>
                <a:gd name="connsiteY12" fmla="*/ 152522 h 154613"/>
                <a:gd name="connsiteX13" fmla="*/ 65357 w 88399"/>
                <a:gd name="connsiteY13" fmla="*/ 106299 h 154613"/>
                <a:gd name="connsiteX14" fmla="*/ 88400 w 88399"/>
                <a:gd name="connsiteY14" fmla="*/ 51024 h 154613"/>
                <a:gd name="connsiteX15" fmla="*/ 64465 w 88399"/>
                <a:gd name="connsiteY15" fmla="*/ 37308 h 154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8399" h="154613">
                  <a:moveTo>
                    <a:pt x="49858" y="82502"/>
                  </a:moveTo>
                  <a:cubicBezTo>
                    <a:pt x="48143" y="88125"/>
                    <a:pt x="46429" y="94572"/>
                    <a:pt x="44851" y="99510"/>
                  </a:cubicBezTo>
                  <a:lnTo>
                    <a:pt x="44303" y="99167"/>
                  </a:lnTo>
                  <a:cubicBezTo>
                    <a:pt x="43137" y="92652"/>
                    <a:pt x="41422" y="84011"/>
                    <a:pt x="39708" y="76810"/>
                  </a:cubicBezTo>
                  <a:lnTo>
                    <a:pt x="24414" y="14127"/>
                  </a:lnTo>
                  <a:lnTo>
                    <a:pt x="0" y="0"/>
                  </a:lnTo>
                  <a:lnTo>
                    <a:pt x="31067" y="110208"/>
                  </a:lnTo>
                  <a:cubicBezTo>
                    <a:pt x="31806" y="112016"/>
                    <a:pt x="32202" y="113947"/>
                    <a:pt x="32233" y="115900"/>
                  </a:cubicBezTo>
                  <a:cubicBezTo>
                    <a:pt x="32130" y="117242"/>
                    <a:pt x="31601" y="118515"/>
                    <a:pt x="30724" y="119535"/>
                  </a:cubicBezTo>
                  <a:cubicBezTo>
                    <a:pt x="27986" y="124029"/>
                    <a:pt x="23523" y="127202"/>
                    <a:pt x="18380" y="128313"/>
                  </a:cubicBezTo>
                  <a:cubicBezTo>
                    <a:pt x="14012" y="129258"/>
                    <a:pt x="9473" y="129045"/>
                    <a:pt x="5212" y="127696"/>
                  </a:cubicBezTo>
                  <a:lnTo>
                    <a:pt x="10013" y="151905"/>
                  </a:lnTo>
                  <a:cubicBezTo>
                    <a:pt x="17470" y="155289"/>
                    <a:pt x="25980" y="155512"/>
                    <a:pt x="33604" y="152522"/>
                  </a:cubicBezTo>
                  <a:cubicBezTo>
                    <a:pt x="44303" y="148407"/>
                    <a:pt x="52669" y="136543"/>
                    <a:pt x="65357" y="106299"/>
                  </a:cubicBezTo>
                  <a:lnTo>
                    <a:pt x="88400" y="51024"/>
                  </a:lnTo>
                  <a:lnTo>
                    <a:pt x="64465" y="37308"/>
                  </a:ln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05152F1-FE6C-94A2-46C5-0EEAD1D76C68}"/>
                </a:ext>
              </a:extLst>
            </p:cNvPr>
            <p:cNvSpPr/>
            <p:nvPr/>
          </p:nvSpPr>
          <p:spPr>
            <a:xfrm>
              <a:off x="5564985" y="2319306"/>
              <a:ext cx="75712" cy="133388"/>
            </a:xfrm>
            <a:custGeom>
              <a:avLst/>
              <a:gdLst>
                <a:gd name="connsiteX0" fmla="*/ 74684 w 75712"/>
                <a:gd name="connsiteY0" fmla="*/ 108768 h 133388"/>
                <a:gd name="connsiteX1" fmla="*/ 75164 w 75712"/>
                <a:gd name="connsiteY1" fmla="*/ 72695 h 133388"/>
                <a:gd name="connsiteX2" fmla="*/ 39228 w 75712"/>
                <a:gd name="connsiteY2" fmla="*/ 9601 h 133388"/>
                <a:gd name="connsiteX3" fmla="*/ 7201 w 75712"/>
                <a:gd name="connsiteY3" fmla="*/ 0 h 133388"/>
                <a:gd name="connsiteX4" fmla="*/ 11316 w 75712"/>
                <a:gd name="connsiteY4" fmla="*/ 18860 h 133388"/>
                <a:gd name="connsiteX5" fmla="*/ 35182 w 75712"/>
                <a:gd name="connsiteY5" fmla="*/ 25237 h 133388"/>
                <a:gd name="connsiteX6" fmla="*/ 52944 w 75712"/>
                <a:gd name="connsiteY6" fmla="*/ 53081 h 133388"/>
                <a:gd name="connsiteX7" fmla="*/ 52944 w 75712"/>
                <a:gd name="connsiteY7" fmla="*/ 54727 h 133388"/>
                <a:gd name="connsiteX8" fmla="*/ 51984 w 75712"/>
                <a:gd name="connsiteY8" fmla="*/ 54178 h 133388"/>
                <a:gd name="connsiteX9" fmla="*/ 0 w 75712"/>
                <a:gd name="connsiteY9" fmla="*/ 62065 h 133388"/>
                <a:gd name="connsiteX10" fmla="*/ 27432 w 75712"/>
                <a:gd name="connsiteY10" fmla="*/ 107808 h 133388"/>
                <a:gd name="connsiteX11" fmla="*/ 53767 w 75712"/>
                <a:gd name="connsiteY11" fmla="*/ 109591 h 133388"/>
                <a:gd name="connsiteX12" fmla="*/ 54247 w 75712"/>
                <a:gd name="connsiteY12" fmla="*/ 109934 h 133388"/>
                <a:gd name="connsiteX13" fmla="*/ 55618 w 75712"/>
                <a:gd name="connsiteY13" fmla="*/ 121798 h 133388"/>
                <a:gd name="connsiteX14" fmla="*/ 75712 w 75712"/>
                <a:gd name="connsiteY14" fmla="*/ 133388 h 133388"/>
                <a:gd name="connsiteX15" fmla="*/ 74684 w 75712"/>
                <a:gd name="connsiteY15" fmla="*/ 108768 h 133388"/>
                <a:gd name="connsiteX16" fmla="*/ 53012 w 75712"/>
                <a:gd name="connsiteY16" fmla="*/ 85108 h 133388"/>
                <a:gd name="connsiteX17" fmla="*/ 52189 w 75712"/>
                <a:gd name="connsiteY17" fmla="*/ 90183 h 133388"/>
                <a:gd name="connsiteX18" fmla="*/ 34633 w 75712"/>
                <a:gd name="connsiteY18" fmla="*/ 93886 h 133388"/>
                <a:gd name="connsiteX19" fmla="*/ 22083 w 75712"/>
                <a:gd name="connsiteY19" fmla="*/ 72215 h 133388"/>
                <a:gd name="connsiteX20" fmla="*/ 51092 w 75712"/>
                <a:gd name="connsiteY20" fmla="*/ 70089 h 133388"/>
                <a:gd name="connsiteX21" fmla="*/ 53218 w 75712"/>
                <a:gd name="connsiteY21" fmla="*/ 71323 h 13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5712" h="133388">
                  <a:moveTo>
                    <a:pt x="74684" y="108768"/>
                  </a:moveTo>
                  <a:lnTo>
                    <a:pt x="75164" y="72695"/>
                  </a:lnTo>
                  <a:cubicBezTo>
                    <a:pt x="76214" y="46527"/>
                    <a:pt x="62271" y="22046"/>
                    <a:pt x="39228" y="9601"/>
                  </a:cubicBezTo>
                  <a:cubicBezTo>
                    <a:pt x="29729" y="3320"/>
                    <a:pt x="18588" y="-20"/>
                    <a:pt x="7201" y="0"/>
                  </a:cubicBezTo>
                  <a:lnTo>
                    <a:pt x="11316" y="18860"/>
                  </a:lnTo>
                  <a:cubicBezTo>
                    <a:pt x="19736" y="18491"/>
                    <a:pt x="28067" y="20717"/>
                    <a:pt x="35182" y="25237"/>
                  </a:cubicBezTo>
                  <a:cubicBezTo>
                    <a:pt x="45920" y="30381"/>
                    <a:pt x="52806" y="41175"/>
                    <a:pt x="52944" y="53081"/>
                  </a:cubicBezTo>
                  <a:lnTo>
                    <a:pt x="52944" y="54727"/>
                  </a:lnTo>
                  <a:lnTo>
                    <a:pt x="51984" y="54178"/>
                  </a:lnTo>
                  <a:cubicBezTo>
                    <a:pt x="19888" y="35593"/>
                    <a:pt x="343" y="37102"/>
                    <a:pt x="0" y="62065"/>
                  </a:cubicBezTo>
                  <a:cubicBezTo>
                    <a:pt x="797" y="80977"/>
                    <a:pt x="11124" y="98197"/>
                    <a:pt x="27432" y="107808"/>
                  </a:cubicBezTo>
                  <a:cubicBezTo>
                    <a:pt x="38816" y="114666"/>
                    <a:pt x="48006" y="114254"/>
                    <a:pt x="53767" y="109591"/>
                  </a:cubicBezTo>
                  <a:lnTo>
                    <a:pt x="54247" y="109934"/>
                  </a:lnTo>
                  <a:lnTo>
                    <a:pt x="55618" y="121798"/>
                  </a:lnTo>
                  <a:lnTo>
                    <a:pt x="75712" y="133388"/>
                  </a:lnTo>
                  <a:cubicBezTo>
                    <a:pt x="74845" y="125212"/>
                    <a:pt x="74502" y="116988"/>
                    <a:pt x="74684" y="108768"/>
                  </a:cubicBezTo>
                  <a:close/>
                  <a:moveTo>
                    <a:pt x="53012" y="85108"/>
                  </a:moveTo>
                  <a:cubicBezTo>
                    <a:pt x="53046" y="86835"/>
                    <a:pt x="52767" y="88555"/>
                    <a:pt x="52189" y="90183"/>
                  </a:cubicBezTo>
                  <a:cubicBezTo>
                    <a:pt x="50132" y="96218"/>
                    <a:pt x="43480" y="99030"/>
                    <a:pt x="34633" y="93886"/>
                  </a:cubicBezTo>
                  <a:cubicBezTo>
                    <a:pt x="26803" y="89499"/>
                    <a:pt x="21990" y="81190"/>
                    <a:pt x="22083" y="72215"/>
                  </a:cubicBezTo>
                  <a:cubicBezTo>
                    <a:pt x="22083" y="57744"/>
                    <a:pt x="35799" y="61448"/>
                    <a:pt x="51092" y="70089"/>
                  </a:cubicBezTo>
                  <a:lnTo>
                    <a:pt x="53218" y="71323"/>
                  </a:ln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2BB9784-DB4A-51D7-20E6-0D0945800770}"/>
                </a:ext>
              </a:extLst>
            </p:cNvPr>
            <p:cNvSpPr/>
            <p:nvPr/>
          </p:nvSpPr>
          <p:spPr>
            <a:xfrm>
              <a:off x="5657766" y="2354419"/>
              <a:ext cx="88475" cy="158694"/>
            </a:xfrm>
            <a:custGeom>
              <a:avLst/>
              <a:gdLst>
                <a:gd name="connsiteX0" fmla="*/ 88476 w 88475"/>
                <a:gd name="connsiteY0" fmla="*/ 12824 h 158694"/>
                <a:gd name="connsiteX1" fmla="*/ 66187 w 88475"/>
                <a:gd name="connsiteY1" fmla="*/ 0 h 158694"/>
                <a:gd name="connsiteX2" fmla="*/ 65433 w 88475"/>
                <a:gd name="connsiteY2" fmla="*/ 56441 h 158694"/>
                <a:gd name="connsiteX3" fmla="*/ 65021 w 88475"/>
                <a:gd name="connsiteY3" fmla="*/ 56441 h 158694"/>
                <a:gd name="connsiteX4" fmla="*/ 40332 w 88475"/>
                <a:gd name="connsiteY4" fmla="*/ 29009 h 158694"/>
                <a:gd name="connsiteX5" fmla="*/ 8 w 88475"/>
                <a:gd name="connsiteY5" fmla="*/ 59390 h 158694"/>
                <a:gd name="connsiteX6" fmla="*/ 37109 w 88475"/>
                <a:gd name="connsiteY6" fmla="*/ 132222 h 158694"/>
                <a:gd name="connsiteX7" fmla="*/ 66256 w 88475"/>
                <a:gd name="connsiteY7" fmla="*/ 130851 h 158694"/>
                <a:gd name="connsiteX8" fmla="*/ 66599 w 88475"/>
                <a:gd name="connsiteY8" fmla="*/ 130851 h 158694"/>
                <a:gd name="connsiteX9" fmla="*/ 67216 w 88475"/>
                <a:gd name="connsiteY9" fmla="*/ 147104 h 158694"/>
                <a:gd name="connsiteX10" fmla="*/ 87241 w 88475"/>
                <a:gd name="connsiteY10" fmla="*/ 158694 h 158694"/>
                <a:gd name="connsiteX11" fmla="*/ 87241 w 88475"/>
                <a:gd name="connsiteY11" fmla="*/ 130165 h 158694"/>
                <a:gd name="connsiteX12" fmla="*/ 64816 w 88475"/>
                <a:gd name="connsiteY12" fmla="*/ 101978 h 158694"/>
                <a:gd name="connsiteX13" fmla="*/ 63924 w 88475"/>
                <a:gd name="connsiteY13" fmla="*/ 108836 h 158694"/>
                <a:gd name="connsiteX14" fmla="*/ 44447 w 88475"/>
                <a:gd name="connsiteY14" fmla="*/ 115694 h 158694"/>
                <a:gd name="connsiteX15" fmla="*/ 22708 w 88475"/>
                <a:gd name="connsiteY15" fmla="*/ 71323 h 158694"/>
                <a:gd name="connsiteX16" fmla="*/ 45476 w 88475"/>
                <a:gd name="connsiteY16" fmla="*/ 51229 h 158694"/>
                <a:gd name="connsiteX17" fmla="*/ 64473 w 88475"/>
                <a:gd name="connsiteY17" fmla="*/ 80170 h 158694"/>
                <a:gd name="connsiteX18" fmla="*/ 64953 w 88475"/>
                <a:gd name="connsiteY18" fmla="*/ 87028 h 158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8475" h="158694">
                  <a:moveTo>
                    <a:pt x="88476" y="12824"/>
                  </a:moveTo>
                  <a:lnTo>
                    <a:pt x="66187" y="0"/>
                  </a:lnTo>
                  <a:lnTo>
                    <a:pt x="65433" y="56441"/>
                  </a:lnTo>
                  <a:lnTo>
                    <a:pt x="65021" y="56441"/>
                  </a:lnTo>
                  <a:cubicBezTo>
                    <a:pt x="59980" y="44865"/>
                    <a:pt x="51316" y="35238"/>
                    <a:pt x="40332" y="29009"/>
                  </a:cubicBezTo>
                  <a:cubicBezTo>
                    <a:pt x="19141" y="16734"/>
                    <a:pt x="282" y="25923"/>
                    <a:pt x="8" y="59390"/>
                  </a:cubicBezTo>
                  <a:cubicBezTo>
                    <a:pt x="-404" y="90114"/>
                    <a:pt x="16055" y="120015"/>
                    <a:pt x="37109" y="132222"/>
                  </a:cubicBezTo>
                  <a:cubicBezTo>
                    <a:pt x="50002" y="139629"/>
                    <a:pt x="60769" y="139080"/>
                    <a:pt x="66256" y="130851"/>
                  </a:cubicBezTo>
                  <a:lnTo>
                    <a:pt x="66599" y="130851"/>
                  </a:lnTo>
                  <a:lnTo>
                    <a:pt x="67216" y="147104"/>
                  </a:lnTo>
                  <a:lnTo>
                    <a:pt x="87241" y="158694"/>
                  </a:lnTo>
                  <a:cubicBezTo>
                    <a:pt x="87241" y="151836"/>
                    <a:pt x="86693" y="140452"/>
                    <a:pt x="87241" y="130165"/>
                  </a:cubicBezTo>
                  <a:close/>
                  <a:moveTo>
                    <a:pt x="64816" y="101978"/>
                  </a:moveTo>
                  <a:cubicBezTo>
                    <a:pt x="64829" y="104294"/>
                    <a:pt x="64529" y="106601"/>
                    <a:pt x="63924" y="108836"/>
                  </a:cubicBezTo>
                  <a:cubicBezTo>
                    <a:pt x="61592" y="118438"/>
                    <a:pt x="53500" y="120769"/>
                    <a:pt x="44447" y="115694"/>
                  </a:cubicBezTo>
                  <a:cubicBezTo>
                    <a:pt x="30251" y="107533"/>
                    <a:pt x="22502" y="89565"/>
                    <a:pt x="22708" y="71323"/>
                  </a:cubicBezTo>
                  <a:cubicBezTo>
                    <a:pt x="22913" y="53081"/>
                    <a:pt x="31143" y="42931"/>
                    <a:pt x="45476" y="51229"/>
                  </a:cubicBezTo>
                  <a:cubicBezTo>
                    <a:pt x="55614" y="57758"/>
                    <a:pt x="62516" y="68272"/>
                    <a:pt x="64473" y="80170"/>
                  </a:cubicBezTo>
                  <a:cubicBezTo>
                    <a:pt x="64858" y="82435"/>
                    <a:pt x="65018" y="84732"/>
                    <a:pt x="64953" y="87028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DA00091D-1A2B-6409-8A85-CE45EF4BDE4E}"/>
                </a:ext>
              </a:extLst>
            </p:cNvPr>
            <p:cNvSpPr/>
            <p:nvPr/>
          </p:nvSpPr>
          <p:spPr>
            <a:xfrm>
              <a:off x="5763722" y="2415250"/>
              <a:ext cx="88132" cy="158694"/>
            </a:xfrm>
            <a:custGeom>
              <a:avLst/>
              <a:gdLst>
                <a:gd name="connsiteX0" fmla="*/ 88133 w 88132"/>
                <a:gd name="connsiteY0" fmla="*/ 12893 h 158694"/>
                <a:gd name="connsiteX1" fmla="*/ 65776 w 88132"/>
                <a:gd name="connsiteY1" fmla="*/ 0 h 158694"/>
                <a:gd name="connsiteX2" fmla="*/ 65021 w 88132"/>
                <a:gd name="connsiteY2" fmla="*/ 56510 h 158694"/>
                <a:gd name="connsiteX3" fmla="*/ 65021 w 88132"/>
                <a:gd name="connsiteY3" fmla="*/ 56510 h 158694"/>
                <a:gd name="connsiteX4" fmla="*/ 40333 w 88132"/>
                <a:gd name="connsiteY4" fmla="*/ 29078 h 158694"/>
                <a:gd name="connsiteX5" fmla="*/ 8 w 88132"/>
                <a:gd name="connsiteY5" fmla="*/ 59459 h 158694"/>
                <a:gd name="connsiteX6" fmla="*/ 37109 w 88132"/>
                <a:gd name="connsiteY6" fmla="*/ 132291 h 158694"/>
                <a:gd name="connsiteX7" fmla="*/ 66187 w 88132"/>
                <a:gd name="connsiteY7" fmla="*/ 130919 h 158694"/>
                <a:gd name="connsiteX8" fmla="*/ 66530 w 88132"/>
                <a:gd name="connsiteY8" fmla="*/ 130919 h 158694"/>
                <a:gd name="connsiteX9" fmla="*/ 67216 w 88132"/>
                <a:gd name="connsiteY9" fmla="*/ 147173 h 158694"/>
                <a:gd name="connsiteX10" fmla="*/ 87173 w 88132"/>
                <a:gd name="connsiteY10" fmla="*/ 158694 h 158694"/>
                <a:gd name="connsiteX11" fmla="*/ 87173 w 88132"/>
                <a:gd name="connsiteY11" fmla="*/ 130234 h 158694"/>
                <a:gd name="connsiteX12" fmla="*/ 64404 w 88132"/>
                <a:gd name="connsiteY12" fmla="*/ 102047 h 158694"/>
                <a:gd name="connsiteX13" fmla="*/ 63581 w 88132"/>
                <a:gd name="connsiteY13" fmla="*/ 108905 h 158694"/>
                <a:gd name="connsiteX14" fmla="*/ 44105 w 88132"/>
                <a:gd name="connsiteY14" fmla="*/ 115763 h 158694"/>
                <a:gd name="connsiteX15" fmla="*/ 22365 w 88132"/>
                <a:gd name="connsiteY15" fmla="*/ 71392 h 158694"/>
                <a:gd name="connsiteX16" fmla="*/ 45133 w 88132"/>
                <a:gd name="connsiteY16" fmla="*/ 51298 h 158694"/>
                <a:gd name="connsiteX17" fmla="*/ 64130 w 88132"/>
                <a:gd name="connsiteY17" fmla="*/ 80239 h 158694"/>
                <a:gd name="connsiteX18" fmla="*/ 64610 w 88132"/>
                <a:gd name="connsiteY18" fmla="*/ 87097 h 158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8132" h="158694">
                  <a:moveTo>
                    <a:pt x="88133" y="12893"/>
                  </a:moveTo>
                  <a:lnTo>
                    <a:pt x="65776" y="0"/>
                  </a:lnTo>
                  <a:lnTo>
                    <a:pt x="65021" y="56510"/>
                  </a:lnTo>
                  <a:lnTo>
                    <a:pt x="65021" y="56510"/>
                  </a:lnTo>
                  <a:cubicBezTo>
                    <a:pt x="59959" y="44947"/>
                    <a:pt x="51300" y="35326"/>
                    <a:pt x="40333" y="29078"/>
                  </a:cubicBezTo>
                  <a:cubicBezTo>
                    <a:pt x="19073" y="16802"/>
                    <a:pt x="282" y="25992"/>
                    <a:pt x="8" y="59459"/>
                  </a:cubicBezTo>
                  <a:cubicBezTo>
                    <a:pt x="-404" y="90183"/>
                    <a:pt x="16055" y="120084"/>
                    <a:pt x="37109" y="132291"/>
                  </a:cubicBezTo>
                  <a:cubicBezTo>
                    <a:pt x="50002" y="139697"/>
                    <a:pt x="60770" y="139149"/>
                    <a:pt x="66187" y="130919"/>
                  </a:cubicBezTo>
                  <a:lnTo>
                    <a:pt x="66530" y="130919"/>
                  </a:lnTo>
                  <a:lnTo>
                    <a:pt x="67216" y="147173"/>
                  </a:lnTo>
                  <a:lnTo>
                    <a:pt x="87173" y="158694"/>
                  </a:lnTo>
                  <a:cubicBezTo>
                    <a:pt x="87173" y="151836"/>
                    <a:pt x="86693" y="140521"/>
                    <a:pt x="87173" y="130234"/>
                  </a:cubicBezTo>
                  <a:close/>
                  <a:moveTo>
                    <a:pt x="64404" y="102047"/>
                  </a:moveTo>
                  <a:cubicBezTo>
                    <a:pt x="64398" y="104357"/>
                    <a:pt x="64122" y="106659"/>
                    <a:pt x="63581" y="108905"/>
                  </a:cubicBezTo>
                  <a:cubicBezTo>
                    <a:pt x="61250" y="118438"/>
                    <a:pt x="53157" y="120838"/>
                    <a:pt x="44105" y="115763"/>
                  </a:cubicBezTo>
                  <a:cubicBezTo>
                    <a:pt x="29909" y="107602"/>
                    <a:pt x="22159" y="89634"/>
                    <a:pt x="22365" y="71392"/>
                  </a:cubicBezTo>
                  <a:cubicBezTo>
                    <a:pt x="22570" y="53150"/>
                    <a:pt x="30800" y="43000"/>
                    <a:pt x="45133" y="51298"/>
                  </a:cubicBezTo>
                  <a:cubicBezTo>
                    <a:pt x="55247" y="57851"/>
                    <a:pt x="62140" y="68353"/>
                    <a:pt x="64130" y="80239"/>
                  </a:cubicBezTo>
                  <a:cubicBezTo>
                    <a:pt x="64454" y="82510"/>
                    <a:pt x="64614" y="84802"/>
                    <a:pt x="64610" y="87097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AA81C3B7-E094-2F9D-B868-B3978D9B181E}"/>
                </a:ext>
              </a:extLst>
            </p:cNvPr>
            <p:cNvSpPr/>
            <p:nvPr/>
          </p:nvSpPr>
          <p:spPr>
            <a:xfrm>
              <a:off x="5873800" y="2487190"/>
              <a:ext cx="50954" cy="113088"/>
            </a:xfrm>
            <a:custGeom>
              <a:avLst/>
              <a:gdLst>
                <a:gd name="connsiteX0" fmla="*/ 21260 w 50954"/>
                <a:gd name="connsiteY0" fmla="*/ 31135 h 113088"/>
                <a:gd name="connsiteX1" fmla="*/ 20505 w 50954"/>
                <a:gd name="connsiteY1" fmla="*/ 30724 h 113088"/>
                <a:gd name="connsiteX2" fmla="*/ 20094 w 50954"/>
                <a:gd name="connsiteY2" fmla="*/ 11247 h 113088"/>
                <a:gd name="connsiteX3" fmla="*/ 617 w 50954"/>
                <a:gd name="connsiteY3" fmla="*/ 0 h 113088"/>
                <a:gd name="connsiteX4" fmla="*/ 960 w 50954"/>
                <a:gd name="connsiteY4" fmla="*/ 32576 h 113088"/>
                <a:gd name="connsiteX5" fmla="*/ 0 w 50954"/>
                <a:gd name="connsiteY5" fmla="*/ 100195 h 113088"/>
                <a:gd name="connsiteX6" fmla="*/ 22357 w 50954"/>
                <a:gd name="connsiteY6" fmla="*/ 113088 h 113088"/>
                <a:gd name="connsiteX7" fmla="*/ 23043 w 50954"/>
                <a:gd name="connsiteY7" fmla="*/ 61516 h 113088"/>
                <a:gd name="connsiteX8" fmla="*/ 23866 w 50954"/>
                <a:gd name="connsiteY8" fmla="*/ 54110 h 113088"/>
                <a:gd name="connsiteX9" fmla="*/ 44097 w 50954"/>
                <a:gd name="connsiteY9" fmla="*/ 46566 h 113088"/>
                <a:gd name="connsiteX10" fmla="*/ 50955 w 50954"/>
                <a:gd name="connsiteY10" fmla="*/ 51229 h 113088"/>
                <a:gd name="connsiteX11" fmla="*/ 50955 w 50954"/>
                <a:gd name="connsiteY11" fmla="*/ 27432 h 113088"/>
                <a:gd name="connsiteX12" fmla="*/ 45674 w 50954"/>
                <a:gd name="connsiteY12" fmla="*/ 23797 h 113088"/>
                <a:gd name="connsiteX13" fmla="*/ 21260 w 50954"/>
                <a:gd name="connsiteY13" fmla="*/ 31135 h 11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954" h="113088">
                  <a:moveTo>
                    <a:pt x="21260" y="31135"/>
                  </a:moveTo>
                  <a:lnTo>
                    <a:pt x="20505" y="30724"/>
                  </a:lnTo>
                  <a:lnTo>
                    <a:pt x="20094" y="11247"/>
                  </a:lnTo>
                  <a:lnTo>
                    <a:pt x="617" y="0"/>
                  </a:lnTo>
                  <a:cubicBezTo>
                    <a:pt x="1097" y="9395"/>
                    <a:pt x="1166" y="19134"/>
                    <a:pt x="960" y="32576"/>
                  </a:cubicBezTo>
                  <a:lnTo>
                    <a:pt x="0" y="100195"/>
                  </a:lnTo>
                  <a:lnTo>
                    <a:pt x="22357" y="113088"/>
                  </a:lnTo>
                  <a:lnTo>
                    <a:pt x="23043" y="61516"/>
                  </a:lnTo>
                  <a:cubicBezTo>
                    <a:pt x="23135" y="59031"/>
                    <a:pt x="23410" y="56555"/>
                    <a:pt x="23866" y="54110"/>
                  </a:cubicBezTo>
                  <a:cubicBezTo>
                    <a:pt x="26060" y="44028"/>
                    <a:pt x="33398" y="40394"/>
                    <a:pt x="44097" y="46566"/>
                  </a:cubicBezTo>
                  <a:cubicBezTo>
                    <a:pt x="46530" y="47892"/>
                    <a:pt x="48827" y="49454"/>
                    <a:pt x="50955" y="51229"/>
                  </a:cubicBezTo>
                  <a:lnTo>
                    <a:pt x="50955" y="27432"/>
                  </a:lnTo>
                  <a:cubicBezTo>
                    <a:pt x="49312" y="26058"/>
                    <a:pt x="47544" y="24841"/>
                    <a:pt x="45674" y="23797"/>
                  </a:cubicBezTo>
                  <a:cubicBezTo>
                    <a:pt x="36279" y="18311"/>
                    <a:pt x="25855" y="19545"/>
                    <a:pt x="21260" y="31135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3EBC59FC-2589-12E7-A1AB-3FD70717F4E3}"/>
                </a:ext>
              </a:extLst>
            </p:cNvPr>
            <p:cNvSpPr/>
            <p:nvPr/>
          </p:nvSpPr>
          <p:spPr>
            <a:xfrm>
              <a:off x="5931819" y="2537120"/>
              <a:ext cx="81422" cy="123440"/>
            </a:xfrm>
            <a:custGeom>
              <a:avLst/>
              <a:gdLst>
                <a:gd name="connsiteX0" fmla="*/ 43960 w 81422"/>
                <a:gd name="connsiteY0" fmla="*/ 6306 h 123440"/>
                <a:gd name="connsiteX1" fmla="*/ 0 w 81422"/>
                <a:gd name="connsiteY1" fmla="*/ 35041 h 123440"/>
                <a:gd name="connsiteX2" fmla="*/ 44851 w 81422"/>
                <a:gd name="connsiteY2" fmla="*/ 111713 h 123440"/>
                <a:gd name="connsiteX3" fmla="*/ 75850 w 81422"/>
                <a:gd name="connsiteY3" fmla="*/ 123440 h 123440"/>
                <a:gd name="connsiteX4" fmla="*/ 72832 w 81422"/>
                <a:gd name="connsiteY4" fmla="*/ 104101 h 123440"/>
                <a:gd name="connsiteX5" fmla="*/ 48212 w 81422"/>
                <a:gd name="connsiteY5" fmla="*/ 94500 h 123440"/>
                <a:gd name="connsiteX6" fmla="*/ 21328 w 81422"/>
                <a:gd name="connsiteY6" fmla="*/ 52940 h 123440"/>
                <a:gd name="connsiteX7" fmla="*/ 80513 w 81422"/>
                <a:gd name="connsiteY7" fmla="*/ 87230 h 123440"/>
                <a:gd name="connsiteX8" fmla="*/ 81404 w 81422"/>
                <a:gd name="connsiteY8" fmla="*/ 77012 h 123440"/>
                <a:gd name="connsiteX9" fmla="*/ 43960 w 81422"/>
                <a:gd name="connsiteY9" fmla="*/ 6306 h 123440"/>
                <a:gd name="connsiteX10" fmla="*/ 21603 w 81422"/>
                <a:gd name="connsiteY10" fmla="*/ 35315 h 123440"/>
                <a:gd name="connsiteX11" fmla="*/ 42177 w 81422"/>
                <a:gd name="connsiteY11" fmla="*/ 22765 h 123440"/>
                <a:gd name="connsiteX12" fmla="*/ 60145 w 81422"/>
                <a:gd name="connsiteY12" fmla="*/ 57809 h 123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422" h="123440">
                  <a:moveTo>
                    <a:pt x="43960" y="6306"/>
                  </a:moveTo>
                  <a:cubicBezTo>
                    <a:pt x="15636" y="-10017"/>
                    <a:pt x="412" y="7403"/>
                    <a:pt x="0" y="35041"/>
                  </a:cubicBezTo>
                  <a:cubicBezTo>
                    <a:pt x="-38" y="66835"/>
                    <a:pt x="17119" y="96164"/>
                    <a:pt x="44851" y="111713"/>
                  </a:cubicBezTo>
                  <a:cubicBezTo>
                    <a:pt x="54331" y="117585"/>
                    <a:pt x="64857" y="121568"/>
                    <a:pt x="75850" y="123440"/>
                  </a:cubicBezTo>
                  <a:lnTo>
                    <a:pt x="72832" y="104101"/>
                  </a:lnTo>
                  <a:cubicBezTo>
                    <a:pt x="64087" y="102502"/>
                    <a:pt x="55730" y="99243"/>
                    <a:pt x="48212" y="94500"/>
                  </a:cubicBezTo>
                  <a:cubicBezTo>
                    <a:pt x="32691" y="86201"/>
                    <a:pt x="22533" y="70499"/>
                    <a:pt x="21328" y="52940"/>
                  </a:cubicBezTo>
                  <a:lnTo>
                    <a:pt x="80513" y="87230"/>
                  </a:lnTo>
                  <a:cubicBezTo>
                    <a:pt x="81107" y="83856"/>
                    <a:pt x="81405" y="80437"/>
                    <a:pt x="81404" y="77012"/>
                  </a:cubicBezTo>
                  <a:cubicBezTo>
                    <a:pt x="81885" y="55203"/>
                    <a:pt x="72626" y="22902"/>
                    <a:pt x="43960" y="6306"/>
                  </a:cubicBezTo>
                  <a:close/>
                  <a:moveTo>
                    <a:pt x="21603" y="35315"/>
                  </a:moveTo>
                  <a:cubicBezTo>
                    <a:pt x="22631" y="25645"/>
                    <a:pt x="28461" y="14741"/>
                    <a:pt x="42177" y="22765"/>
                  </a:cubicBezTo>
                  <a:cubicBezTo>
                    <a:pt x="53966" y="30425"/>
                    <a:pt x="60806" y="43765"/>
                    <a:pt x="60145" y="57809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B2F14CC-724F-F82A-8C43-A2F1B2B9BDDA}"/>
                </a:ext>
              </a:extLst>
            </p:cNvPr>
            <p:cNvSpPr/>
            <p:nvPr/>
          </p:nvSpPr>
          <p:spPr>
            <a:xfrm>
              <a:off x="6025088" y="2587280"/>
              <a:ext cx="63162" cy="112193"/>
            </a:xfrm>
            <a:custGeom>
              <a:avLst/>
              <a:gdLst>
                <a:gd name="connsiteX0" fmla="*/ 24689 w 63162"/>
                <a:gd name="connsiteY0" fmla="*/ 27607 h 112193"/>
                <a:gd name="connsiteX1" fmla="*/ 37239 w 63162"/>
                <a:gd name="connsiteY1" fmla="*/ 24315 h 112193"/>
                <a:gd name="connsiteX2" fmla="*/ 55824 w 63162"/>
                <a:gd name="connsiteY2" fmla="*/ 40843 h 112193"/>
                <a:gd name="connsiteX3" fmla="*/ 60419 w 63162"/>
                <a:gd name="connsiteY3" fmla="*/ 25481 h 112193"/>
                <a:gd name="connsiteX4" fmla="*/ 37102 w 63162"/>
                <a:gd name="connsiteY4" fmla="*/ 6073 h 112193"/>
                <a:gd name="connsiteX5" fmla="*/ 3223 w 63162"/>
                <a:gd name="connsiteY5" fmla="*/ 18143 h 112193"/>
                <a:gd name="connsiteX6" fmla="*/ 27158 w 63162"/>
                <a:gd name="connsiteY6" fmla="*/ 61280 h 112193"/>
                <a:gd name="connsiteX7" fmla="*/ 41491 w 63162"/>
                <a:gd name="connsiteY7" fmla="*/ 84117 h 112193"/>
                <a:gd name="connsiteX8" fmla="*/ 27158 w 63162"/>
                <a:gd name="connsiteY8" fmla="*/ 87066 h 112193"/>
                <a:gd name="connsiteX9" fmla="*/ 4595 w 63162"/>
                <a:gd name="connsiteY9" fmla="*/ 66492 h 112193"/>
                <a:gd name="connsiteX10" fmla="*/ 0 w 63162"/>
                <a:gd name="connsiteY10" fmla="*/ 82265 h 112193"/>
                <a:gd name="connsiteX11" fmla="*/ 26746 w 63162"/>
                <a:gd name="connsiteY11" fmla="*/ 104691 h 112193"/>
                <a:gd name="connsiteX12" fmla="*/ 63162 w 63162"/>
                <a:gd name="connsiteY12" fmla="*/ 94267 h 112193"/>
                <a:gd name="connsiteX13" fmla="*/ 39914 w 63162"/>
                <a:gd name="connsiteY13" fmla="*/ 50170 h 112193"/>
                <a:gd name="connsiteX14" fmla="*/ 24689 w 63162"/>
                <a:gd name="connsiteY14" fmla="*/ 27607 h 11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162" h="112193">
                  <a:moveTo>
                    <a:pt x="24689" y="27607"/>
                  </a:moveTo>
                  <a:cubicBezTo>
                    <a:pt x="24689" y="21503"/>
                    <a:pt x="29215" y="19720"/>
                    <a:pt x="37239" y="24315"/>
                  </a:cubicBezTo>
                  <a:cubicBezTo>
                    <a:pt x="44310" y="28752"/>
                    <a:pt x="50592" y="34338"/>
                    <a:pt x="55824" y="40843"/>
                  </a:cubicBezTo>
                  <a:lnTo>
                    <a:pt x="60419" y="25481"/>
                  </a:lnTo>
                  <a:cubicBezTo>
                    <a:pt x="53759" y="17782"/>
                    <a:pt x="45882" y="11225"/>
                    <a:pt x="37102" y="6073"/>
                  </a:cubicBezTo>
                  <a:cubicBezTo>
                    <a:pt x="16528" y="-5792"/>
                    <a:pt x="3498" y="518"/>
                    <a:pt x="3223" y="18143"/>
                  </a:cubicBezTo>
                  <a:cubicBezTo>
                    <a:pt x="3223" y="29664"/>
                    <a:pt x="10081" y="44477"/>
                    <a:pt x="27158" y="61280"/>
                  </a:cubicBezTo>
                  <a:cubicBezTo>
                    <a:pt x="38062" y="71841"/>
                    <a:pt x="41559" y="77396"/>
                    <a:pt x="41491" y="84117"/>
                  </a:cubicBezTo>
                  <a:cubicBezTo>
                    <a:pt x="41422" y="90838"/>
                    <a:pt x="36965" y="92689"/>
                    <a:pt x="27158" y="87066"/>
                  </a:cubicBezTo>
                  <a:cubicBezTo>
                    <a:pt x="18561" y="81490"/>
                    <a:pt x="10938" y="74539"/>
                    <a:pt x="4595" y="66492"/>
                  </a:cubicBezTo>
                  <a:lnTo>
                    <a:pt x="0" y="82265"/>
                  </a:lnTo>
                  <a:cubicBezTo>
                    <a:pt x="7564" y="91218"/>
                    <a:pt x="16612" y="98804"/>
                    <a:pt x="26746" y="104691"/>
                  </a:cubicBezTo>
                  <a:cubicBezTo>
                    <a:pt x="50132" y="118407"/>
                    <a:pt x="62888" y="112372"/>
                    <a:pt x="63162" y="94267"/>
                  </a:cubicBezTo>
                  <a:cubicBezTo>
                    <a:pt x="63162" y="79522"/>
                    <a:pt x="55824" y="65943"/>
                    <a:pt x="39914" y="50170"/>
                  </a:cubicBezTo>
                  <a:cubicBezTo>
                    <a:pt x="28735" y="39334"/>
                    <a:pt x="24620" y="33985"/>
                    <a:pt x="24689" y="27607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FF343E5-F01B-C262-B4DF-6375F85B45D4}"/>
                </a:ext>
              </a:extLst>
            </p:cNvPr>
            <p:cNvSpPr/>
            <p:nvPr/>
          </p:nvSpPr>
          <p:spPr>
            <a:xfrm>
              <a:off x="6100800" y="2630965"/>
              <a:ext cx="63093" cy="112197"/>
            </a:xfrm>
            <a:custGeom>
              <a:avLst/>
              <a:gdLst>
                <a:gd name="connsiteX0" fmla="*/ 24689 w 63093"/>
                <a:gd name="connsiteY0" fmla="*/ 27607 h 112197"/>
                <a:gd name="connsiteX1" fmla="*/ 37170 w 63093"/>
                <a:gd name="connsiteY1" fmla="*/ 24315 h 112197"/>
                <a:gd name="connsiteX2" fmla="*/ 55824 w 63093"/>
                <a:gd name="connsiteY2" fmla="*/ 40843 h 112197"/>
                <a:gd name="connsiteX3" fmla="*/ 60419 w 63093"/>
                <a:gd name="connsiteY3" fmla="*/ 25549 h 112197"/>
                <a:gd name="connsiteX4" fmla="*/ 37102 w 63093"/>
                <a:gd name="connsiteY4" fmla="*/ 6073 h 112197"/>
                <a:gd name="connsiteX5" fmla="*/ 3223 w 63093"/>
                <a:gd name="connsiteY5" fmla="*/ 18143 h 112197"/>
                <a:gd name="connsiteX6" fmla="*/ 27158 w 63093"/>
                <a:gd name="connsiteY6" fmla="*/ 61280 h 112197"/>
                <a:gd name="connsiteX7" fmla="*/ 41491 w 63093"/>
                <a:gd name="connsiteY7" fmla="*/ 84117 h 112197"/>
                <a:gd name="connsiteX8" fmla="*/ 27158 w 63093"/>
                <a:gd name="connsiteY8" fmla="*/ 87066 h 112197"/>
                <a:gd name="connsiteX9" fmla="*/ 4595 w 63093"/>
                <a:gd name="connsiteY9" fmla="*/ 66492 h 112197"/>
                <a:gd name="connsiteX10" fmla="*/ 0 w 63093"/>
                <a:gd name="connsiteY10" fmla="*/ 82265 h 112197"/>
                <a:gd name="connsiteX11" fmla="*/ 26746 w 63093"/>
                <a:gd name="connsiteY11" fmla="*/ 104691 h 112197"/>
                <a:gd name="connsiteX12" fmla="*/ 63093 w 63093"/>
                <a:gd name="connsiteY12" fmla="*/ 94335 h 112197"/>
                <a:gd name="connsiteX13" fmla="*/ 39913 w 63093"/>
                <a:gd name="connsiteY13" fmla="*/ 50170 h 112197"/>
                <a:gd name="connsiteX14" fmla="*/ 24689 w 63093"/>
                <a:gd name="connsiteY14" fmla="*/ 27607 h 112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093" h="112197">
                  <a:moveTo>
                    <a:pt x="24689" y="27607"/>
                  </a:moveTo>
                  <a:cubicBezTo>
                    <a:pt x="24689" y="21503"/>
                    <a:pt x="29215" y="19720"/>
                    <a:pt x="37170" y="24315"/>
                  </a:cubicBezTo>
                  <a:cubicBezTo>
                    <a:pt x="44275" y="28734"/>
                    <a:pt x="50581" y="34322"/>
                    <a:pt x="55824" y="40843"/>
                  </a:cubicBezTo>
                  <a:lnTo>
                    <a:pt x="60419" y="25549"/>
                  </a:lnTo>
                  <a:cubicBezTo>
                    <a:pt x="53766" y="17824"/>
                    <a:pt x="45889" y="11244"/>
                    <a:pt x="37102" y="6073"/>
                  </a:cubicBezTo>
                  <a:cubicBezTo>
                    <a:pt x="16528" y="-5791"/>
                    <a:pt x="3497" y="518"/>
                    <a:pt x="3223" y="18143"/>
                  </a:cubicBezTo>
                  <a:cubicBezTo>
                    <a:pt x="2880" y="29664"/>
                    <a:pt x="10081" y="44546"/>
                    <a:pt x="27158" y="61280"/>
                  </a:cubicBezTo>
                  <a:cubicBezTo>
                    <a:pt x="37993" y="71841"/>
                    <a:pt x="41559" y="77396"/>
                    <a:pt x="41491" y="84117"/>
                  </a:cubicBezTo>
                  <a:cubicBezTo>
                    <a:pt x="41422" y="90838"/>
                    <a:pt x="36965" y="92758"/>
                    <a:pt x="27158" y="87066"/>
                  </a:cubicBezTo>
                  <a:cubicBezTo>
                    <a:pt x="18546" y="81509"/>
                    <a:pt x="10921" y="74556"/>
                    <a:pt x="4595" y="66492"/>
                  </a:cubicBezTo>
                  <a:lnTo>
                    <a:pt x="0" y="82265"/>
                  </a:lnTo>
                  <a:cubicBezTo>
                    <a:pt x="7564" y="91218"/>
                    <a:pt x="16612" y="98804"/>
                    <a:pt x="26746" y="104691"/>
                  </a:cubicBezTo>
                  <a:cubicBezTo>
                    <a:pt x="50132" y="118407"/>
                    <a:pt x="62888" y="112372"/>
                    <a:pt x="63093" y="94335"/>
                  </a:cubicBezTo>
                  <a:cubicBezTo>
                    <a:pt x="63093" y="79522"/>
                    <a:pt x="55824" y="65943"/>
                    <a:pt x="39913" y="50170"/>
                  </a:cubicBezTo>
                  <a:cubicBezTo>
                    <a:pt x="28735" y="39471"/>
                    <a:pt x="24620" y="33985"/>
                    <a:pt x="24689" y="27607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449B2CB-EE01-ABA6-9F1F-389EEA6DBCDE}"/>
                </a:ext>
              </a:extLst>
            </p:cNvPr>
            <p:cNvSpPr/>
            <p:nvPr/>
          </p:nvSpPr>
          <p:spPr>
            <a:xfrm>
              <a:off x="6217729" y="2703815"/>
              <a:ext cx="71460" cy="119553"/>
            </a:xfrm>
            <a:custGeom>
              <a:avLst/>
              <a:gdLst>
                <a:gd name="connsiteX0" fmla="*/ 50406 w 71460"/>
                <a:gd name="connsiteY0" fmla="*/ 28206 h 119553"/>
                <a:gd name="connsiteX1" fmla="*/ 67208 w 71460"/>
                <a:gd name="connsiteY1" fmla="*/ 41922 h 119553"/>
                <a:gd name="connsiteX2" fmla="*/ 71460 w 71460"/>
                <a:gd name="connsiteY2" fmla="*/ 25394 h 119553"/>
                <a:gd name="connsiteX3" fmla="*/ 49926 w 71460"/>
                <a:gd name="connsiteY3" fmla="*/ 8180 h 119553"/>
                <a:gd name="connsiteX4" fmla="*/ 0 w 71460"/>
                <a:gd name="connsiteY4" fmla="*/ 33075 h 119553"/>
                <a:gd name="connsiteX5" fmla="*/ 44851 w 71460"/>
                <a:gd name="connsiteY5" fmla="*/ 110158 h 119553"/>
                <a:gd name="connsiteX6" fmla="*/ 70020 w 71460"/>
                <a:gd name="connsiteY6" fmla="*/ 119554 h 119553"/>
                <a:gd name="connsiteX7" fmla="*/ 67140 w 71460"/>
                <a:gd name="connsiteY7" fmla="*/ 98980 h 119553"/>
                <a:gd name="connsiteX8" fmla="*/ 49515 w 71460"/>
                <a:gd name="connsiteY8" fmla="*/ 92671 h 119553"/>
                <a:gd name="connsiteX9" fmla="*/ 22837 w 71460"/>
                <a:gd name="connsiteY9" fmla="*/ 44665 h 119553"/>
                <a:gd name="connsiteX10" fmla="*/ 50406 w 71460"/>
                <a:gd name="connsiteY10" fmla="*/ 28206 h 11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460" h="119553">
                  <a:moveTo>
                    <a:pt x="50406" y="28206"/>
                  </a:moveTo>
                  <a:cubicBezTo>
                    <a:pt x="56681" y="31883"/>
                    <a:pt x="62349" y="36509"/>
                    <a:pt x="67208" y="41922"/>
                  </a:cubicBezTo>
                  <a:lnTo>
                    <a:pt x="71460" y="25394"/>
                  </a:lnTo>
                  <a:cubicBezTo>
                    <a:pt x="65140" y="18658"/>
                    <a:pt x="57888" y="12862"/>
                    <a:pt x="49926" y="8180"/>
                  </a:cubicBezTo>
                  <a:cubicBezTo>
                    <a:pt x="18860" y="-9719"/>
                    <a:pt x="411" y="3174"/>
                    <a:pt x="0" y="33075"/>
                  </a:cubicBezTo>
                  <a:cubicBezTo>
                    <a:pt x="101" y="64938"/>
                    <a:pt x="17200" y="94325"/>
                    <a:pt x="44851" y="110158"/>
                  </a:cubicBezTo>
                  <a:cubicBezTo>
                    <a:pt x="52501" y="114998"/>
                    <a:pt x="61071" y="118197"/>
                    <a:pt x="70020" y="119554"/>
                  </a:cubicBezTo>
                  <a:lnTo>
                    <a:pt x="67140" y="98980"/>
                  </a:lnTo>
                  <a:cubicBezTo>
                    <a:pt x="60871" y="98206"/>
                    <a:pt x="54851" y="96051"/>
                    <a:pt x="49515" y="92671"/>
                  </a:cubicBezTo>
                  <a:cubicBezTo>
                    <a:pt x="32760" y="82511"/>
                    <a:pt x="22616" y="64258"/>
                    <a:pt x="22837" y="44665"/>
                  </a:cubicBezTo>
                  <a:cubicBezTo>
                    <a:pt x="22906" y="26628"/>
                    <a:pt x="33330" y="18399"/>
                    <a:pt x="50406" y="28206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16BA04A-20AD-DE4D-7595-6E2A645D167A}"/>
                </a:ext>
              </a:extLst>
            </p:cNvPr>
            <p:cNvSpPr/>
            <p:nvPr/>
          </p:nvSpPr>
          <p:spPr>
            <a:xfrm>
              <a:off x="6297556" y="2748789"/>
              <a:ext cx="89702" cy="117943"/>
            </a:xfrm>
            <a:custGeom>
              <a:avLst/>
              <a:gdLst>
                <a:gd name="connsiteX0" fmla="*/ 46497 w 89702"/>
                <a:gd name="connsiteY0" fmla="*/ 7304 h 117943"/>
                <a:gd name="connsiteX1" fmla="*/ 0 w 89702"/>
                <a:gd name="connsiteY1" fmla="*/ 33707 h 117943"/>
                <a:gd name="connsiteX2" fmla="*/ 43617 w 89702"/>
                <a:gd name="connsiteY2" fmla="*/ 110996 h 117943"/>
                <a:gd name="connsiteX3" fmla="*/ 89702 w 89702"/>
                <a:gd name="connsiteY3" fmla="*/ 84113 h 117943"/>
                <a:gd name="connsiteX4" fmla="*/ 46497 w 89702"/>
                <a:gd name="connsiteY4" fmla="*/ 7303 h 117943"/>
                <a:gd name="connsiteX5" fmla="*/ 44577 w 89702"/>
                <a:gd name="connsiteY5" fmla="*/ 92891 h 117943"/>
                <a:gd name="connsiteX6" fmla="*/ 23111 w 89702"/>
                <a:gd name="connsiteY6" fmla="*/ 46463 h 117943"/>
                <a:gd name="connsiteX7" fmla="*/ 45674 w 89702"/>
                <a:gd name="connsiteY7" fmla="*/ 25409 h 117943"/>
                <a:gd name="connsiteX8" fmla="*/ 66660 w 89702"/>
                <a:gd name="connsiteY8" fmla="*/ 71152 h 117943"/>
                <a:gd name="connsiteX9" fmla="*/ 44577 w 89702"/>
                <a:gd name="connsiteY9" fmla="*/ 92891 h 117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702" h="117943">
                  <a:moveTo>
                    <a:pt x="46497" y="7304"/>
                  </a:moveTo>
                  <a:cubicBezTo>
                    <a:pt x="19820" y="-8127"/>
                    <a:pt x="480" y="994"/>
                    <a:pt x="0" y="33707"/>
                  </a:cubicBezTo>
                  <a:cubicBezTo>
                    <a:pt x="60" y="65315"/>
                    <a:pt x="16590" y="94606"/>
                    <a:pt x="43617" y="110996"/>
                  </a:cubicBezTo>
                  <a:cubicBezTo>
                    <a:pt x="66111" y="123958"/>
                    <a:pt x="89223" y="120803"/>
                    <a:pt x="89702" y="84113"/>
                  </a:cubicBezTo>
                  <a:cubicBezTo>
                    <a:pt x="89778" y="52702"/>
                    <a:pt x="73380" y="23550"/>
                    <a:pt x="46497" y="7303"/>
                  </a:cubicBezTo>
                  <a:close/>
                  <a:moveTo>
                    <a:pt x="44577" y="92891"/>
                  </a:moveTo>
                  <a:cubicBezTo>
                    <a:pt x="30861" y="85073"/>
                    <a:pt x="22837" y="65459"/>
                    <a:pt x="23111" y="46463"/>
                  </a:cubicBezTo>
                  <a:cubicBezTo>
                    <a:pt x="23111" y="29866"/>
                    <a:pt x="29969" y="16288"/>
                    <a:pt x="45674" y="25409"/>
                  </a:cubicBezTo>
                  <a:cubicBezTo>
                    <a:pt x="61379" y="34530"/>
                    <a:pt x="66866" y="55584"/>
                    <a:pt x="66660" y="71152"/>
                  </a:cubicBezTo>
                  <a:cubicBezTo>
                    <a:pt x="66385" y="91245"/>
                    <a:pt x="57333" y="100229"/>
                    <a:pt x="44577" y="92891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91D03C9-BAB9-5486-5166-BD3EA5F85CF3}"/>
                </a:ext>
              </a:extLst>
            </p:cNvPr>
            <p:cNvSpPr/>
            <p:nvPr/>
          </p:nvSpPr>
          <p:spPr>
            <a:xfrm>
              <a:off x="4970190" y="1965297"/>
              <a:ext cx="131399" cy="159037"/>
            </a:xfrm>
            <a:custGeom>
              <a:avLst/>
              <a:gdLst>
                <a:gd name="connsiteX0" fmla="*/ 98687 w 131399"/>
                <a:gd name="connsiteY0" fmla="*/ 101430 h 159037"/>
                <a:gd name="connsiteX1" fmla="*/ 92446 w 131399"/>
                <a:gd name="connsiteY1" fmla="*/ 131468 h 159037"/>
                <a:gd name="connsiteX2" fmla="*/ 92034 w 131399"/>
                <a:gd name="connsiteY2" fmla="*/ 131468 h 159037"/>
                <a:gd name="connsiteX3" fmla="*/ 85176 w 131399"/>
                <a:gd name="connsiteY3" fmla="*/ 93954 h 159037"/>
                <a:gd name="connsiteX4" fmla="*/ 74684 w 131399"/>
                <a:gd name="connsiteY4" fmla="*/ 43343 h 159037"/>
                <a:gd name="connsiteX5" fmla="*/ 56510 w 131399"/>
                <a:gd name="connsiteY5" fmla="*/ 32850 h 159037"/>
                <a:gd name="connsiteX6" fmla="*/ 44714 w 131399"/>
                <a:gd name="connsiteY6" fmla="*/ 71529 h 159037"/>
                <a:gd name="connsiteX7" fmla="*/ 37033 w 131399"/>
                <a:gd name="connsiteY7" fmla="*/ 99509 h 159037"/>
                <a:gd name="connsiteX8" fmla="*/ 36690 w 131399"/>
                <a:gd name="connsiteY8" fmla="*/ 99509 h 159037"/>
                <a:gd name="connsiteX9" fmla="*/ 31478 w 131399"/>
                <a:gd name="connsiteY9" fmla="*/ 63848 h 159037"/>
                <a:gd name="connsiteX10" fmla="*/ 22837 w 131399"/>
                <a:gd name="connsiteY10" fmla="*/ 13236 h 159037"/>
                <a:gd name="connsiteX11" fmla="*/ 0 w 131399"/>
                <a:gd name="connsiteY11" fmla="*/ 0 h 159037"/>
                <a:gd name="connsiteX12" fmla="*/ 24757 w 131399"/>
                <a:gd name="connsiteY12" fmla="*/ 114872 h 159037"/>
                <a:gd name="connsiteX13" fmla="*/ 45331 w 131399"/>
                <a:gd name="connsiteY13" fmla="*/ 126941 h 159037"/>
                <a:gd name="connsiteX14" fmla="*/ 57127 w 131399"/>
                <a:gd name="connsiteY14" fmla="*/ 92651 h 159037"/>
                <a:gd name="connsiteX15" fmla="*/ 64328 w 131399"/>
                <a:gd name="connsiteY15" fmla="*/ 64602 h 159037"/>
                <a:gd name="connsiteX16" fmla="*/ 64671 w 131399"/>
                <a:gd name="connsiteY16" fmla="*/ 64602 h 159037"/>
                <a:gd name="connsiteX17" fmla="*/ 70912 w 131399"/>
                <a:gd name="connsiteY17" fmla="*/ 100401 h 159037"/>
                <a:gd name="connsiteX18" fmla="*/ 80925 w 131399"/>
                <a:gd name="connsiteY18" fmla="*/ 147036 h 159037"/>
                <a:gd name="connsiteX19" fmla="*/ 101499 w 131399"/>
                <a:gd name="connsiteY19" fmla="*/ 159037 h 159037"/>
                <a:gd name="connsiteX20" fmla="*/ 131399 w 131399"/>
                <a:gd name="connsiteY20" fmla="*/ 75506 h 159037"/>
                <a:gd name="connsiteX21" fmla="*/ 109454 w 131399"/>
                <a:gd name="connsiteY21" fmla="*/ 62819 h 159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1399" h="159037">
                  <a:moveTo>
                    <a:pt x="98687" y="101430"/>
                  </a:moveTo>
                  <a:cubicBezTo>
                    <a:pt x="96149" y="111785"/>
                    <a:pt x="94023" y="121455"/>
                    <a:pt x="92446" y="131468"/>
                  </a:cubicBezTo>
                  <a:lnTo>
                    <a:pt x="92034" y="131468"/>
                  </a:lnTo>
                  <a:cubicBezTo>
                    <a:pt x="90183" y="119466"/>
                    <a:pt x="87988" y="107259"/>
                    <a:pt x="85176" y="93954"/>
                  </a:cubicBezTo>
                  <a:lnTo>
                    <a:pt x="74684" y="43343"/>
                  </a:lnTo>
                  <a:lnTo>
                    <a:pt x="56510" y="32850"/>
                  </a:lnTo>
                  <a:lnTo>
                    <a:pt x="44714" y="71529"/>
                  </a:lnTo>
                  <a:cubicBezTo>
                    <a:pt x="41665" y="80715"/>
                    <a:pt x="39101" y="90054"/>
                    <a:pt x="37033" y="99509"/>
                  </a:cubicBezTo>
                  <a:lnTo>
                    <a:pt x="36690" y="99509"/>
                  </a:lnTo>
                  <a:cubicBezTo>
                    <a:pt x="35182" y="87714"/>
                    <a:pt x="33330" y="75712"/>
                    <a:pt x="31478" y="63848"/>
                  </a:cubicBezTo>
                  <a:lnTo>
                    <a:pt x="22837" y="13236"/>
                  </a:lnTo>
                  <a:lnTo>
                    <a:pt x="0" y="0"/>
                  </a:lnTo>
                  <a:lnTo>
                    <a:pt x="24757" y="114872"/>
                  </a:lnTo>
                  <a:lnTo>
                    <a:pt x="45331" y="126941"/>
                  </a:lnTo>
                  <a:lnTo>
                    <a:pt x="57127" y="92651"/>
                  </a:lnTo>
                  <a:cubicBezTo>
                    <a:pt x="60196" y="83486"/>
                    <a:pt x="62602" y="74112"/>
                    <a:pt x="64328" y="64602"/>
                  </a:cubicBezTo>
                  <a:lnTo>
                    <a:pt x="64671" y="64602"/>
                  </a:lnTo>
                  <a:cubicBezTo>
                    <a:pt x="66523" y="77838"/>
                    <a:pt x="68374" y="88400"/>
                    <a:pt x="70912" y="100401"/>
                  </a:cubicBezTo>
                  <a:lnTo>
                    <a:pt x="80925" y="147036"/>
                  </a:lnTo>
                  <a:lnTo>
                    <a:pt x="101499" y="159037"/>
                  </a:lnTo>
                  <a:lnTo>
                    <a:pt x="131399" y="75506"/>
                  </a:lnTo>
                  <a:lnTo>
                    <a:pt x="109454" y="62819"/>
                  </a:ln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E8DD2B1B-F887-F9DE-B376-2295D62FC3E9}"/>
                </a:ext>
              </a:extLst>
            </p:cNvPr>
            <p:cNvSpPr/>
            <p:nvPr/>
          </p:nvSpPr>
          <p:spPr>
            <a:xfrm>
              <a:off x="6404952" y="2794223"/>
              <a:ext cx="131133" cy="174947"/>
            </a:xfrm>
            <a:custGeom>
              <a:avLst/>
              <a:gdLst>
                <a:gd name="connsiteX0" fmla="*/ 102116 w 131133"/>
                <a:gd name="connsiteY0" fmla="*/ 55961 h 174947"/>
                <a:gd name="connsiteX1" fmla="*/ 84285 w 131133"/>
                <a:gd name="connsiteY1" fmla="*/ 51641 h 174947"/>
                <a:gd name="connsiteX2" fmla="*/ 72832 w 131133"/>
                <a:gd name="connsiteY2" fmla="*/ 57676 h 174947"/>
                <a:gd name="connsiteX3" fmla="*/ 48555 w 131133"/>
                <a:gd name="connsiteY3" fmla="*/ 25032 h 174947"/>
                <a:gd name="connsiteX4" fmla="*/ 21123 w 131133"/>
                <a:gd name="connsiteY4" fmla="*/ 26335 h 174947"/>
                <a:gd name="connsiteX5" fmla="*/ 20643 w 131133"/>
                <a:gd name="connsiteY5" fmla="*/ 26335 h 174947"/>
                <a:gd name="connsiteX6" fmla="*/ 19888 w 131133"/>
                <a:gd name="connsiteY6" fmla="*/ 11041 h 174947"/>
                <a:gd name="connsiteX7" fmla="*/ 686 w 131133"/>
                <a:gd name="connsiteY7" fmla="*/ 0 h 174947"/>
                <a:gd name="connsiteX8" fmla="*/ 1029 w 131133"/>
                <a:gd name="connsiteY8" fmla="*/ 30107 h 174947"/>
                <a:gd name="connsiteX9" fmla="*/ 0 w 131133"/>
                <a:gd name="connsiteY9" fmla="*/ 99852 h 174947"/>
                <a:gd name="connsiteX10" fmla="*/ 21740 w 131133"/>
                <a:gd name="connsiteY10" fmla="*/ 112403 h 174947"/>
                <a:gd name="connsiteX11" fmla="*/ 22563 w 131133"/>
                <a:gd name="connsiteY11" fmla="*/ 53424 h 174947"/>
                <a:gd name="connsiteX12" fmla="*/ 23935 w 131133"/>
                <a:gd name="connsiteY12" fmla="*/ 46017 h 174947"/>
                <a:gd name="connsiteX13" fmla="*/ 36595 w 131133"/>
                <a:gd name="connsiteY13" fmla="*/ 39049 h 174947"/>
                <a:gd name="connsiteX14" fmla="*/ 40120 w 131133"/>
                <a:gd name="connsiteY14" fmla="*/ 40874 h 174947"/>
                <a:gd name="connsiteX15" fmla="*/ 55001 w 131133"/>
                <a:gd name="connsiteY15" fmla="*/ 73449 h 174947"/>
                <a:gd name="connsiteX16" fmla="*/ 54247 w 131133"/>
                <a:gd name="connsiteY16" fmla="*/ 131194 h 174947"/>
                <a:gd name="connsiteX17" fmla="*/ 76055 w 131133"/>
                <a:gd name="connsiteY17" fmla="*/ 143812 h 174947"/>
                <a:gd name="connsiteX18" fmla="*/ 76810 w 131133"/>
                <a:gd name="connsiteY18" fmla="*/ 84011 h 174947"/>
                <a:gd name="connsiteX19" fmla="*/ 78044 w 131133"/>
                <a:gd name="connsiteY19" fmla="*/ 76192 h 174947"/>
                <a:gd name="connsiteX20" fmla="*/ 91021 w 131133"/>
                <a:gd name="connsiteY20" fmla="*/ 70288 h 174947"/>
                <a:gd name="connsiteX21" fmla="*/ 93886 w 131133"/>
                <a:gd name="connsiteY21" fmla="*/ 71940 h 174947"/>
                <a:gd name="connsiteX22" fmla="*/ 109248 w 131133"/>
                <a:gd name="connsiteY22" fmla="*/ 107465 h 174947"/>
                <a:gd name="connsiteX23" fmla="*/ 108494 w 131133"/>
                <a:gd name="connsiteY23" fmla="*/ 162329 h 174947"/>
                <a:gd name="connsiteX24" fmla="*/ 130302 w 131133"/>
                <a:gd name="connsiteY24" fmla="*/ 174948 h 174947"/>
                <a:gd name="connsiteX25" fmla="*/ 131125 w 131133"/>
                <a:gd name="connsiteY25" fmla="*/ 116175 h 174947"/>
                <a:gd name="connsiteX26" fmla="*/ 102116 w 131133"/>
                <a:gd name="connsiteY26" fmla="*/ 55961 h 17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1133" h="174947">
                  <a:moveTo>
                    <a:pt x="102116" y="55961"/>
                  </a:moveTo>
                  <a:cubicBezTo>
                    <a:pt x="96936" y="52310"/>
                    <a:pt x="90562" y="50765"/>
                    <a:pt x="84285" y="51641"/>
                  </a:cubicBezTo>
                  <a:cubicBezTo>
                    <a:pt x="79860" y="52191"/>
                    <a:pt x="75788" y="54337"/>
                    <a:pt x="72832" y="57676"/>
                  </a:cubicBezTo>
                  <a:cubicBezTo>
                    <a:pt x="69222" y="44085"/>
                    <a:pt x="60532" y="32400"/>
                    <a:pt x="48555" y="25032"/>
                  </a:cubicBezTo>
                  <a:cubicBezTo>
                    <a:pt x="33673" y="16459"/>
                    <a:pt x="25512" y="21054"/>
                    <a:pt x="21123" y="26335"/>
                  </a:cubicBezTo>
                  <a:lnTo>
                    <a:pt x="20643" y="26335"/>
                  </a:lnTo>
                  <a:lnTo>
                    <a:pt x="19888" y="11041"/>
                  </a:lnTo>
                  <a:lnTo>
                    <a:pt x="686" y="0"/>
                  </a:lnTo>
                  <a:cubicBezTo>
                    <a:pt x="1098" y="8847"/>
                    <a:pt x="1166" y="18654"/>
                    <a:pt x="1029" y="30107"/>
                  </a:cubicBezTo>
                  <a:lnTo>
                    <a:pt x="0" y="99852"/>
                  </a:lnTo>
                  <a:lnTo>
                    <a:pt x="21740" y="112403"/>
                  </a:lnTo>
                  <a:lnTo>
                    <a:pt x="22563" y="53424"/>
                  </a:lnTo>
                  <a:cubicBezTo>
                    <a:pt x="22468" y="50884"/>
                    <a:pt x="22936" y="48355"/>
                    <a:pt x="23935" y="46017"/>
                  </a:cubicBezTo>
                  <a:cubicBezTo>
                    <a:pt x="25507" y="40597"/>
                    <a:pt x="31175" y="37477"/>
                    <a:pt x="36595" y="39049"/>
                  </a:cubicBezTo>
                  <a:cubicBezTo>
                    <a:pt x="37878" y="39421"/>
                    <a:pt x="39075" y="40041"/>
                    <a:pt x="40120" y="40874"/>
                  </a:cubicBezTo>
                  <a:cubicBezTo>
                    <a:pt x="50475" y="46909"/>
                    <a:pt x="55207" y="59459"/>
                    <a:pt x="55001" y="73449"/>
                  </a:cubicBezTo>
                  <a:lnTo>
                    <a:pt x="54247" y="131194"/>
                  </a:lnTo>
                  <a:lnTo>
                    <a:pt x="76055" y="143812"/>
                  </a:lnTo>
                  <a:lnTo>
                    <a:pt x="76810" y="84011"/>
                  </a:lnTo>
                  <a:cubicBezTo>
                    <a:pt x="76893" y="81363"/>
                    <a:pt x="77307" y="78737"/>
                    <a:pt x="78044" y="76192"/>
                  </a:cubicBezTo>
                  <a:cubicBezTo>
                    <a:pt x="79997" y="70978"/>
                    <a:pt x="85807" y="68335"/>
                    <a:pt x="91021" y="70288"/>
                  </a:cubicBezTo>
                  <a:cubicBezTo>
                    <a:pt x="92060" y="70677"/>
                    <a:pt x="93028" y="71235"/>
                    <a:pt x="93886" y="71940"/>
                  </a:cubicBezTo>
                  <a:cubicBezTo>
                    <a:pt x="104516" y="78113"/>
                    <a:pt x="109522" y="90800"/>
                    <a:pt x="109248" y="107465"/>
                  </a:cubicBezTo>
                  <a:lnTo>
                    <a:pt x="108494" y="162329"/>
                  </a:lnTo>
                  <a:lnTo>
                    <a:pt x="130302" y="174948"/>
                  </a:lnTo>
                  <a:lnTo>
                    <a:pt x="131125" y="116175"/>
                  </a:lnTo>
                  <a:cubicBezTo>
                    <a:pt x="131536" y="84353"/>
                    <a:pt x="116792" y="64465"/>
                    <a:pt x="102116" y="55961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E281BC3-F4A5-60E9-6AF0-621C91EC6367}"/>
                </a:ext>
              </a:extLst>
            </p:cNvPr>
            <p:cNvSpPr/>
            <p:nvPr/>
          </p:nvSpPr>
          <p:spPr>
            <a:xfrm>
              <a:off x="6177610" y="2738320"/>
              <a:ext cx="27432" cy="36490"/>
            </a:xfrm>
            <a:custGeom>
              <a:avLst/>
              <a:gdLst>
                <a:gd name="connsiteX0" fmla="*/ 13716 w 27432"/>
                <a:gd name="connsiteY0" fmla="*/ 2068 h 36490"/>
                <a:gd name="connsiteX1" fmla="*/ 0 w 27432"/>
                <a:gd name="connsiteY1" fmla="*/ 10297 h 36490"/>
                <a:gd name="connsiteX2" fmla="*/ 13716 w 27432"/>
                <a:gd name="connsiteY2" fmla="*/ 34369 h 36490"/>
                <a:gd name="connsiteX3" fmla="*/ 27432 w 27432"/>
                <a:gd name="connsiteY3" fmla="*/ 26208 h 36490"/>
                <a:gd name="connsiteX4" fmla="*/ 13716 w 27432"/>
                <a:gd name="connsiteY4" fmla="*/ 2068 h 3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" h="36490">
                  <a:moveTo>
                    <a:pt x="13716" y="2068"/>
                  </a:moveTo>
                  <a:cubicBezTo>
                    <a:pt x="5692" y="-2596"/>
                    <a:pt x="0" y="833"/>
                    <a:pt x="0" y="10297"/>
                  </a:cubicBezTo>
                  <a:cubicBezTo>
                    <a:pt x="134" y="20145"/>
                    <a:pt x="5313" y="29234"/>
                    <a:pt x="13716" y="34369"/>
                  </a:cubicBezTo>
                  <a:cubicBezTo>
                    <a:pt x="22083" y="39238"/>
                    <a:pt x="27432" y="35398"/>
                    <a:pt x="27432" y="26208"/>
                  </a:cubicBezTo>
                  <a:cubicBezTo>
                    <a:pt x="27388" y="16318"/>
                    <a:pt x="22189" y="7168"/>
                    <a:pt x="13716" y="2068"/>
                  </a:cubicBezTo>
                  <a:close/>
                </a:path>
              </a:pathLst>
            </a:custGeom>
            <a:solidFill>
              <a:srgbClr val="61616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9CFA351-41C3-C460-383B-3812608C7BE8}"/>
                </a:ext>
              </a:extLst>
            </p:cNvPr>
            <p:cNvSpPr/>
            <p:nvPr/>
          </p:nvSpPr>
          <p:spPr>
            <a:xfrm>
              <a:off x="4591482" y="1716931"/>
              <a:ext cx="176885" cy="248654"/>
            </a:xfrm>
            <a:custGeom>
              <a:avLst/>
              <a:gdLst>
                <a:gd name="connsiteX0" fmla="*/ 89712 w 176885"/>
                <a:gd name="connsiteY0" fmla="*/ 13479 h 248654"/>
                <a:gd name="connsiteX1" fmla="*/ 9 w 176885"/>
                <a:gd name="connsiteY1" fmla="*/ 52707 h 248654"/>
                <a:gd name="connsiteX2" fmla="*/ 45889 w 176885"/>
                <a:gd name="connsiteY2" fmla="*/ 159554 h 248654"/>
                <a:gd name="connsiteX3" fmla="*/ 45409 w 176885"/>
                <a:gd name="connsiteY3" fmla="*/ 193502 h 248654"/>
                <a:gd name="connsiteX4" fmla="*/ 55833 w 176885"/>
                <a:gd name="connsiteY4" fmla="*/ 211538 h 248654"/>
                <a:gd name="connsiteX5" fmla="*/ 65572 w 176885"/>
                <a:gd name="connsiteY5" fmla="*/ 217162 h 248654"/>
                <a:gd name="connsiteX6" fmla="*/ 66120 w 176885"/>
                <a:gd name="connsiteY6" fmla="*/ 176014 h 248654"/>
                <a:gd name="connsiteX7" fmla="*/ 76681 w 176885"/>
                <a:gd name="connsiteY7" fmla="*/ 182117 h 248654"/>
                <a:gd name="connsiteX8" fmla="*/ 76133 w 176885"/>
                <a:gd name="connsiteY8" fmla="*/ 223265 h 248654"/>
                <a:gd name="connsiteX9" fmla="*/ 97324 w 176885"/>
                <a:gd name="connsiteY9" fmla="*/ 235541 h 248654"/>
                <a:gd name="connsiteX10" fmla="*/ 97873 w 176885"/>
                <a:gd name="connsiteY10" fmla="*/ 194393 h 248654"/>
                <a:gd name="connsiteX11" fmla="*/ 108434 w 176885"/>
                <a:gd name="connsiteY11" fmla="*/ 200428 h 248654"/>
                <a:gd name="connsiteX12" fmla="*/ 107886 w 176885"/>
                <a:gd name="connsiteY12" fmla="*/ 241576 h 248654"/>
                <a:gd name="connsiteX13" fmla="*/ 117624 w 176885"/>
                <a:gd name="connsiteY13" fmla="*/ 247200 h 248654"/>
                <a:gd name="connsiteX14" fmla="*/ 128391 w 176885"/>
                <a:gd name="connsiteY14" fmla="*/ 241370 h 248654"/>
                <a:gd name="connsiteX15" fmla="*/ 128871 w 176885"/>
                <a:gd name="connsiteY15" fmla="*/ 207423 h 248654"/>
                <a:gd name="connsiteX16" fmla="*/ 176877 w 176885"/>
                <a:gd name="connsiteY16" fmla="*/ 154754 h 248654"/>
                <a:gd name="connsiteX17" fmla="*/ 89712 w 176885"/>
                <a:gd name="connsiteY17" fmla="*/ 13479 h 248654"/>
                <a:gd name="connsiteX18" fmla="*/ 59331 w 176885"/>
                <a:gd name="connsiteY18" fmla="*/ 88917 h 248654"/>
                <a:gd name="connsiteX19" fmla="*/ 42872 w 176885"/>
                <a:gd name="connsiteY19" fmla="*/ 60457 h 248654"/>
                <a:gd name="connsiteX20" fmla="*/ 59811 w 176885"/>
                <a:gd name="connsiteY20" fmla="*/ 51198 h 248654"/>
                <a:gd name="connsiteX21" fmla="*/ 76270 w 176885"/>
                <a:gd name="connsiteY21" fmla="*/ 79659 h 248654"/>
                <a:gd name="connsiteX22" fmla="*/ 59331 w 176885"/>
                <a:gd name="connsiteY22" fmla="*/ 89054 h 248654"/>
                <a:gd name="connsiteX23" fmla="*/ 72567 w 176885"/>
                <a:gd name="connsiteY23" fmla="*/ 142409 h 248654"/>
                <a:gd name="connsiteX24" fmla="*/ 88066 w 176885"/>
                <a:gd name="connsiteY24" fmla="*/ 121493 h 248654"/>
                <a:gd name="connsiteX25" fmla="*/ 103016 w 176885"/>
                <a:gd name="connsiteY25" fmla="*/ 159966 h 248654"/>
                <a:gd name="connsiteX26" fmla="*/ 117555 w 176885"/>
                <a:gd name="connsiteY26" fmla="*/ 122521 h 248654"/>
                <a:gd name="connsiteX27" fmla="*/ 101096 w 176885"/>
                <a:gd name="connsiteY27" fmla="*/ 94061 h 248654"/>
                <a:gd name="connsiteX28" fmla="*/ 118035 w 176885"/>
                <a:gd name="connsiteY28" fmla="*/ 84802 h 248654"/>
                <a:gd name="connsiteX29" fmla="*/ 134494 w 176885"/>
                <a:gd name="connsiteY29" fmla="*/ 113332 h 248654"/>
                <a:gd name="connsiteX30" fmla="*/ 117555 w 176885"/>
                <a:gd name="connsiteY30" fmla="*/ 122658 h 248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6885" h="248654">
                  <a:moveTo>
                    <a:pt x="89712" y="13479"/>
                  </a:moveTo>
                  <a:cubicBezTo>
                    <a:pt x="40814" y="-14776"/>
                    <a:pt x="558" y="2849"/>
                    <a:pt x="9" y="52707"/>
                  </a:cubicBezTo>
                  <a:cubicBezTo>
                    <a:pt x="-471" y="86997"/>
                    <a:pt x="18114" y="128145"/>
                    <a:pt x="45889" y="159554"/>
                  </a:cubicBezTo>
                  <a:lnTo>
                    <a:pt x="45409" y="193502"/>
                  </a:lnTo>
                  <a:cubicBezTo>
                    <a:pt x="45768" y="200844"/>
                    <a:pt x="49650" y="207561"/>
                    <a:pt x="55833" y="211538"/>
                  </a:cubicBezTo>
                  <a:lnTo>
                    <a:pt x="65572" y="217162"/>
                  </a:lnTo>
                  <a:lnTo>
                    <a:pt x="66120" y="176014"/>
                  </a:lnTo>
                  <a:lnTo>
                    <a:pt x="76681" y="182117"/>
                  </a:lnTo>
                  <a:lnTo>
                    <a:pt x="76133" y="223265"/>
                  </a:lnTo>
                  <a:lnTo>
                    <a:pt x="97324" y="235541"/>
                  </a:lnTo>
                  <a:lnTo>
                    <a:pt x="97873" y="194393"/>
                  </a:lnTo>
                  <a:lnTo>
                    <a:pt x="108434" y="200428"/>
                  </a:lnTo>
                  <a:lnTo>
                    <a:pt x="107886" y="241576"/>
                  </a:lnTo>
                  <a:lnTo>
                    <a:pt x="117624" y="247200"/>
                  </a:lnTo>
                  <a:cubicBezTo>
                    <a:pt x="123453" y="250560"/>
                    <a:pt x="128322" y="247886"/>
                    <a:pt x="128391" y="241370"/>
                  </a:cubicBezTo>
                  <a:lnTo>
                    <a:pt x="128871" y="207423"/>
                  </a:lnTo>
                  <a:cubicBezTo>
                    <a:pt x="156989" y="208315"/>
                    <a:pt x="176466" y="189387"/>
                    <a:pt x="176877" y="154754"/>
                  </a:cubicBezTo>
                  <a:cubicBezTo>
                    <a:pt x="177563" y="104965"/>
                    <a:pt x="138541" y="41665"/>
                    <a:pt x="89712" y="13479"/>
                  </a:cubicBezTo>
                  <a:close/>
                  <a:moveTo>
                    <a:pt x="59331" y="88917"/>
                  </a:moveTo>
                  <a:cubicBezTo>
                    <a:pt x="49563" y="82651"/>
                    <a:pt x="43431" y="72047"/>
                    <a:pt x="42872" y="60457"/>
                  </a:cubicBezTo>
                  <a:cubicBezTo>
                    <a:pt x="42872" y="50032"/>
                    <a:pt x="50621" y="45917"/>
                    <a:pt x="59811" y="51198"/>
                  </a:cubicBezTo>
                  <a:cubicBezTo>
                    <a:pt x="69578" y="57464"/>
                    <a:pt x="75711" y="68068"/>
                    <a:pt x="76270" y="79659"/>
                  </a:cubicBezTo>
                  <a:cubicBezTo>
                    <a:pt x="76064" y="90220"/>
                    <a:pt x="68520" y="94403"/>
                    <a:pt x="59331" y="89054"/>
                  </a:cubicBezTo>
                  <a:close/>
                  <a:moveTo>
                    <a:pt x="72567" y="142409"/>
                  </a:moveTo>
                  <a:lnTo>
                    <a:pt x="88066" y="121493"/>
                  </a:lnTo>
                  <a:lnTo>
                    <a:pt x="103016" y="159966"/>
                  </a:lnTo>
                  <a:close/>
                  <a:moveTo>
                    <a:pt x="117555" y="122521"/>
                  </a:moveTo>
                  <a:cubicBezTo>
                    <a:pt x="107771" y="116272"/>
                    <a:pt x="101633" y="105658"/>
                    <a:pt x="101096" y="94061"/>
                  </a:cubicBezTo>
                  <a:cubicBezTo>
                    <a:pt x="101096" y="83636"/>
                    <a:pt x="108846" y="79522"/>
                    <a:pt x="118035" y="84802"/>
                  </a:cubicBezTo>
                  <a:cubicBezTo>
                    <a:pt x="127822" y="91082"/>
                    <a:pt x="133957" y="101716"/>
                    <a:pt x="134494" y="113332"/>
                  </a:cubicBezTo>
                  <a:cubicBezTo>
                    <a:pt x="134357" y="123824"/>
                    <a:pt x="126745" y="127871"/>
                    <a:pt x="117555" y="122658"/>
                  </a:cubicBezTo>
                  <a:close/>
                </a:path>
              </a:pathLst>
            </a:custGeom>
            <a:solidFill>
              <a:srgbClr val="EA0D4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1A57A63-7987-9CE3-A868-5216A99866BC}"/>
                </a:ext>
              </a:extLst>
            </p:cNvPr>
            <p:cNvSpPr/>
            <p:nvPr/>
          </p:nvSpPr>
          <p:spPr>
            <a:xfrm>
              <a:off x="4183646" y="1784383"/>
              <a:ext cx="3061891" cy="3774849"/>
            </a:xfrm>
            <a:custGeom>
              <a:avLst/>
              <a:gdLst>
                <a:gd name="connsiteX0" fmla="*/ 27432 w 3061891"/>
                <a:gd name="connsiteY0" fmla="*/ 0 h 3774849"/>
                <a:gd name="connsiteX1" fmla="*/ 0 w 3061891"/>
                <a:gd name="connsiteY1" fmla="*/ 1993689 h 3774849"/>
                <a:gd name="connsiteX2" fmla="*/ 41628 w 3061891"/>
                <a:gd name="connsiteY2" fmla="*/ 2065767 h 3774849"/>
                <a:gd name="connsiteX3" fmla="*/ 2991597 w 3061891"/>
                <a:gd name="connsiteY3" fmla="*/ 3768883 h 3774849"/>
                <a:gd name="connsiteX4" fmla="*/ 3034459 w 3061891"/>
                <a:gd name="connsiteY4" fmla="*/ 3745634 h 3774849"/>
                <a:gd name="connsiteX5" fmla="*/ 3061891 w 3061891"/>
                <a:gd name="connsiteY5" fmla="*/ 1751876 h 377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1891" h="3774849">
                  <a:moveTo>
                    <a:pt x="27432" y="0"/>
                  </a:moveTo>
                  <a:lnTo>
                    <a:pt x="0" y="1993689"/>
                  </a:lnTo>
                  <a:cubicBezTo>
                    <a:pt x="1455" y="2023018"/>
                    <a:pt x="16951" y="2049850"/>
                    <a:pt x="41628" y="2065767"/>
                  </a:cubicBezTo>
                  <a:lnTo>
                    <a:pt x="2991597" y="3768883"/>
                  </a:lnTo>
                  <a:cubicBezTo>
                    <a:pt x="3014777" y="3782599"/>
                    <a:pt x="3034117" y="3771763"/>
                    <a:pt x="3034459" y="3745634"/>
                  </a:cubicBezTo>
                  <a:lnTo>
                    <a:pt x="3061891" y="1751876"/>
                  </a:lnTo>
                  <a:close/>
                </a:path>
              </a:pathLst>
            </a:custGeom>
            <a:solidFill>
              <a:srgbClr val="F0F3F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F6172FEC-26A2-D1C7-0219-CBB8495A5B33}"/>
                </a:ext>
              </a:extLst>
            </p:cNvPr>
            <p:cNvSpPr/>
            <p:nvPr/>
          </p:nvSpPr>
          <p:spPr>
            <a:xfrm>
              <a:off x="5366103" y="3396767"/>
              <a:ext cx="646146" cy="920000"/>
            </a:xfrm>
            <a:custGeom>
              <a:avLst/>
              <a:gdLst>
                <a:gd name="connsiteX0" fmla="*/ 255872 w 646146"/>
                <a:gd name="connsiteY0" fmla="*/ 158900 h 920000"/>
                <a:gd name="connsiteX1" fmla="*/ 259095 w 646146"/>
                <a:gd name="connsiteY1" fmla="*/ 0 h 920000"/>
                <a:gd name="connsiteX2" fmla="*/ 0 w 646146"/>
                <a:gd name="connsiteY2" fmla="*/ 75438 h 920000"/>
                <a:gd name="connsiteX3" fmla="*/ 249837 w 646146"/>
                <a:gd name="connsiteY3" fmla="*/ 449474 h 920000"/>
                <a:gd name="connsiteX4" fmla="*/ 253472 w 646146"/>
                <a:gd name="connsiteY4" fmla="*/ 272537 h 920000"/>
                <a:gd name="connsiteX5" fmla="*/ 545142 w 646146"/>
                <a:gd name="connsiteY5" fmla="*/ 796900 h 920000"/>
                <a:gd name="connsiteX6" fmla="*/ 541028 w 646146"/>
                <a:gd name="connsiteY6" fmla="*/ 845866 h 920000"/>
                <a:gd name="connsiteX7" fmla="*/ 640743 w 646146"/>
                <a:gd name="connsiteY7" fmla="*/ 920001 h 920000"/>
                <a:gd name="connsiteX8" fmla="*/ 646092 w 646146"/>
                <a:gd name="connsiteY8" fmla="*/ 855261 h 920000"/>
                <a:gd name="connsiteX9" fmla="*/ 255872 w 646146"/>
                <a:gd name="connsiteY9" fmla="*/ 158900 h 9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6146" h="920000">
                  <a:moveTo>
                    <a:pt x="255872" y="158900"/>
                  </a:moveTo>
                  <a:lnTo>
                    <a:pt x="259095" y="0"/>
                  </a:lnTo>
                  <a:lnTo>
                    <a:pt x="0" y="75438"/>
                  </a:lnTo>
                  <a:lnTo>
                    <a:pt x="249837" y="449474"/>
                  </a:lnTo>
                  <a:lnTo>
                    <a:pt x="253472" y="272537"/>
                  </a:lnTo>
                  <a:cubicBezTo>
                    <a:pt x="418064" y="377807"/>
                    <a:pt x="547680" y="608579"/>
                    <a:pt x="545142" y="796900"/>
                  </a:cubicBezTo>
                  <a:cubicBezTo>
                    <a:pt x="544905" y="813297"/>
                    <a:pt x="543530" y="829659"/>
                    <a:pt x="541028" y="845866"/>
                  </a:cubicBezTo>
                  <a:lnTo>
                    <a:pt x="640743" y="920001"/>
                  </a:lnTo>
                  <a:cubicBezTo>
                    <a:pt x="644011" y="898570"/>
                    <a:pt x="645798" y="876938"/>
                    <a:pt x="646092" y="855261"/>
                  </a:cubicBezTo>
                  <a:cubicBezTo>
                    <a:pt x="649658" y="604121"/>
                    <a:pt x="476151" y="296609"/>
                    <a:pt x="255872" y="158900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F4D0B5F-A431-7FA5-4B49-AD3AB3AE6E52}"/>
                </a:ext>
              </a:extLst>
            </p:cNvPr>
            <p:cNvSpPr/>
            <p:nvPr/>
          </p:nvSpPr>
          <p:spPr>
            <a:xfrm>
              <a:off x="4917932" y="2822272"/>
              <a:ext cx="1571167" cy="1985185"/>
            </a:xfrm>
            <a:custGeom>
              <a:avLst/>
              <a:gdLst>
                <a:gd name="connsiteX0" fmla="*/ 796900 w 1571167"/>
                <a:gd name="connsiteY0" fmla="*/ 0 h 1985185"/>
                <a:gd name="connsiteX1" fmla="*/ 0 w 1571167"/>
                <a:gd name="connsiteY1" fmla="*/ 1077803 h 1985185"/>
                <a:gd name="connsiteX2" fmla="*/ 1571168 w 1571167"/>
                <a:gd name="connsiteY2" fmla="*/ 1985185 h 1985185"/>
                <a:gd name="connsiteX3" fmla="*/ 988924 w 1571167"/>
                <a:gd name="connsiteY3" fmla="*/ 1420361 h 1985185"/>
                <a:gd name="connsiteX4" fmla="*/ 993039 w 1571167"/>
                <a:gd name="connsiteY4" fmla="*/ 1371394 h 1985185"/>
                <a:gd name="connsiteX5" fmla="*/ 701368 w 1571167"/>
                <a:gd name="connsiteY5" fmla="*/ 847031 h 1985185"/>
                <a:gd name="connsiteX6" fmla="*/ 697733 w 1571167"/>
                <a:gd name="connsiteY6" fmla="*/ 1023968 h 1985185"/>
                <a:gd name="connsiteX7" fmla="*/ 447896 w 1571167"/>
                <a:gd name="connsiteY7" fmla="*/ 650001 h 1985185"/>
                <a:gd name="connsiteX8" fmla="*/ 706991 w 1571167"/>
                <a:gd name="connsiteY8" fmla="*/ 574563 h 1985185"/>
                <a:gd name="connsiteX9" fmla="*/ 703768 w 1571167"/>
                <a:gd name="connsiteY9" fmla="*/ 733463 h 1985185"/>
                <a:gd name="connsiteX10" fmla="*/ 1094400 w 1571167"/>
                <a:gd name="connsiteY10" fmla="*/ 1429687 h 1985185"/>
                <a:gd name="connsiteX11" fmla="*/ 1089050 w 1571167"/>
                <a:gd name="connsiteY11" fmla="*/ 1494427 h 198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71167" h="1985185">
                  <a:moveTo>
                    <a:pt x="796900" y="0"/>
                  </a:moveTo>
                  <a:lnTo>
                    <a:pt x="0" y="1077803"/>
                  </a:lnTo>
                  <a:lnTo>
                    <a:pt x="1571168" y="1985185"/>
                  </a:lnTo>
                  <a:close/>
                  <a:moveTo>
                    <a:pt x="988924" y="1420361"/>
                  </a:moveTo>
                  <a:cubicBezTo>
                    <a:pt x="991426" y="1404153"/>
                    <a:pt x="992801" y="1387792"/>
                    <a:pt x="993039" y="1371394"/>
                  </a:cubicBezTo>
                  <a:cubicBezTo>
                    <a:pt x="995576" y="1182868"/>
                    <a:pt x="866234" y="952302"/>
                    <a:pt x="701368" y="847031"/>
                  </a:cubicBezTo>
                  <a:lnTo>
                    <a:pt x="697733" y="1023968"/>
                  </a:lnTo>
                  <a:lnTo>
                    <a:pt x="447896" y="650001"/>
                  </a:lnTo>
                  <a:lnTo>
                    <a:pt x="706991" y="574563"/>
                  </a:lnTo>
                  <a:lnTo>
                    <a:pt x="703768" y="733463"/>
                  </a:lnTo>
                  <a:cubicBezTo>
                    <a:pt x="924321" y="871103"/>
                    <a:pt x="1097829" y="1178616"/>
                    <a:pt x="1094400" y="1429687"/>
                  </a:cubicBezTo>
                  <a:cubicBezTo>
                    <a:pt x="1094071" y="1451363"/>
                    <a:pt x="1092284" y="1472991"/>
                    <a:pt x="1089050" y="1494427"/>
                  </a:cubicBezTo>
                  <a:close/>
                </a:path>
              </a:pathLst>
            </a:custGeom>
            <a:solidFill>
              <a:srgbClr val="EA0D4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1345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615501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engineering threats: Blagging (pretexting)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FF626-5B9E-458A-8AC8-E6DA7548706B}"/>
              </a:ext>
            </a:extLst>
          </p:cNvPr>
          <p:cNvSpPr/>
          <p:nvPr/>
        </p:nvSpPr>
        <p:spPr>
          <a:xfrm>
            <a:off x="176565" y="993174"/>
            <a:ext cx="6487125" cy="1264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act of creating and using an invented scenario to engage a targeted victim in a manner that increases the chance they will divulge information or perform actions that would be unlikely in ordinary circumstances.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EF2B0764-6714-6CCF-A8B4-64B2379B5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86391" y="523174"/>
            <a:ext cx="1929043" cy="1929043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D0E4C046-67C6-54E8-1BA9-6E551E1DBF36}"/>
              </a:ext>
            </a:extLst>
          </p:cNvPr>
          <p:cNvGrpSpPr/>
          <p:nvPr/>
        </p:nvGrpSpPr>
        <p:grpSpPr>
          <a:xfrm>
            <a:off x="188584" y="3354618"/>
            <a:ext cx="11795629" cy="3321698"/>
            <a:chOff x="188584" y="3354618"/>
            <a:chExt cx="11795629" cy="3321698"/>
          </a:xfrm>
        </p:grpSpPr>
        <p:pic>
          <p:nvPicPr>
            <p:cNvPr id="10" name="Picture 9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683383E1-1A88-7B44-1D18-EFD33C0DE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371834" flipH="1">
              <a:off x="2780031" y="3701632"/>
              <a:ext cx="2627669" cy="2627669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B436C99C-AF08-90FF-903A-4C7B9355C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584" y="3354618"/>
              <a:ext cx="3321698" cy="3321698"/>
            </a:xfrm>
            <a:prstGeom prst="rect">
              <a:avLst/>
            </a:prstGeom>
          </p:spPr>
        </p:pic>
        <p:grpSp>
          <p:nvGrpSpPr>
            <p:cNvPr id="13" name="Graphic 11">
              <a:extLst>
                <a:ext uri="{FF2B5EF4-FFF2-40B4-BE49-F238E27FC236}">
                  <a16:creationId xmlns:a16="http://schemas.microsoft.com/office/drawing/2014/main" id="{D68DD84F-A70B-0BEF-FC6A-B7C02D5BA122}"/>
                </a:ext>
              </a:extLst>
            </p:cNvPr>
            <p:cNvGrpSpPr/>
            <p:nvPr/>
          </p:nvGrpSpPr>
          <p:grpSpPr>
            <a:xfrm>
              <a:off x="9039366" y="3595352"/>
              <a:ext cx="2944847" cy="3055821"/>
              <a:chOff x="3769328" y="991076"/>
              <a:chExt cx="4653342" cy="4828699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A0F2A77-31D4-24B3-5068-21DB1B67B3EE}"/>
                  </a:ext>
                </a:extLst>
              </p:cNvPr>
              <p:cNvSpPr/>
              <p:nvPr/>
            </p:nvSpPr>
            <p:spPr>
              <a:xfrm>
                <a:off x="5194934" y="1919287"/>
                <a:ext cx="1811655" cy="2075497"/>
              </a:xfrm>
              <a:custGeom>
                <a:avLst/>
                <a:gdLst>
                  <a:gd name="connsiteX0" fmla="*/ 1706880 w 1811655"/>
                  <a:gd name="connsiteY0" fmla="*/ 1397318 h 2075497"/>
                  <a:gd name="connsiteX1" fmla="*/ 1735455 w 1811655"/>
                  <a:gd name="connsiteY1" fmla="*/ 1326833 h 2075497"/>
                  <a:gd name="connsiteX2" fmla="*/ 1735455 w 1811655"/>
                  <a:gd name="connsiteY2" fmla="*/ 1326833 h 2075497"/>
                  <a:gd name="connsiteX3" fmla="*/ 1737360 w 1811655"/>
                  <a:gd name="connsiteY3" fmla="*/ 1326833 h 2075497"/>
                  <a:gd name="connsiteX4" fmla="*/ 1710690 w 1811655"/>
                  <a:gd name="connsiteY4" fmla="*/ 1262063 h 2075497"/>
                  <a:gd name="connsiteX5" fmla="*/ 1670685 w 1811655"/>
                  <a:gd name="connsiteY5" fmla="*/ 1164908 h 2075497"/>
                  <a:gd name="connsiteX6" fmla="*/ 1701165 w 1811655"/>
                  <a:gd name="connsiteY6" fmla="*/ 1094423 h 2075497"/>
                  <a:gd name="connsiteX7" fmla="*/ 1701165 w 1811655"/>
                  <a:gd name="connsiteY7" fmla="*/ 1094423 h 2075497"/>
                  <a:gd name="connsiteX8" fmla="*/ 1666875 w 1811655"/>
                  <a:gd name="connsiteY8" fmla="*/ 966788 h 2075497"/>
                  <a:gd name="connsiteX9" fmla="*/ 1659255 w 1811655"/>
                  <a:gd name="connsiteY9" fmla="*/ 902018 h 2075497"/>
                  <a:gd name="connsiteX10" fmla="*/ 1659255 w 1811655"/>
                  <a:gd name="connsiteY10" fmla="*/ 902018 h 2075497"/>
                  <a:gd name="connsiteX11" fmla="*/ 1659255 w 1811655"/>
                  <a:gd name="connsiteY11" fmla="*/ 871538 h 2075497"/>
                  <a:gd name="connsiteX12" fmla="*/ 1666875 w 1811655"/>
                  <a:gd name="connsiteY12" fmla="*/ 782003 h 2075497"/>
                  <a:gd name="connsiteX13" fmla="*/ 1672590 w 1811655"/>
                  <a:gd name="connsiteY13" fmla="*/ 753428 h 2075497"/>
                  <a:gd name="connsiteX14" fmla="*/ 1701165 w 1811655"/>
                  <a:gd name="connsiteY14" fmla="*/ 669608 h 2075497"/>
                  <a:gd name="connsiteX15" fmla="*/ 1748790 w 1811655"/>
                  <a:gd name="connsiteY15" fmla="*/ 555308 h 2075497"/>
                  <a:gd name="connsiteX16" fmla="*/ 1758315 w 1811655"/>
                  <a:gd name="connsiteY16" fmla="*/ 530543 h 2075497"/>
                  <a:gd name="connsiteX17" fmla="*/ 1790700 w 1811655"/>
                  <a:gd name="connsiteY17" fmla="*/ 429578 h 2075497"/>
                  <a:gd name="connsiteX18" fmla="*/ 1809750 w 1811655"/>
                  <a:gd name="connsiteY18" fmla="*/ 320992 h 2075497"/>
                  <a:gd name="connsiteX19" fmla="*/ 1811655 w 1811655"/>
                  <a:gd name="connsiteY19" fmla="*/ 263842 h 2075497"/>
                  <a:gd name="connsiteX20" fmla="*/ 1811655 w 1811655"/>
                  <a:gd name="connsiteY20" fmla="*/ 258127 h 2075497"/>
                  <a:gd name="connsiteX21" fmla="*/ 1798320 w 1811655"/>
                  <a:gd name="connsiteY21" fmla="*/ 256223 h 2075497"/>
                  <a:gd name="connsiteX22" fmla="*/ 1127760 w 1811655"/>
                  <a:gd name="connsiteY22" fmla="*/ 14288 h 2075497"/>
                  <a:gd name="connsiteX23" fmla="*/ 1057275 w 1811655"/>
                  <a:gd name="connsiteY23" fmla="*/ 14288 h 2075497"/>
                  <a:gd name="connsiteX24" fmla="*/ 1053465 w 1811655"/>
                  <a:gd name="connsiteY24" fmla="*/ 18098 h 2075497"/>
                  <a:gd name="connsiteX25" fmla="*/ 40005 w 1811655"/>
                  <a:gd name="connsiteY25" fmla="*/ 347663 h 2075497"/>
                  <a:gd name="connsiteX26" fmla="*/ 0 w 1811655"/>
                  <a:gd name="connsiteY26" fmla="*/ 357188 h 2075497"/>
                  <a:gd name="connsiteX27" fmla="*/ 104775 w 1811655"/>
                  <a:gd name="connsiteY27" fmla="*/ 667703 h 2075497"/>
                  <a:gd name="connsiteX28" fmla="*/ 142875 w 1811655"/>
                  <a:gd name="connsiteY28" fmla="*/ 801053 h 2075497"/>
                  <a:gd name="connsiteX29" fmla="*/ 144780 w 1811655"/>
                  <a:gd name="connsiteY29" fmla="*/ 825818 h 2075497"/>
                  <a:gd name="connsiteX30" fmla="*/ 146685 w 1811655"/>
                  <a:gd name="connsiteY30" fmla="*/ 842963 h 2075497"/>
                  <a:gd name="connsiteX31" fmla="*/ 146685 w 1811655"/>
                  <a:gd name="connsiteY31" fmla="*/ 898208 h 2075497"/>
                  <a:gd name="connsiteX32" fmla="*/ 146685 w 1811655"/>
                  <a:gd name="connsiteY32" fmla="*/ 898208 h 2075497"/>
                  <a:gd name="connsiteX33" fmla="*/ 125730 w 1811655"/>
                  <a:gd name="connsiteY33" fmla="*/ 1023938 h 2075497"/>
                  <a:gd name="connsiteX34" fmla="*/ 104775 w 1811655"/>
                  <a:gd name="connsiteY34" fmla="*/ 1088708 h 2075497"/>
                  <a:gd name="connsiteX35" fmla="*/ 104775 w 1811655"/>
                  <a:gd name="connsiteY35" fmla="*/ 1088708 h 2075497"/>
                  <a:gd name="connsiteX36" fmla="*/ 135255 w 1811655"/>
                  <a:gd name="connsiteY36" fmla="*/ 1159193 h 2075497"/>
                  <a:gd name="connsiteX37" fmla="*/ 135255 w 1811655"/>
                  <a:gd name="connsiteY37" fmla="*/ 1159193 h 2075497"/>
                  <a:gd name="connsiteX38" fmla="*/ 68580 w 1811655"/>
                  <a:gd name="connsiteY38" fmla="*/ 1323023 h 2075497"/>
                  <a:gd name="connsiteX39" fmla="*/ 70485 w 1811655"/>
                  <a:gd name="connsiteY39" fmla="*/ 1323023 h 2075497"/>
                  <a:gd name="connsiteX40" fmla="*/ 100965 w 1811655"/>
                  <a:gd name="connsiteY40" fmla="*/ 1393508 h 2075497"/>
                  <a:gd name="connsiteX41" fmla="*/ 60960 w 1811655"/>
                  <a:gd name="connsiteY41" fmla="*/ 1509713 h 2075497"/>
                  <a:gd name="connsiteX42" fmla="*/ 918210 w 1811655"/>
                  <a:gd name="connsiteY42" fmla="*/ 2075498 h 2075497"/>
                  <a:gd name="connsiteX43" fmla="*/ 918210 w 1811655"/>
                  <a:gd name="connsiteY43" fmla="*/ 2075498 h 2075497"/>
                  <a:gd name="connsiteX44" fmla="*/ 1762125 w 1811655"/>
                  <a:gd name="connsiteY44" fmla="*/ 1536382 h 2075497"/>
                  <a:gd name="connsiteX45" fmla="*/ 1706880 w 1811655"/>
                  <a:gd name="connsiteY45" fmla="*/ 1397318 h 2075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811655" h="2075497">
                    <a:moveTo>
                      <a:pt x="1706880" y="1397318"/>
                    </a:moveTo>
                    <a:cubicBezTo>
                      <a:pt x="1695450" y="1368743"/>
                      <a:pt x="1708785" y="1338263"/>
                      <a:pt x="1735455" y="1326833"/>
                    </a:cubicBezTo>
                    <a:cubicBezTo>
                      <a:pt x="1735455" y="1326833"/>
                      <a:pt x="1735455" y="1326833"/>
                      <a:pt x="1735455" y="1326833"/>
                    </a:cubicBezTo>
                    <a:lnTo>
                      <a:pt x="1737360" y="1326833"/>
                    </a:lnTo>
                    <a:lnTo>
                      <a:pt x="1710690" y="1262063"/>
                    </a:lnTo>
                    <a:lnTo>
                      <a:pt x="1670685" y="1164908"/>
                    </a:lnTo>
                    <a:cubicBezTo>
                      <a:pt x="1659255" y="1136333"/>
                      <a:pt x="1672590" y="1105853"/>
                      <a:pt x="1701165" y="1094423"/>
                    </a:cubicBezTo>
                    <a:lnTo>
                      <a:pt x="1701165" y="1094423"/>
                    </a:lnTo>
                    <a:cubicBezTo>
                      <a:pt x="1685925" y="1054418"/>
                      <a:pt x="1672590" y="1010603"/>
                      <a:pt x="1666875" y="966788"/>
                    </a:cubicBezTo>
                    <a:cubicBezTo>
                      <a:pt x="1663065" y="945833"/>
                      <a:pt x="1661160" y="922972"/>
                      <a:pt x="1659255" y="902018"/>
                    </a:cubicBezTo>
                    <a:lnTo>
                      <a:pt x="1659255" y="902018"/>
                    </a:lnTo>
                    <a:cubicBezTo>
                      <a:pt x="1659255" y="892493"/>
                      <a:pt x="1659255" y="882968"/>
                      <a:pt x="1659255" y="871538"/>
                    </a:cubicBezTo>
                    <a:cubicBezTo>
                      <a:pt x="1659255" y="841058"/>
                      <a:pt x="1661160" y="812483"/>
                      <a:pt x="1666875" y="782003"/>
                    </a:cubicBezTo>
                    <a:cubicBezTo>
                      <a:pt x="1668780" y="772478"/>
                      <a:pt x="1670685" y="762953"/>
                      <a:pt x="1672590" y="753428"/>
                    </a:cubicBezTo>
                    <a:cubicBezTo>
                      <a:pt x="1680210" y="724853"/>
                      <a:pt x="1689735" y="696278"/>
                      <a:pt x="1701165" y="669608"/>
                    </a:cubicBezTo>
                    <a:cubicBezTo>
                      <a:pt x="1716405" y="635318"/>
                      <a:pt x="1733550" y="595313"/>
                      <a:pt x="1748790" y="555308"/>
                    </a:cubicBezTo>
                    <a:cubicBezTo>
                      <a:pt x="1752600" y="547688"/>
                      <a:pt x="1754505" y="538163"/>
                      <a:pt x="1758315" y="530543"/>
                    </a:cubicBezTo>
                    <a:cubicBezTo>
                      <a:pt x="1769745" y="496253"/>
                      <a:pt x="1781175" y="461963"/>
                      <a:pt x="1790700" y="429578"/>
                    </a:cubicBezTo>
                    <a:cubicBezTo>
                      <a:pt x="1800225" y="395288"/>
                      <a:pt x="1807845" y="359092"/>
                      <a:pt x="1809750" y="320992"/>
                    </a:cubicBezTo>
                    <a:cubicBezTo>
                      <a:pt x="1809750" y="301942"/>
                      <a:pt x="1811655" y="282892"/>
                      <a:pt x="1811655" y="263842"/>
                    </a:cubicBezTo>
                    <a:cubicBezTo>
                      <a:pt x="1811655" y="261938"/>
                      <a:pt x="1811655" y="260033"/>
                      <a:pt x="1811655" y="258127"/>
                    </a:cubicBezTo>
                    <a:cubicBezTo>
                      <a:pt x="1807845" y="256223"/>
                      <a:pt x="1802130" y="256223"/>
                      <a:pt x="1798320" y="256223"/>
                    </a:cubicBezTo>
                    <a:cubicBezTo>
                      <a:pt x="1411605" y="244792"/>
                      <a:pt x="1207770" y="90488"/>
                      <a:pt x="1127760" y="14288"/>
                    </a:cubicBezTo>
                    <a:cubicBezTo>
                      <a:pt x="1108710" y="-4763"/>
                      <a:pt x="1076325" y="-4763"/>
                      <a:pt x="1057275" y="14288"/>
                    </a:cubicBezTo>
                    <a:cubicBezTo>
                      <a:pt x="1055370" y="16192"/>
                      <a:pt x="1055370" y="16192"/>
                      <a:pt x="1053465" y="18098"/>
                    </a:cubicBezTo>
                    <a:cubicBezTo>
                      <a:pt x="710565" y="442913"/>
                      <a:pt x="207645" y="383858"/>
                      <a:pt x="40005" y="347663"/>
                    </a:cubicBezTo>
                    <a:cubicBezTo>
                      <a:pt x="26670" y="343853"/>
                      <a:pt x="11430" y="347663"/>
                      <a:pt x="0" y="357188"/>
                    </a:cubicBezTo>
                    <a:cubicBezTo>
                      <a:pt x="15240" y="452438"/>
                      <a:pt x="64770" y="580072"/>
                      <a:pt x="104775" y="667703"/>
                    </a:cubicBezTo>
                    <a:cubicBezTo>
                      <a:pt x="123825" y="709613"/>
                      <a:pt x="135255" y="755333"/>
                      <a:pt x="142875" y="801053"/>
                    </a:cubicBezTo>
                    <a:cubicBezTo>
                      <a:pt x="144780" y="808672"/>
                      <a:pt x="144780" y="818197"/>
                      <a:pt x="144780" y="825818"/>
                    </a:cubicBezTo>
                    <a:cubicBezTo>
                      <a:pt x="144780" y="831533"/>
                      <a:pt x="146685" y="837247"/>
                      <a:pt x="146685" y="842963"/>
                    </a:cubicBezTo>
                    <a:cubicBezTo>
                      <a:pt x="146685" y="862013"/>
                      <a:pt x="146685" y="879158"/>
                      <a:pt x="146685" y="898208"/>
                    </a:cubicBezTo>
                    <a:lnTo>
                      <a:pt x="146685" y="898208"/>
                    </a:lnTo>
                    <a:cubicBezTo>
                      <a:pt x="144780" y="940118"/>
                      <a:pt x="137160" y="983933"/>
                      <a:pt x="125730" y="1023938"/>
                    </a:cubicBezTo>
                    <a:cubicBezTo>
                      <a:pt x="120015" y="1046797"/>
                      <a:pt x="112395" y="1067753"/>
                      <a:pt x="104775" y="1088708"/>
                    </a:cubicBezTo>
                    <a:lnTo>
                      <a:pt x="104775" y="1088708"/>
                    </a:lnTo>
                    <a:cubicBezTo>
                      <a:pt x="133350" y="1100138"/>
                      <a:pt x="146685" y="1132523"/>
                      <a:pt x="135255" y="1159193"/>
                    </a:cubicBezTo>
                    <a:cubicBezTo>
                      <a:pt x="135255" y="1159193"/>
                      <a:pt x="135255" y="1159193"/>
                      <a:pt x="135255" y="1159193"/>
                    </a:cubicBezTo>
                    <a:lnTo>
                      <a:pt x="68580" y="1323023"/>
                    </a:lnTo>
                    <a:lnTo>
                      <a:pt x="70485" y="1323023"/>
                    </a:lnTo>
                    <a:cubicBezTo>
                      <a:pt x="97155" y="1334453"/>
                      <a:pt x="110490" y="1366838"/>
                      <a:pt x="100965" y="1393508"/>
                    </a:cubicBezTo>
                    <a:lnTo>
                      <a:pt x="60960" y="1509713"/>
                    </a:lnTo>
                    <a:cubicBezTo>
                      <a:pt x="207645" y="1852613"/>
                      <a:pt x="544830" y="2073593"/>
                      <a:pt x="918210" y="2075498"/>
                    </a:cubicBezTo>
                    <a:lnTo>
                      <a:pt x="918210" y="2075498"/>
                    </a:lnTo>
                    <a:cubicBezTo>
                      <a:pt x="1280160" y="2073593"/>
                      <a:pt x="1609725" y="1864043"/>
                      <a:pt x="1762125" y="1536382"/>
                    </a:cubicBezTo>
                    <a:lnTo>
                      <a:pt x="1706880" y="1397318"/>
                    </a:lnTo>
                    <a:close/>
                  </a:path>
                </a:pathLst>
              </a:custGeom>
              <a:solidFill>
                <a:srgbClr val="F9D0B4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FFFA026-E215-E89B-422C-DBBB0405F498}"/>
                  </a:ext>
                </a:extLst>
              </p:cNvPr>
              <p:cNvSpPr/>
              <p:nvPr/>
            </p:nvSpPr>
            <p:spPr>
              <a:xfrm>
                <a:off x="5669220" y="2743140"/>
                <a:ext cx="192464" cy="192464"/>
              </a:xfrm>
              <a:custGeom>
                <a:avLst/>
                <a:gdLst>
                  <a:gd name="connsiteX0" fmla="*/ 95310 w 192464"/>
                  <a:gd name="connsiteY0" fmla="*/ 192465 h 192464"/>
                  <a:gd name="connsiteX1" fmla="*/ 60 w 192464"/>
                  <a:gd name="connsiteY1" fmla="*/ 95310 h 192464"/>
                  <a:gd name="connsiteX2" fmla="*/ 97215 w 192464"/>
                  <a:gd name="connsiteY2" fmla="*/ 60 h 192464"/>
                  <a:gd name="connsiteX3" fmla="*/ 192465 w 192464"/>
                  <a:gd name="connsiteY3" fmla="*/ 95310 h 192464"/>
                  <a:gd name="connsiteX4" fmla="*/ 95310 w 192464"/>
                  <a:gd name="connsiteY4" fmla="*/ 192465 h 192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464" h="192464">
                    <a:moveTo>
                      <a:pt x="95310" y="192465"/>
                    </a:moveTo>
                    <a:cubicBezTo>
                      <a:pt x="41970" y="192465"/>
                      <a:pt x="-1845" y="148650"/>
                      <a:pt x="60" y="95310"/>
                    </a:cubicBezTo>
                    <a:cubicBezTo>
                      <a:pt x="1965" y="41970"/>
                      <a:pt x="43875" y="-1845"/>
                      <a:pt x="97215" y="60"/>
                    </a:cubicBezTo>
                    <a:cubicBezTo>
                      <a:pt x="150555" y="60"/>
                      <a:pt x="192465" y="43875"/>
                      <a:pt x="192465" y="95310"/>
                    </a:cubicBezTo>
                    <a:cubicBezTo>
                      <a:pt x="190560" y="150555"/>
                      <a:pt x="148650" y="192465"/>
                      <a:pt x="95310" y="192465"/>
                    </a:cubicBezTo>
                    <a:close/>
                  </a:path>
                </a:pathLst>
              </a:custGeom>
              <a:solidFill>
                <a:srgbClr val="E9E9EA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FBAD2E8-1E85-0C56-A358-1B4D78E62780}"/>
                  </a:ext>
                </a:extLst>
              </p:cNvPr>
              <p:cNvSpPr/>
              <p:nvPr/>
            </p:nvSpPr>
            <p:spPr>
              <a:xfrm>
                <a:off x="6377940" y="2743200"/>
                <a:ext cx="192464" cy="192404"/>
              </a:xfrm>
              <a:custGeom>
                <a:avLst/>
                <a:gdLst>
                  <a:gd name="connsiteX0" fmla="*/ 97155 w 192464"/>
                  <a:gd name="connsiteY0" fmla="*/ 192405 h 192404"/>
                  <a:gd name="connsiteX1" fmla="*/ 0 w 192464"/>
                  <a:gd name="connsiteY1" fmla="*/ 97155 h 192404"/>
                  <a:gd name="connsiteX2" fmla="*/ 95250 w 192464"/>
                  <a:gd name="connsiteY2" fmla="*/ 0 h 192404"/>
                  <a:gd name="connsiteX3" fmla="*/ 192405 w 192464"/>
                  <a:gd name="connsiteY3" fmla="*/ 95250 h 192404"/>
                  <a:gd name="connsiteX4" fmla="*/ 192405 w 192464"/>
                  <a:gd name="connsiteY4" fmla="*/ 95250 h 192404"/>
                  <a:gd name="connsiteX5" fmla="*/ 97155 w 192464"/>
                  <a:gd name="connsiteY5" fmla="*/ 192405 h 192404"/>
                  <a:gd name="connsiteX6" fmla="*/ 97155 w 192464"/>
                  <a:gd name="connsiteY6" fmla="*/ 192405 h 192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2464" h="192404">
                    <a:moveTo>
                      <a:pt x="97155" y="192405"/>
                    </a:moveTo>
                    <a:cubicBezTo>
                      <a:pt x="43815" y="192405"/>
                      <a:pt x="0" y="148590"/>
                      <a:pt x="0" y="97155"/>
                    </a:cubicBezTo>
                    <a:cubicBezTo>
                      <a:pt x="0" y="43815"/>
                      <a:pt x="43815" y="0"/>
                      <a:pt x="95250" y="0"/>
                    </a:cubicBezTo>
                    <a:cubicBezTo>
                      <a:pt x="148590" y="0"/>
                      <a:pt x="192405" y="43815"/>
                      <a:pt x="192405" y="95250"/>
                    </a:cubicBezTo>
                    <a:cubicBezTo>
                      <a:pt x="192405" y="95250"/>
                      <a:pt x="192405" y="95250"/>
                      <a:pt x="192405" y="95250"/>
                    </a:cubicBezTo>
                    <a:cubicBezTo>
                      <a:pt x="194310" y="148590"/>
                      <a:pt x="150495" y="192405"/>
                      <a:pt x="97155" y="192405"/>
                    </a:cubicBezTo>
                    <a:cubicBezTo>
                      <a:pt x="97155" y="192405"/>
                      <a:pt x="97155" y="192405"/>
                      <a:pt x="97155" y="192405"/>
                    </a:cubicBezTo>
                    <a:close/>
                  </a:path>
                </a:pathLst>
              </a:custGeom>
              <a:solidFill>
                <a:srgbClr val="E9E9EA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DEF1556-D03A-7D1D-74EC-EB39B3282E04}"/>
                  </a:ext>
                </a:extLst>
              </p:cNvPr>
              <p:cNvSpPr/>
              <p:nvPr/>
            </p:nvSpPr>
            <p:spPr>
              <a:xfrm>
                <a:off x="4970145" y="1047750"/>
                <a:ext cx="2251710" cy="1242346"/>
              </a:xfrm>
              <a:custGeom>
                <a:avLst/>
                <a:gdLst>
                  <a:gd name="connsiteX0" fmla="*/ 2034540 w 2251710"/>
                  <a:gd name="connsiteY0" fmla="*/ 1125855 h 1242346"/>
                  <a:gd name="connsiteX1" fmla="*/ 2034540 w 2251710"/>
                  <a:gd name="connsiteY1" fmla="*/ 1125855 h 1242346"/>
                  <a:gd name="connsiteX2" fmla="*/ 2036445 w 2251710"/>
                  <a:gd name="connsiteY2" fmla="*/ 1068705 h 1242346"/>
                  <a:gd name="connsiteX3" fmla="*/ 2038350 w 2251710"/>
                  <a:gd name="connsiteY3" fmla="*/ 1030605 h 1242346"/>
                  <a:gd name="connsiteX4" fmla="*/ 2044065 w 2251710"/>
                  <a:gd name="connsiteY4" fmla="*/ 981075 h 1242346"/>
                  <a:gd name="connsiteX5" fmla="*/ 2049780 w 2251710"/>
                  <a:gd name="connsiteY5" fmla="*/ 950595 h 1242346"/>
                  <a:gd name="connsiteX6" fmla="*/ 2055495 w 2251710"/>
                  <a:gd name="connsiteY6" fmla="*/ 925830 h 1242346"/>
                  <a:gd name="connsiteX7" fmla="*/ 2171700 w 2251710"/>
                  <a:gd name="connsiteY7" fmla="*/ 836295 h 1242346"/>
                  <a:gd name="connsiteX8" fmla="*/ 2190750 w 2251710"/>
                  <a:gd name="connsiteY8" fmla="*/ 840105 h 1242346"/>
                  <a:gd name="connsiteX9" fmla="*/ 2238375 w 2251710"/>
                  <a:gd name="connsiteY9" fmla="*/ 872490 h 1242346"/>
                  <a:gd name="connsiteX10" fmla="*/ 2251710 w 2251710"/>
                  <a:gd name="connsiteY10" fmla="*/ 889635 h 1242346"/>
                  <a:gd name="connsiteX11" fmla="*/ 2152650 w 2251710"/>
                  <a:gd name="connsiteY11" fmla="*/ 653415 h 1242346"/>
                  <a:gd name="connsiteX12" fmla="*/ 2053590 w 2251710"/>
                  <a:gd name="connsiteY12" fmla="*/ 417195 h 1242346"/>
                  <a:gd name="connsiteX13" fmla="*/ 2116455 w 2251710"/>
                  <a:gd name="connsiteY13" fmla="*/ 262890 h 1242346"/>
                  <a:gd name="connsiteX14" fmla="*/ 2135505 w 2251710"/>
                  <a:gd name="connsiteY14" fmla="*/ 257175 h 1242346"/>
                  <a:gd name="connsiteX15" fmla="*/ 1596390 w 2251710"/>
                  <a:gd name="connsiteY15" fmla="*/ 260985 h 1242346"/>
                  <a:gd name="connsiteX16" fmla="*/ 1139190 w 2251710"/>
                  <a:gd name="connsiteY16" fmla="*/ 0 h 1242346"/>
                  <a:gd name="connsiteX17" fmla="*/ 864870 w 2251710"/>
                  <a:gd name="connsiteY17" fmla="*/ 0 h 1242346"/>
                  <a:gd name="connsiteX18" fmla="*/ 177165 w 2251710"/>
                  <a:gd name="connsiteY18" fmla="*/ 289560 h 1242346"/>
                  <a:gd name="connsiteX19" fmla="*/ 209550 w 2251710"/>
                  <a:gd name="connsiteY19" fmla="*/ 369570 h 1242346"/>
                  <a:gd name="connsiteX20" fmla="*/ 209550 w 2251710"/>
                  <a:gd name="connsiteY20" fmla="*/ 371475 h 1242346"/>
                  <a:gd name="connsiteX21" fmla="*/ 200025 w 2251710"/>
                  <a:gd name="connsiteY21" fmla="*/ 417195 h 1242346"/>
                  <a:gd name="connsiteX22" fmla="*/ 0 w 2251710"/>
                  <a:gd name="connsiteY22" fmla="*/ 891540 h 1242346"/>
                  <a:gd name="connsiteX23" fmla="*/ 80010 w 2251710"/>
                  <a:gd name="connsiteY23" fmla="*/ 838200 h 1242346"/>
                  <a:gd name="connsiteX24" fmla="*/ 217170 w 2251710"/>
                  <a:gd name="connsiteY24" fmla="*/ 1158240 h 1242346"/>
                  <a:gd name="connsiteX25" fmla="*/ 219075 w 2251710"/>
                  <a:gd name="connsiteY25" fmla="*/ 1188720 h 1242346"/>
                  <a:gd name="connsiteX26" fmla="*/ 222885 w 2251710"/>
                  <a:gd name="connsiteY26" fmla="*/ 1226820 h 1242346"/>
                  <a:gd name="connsiteX27" fmla="*/ 222885 w 2251710"/>
                  <a:gd name="connsiteY27" fmla="*/ 1226820 h 1242346"/>
                  <a:gd name="connsiteX28" fmla="*/ 262890 w 2251710"/>
                  <a:gd name="connsiteY28" fmla="*/ 1217295 h 1242346"/>
                  <a:gd name="connsiteX29" fmla="*/ 1274445 w 2251710"/>
                  <a:gd name="connsiteY29" fmla="*/ 883920 h 1242346"/>
                  <a:gd name="connsiteX30" fmla="*/ 1344930 w 2251710"/>
                  <a:gd name="connsiteY30" fmla="*/ 876300 h 1242346"/>
                  <a:gd name="connsiteX31" fmla="*/ 1348740 w 2251710"/>
                  <a:gd name="connsiteY31" fmla="*/ 880110 h 1242346"/>
                  <a:gd name="connsiteX32" fmla="*/ 2019300 w 2251710"/>
                  <a:gd name="connsiteY32" fmla="*/ 1122045 h 1242346"/>
                  <a:gd name="connsiteX33" fmla="*/ 2034540 w 2251710"/>
                  <a:gd name="connsiteY33" fmla="*/ 1125855 h 124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251710" h="1242346">
                    <a:moveTo>
                      <a:pt x="2034540" y="1125855"/>
                    </a:moveTo>
                    <a:lnTo>
                      <a:pt x="2034540" y="1125855"/>
                    </a:lnTo>
                    <a:cubicBezTo>
                      <a:pt x="2034540" y="1106805"/>
                      <a:pt x="2034540" y="1087755"/>
                      <a:pt x="2036445" y="1068705"/>
                    </a:cubicBezTo>
                    <a:cubicBezTo>
                      <a:pt x="2036445" y="1055370"/>
                      <a:pt x="2038350" y="1043940"/>
                      <a:pt x="2038350" y="1030605"/>
                    </a:cubicBezTo>
                    <a:cubicBezTo>
                      <a:pt x="2040255" y="1013460"/>
                      <a:pt x="2040255" y="998220"/>
                      <a:pt x="2044065" y="981075"/>
                    </a:cubicBezTo>
                    <a:cubicBezTo>
                      <a:pt x="2045970" y="969645"/>
                      <a:pt x="2047875" y="960120"/>
                      <a:pt x="2049780" y="950595"/>
                    </a:cubicBezTo>
                    <a:cubicBezTo>
                      <a:pt x="2051685" y="941070"/>
                      <a:pt x="2053590" y="933450"/>
                      <a:pt x="2055495" y="925830"/>
                    </a:cubicBezTo>
                    <a:cubicBezTo>
                      <a:pt x="2072640" y="870585"/>
                      <a:pt x="2106930" y="834390"/>
                      <a:pt x="2171700" y="836295"/>
                    </a:cubicBezTo>
                    <a:cubicBezTo>
                      <a:pt x="2177415" y="836295"/>
                      <a:pt x="2185035" y="838200"/>
                      <a:pt x="2190750" y="840105"/>
                    </a:cubicBezTo>
                    <a:cubicBezTo>
                      <a:pt x="2209800" y="845820"/>
                      <a:pt x="2226945" y="857250"/>
                      <a:pt x="2238375" y="872490"/>
                    </a:cubicBezTo>
                    <a:cubicBezTo>
                      <a:pt x="2244090" y="878205"/>
                      <a:pt x="2247900" y="883920"/>
                      <a:pt x="2251710" y="889635"/>
                    </a:cubicBezTo>
                    <a:lnTo>
                      <a:pt x="2152650" y="653415"/>
                    </a:lnTo>
                    <a:lnTo>
                      <a:pt x="2053590" y="417195"/>
                    </a:lnTo>
                    <a:cubicBezTo>
                      <a:pt x="2028825" y="356235"/>
                      <a:pt x="2055495" y="287655"/>
                      <a:pt x="2116455" y="262890"/>
                    </a:cubicBezTo>
                    <a:cubicBezTo>
                      <a:pt x="2122170" y="260985"/>
                      <a:pt x="2129790" y="257175"/>
                      <a:pt x="2135505" y="257175"/>
                    </a:cubicBezTo>
                    <a:cubicBezTo>
                      <a:pt x="1967865" y="160020"/>
                      <a:pt x="1762125" y="160020"/>
                      <a:pt x="1596390" y="260985"/>
                    </a:cubicBezTo>
                    <a:cubicBezTo>
                      <a:pt x="1501140" y="99060"/>
                      <a:pt x="1327785" y="0"/>
                      <a:pt x="1139190" y="0"/>
                    </a:cubicBezTo>
                    <a:lnTo>
                      <a:pt x="864870" y="0"/>
                    </a:lnTo>
                    <a:cubicBezTo>
                      <a:pt x="605790" y="0"/>
                      <a:pt x="358140" y="104775"/>
                      <a:pt x="177165" y="289560"/>
                    </a:cubicBezTo>
                    <a:cubicBezTo>
                      <a:pt x="198120" y="312420"/>
                      <a:pt x="209550" y="339090"/>
                      <a:pt x="209550" y="369570"/>
                    </a:cubicBezTo>
                    <a:cubicBezTo>
                      <a:pt x="209550" y="369570"/>
                      <a:pt x="209550" y="371475"/>
                      <a:pt x="209550" y="371475"/>
                    </a:cubicBezTo>
                    <a:cubicBezTo>
                      <a:pt x="209550" y="386715"/>
                      <a:pt x="205740" y="401955"/>
                      <a:pt x="200025" y="417195"/>
                    </a:cubicBezTo>
                    <a:lnTo>
                      <a:pt x="0" y="891540"/>
                    </a:lnTo>
                    <a:cubicBezTo>
                      <a:pt x="15240" y="861060"/>
                      <a:pt x="45720" y="840105"/>
                      <a:pt x="80010" y="838200"/>
                    </a:cubicBezTo>
                    <a:cubicBezTo>
                      <a:pt x="220980" y="832485"/>
                      <a:pt x="213360" y="1007745"/>
                      <a:pt x="217170" y="1158240"/>
                    </a:cubicBezTo>
                    <a:cubicBezTo>
                      <a:pt x="217170" y="1167765"/>
                      <a:pt x="217170" y="1179195"/>
                      <a:pt x="219075" y="1188720"/>
                    </a:cubicBezTo>
                    <a:cubicBezTo>
                      <a:pt x="219075" y="1202055"/>
                      <a:pt x="220980" y="1215390"/>
                      <a:pt x="222885" y="1226820"/>
                    </a:cubicBezTo>
                    <a:lnTo>
                      <a:pt x="222885" y="1226820"/>
                    </a:lnTo>
                    <a:cubicBezTo>
                      <a:pt x="234315" y="1217295"/>
                      <a:pt x="249555" y="1215390"/>
                      <a:pt x="262890" y="1217295"/>
                    </a:cubicBezTo>
                    <a:cubicBezTo>
                      <a:pt x="432435" y="1253490"/>
                      <a:pt x="933450" y="1312545"/>
                      <a:pt x="1274445" y="883920"/>
                    </a:cubicBezTo>
                    <a:cubicBezTo>
                      <a:pt x="1291590" y="862965"/>
                      <a:pt x="1323975" y="859155"/>
                      <a:pt x="1344930" y="876300"/>
                    </a:cubicBezTo>
                    <a:cubicBezTo>
                      <a:pt x="1346835" y="878205"/>
                      <a:pt x="1346835" y="878205"/>
                      <a:pt x="1348740" y="880110"/>
                    </a:cubicBezTo>
                    <a:cubicBezTo>
                      <a:pt x="1426845" y="956310"/>
                      <a:pt x="1630680" y="1110615"/>
                      <a:pt x="2019300" y="1122045"/>
                    </a:cubicBezTo>
                    <a:cubicBezTo>
                      <a:pt x="2025015" y="1123950"/>
                      <a:pt x="2028825" y="1125855"/>
                      <a:pt x="2034540" y="1125855"/>
                    </a:cubicBezTo>
                    <a:close/>
                  </a:path>
                </a:pathLst>
              </a:custGeom>
              <a:solidFill>
                <a:srgbClr val="6D6C6B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06CB357-3A85-440A-641B-62CF3EA1BABE}"/>
                  </a:ext>
                </a:extLst>
              </p:cNvPr>
              <p:cNvSpPr/>
              <p:nvPr/>
            </p:nvSpPr>
            <p:spPr>
              <a:xfrm>
                <a:off x="6851106" y="1299537"/>
                <a:ext cx="726326" cy="1712267"/>
              </a:xfrm>
              <a:custGeom>
                <a:avLst/>
                <a:gdLst>
                  <a:gd name="connsiteX0" fmla="*/ 43089 w 726326"/>
                  <a:gd name="connsiteY0" fmla="*/ 1287452 h 1712267"/>
                  <a:gd name="connsiteX1" fmla="*/ 151674 w 726326"/>
                  <a:gd name="connsiteY1" fmla="*/ 936932 h 1712267"/>
                  <a:gd name="connsiteX2" fmla="*/ 290739 w 726326"/>
                  <a:gd name="connsiteY2" fmla="*/ 586412 h 1712267"/>
                  <a:gd name="connsiteX3" fmla="*/ 370749 w 726326"/>
                  <a:gd name="connsiteY3" fmla="*/ 639752 h 1712267"/>
                  <a:gd name="connsiteX4" fmla="*/ 170724 w 726326"/>
                  <a:gd name="connsiteY4" fmla="*/ 165407 h 1712267"/>
                  <a:gd name="connsiteX5" fmla="*/ 233589 w 726326"/>
                  <a:gd name="connsiteY5" fmla="*/ 9197 h 1712267"/>
                  <a:gd name="connsiteX6" fmla="*/ 382179 w 726326"/>
                  <a:gd name="connsiteY6" fmla="*/ 58727 h 1712267"/>
                  <a:gd name="connsiteX7" fmla="*/ 645069 w 726326"/>
                  <a:gd name="connsiteY7" fmla="*/ 514022 h 1712267"/>
                  <a:gd name="connsiteX8" fmla="*/ 694599 w 726326"/>
                  <a:gd name="connsiteY8" fmla="*/ 1060757 h 1712267"/>
                  <a:gd name="connsiteX9" fmla="*/ 595539 w 726326"/>
                  <a:gd name="connsiteY9" fmla="*/ 1380797 h 1712267"/>
                  <a:gd name="connsiteX10" fmla="*/ 593634 w 726326"/>
                  <a:gd name="connsiteY10" fmla="*/ 1483667 h 1712267"/>
                  <a:gd name="connsiteX11" fmla="*/ 44994 w 726326"/>
                  <a:gd name="connsiteY11" fmla="*/ 1712267 h 1712267"/>
                  <a:gd name="connsiteX12" fmla="*/ 1179 w 726326"/>
                  <a:gd name="connsiteY12" fmla="*/ 1519862 h 1712267"/>
                  <a:gd name="connsiteX13" fmla="*/ 1179 w 726326"/>
                  <a:gd name="connsiteY13" fmla="*/ 1519862 h 1712267"/>
                  <a:gd name="connsiteX14" fmla="*/ 43089 w 726326"/>
                  <a:gd name="connsiteY14" fmla="*/ 1287452 h 1712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26326" h="1712267">
                    <a:moveTo>
                      <a:pt x="43089" y="1287452"/>
                    </a:moveTo>
                    <a:cubicBezTo>
                      <a:pt x="86904" y="1186487"/>
                      <a:pt x="147864" y="1034087"/>
                      <a:pt x="151674" y="936932"/>
                    </a:cubicBezTo>
                    <a:cubicBezTo>
                      <a:pt x="159294" y="778817"/>
                      <a:pt x="140244" y="580697"/>
                      <a:pt x="290739" y="586412"/>
                    </a:cubicBezTo>
                    <a:cubicBezTo>
                      <a:pt x="325029" y="588317"/>
                      <a:pt x="355509" y="609272"/>
                      <a:pt x="370749" y="639752"/>
                    </a:cubicBezTo>
                    <a:lnTo>
                      <a:pt x="170724" y="165407"/>
                    </a:lnTo>
                    <a:cubicBezTo>
                      <a:pt x="145959" y="104447"/>
                      <a:pt x="174534" y="35867"/>
                      <a:pt x="233589" y="9197"/>
                    </a:cubicBezTo>
                    <a:cubicBezTo>
                      <a:pt x="288834" y="-13663"/>
                      <a:pt x="353604" y="7292"/>
                      <a:pt x="382179" y="58727"/>
                    </a:cubicBezTo>
                    <a:lnTo>
                      <a:pt x="645069" y="514022"/>
                    </a:lnTo>
                    <a:cubicBezTo>
                      <a:pt x="732699" y="683567"/>
                      <a:pt x="749844" y="879782"/>
                      <a:pt x="694599" y="1060757"/>
                    </a:cubicBezTo>
                    <a:lnTo>
                      <a:pt x="595539" y="1380797"/>
                    </a:lnTo>
                    <a:cubicBezTo>
                      <a:pt x="589824" y="1415087"/>
                      <a:pt x="587919" y="1449377"/>
                      <a:pt x="593634" y="1483667"/>
                    </a:cubicBezTo>
                    <a:lnTo>
                      <a:pt x="44994" y="1712267"/>
                    </a:lnTo>
                    <a:cubicBezTo>
                      <a:pt x="20229" y="1651307"/>
                      <a:pt x="4989" y="1586537"/>
                      <a:pt x="1179" y="1519862"/>
                    </a:cubicBezTo>
                    <a:lnTo>
                      <a:pt x="1179" y="1519862"/>
                    </a:lnTo>
                    <a:cubicBezTo>
                      <a:pt x="-4536" y="1439852"/>
                      <a:pt x="10704" y="1359842"/>
                      <a:pt x="43089" y="1287452"/>
                    </a:cubicBezTo>
                    <a:close/>
                  </a:path>
                </a:pathLst>
              </a:custGeom>
              <a:solidFill>
                <a:srgbClr val="F9D0B4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81D5366-2F5A-C51A-A32B-BFB3CA316E6E}"/>
                  </a:ext>
                </a:extLst>
              </p:cNvPr>
              <p:cNvSpPr/>
              <p:nvPr/>
            </p:nvSpPr>
            <p:spPr>
              <a:xfrm>
                <a:off x="5690234" y="3886200"/>
                <a:ext cx="859155" cy="756284"/>
              </a:xfrm>
              <a:custGeom>
                <a:avLst/>
                <a:gdLst>
                  <a:gd name="connsiteX0" fmla="*/ 415290 w 859155"/>
                  <a:gd name="connsiteY0" fmla="*/ 112395 h 756284"/>
                  <a:gd name="connsiteX1" fmla="*/ 415290 w 859155"/>
                  <a:gd name="connsiteY1" fmla="*/ 112395 h 756284"/>
                  <a:gd name="connsiteX2" fmla="*/ 0 w 859155"/>
                  <a:gd name="connsiteY2" fmla="*/ 13335 h 756284"/>
                  <a:gd name="connsiteX3" fmla="*/ 0 w 859155"/>
                  <a:gd name="connsiteY3" fmla="*/ 291465 h 756284"/>
                  <a:gd name="connsiteX4" fmla="*/ 184785 w 859155"/>
                  <a:gd name="connsiteY4" fmla="*/ 702945 h 756284"/>
                  <a:gd name="connsiteX5" fmla="*/ 266700 w 859155"/>
                  <a:gd name="connsiteY5" fmla="*/ 756285 h 756284"/>
                  <a:gd name="connsiteX6" fmla="*/ 579120 w 859155"/>
                  <a:gd name="connsiteY6" fmla="*/ 756285 h 756284"/>
                  <a:gd name="connsiteX7" fmla="*/ 659130 w 859155"/>
                  <a:gd name="connsiteY7" fmla="*/ 706755 h 756284"/>
                  <a:gd name="connsiteX8" fmla="*/ 859155 w 859155"/>
                  <a:gd name="connsiteY8" fmla="*/ 293370 h 756284"/>
                  <a:gd name="connsiteX9" fmla="*/ 859155 w 859155"/>
                  <a:gd name="connsiteY9" fmla="*/ 0 h 756284"/>
                  <a:gd name="connsiteX10" fmla="*/ 415290 w 859155"/>
                  <a:gd name="connsiteY10" fmla="*/ 112395 h 756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59155" h="756284">
                    <a:moveTo>
                      <a:pt x="415290" y="112395"/>
                    </a:moveTo>
                    <a:lnTo>
                      <a:pt x="415290" y="112395"/>
                    </a:lnTo>
                    <a:cubicBezTo>
                      <a:pt x="270510" y="112395"/>
                      <a:pt x="127635" y="78105"/>
                      <a:pt x="0" y="13335"/>
                    </a:cubicBezTo>
                    <a:lnTo>
                      <a:pt x="0" y="291465"/>
                    </a:lnTo>
                    <a:lnTo>
                      <a:pt x="184785" y="702945"/>
                    </a:lnTo>
                    <a:cubicBezTo>
                      <a:pt x="200025" y="735330"/>
                      <a:pt x="230505" y="756285"/>
                      <a:pt x="266700" y="756285"/>
                    </a:cubicBezTo>
                    <a:lnTo>
                      <a:pt x="579120" y="756285"/>
                    </a:lnTo>
                    <a:cubicBezTo>
                      <a:pt x="613410" y="756285"/>
                      <a:pt x="643890" y="737235"/>
                      <a:pt x="659130" y="706755"/>
                    </a:cubicBezTo>
                    <a:lnTo>
                      <a:pt x="859155" y="293370"/>
                    </a:lnTo>
                    <a:lnTo>
                      <a:pt x="859155" y="0"/>
                    </a:lnTo>
                    <a:cubicBezTo>
                      <a:pt x="723900" y="74295"/>
                      <a:pt x="571500" y="112395"/>
                      <a:pt x="415290" y="112395"/>
                    </a:cubicBezTo>
                    <a:close/>
                  </a:path>
                </a:pathLst>
              </a:custGeom>
              <a:solidFill>
                <a:srgbClr val="F9D0B4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515EDA4-48FE-6B80-A55B-CA6C6A30E5B0}"/>
                  </a:ext>
                </a:extLst>
              </p:cNvPr>
              <p:cNvSpPr/>
              <p:nvPr/>
            </p:nvSpPr>
            <p:spPr>
              <a:xfrm>
                <a:off x="4614567" y="1299537"/>
                <a:ext cx="726325" cy="1712267"/>
              </a:xfrm>
              <a:custGeom>
                <a:avLst/>
                <a:gdLst>
                  <a:gd name="connsiteX0" fmla="*/ 683237 w 726325"/>
                  <a:gd name="connsiteY0" fmla="*/ 1287452 h 1712267"/>
                  <a:gd name="connsiteX1" fmla="*/ 574652 w 726325"/>
                  <a:gd name="connsiteY1" fmla="*/ 936932 h 1712267"/>
                  <a:gd name="connsiteX2" fmla="*/ 435587 w 726325"/>
                  <a:gd name="connsiteY2" fmla="*/ 586412 h 1712267"/>
                  <a:gd name="connsiteX3" fmla="*/ 355577 w 726325"/>
                  <a:gd name="connsiteY3" fmla="*/ 639752 h 1712267"/>
                  <a:gd name="connsiteX4" fmla="*/ 555602 w 726325"/>
                  <a:gd name="connsiteY4" fmla="*/ 165407 h 1712267"/>
                  <a:gd name="connsiteX5" fmla="*/ 490832 w 726325"/>
                  <a:gd name="connsiteY5" fmla="*/ 9197 h 1712267"/>
                  <a:gd name="connsiteX6" fmla="*/ 342242 w 726325"/>
                  <a:gd name="connsiteY6" fmla="*/ 58727 h 1712267"/>
                  <a:gd name="connsiteX7" fmla="*/ 81257 w 726325"/>
                  <a:gd name="connsiteY7" fmla="*/ 517832 h 1712267"/>
                  <a:gd name="connsiteX8" fmla="*/ 31727 w 726325"/>
                  <a:gd name="connsiteY8" fmla="*/ 1062662 h 1712267"/>
                  <a:gd name="connsiteX9" fmla="*/ 130787 w 726325"/>
                  <a:gd name="connsiteY9" fmla="*/ 1382702 h 1712267"/>
                  <a:gd name="connsiteX10" fmla="*/ 132692 w 726325"/>
                  <a:gd name="connsiteY10" fmla="*/ 1485572 h 1712267"/>
                  <a:gd name="connsiteX11" fmla="*/ 681332 w 726325"/>
                  <a:gd name="connsiteY11" fmla="*/ 1712267 h 1712267"/>
                  <a:gd name="connsiteX12" fmla="*/ 725147 w 726325"/>
                  <a:gd name="connsiteY12" fmla="*/ 1519862 h 1712267"/>
                  <a:gd name="connsiteX13" fmla="*/ 725147 w 726325"/>
                  <a:gd name="connsiteY13" fmla="*/ 1519862 h 1712267"/>
                  <a:gd name="connsiteX14" fmla="*/ 683237 w 726325"/>
                  <a:gd name="connsiteY14" fmla="*/ 1287452 h 1712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26325" h="1712267">
                    <a:moveTo>
                      <a:pt x="683237" y="1287452"/>
                    </a:moveTo>
                    <a:cubicBezTo>
                      <a:pt x="639422" y="1186487"/>
                      <a:pt x="578462" y="1034087"/>
                      <a:pt x="574652" y="936932"/>
                    </a:cubicBezTo>
                    <a:cubicBezTo>
                      <a:pt x="568937" y="778817"/>
                      <a:pt x="586082" y="580697"/>
                      <a:pt x="435587" y="586412"/>
                    </a:cubicBezTo>
                    <a:cubicBezTo>
                      <a:pt x="401297" y="588317"/>
                      <a:pt x="370817" y="609272"/>
                      <a:pt x="355577" y="639752"/>
                    </a:cubicBezTo>
                    <a:lnTo>
                      <a:pt x="555602" y="165407"/>
                    </a:lnTo>
                    <a:cubicBezTo>
                      <a:pt x="580367" y="104447"/>
                      <a:pt x="551792" y="35867"/>
                      <a:pt x="490832" y="9197"/>
                    </a:cubicBezTo>
                    <a:cubicBezTo>
                      <a:pt x="435587" y="-13663"/>
                      <a:pt x="372722" y="7292"/>
                      <a:pt x="342242" y="58727"/>
                    </a:cubicBezTo>
                    <a:lnTo>
                      <a:pt x="81257" y="517832"/>
                    </a:lnTo>
                    <a:cubicBezTo>
                      <a:pt x="-6373" y="685472"/>
                      <a:pt x="-23518" y="881687"/>
                      <a:pt x="31727" y="1062662"/>
                    </a:cubicBezTo>
                    <a:lnTo>
                      <a:pt x="130787" y="1382702"/>
                    </a:lnTo>
                    <a:cubicBezTo>
                      <a:pt x="136502" y="1416992"/>
                      <a:pt x="138407" y="1451282"/>
                      <a:pt x="132692" y="1485572"/>
                    </a:cubicBezTo>
                    <a:lnTo>
                      <a:pt x="681332" y="1712267"/>
                    </a:lnTo>
                    <a:cubicBezTo>
                      <a:pt x="706097" y="1651307"/>
                      <a:pt x="721337" y="1586537"/>
                      <a:pt x="725147" y="1519862"/>
                    </a:cubicBezTo>
                    <a:lnTo>
                      <a:pt x="725147" y="1519862"/>
                    </a:lnTo>
                    <a:cubicBezTo>
                      <a:pt x="730862" y="1439852"/>
                      <a:pt x="715622" y="1359842"/>
                      <a:pt x="683237" y="1287452"/>
                    </a:cubicBezTo>
                    <a:close/>
                  </a:path>
                </a:pathLst>
              </a:custGeom>
              <a:solidFill>
                <a:srgbClr val="F9D0B4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9C677780-B371-7C6C-4376-DCCC70A2AD8A}"/>
                  </a:ext>
                </a:extLst>
              </p:cNvPr>
              <p:cNvSpPr/>
              <p:nvPr/>
            </p:nvSpPr>
            <p:spPr>
              <a:xfrm>
                <a:off x="6861537" y="2763882"/>
                <a:ext cx="764177" cy="484142"/>
              </a:xfrm>
              <a:custGeom>
                <a:avLst/>
                <a:gdLst>
                  <a:gd name="connsiteX0" fmla="*/ 34562 w 764177"/>
                  <a:gd name="connsiteY0" fmla="*/ 247922 h 484142"/>
                  <a:gd name="connsiteX1" fmla="*/ 627017 w 764177"/>
                  <a:gd name="connsiteY1" fmla="*/ 4082 h 484142"/>
                  <a:gd name="connsiteX2" fmla="*/ 697502 w 764177"/>
                  <a:gd name="connsiteY2" fmla="*/ 34562 h 484142"/>
                  <a:gd name="connsiteX3" fmla="*/ 764177 w 764177"/>
                  <a:gd name="connsiteY3" fmla="*/ 198392 h 484142"/>
                  <a:gd name="connsiteX4" fmla="*/ 70757 w 764177"/>
                  <a:gd name="connsiteY4" fmla="*/ 484142 h 484142"/>
                  <a:gd name="connsiteX5" fmla="*/ 4082 w 764177"/>
                  <a:gd name="connsiteY5" fmla="*/ 320312 h 484142"/>
                  <a:gd name="connsiteX6" fmla="*/ 34562 w 764177"/>
                  <a:gd name="connsiteY6" fmla="*/ 247922 h 484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177" h="484142">
                    <a:moveTo>
                      <a:pt x="34562" y="247922"/>
                    </a:moveTo>
                    <a:lnTo>
                      <a:pt x="627017" y="4082"/>
                    </a:lnTo>
                    <a:cubicBezTo>
                      <a:pt x="655592" y="-7348"/>
                      <a:pt x="686072" y="5987"/>
                      <a:pt x="697502" y="34562"/>
                    </a:cubicBezTo>
                    <a:lnTo>
                      <a:pt x="764177" y="198392"/>
                    </a:lnTo>
                    <a:lnTo>
                      <a:pt x="70757" y="484142"/>
                    </a:lnTo>
                    <a:lnTo>
                      <a:pt x="4082" y="320312"/>
                    </a:lnTo>
                    <a:cubicBezTo>
                      <a:pt x="-7348" y="291737"/>
                      <a:pt x="5987" y="259352"/>
                      <a:pt x="34562" y="247922"/>
                    </a:cubicBezTo>
                    <a:close/>
                  </a:path>
                </a:pathLst>
              </a:custGeom>
              <a:solidFill>
                <a:srgbClr val="E9E9EA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247D72E-31FB-3C57-34EA-57535CC4F2FE}"/>
                  </a:ext>
                </a:extLst>
              </p:cNvPr>
              <p:cNvSpPr/>
              <p:nvPr/>
            </p:nvSpPr>
            <p:spPr>
              <a:xfrm>
                <a:off x="6349365" y="4175759"/>
                <a:ext cx="636269" cy="796855"/>
              </a:xfrm>
              <a:custGeom>
                <a:avLst/>
                <a:gdLst>
                  <a:gd name="connsiteX0" fmla="*/ 636270 w 636269"/>
                  <a:gd name="connsiteY0" fmla="*/ 100965 h 796855"/>
                  <a:gd name="connsiteX1" fmla="*/ 421005 w 636269"/>
                  <a:gd name="connsiteY1" fmla="*/ 746760 h 796855"/>
                  <a:gd name="connsiteX2" fmla="*/ 316230 w 636269"/>
                  <a:gd name="connsiteY2" fmla="*/ 790575 h 796855"/>
                  <a:gd name="connsiteX3" fmla="*/ 283845 w 636269"/>
                  <a:gd name="connsiteY3" fmla="*/ 765810 h 796855"/>
                  <a:gd name="connsiteX4" fmla="*/ 0 w 636269"/>
                  <a:gd name="connsiteY4" fmla="*/ 413385 h 796855"/>
                  <a:gd name="connsiteX5" fmla="*/ 200025 w 636269"/>
                  <a:gd name="connsiteY5" fmla="*/ 0 h 796855"/>
                  <a:gd name="connsiteX6" fmla="*/ 636270 w 636269"/>
                  <a:gd name="connsiteY6" fmla="*/ 100965 h 796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6269" h="796855">
                    <a:moveTo>
                      <a:pt x="636270" y="100965"/>
                    </a:moveTo>
                    <a:lnTo>
                      <a:pt x="421005" y="746760"/>
                    </a:lnTo>
                    <a:cubicBezTo>
                      <a:pt x="403860" y="788670"/>
                      <a:pt x="358140" y="807720"/>
                      <a:pt x="316230" y="790575"/>
                    </a:cubicBezTo>
                    <a:cubicBezTo>
                      <a:pt x="302895" y="784860"/>
                      <a:pt x="293370" y="777240"/>
                      <a:pt x="283845" y="765810"/>
                    </a:cubicBezTo>
                    <a:lnTo>
                      <a:pt x="0" y="413385"/>
                    </a:lnTo>
                    <a:lnTo>
                      <a:pt x="200025" y="0"/>
                    </a:lnTo>
                    <a:lnTo>
                      <a:pt x="636270" y="100965"/>
                    </a:lnTo>
                    <a:close/>
                  </a:path>
                </a:pathLst>
              </a:custGeom>
              <a:solidFill>
                <a:srgbClr val="E9E9EA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67883CA-6C35-AD1D-563C-1FB86E64ACEE}"/>
                  </a:ext>
                </a:extLst>
              </p:cNvPr>
              <p:cNvSpPr/>
              <p:nvPr/>
            </p:nvSpPr>
            <p:spPr>
              <a:xfrm>
                <a:off x="5252084" y="4173855"/>
                <a:ext cx="628650" cy="798760"/>
              </a:xfrm>
              <a:custGeom>
                <a:avLst/>
                <a:gdLst>
                  <a:gd name="connsiteX0" fmla="*/ 217170 w 628650"/>
                  <a:gd name="connsiteY0" fmla="*/ 748665 h 798760"/>
                  <a:gd name="connsiteX1" fmla="*/ 321945 w 628650"/>
                  <a:gd name="connsiteY1" fmla="*/ 792480 h 798760"/>
                  <a:gd name="connsiteX2" fmla="*/ 354330 w 628650"/>
                  <a:gd name="connsiteY2" fmla="*/ 767715 h 798760"/>
                  <a:gd name="connsiteX3" fmla="*/ 628650 w 628650"/>
                  <a:gd name="connsiteY3" fmla="*/ 424815 h 798760"/>
                  <a:gd name="connsiteX4" fmla="*/ 621030 w 628650"/>
                  <a:gd name="connsiteY4" fmla="*/ 411480 h 798760"/>
                  <a:gd name="connsiteX5" fmla="*/ 436245 w 628650"/>
                  <a:gd name="connsiteY5" fmla="*/ 0 h 798760"/>
                  <a:gd name="connsiteX6" fmla="*/ 436245 w 628650"/>
                  <a:gd name="connsiteY6" fmla="*/ 0 h 798760"/>
                  <a:gd name="connsiteX7" fmla="*/ 0 w 628650"/>
                  <a:gd name="connsiteY7" fmla="*/ 100965 h 798760"/>
                  <a:gd name="connsiteX8" fmla="*/ 0 w 628650"/>
                  <a:gd name="connsiteY8" fmla="*/ 100965 h 798760"/>
                  <a:gd name="connsiteX9" fmla="*/ 217170 w 628650"/>
                  <a:gd name="connsiteY9" fmla="*/ 748665 h 798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28650" h="798760">
                    <a:moveTo>
                      <a:pt x="217170" y="748665"/>
                    </a:moveTo>
                    <a:cubicBezTo>
                      <a:pt x="234315" y="790575"/>
                      <a:pt x="280035" y="809625"/>
                      <a:pt x="321945" y="792480"/>
                    </a:cubicBezTo>
                    <a:cubicBezTo>
                      <a:pt x="335280" y="786765"/>
                      <a:pt x="344805" y="779145"/>
                      <a:pt x="354330" y="767715"/>
                    </a:cubicBezTo>
                    <a:lnTo>
                      <a:pt x="628650" y="424815"/>
                    </a:lnTo>
                    <a:cubicBezTo>
                      <a:pt x="626745" y="421005"/>
                      <a:pt x="622935" y="417195"/>
                      <a:pt x="621030" y="411480"/>
                    </a:cubicBezTo>
                    <a:lnTo>
                      <a:pt x="436245" y="0"/>
                    </a:lnTo>
                    <a:lnTo>
                      <a:pt x="436245" y="0"/>
                    </a:lnTo>
                    <a:lnTo>
                      <a:pt x="0" y="100965"/>
                    </a:lnTo>
                    <a:lnTo>
                      <a:pt x="0" y="100965"/>
                    </a:lnTo>
                    <a:lnTo>
                      <a:pt x="217170" y="748665"/>
                    </a:lnTo>
                    <a:close/>
                  </a:path>
                </a:pathLst>
              </a:custGeom>
              <a:solidFill>
                <a:srgbClr val="E9E9EA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424EC62-6157-CA2B-0436-02545B68C3C6}"/>
                  </a:ext>
                </a:extLst>
              </p:cNvPr>
              <p:cNvSpPr/>
              <p:nvPr/>
            </p:nvSpPr>
            <p:spPr>
              <a:xfrm>
                <a:off x="4566285" y="2763882"/>
                <a:ext cx="764177" cy="484142"/>
              </a:xfrm>
              <a:custGeom>
                <a:avLst/>
                <a:gdLst>
                  <a:gd name="connsiteX0" fmla="*/ 729615 w 764177"/>
                  <a:gd name="connsiteY0" fmla="*/ 247922 h 484142"/>
                  <a:gd name="connsiteX1" fmla="*/ 137160 w 764177"/>
                  <a:gd name="connsiteY1" fmla="*/ 4082 h 484142"/>
                  <a:gd name="connsiteX2" fmla="*/ 66675 w 764177"/>
                  <a:gd name="connsiteY2" fmla="*/ 34562 h 484142"/>
                  <a:gd name="connsiteX3" fmla="*/ 0 w 764177"/>
                  <a:gd name="connsiteY3" fmla="*/ 198392 h 484142"/>
                  <a:gd name="connsiteX4" fmla="*/ 693420 w 764177"/>
                  <a:gd name="connsiteY4" fmla="*/ 484142 h 484142"/>
                  <a:gd name="connsiteX5" fmla="*/ 760095 w 764177"/>
                  <a:gd name="connsiteY5" fmla="*/ 320312 h 484142"/>
                  <a:gd name="connsiteX6" fmla="*/ 729615 w 764177"/>
                  <a:gd name="connsiteY6" fmla="*/ 247922 h 484142"/>
                  <a:gd name="connsiteX7" fmla="*/ 729615 w 764177"/>
                  <a:gd name="connsiteY7" fmla="*/ 247922 h 484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4177" h="484142">
                    <a:moveTo>
                      <a:pt x="729615" y="247922"/>
                    </a:moveTo>
                    <a:lnTo>
                      <a:pt x="137160" y="4082"/>
                    </a:lnTo>
                    <a:cubicBezTo>
                      <a:pt x="108585" y="-7348"/>
                      <a:pt x="78105" y="5987"/>
                      <a:pt x="66675" y="34562"/>
                    </a:cubicBezTo>
                    <a:lnTo>
                      <a:pt x="0" y="198392"/>
                    </a:lnTo>
                    <a:lnTo>
                      <a:pt x="693420" y="484142"/>
                    </a:lnTo>
                    <a:lnTo>
                      <a:pt x="760095" y="320312"/>
                    </a:lnTo>
                    <a:cubicBezTo>
                      <a:pt x="771525" y="291737"/>
                      <a:pt x="758190" y="259352"/>
                      <a:pt x="729615" y="247922"/>
                    </a:cubicBezTo>
                    <a:cubicBezTo>
                      <a:pt x="729615" y="247922"/>
                      <a:pt x="729615" y="247922"/>
                      <a:pt x="729615" y="247922"/>
                    </a:cubicBezTo>
                    <a:close/>
                  </a:path>
                </a:pathLst>
              </a:custGeom>
              <a:solidFill>
                <a:srgbClr val="E9E9EA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1FDFC1B-AF5C-BC98-D825-9560584E2B30}"/>
                  </a:ext>
                </a:extLst>
              </p:cNvPr>
              <p:cNvSpPr/>
              <p:nvPr/>
            </p:nvSpPr>
            <p:spPr>
              <a:xfrm>
                <a:off x="6895827" y="2954382"/>
                <a:ext cx="1526843" cy="2348722"/>
              </a:xfrm>
              <a:custGeom>
                <a:avLst/>
                <a:gdLst>
                  <a:gd name="connsiteX0" fmla="*/ 1259477 w 1526843"/>
                  <a:gd name="connsiteY0" fmla="*/ 2316752 h 2348722"/>
                  <a:gd name="connsiteX1" fmla="*/ 1259477 w 1526843"/>
                  <a:gd name="connsiteY1" fmla="*/ 2316752 h 2348722"/>
                  <a:gd name="connsiteX2" fmla="*/ 1493792 w 1526843"/>
                  <a:gd name="connsiteY2" fmla="*/ 1752872 h 2348722"/>
                  <a:gd name="connsiteX3" fmla="*/ 1493792 w 1526843"/>
                  <a:gd name="connsiteY3" fmla="*/ 1752872 h 2348722"/>
                  <a:gd name="connsiteX4" fmla="*/ 802277 w 1526843"/>
                  <a:gd name="connsiteY4" fmla="*/ 34562 h 2348722"/>
                  <a:gd name="connsiteX5" fmla="*/ 731792 w 1526843"/>
                  <a:gd name="connsiteY5" fmla="*/ 4082 h 2348722"/>
                  <a:gd name="connsiteX6" fmla="*/ 731792 w 1526843"/>
                  <a:gd name="connsiteY6" fmla="*/ 4082 h 2348722"/>
                  <a:gd name="connsiteX7" fmla="*/ 34562 w 1526843"/>
                  <a:gd name="connsiteY7" fmla="*/ 291737 h 2348722"/>
                  <a:gd name="connsiteX8" fmla="*/ 4082 w 1526843"/>
                  <a:gd name="connsiteY8" fmla="*/ 362222 h 2348722"/>
                  <a:gd name="connsiteX9" fmla="*/ 4082 w 1526843"/>
                  <a:gd name="connsiteY9" fmla="*/ 362222 h 2348722"/>
                  <a:gd name="connsiteX10" fmla="*/ 695597 w 1526843"/>
                  <a:gd name="connsiteY10" fmla="*/ 2080532 h 2348722"/>
                  <a:gd name="connsiteX11" fmla="*/ 1259477 w 1526843"/>
                  <a:gd name="connsiteY11" fmla="*/ 2316752 h 2348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26843" h="2348722">
                    <a:moveTo>
                      <a:pt x="1259477" y="2316752"/>
                    </a:moveTo>
                    <a:lnTo>
                      <a:pt x="1259477" y="2316752"/>
                    </a:lnTo>
                    <a:cubicBezTo>
                      <a:pt x="1480457" y="2225312"/>
                      <a:pt x="1585232" y="1973852"/>
                      <a:pt x="1493792" y="1752872"/>
                    </a:cubicBezTo>
                    <a:cubicBezTo>
                      <a:pt x="1493792" y="1752872"/>
                      <a:pt x="1493792" y="1752872"/>
                      <a:pt x="1493792" y="1752872"/>
                    </a:cubicBezTo>
                    <a:lnTo>
                      <a:pt x="802277" y="34562"/>
                    </a:lnTo>
                    <a:cubicBezTo>
                      <a:pt x="790847" y="5987"/>
                      <a:pt x="758462" y="-7348"/>
                      <a:pt x="731792" y="4082"/>
                    </a:cubicBezTo>
                    <a:cubicBezTo>
                      <a:pt x="731792" y="4082"/>
                      <a:pt x="731792" y="4082"/>
                      <a:pt x="731792" y="4082"/>
                    </a:cubicBezTo>
                    <a:lnTo>
                      <a:pt x="34562" y="291737"/>
                    </a:lnTo>
                    <a:cubicBezTo>
                      <a:pt x="5987" y="303167"/>
                      <a:pt x="-7348" y="335552"/>
                      <a:pt x="4082" y="362222"/>
                    </a:cubicBezTo>
                    <a:cubicBezTo>
                      <a:pt x="4082" y="362222"/>
                      <a:pt x="4082" y="362222"/>
                      <a:pt x="4082" y="362222"/>
                    </a:cubicBezTo>
                    <a:lnTo>
                      <a:pt x="695597" y="2080532"/>
                    </a:lnTo>
                    <a:cubicBezTo>
                      <a:pt x="787037" y="2301512"/>
                      <a:pt x="1040402" y="2406287"/>
                      <a:pt x="1259477" y="2316752"/>
                    </a:cubicBezTo>
                    <a:close/>
                  </a:path>
                </a:pathLst>
              </a:custGeom>
              <a:solidFill>
                <a:srgbClr val="60BAE2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991BB46-5F24-D9B3-8552-00A6E3D9E4F3}"/>
                  </a:ext>
                </a:extLst>
              </p:cNvPr>
              <p:cNvSpPr/>
              <p:nvPr/>
            </p:nvSpPr>
            <p:spPr>
              <a:xfrm>
                <a:off x="3769328" y="2954382"/>
                <a:ext cx="1526843" cy="2348722"/>
              </a:xfrm>
              <a:custGeom>
                <a:avLst/>
                <a:gdLst>
                  <a:gd name="connsiteX0" fmla="*/ 267367 w 1526843"/>
                  <a:gd name="connsiteY0" fmla="*/ 2316752 h 2348722"/>
                  <a:gd name="connsiteX1" fmla="*/ 267367 w 1526843"/>
                  <a:gd name="connsiteY1" fmla="*/ 2316752 h 2348722"/>
                  <a:gd name="connsiteX2" fmla="*/ 33052 w 1526843"/>
                  <a:gd name="connsiteY2" fmla="*/ 1752872 h 2348722"/>
                  <a:gd name="connsiteX3" fmla="*/ 33052 w 1526843"/>
                  <a:gd name="connsiteY3" fmla="*/ 1752872 h 2348722"/>
                  <a:gd name="connsiteX4" fmla="*/ 724567 w 1526843"/>
                  <a:gd name="connsiteY4" fmla="*/ 34562 h 2348722"/>
                  <a:gd name="connsiteX5" fmla="*/ 795052 w 1526843"/>
                  <a:gd name="connsiteY5" fmla="*/ 4082 h 2348722"/>
                  <a:gd name="connsiteX6" fmla="*/ 795052 w 1526843"/>
                  <a:gd name="connsiteY6" fmla="*/ 4082 h 2348722"/>
                  <a:gd name="connsiteX7" fmla="*/ 1492282 w 1526843"/>
                  <a:gd name="connsiteY7" fmla="*/ 291737 h 2348722"/>
                  <a:gd name="connsiteX8" fmla="*/ 1522762 w 1526843"/>
                  <a:gd name="connsiteY8" fmla="*/ 362222 h 2348722"/>
                  <a:gd name="connsiteX9" fmla="*/ 1522762 w 1526843"/>
                  <a:gd name="connsiteY9" fmla="*/ 362222 h 2348722"/>
                  <a:gd name="connsiteX10" fmla="*/ 831247 w 1526843"/>
                  <a:gd name="connsiteY10" fmla="*/ 2080532 h 2348722"/>
                  <a:gd name="connsiteX11" fmla="*/ 267367 w 1526843"/>
                  <a:gd name="connsiteY11" fmla="*/ 2316752 h 2348722"/>
                  <a:gd name="connsiteX12" fmla="*/ 267367 w 1526843"/>
                  <a:gd name="connsiteY12" fmla="*/ 2316752 h 2348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26843" h="2348722">
                    <a:moveTo>
                      <a:pt x="267367" y="2316752"/>
                    </a:moveTo>
                    <a:lnTo>
                      <a:pt x="267367" y="2316752"/>
                    </a:lnTo>
                    <a:cubicBezTo>
                      <a:pt x="46387" y="2225312"/>
                      <a:pt x="-58388" y="1973852"/>
                      <a:pt x="33052" y="1752872"/>
                    </a:cubicBezTo>
                    <a:cubicBezTo>
                      <a:pt x="33052" y="1752872"/>
                      <a:pt x="33052" y="1752872"/>
                      <a:pt x="33052" y="1752872"/>
                    </a:cubicBezTo>
                    <a:lnTo>
                      <a:pt x="724567" y="34562"/>
                    </a:lnTo>
                    <a:cubicBezTo>
                      <a:pt x="735997" y="5987"/>
                      <a:pt x="768382" y="-7348"/>
                      <a:pt x="795052" y="4082"/>
                    </a:cubicBezTo>
                    <a:cubicBezTo>
                      <a:pt x="795052" y="4082"/>
                      <a:pt x="795052" y="4082"/>
                      <a:pt x="795052" y="4082"/>
                    </a:cubicBezTo>
                    <a:lnTo>
                      <a:pt x="1492282" y="291737"/>
                    </a:lnTo>
                    <a:cubicBezTo>
                      <a:pt x="1520857" y="303167"/>
                      <a:pt x="1534192" y="335552"/>
                      <a:pt x="1522762" y="362222"/>
                    </a:cubicBezTo>
                    <a:cubicBezTo>
                      <a:pt x="1522762" y="362222"/>
                      <a:pt x="1522762" y="362222"/>
                      <a:pt x="1522762" y="362222"/>
                    </a:cubicBezTo>
                    <a:lnTo>
                      <a:pt x="831247" y="2080532"/>
                    </a:lnTo>
                    <a:cubicBezTo>
                      <a:pt x="739807" y="2301512"/>
                      <a:pt x="486442" y="2406287"/>
                      <a:pt x="267367" y="2316752"/>
                    </a:cubicBezTo>
                    <a:cubicBezTo>
                      <a:pt x="267367" y="2316752"/>
                      <a:pt x="267367" y="2316752"/>
                      <a:pt x="267367" y="2316752"/>
                    </a:cubicBezTo>
                    <a:close/>
                  </a:path>
                </a:pathLst>
              </a:custGeom>
              <a:solidFill>
                <a:srgbClr val="60BAE2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4E5353F-35E2-12D7-61E6-E2669323C311}"/>
                  </a:ext>
                </a:extLst>
              </p:cNvPr>
              <p:cNvSpPr/>
              <p:nvPr/>
            </p:nvSpPr>
            <p:spPr>
              <a:xfrm>
                <a:off x="4211955" y="5301615"/>
                <a:ext cx="19050" cy="1904"/>
              </a:xfrm>
              <a:custGeom>
                <a:avLst/>
                <a:gdLst>
                  <a:gd name="connsiteX0" fmla="*/ 0 w 19050"/>
                  <a:gd name="connsiteY0" fmla="*/ 1905 h 1904"/>
                  <a:gd name="connsiteX1" fmla="*/ 0 w 19050"/>
                  <a:gd name="connsiteY1" fmla="*/ 1905 h 1904"/>
                  <a:gd name="connsiteX2" fmla="*/ 19050 w 19050"/>
                  <a:gd name="connsiteY2" fmla="*/ 0 h 1904"/>
                  <a:gd name="connsiteX3" fmla="*/ 0 w 19050"/>
                  <a:gd name="connsiteY3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1904">
                    <a:moveTo>
                      <a:pt x="0" y="1905"/>
                    </a:moveTo>
                    <a:lnTo>
                      <a:pt x="0" y="1905"/>
                    </a:lnTo>
                    <a:lnTo>
                      <a:pt x="19050" y="0"/>
                    </a:lnTo>
                    <a:cubicBezTo>
                      <a:pt x="11430" y="0"/>
                      <a:pt x="5715" y="1905"/>
                      <a:pt x="0" y="1905"/>
                    </a:cubicBezTo>
                    <a:close/>
                  </a:path>
                </a:pathLst>
              </a:custGeom>
              <a:solidFill>
                <a:srgbClr val="60BAE2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793DE9C-F60E-D957-DB5B-D6B631A3D85D}"/>
                  </a:ext>
                </a:extLst>
              </p:cNvPr>
              <p:cNvSpPr/>
              <p:nvPr/>
            </p:nvSpPr>
            <p:spPr>
              <a:xfrm>
                <a:off x="4251960" y="4276725"/>
                <a:ext cx="3644264" cy="1543050"/>
              </a:xfrm>
              <a:custGeom>
                <a:avLst/>
                <a:gdLst>
                  <a:gd name="connsiteX0" fmla="*/ 3341370 w 3644264"/>
                  <a:gd name="connsiteY0" fmla="*/ 760095 h 1543050"/>
                  <a:gd name="connsiteX1" fmla="*/ 3059430 w 3644264"/>
                  <a:gd name="connsiteY1" fmla="*/ 60960 h 1543050"/>
                  <a:gd name="connsiteX2" fmla="*/ 2733675 w 3644264"/>
                  <a:gd name="connsiteY2" fmla="*/ 1905 h 1543050"/>
                  <a:gd name="connsiteX3" fmla="*/ 2518410 w 3644264"/>
                  <a:gd name="connsiteY3" fmla="*/ 647700 h 1543050"/>
                  <a:gd name="connsiteX4" fmla="*/ 2413635 w 3644264"/>
                  <a:gd name="connsiteY4" fmla="*/ 691515 h 1543050"/>
                  <a:gd name="connsiteX5" fmla="*/ 2381250 w 3644264"/>
                  <a:gd name="connsiteY5" fmla="*/ 666750 h 1543050"/>
                  <a:gd name="connsiteX6" fmla="*/ 2097405 w 3644264"/>
                  <a:gd name="connsiteY6" fmla="*/ 314325 h 1543050"/>
                  <a:gd name="connsiteX7" fmla="*/ 2097405 w 3644264"/>
                  <a:gd name="connsiteY7" fmla="*/ 314325 h 1543050"/>
                  <a:gd name="connsiteX8" fmla="*/ 2017395 w 3644264"/>
                  <a:gd name="connsiteY8" fmla="*/ 363855 h 1543050"/>
                  <a:gd name="connsiteX9" fmla="*/ 1704975 w 3644264"/>
                  <a:gd name="connsiteY9" fmla="*/ 363855 h 1543050"/>
                  <a:gd name="connsiteX10" fmla="*/ 1630680 w 3644264"/>
                  <a:gd name="connsiteY10" fmla="*/ 323850 h 1543050"/>
                  <a:gd name="connsiteX11" fmla="*/ 1356360 w 3644264"/>
                  <a:gd name="connsiteY11" fmla="*/ 666750 h 1543050"/>
                  <a:gd name="connsiteX12" fmla="*/ 1243965 w 3644264"/>
                  <a:gd name="connsiteY12" fmla="*/ 678180 h 1543050"/>
                  <a:gd name="connsiteX13" fmla="*/ 1219200 w 3644264"/>
                  <a:gd name="connsiteY13" fmla="*/ 645795 h 1543050"/>
                  <a:gd name="connsiteX14" fmla="*/ 1003935 w 3644264"/>
                  <a:gd name="connsiteY14" fmla="*/ 0 h 1543050"/>
                  <a:gd name="connsiteX15" fmla="*/ 624840 w 3644264"/>
                  <a:gd name="connsiteY15" fmla="*/ 68580 h 1543050"/>
                  <a:gd name="connsiteX16" fmla="*/ 346710 w 3644264"/>
                  <a:gd name="connsiteY16" fmla="*/ 760095 h 1543050"/>
                  <a:gd name="connsiteX17" fmla="*/ 0 w 3644264"/>
                  <a:gd name="connsiteY17" fmla="*/ 1024890 h 1543050"/>
                  <a:gd name="connsiteX18" fmla="*/ 699135 w 3644264"/>
                  <a:gd name="connsiteY18" fmla="*/ 965835 h 1543050"/>
                  <a:gd name="connsiteX19" fmla="*/ 771525 w 3644264"/>
                  <a:gd name="connsiteY19" fmla="*/ 1026795 h 1543050"/>
                  <a:gd name="connsiteX20" fmla="*/ 771525 w 3644264"/>
                  <a:gd name="connsiteY20" fmla="*/ 1032510 h 1543050"/>
                  <a:gd name="connsiteX21" fmla="*/ 771525 w 3644264"/>
                  <a:gd name="connsiteY21" fmla="*/ 1466850 h 1543050"/>
                  <a:gd name="connsiteX22" fmla="*/ 847725 w 3644264"/>
                  <a:gd name="connsiteY22" fmla="*/ 1543050 h 1543050"/>
                  <a:gd name="connsiteX23" fmla="*/ 2887980 w 3644264"/>
                  <a:gd name="connsiteY23" fmla="*/ 1543050 h 1543050"/>
                  <a:gd name="connsiteX24" fmla="*/ 2964180 w 3644264"/>
                  <a:gd name="connsiteY24" fmla="*/ 1466850 h 1543050"/>
                  <a:gd name="connsiteX25" fmla="*/ 2964180 w 3644264"/>
                  <a:gd name="connsiteY25" fmla="*/ 1032510 h 1543050"/>
                  <a:gd name="connsiteX26" fmla="*/ 3030855 w 3644264"/>
                  <a:gd name="connsiteY26" fmla="*/ 965835 h 1543050"/>
                  <a:gd name="connsiteX27" fmla="*/ 3036570 w 3644264"/>
                  <a:gd name="connsiteY27" fmla="*/ 965835 h 1543050"/>
                  <a:gd name="connsiteX28" fmla="*/ 3644265 w 3644264"/>
                  <a:gd name="connsiteY28" fmla="*/ 1017270 h 1543050"/>
                  <a:gd name="connsiteX29" fmla="*/ 3341370 w 3644264"/>
                  <a:gd name="connsiteY29" fmla="*/ 760095 h 1543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644264" h="1543050">
                    <a:moveTo>
                      <a:pt x="3341370" y="760095"/>
                    </a:moveTo>
                    <a:lnTo>
                      <a:pt x="3059430" y="60960"/>
                    </a:lnTo>
                    <a:lnTo>
                      <a:pt x="2733675" y="1905"/>
                    </a:lnTo>
                    <a:lnTo>
                      <a:pt x="2518410" y="647700"/>
                    </a:lnTo>
                    <a:cubicBezTo>
                      <a:pt x="2501265" y="689610"/>
                      <a:pt x="2455545" y="708660"/>
                      <a:pt x="2413635" y="691515"/>
                    </a:cubicBezTo>
                    <a:cubicBezTo>
                      <a:pt x="2400300" y="685800"/>
                      <a:pt x="2390775" y="678180"/>
                      <a:pt x="2381250" y="666750"/>
                    </a:cubicBezTo>
                    <a:lnTo>
                      <a:pt x="2097405" y="314325"/>
                    </a:lnTo>
                    <a:lnTo>
                      <a:pt x="2097405" y="314325"/>
                    </a:lnTo>
                    <a:cubicBezTo>
                      <a:pt x="2082165" y="344805"/>
                      <a:pt x="2051685" y="363855"/>
                      <a:pt x="2017395" y="363855"/>
                    </a:cubicBezTo>
                    <a:lnTo>
                      <a:pt x="1704975" y="363855"/>
                    </a:lnTo>
                    <a:cubicBezTo>
                      <a:pt x="1674495" y="363855"/>
                      <a:pt x="1647825" y="348615"/>
                      <a:pt x="1630680" y="323850"/>
                    </a:cubicBezTo>
                    <a:lnTo>
                      <a:pt x="1356360" y="666750"/>
                    </a:lnTo>
                    <a:cubicBezTo>
                      <a:pt x="1327785" y="701040"/>
                      <a:pt x="1278255" y="706755"/>
                      <a:pt x="1243965" y="678180"/>
                    </a:cubicBezTo>
                    <a:cubicBezTo>
                      <a:pt x="1232535" y="670560"/>
                      <a:pt x="1224915" y="659130"/>
                      <a:pt x="1219200" y="645795"/>
                    </a:cubicBezTo>
                    <a:lnTo>
                      <a:pt x="1003935" y="0"/>
                    </a:lnTo>
                    <a:lnTo>
                      <a:pt x="624840" y="68580"/>
                    </a:lnTo>
                    <a:lnTo>
                      <a:pt x="346710" y="760095"/>
                    </a:lnTo>
                    <a:cubicBezTo>
                      <a:pt x="287655" y="904875"/>
                      <a:pt x="154305" y="1005840"/>
                      <a:pt x="0" y="1024890"/>
                    </a:cubicBezTo>
                    <a:lnTo>
                      <a:pt x="699135" y="965835"/>
                    </a:lnTo>
                    <a:cubicBezTo>
                      <a:pt x="735330" y="962025"/>
                      <a:pt x="769620" y="990600"/>
                      <a:pt x="771525" y="1026795"/>
                    </a:cubicBezTo>
                    <a:cubicBezTo>
                      <a:pt x="771525" y="1028700"/>
                      <a:pt x="771525" y="1030605"/>
                      <a:pt x="771525" y="1032510"/>
                    </a:cubicBezTo>
                    <a:lnTo>
                      <a:pt x="771525" y="1466850"/>
                    </a:lnTo>
                    <a:cubicBezTo>
                      <a:pt x="771525" y="1508760"/>
                      <a:pt x="805815" y="1543050"/>
                      <a:pt x="847725" y="1543050"/>
                    </a:cubicBezTo>
                    <a:lnTo>
                      <a:pt x="2887980" y="1543050"/>
                    </a:lnTo>
                    <a:cubicBezTo>
                      <a:pt x="2929890" y="1543050"/>
                      <a:pt x="2964180" y="1508760"/>
                      <a:pt x="2964180" y="1466850"/>
                    </a:cubicBezTo>
                    <a:lnTo>
                      <a:pt x="2964180" y="1032510"/>
                    </a:lnTo>
                    <a:cubicBezTo>
                      <a:pt x="2964180" y="994410"/>
                      <a:pt x="2994660" y="965835"/>
                      <a:pt x="3030855" y="965835"/>
                    </a:cubicBezTo>
                    <a:cubicBezTo>
                      <a:pt x="3032760" y="965835"/>
                      <a:pt x="3034665" y="965835"/>
                      <a:pt x="3036570" y="965835"/>
                    </a:cubicBezTo>
                    <a:lnTo>
                      <a:pt x="3644265" y="1017270"/>
                    </a:lnTo>
                    <a:cubicBezTo>
                      <a:pt x="3507105" y="984885"/>
                      <a:pt x="3394710" y="889635"/>
                      <a:pt x="3341370" y="760095"/>
                    </a:cubicBezTo>
                    <a:close/>
                  </a:path>
                </a:pathLst>
              </a:custGeom>
              <a:solidFill>
                <a:srgbClr val="60BAE2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1F7A00C-46BD-5838-2CD7-A2944D755B71}"/>
                  </a:ext>
                </a:extLst>
              </p:cNvPr>
              <p:cNvSpPr/>
              <p:nvPr/>
            </p:nvSpPr>
            <p:spPr>
              <a:xfrm>
                <a:off x="4170044" y="2274570"/>
                <a:ext cx="259080" cy="259079"/>
              </a:xfrm>
              <a:custGeom>
                <a:avLst/>
                <a:gdLst>
                  <a:gd name="connsiteX0" fmla="*/ 211455 w 259080"/>
                  <a:gd name="connsiteY0" fmla="*/ 81915 h 259079"/>
                  <a:gd name="connsiteX1" fmla="*/ 177165 w 259080"/>
                  <a:gd name="connsiteY1" fmla="*/ 81915 h 259079"/>
                  <a:gd name="connsiteX2" fmla="*/ 177165 w 259080"/>
                  <a:gd name="connsiteY2" fmla="*/ 47625 h 259079"/>
                  <a:gd name="connsiteX3" fmla="*/ 129540 w 259080"/>
                  <a:gd name="connsiteY3" fmla="*/ 0 h 259079"/>
                  <a:gd name="connsiteX4" fmla="*/ 81915 w 259080"/>
                  <a:gd name="connsiteY4" fmla="*/ 47625 h 259079"/>
                  <a:gd name="connsiteX5" fmla="*/ 81915 w 259080"/>
                  <a:gd name="connsiteY5" fmla="*/ 81915 h 259079"/>
                  <a:gd name="connsiteX6" fmla="*/ 47625 w 259080"/>
                  <a:gd name="connsiteY6" fmla="*/ 81915 h 259079"/>
                  <a:gd name="connsiteX7" fmla="*/ 0 w 259080"/>
                  <a:gd name="connsiteY7" fmla="*/ 129540 h 259079"/>
                  <a:gd name="connsiteX8" fmla="*/ 47625 w 259080"/>
                  <a:gd name="connsiteY8" fmla="*/ 177165 h 259079"/>
                  <a:gd name="connsiteX9" fmla="*/ 81915 w 259080"/>
                  <a:gd name="connsiteY9" fmla="*/ 177165 h 259079"/>
                  <a:gd name="connsiteX10" fmla="*/ 81915 w 259080"/>
                  <a:gd name="connsiteY10" fmla="*/ 211455 h 259079"/>
                  <a:gd name="connsiteX11" fmla="*/ 129540 w 259080"/>
                  <a:gd name="connsiteY11" fmla="*/ 259080 h 259079"/>
                  <a:gd name="connsiteX12" fmla="*/ 177165 w 259080"/>
                  <a:gd name="connsiteY12" fmla="*/ 211455 h 259079"/>
                  <a:gd name="connsiteX13" fmla="*/ 177165 w 259080"/>
                  <a:gd name="connsiteY13" fmla="*/ 177165 h 259079"/>
                  <a:gd name="connsiteX14" fmla="*/ 211455 w 259080"/>
                  <a:gd name="connsiteY14" fmla="*/ 177165 h 259079"/>
                  <a:gd name="connsiteX15" fmla="*/ 259080 w 259080"/>
                  <a:gd name="connsiteY15" fmla="*/ 129540 h 259079"/>
                  <a:gd name="connsiteX16" fmla="*/ 211455 w 259080"/>
                  <a:gd name="connsiteY16" fmla="*/ 81915 h 259079"/>
                  <a:gd name="connsiteX17" fmla="*/ 211455 w 259080"/>
                  <a:gd name="connsiteY17" fmla="*/ 81915 h 259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59080" h="259079">
                    <a:moveTo>
                      <a:pt x="211455" y="81915"/>
                    </a:moveTo>
                    <a:lnTo>
                      <a:pt x="177165" y="81915"/>
                    </a:lnTo>
                    <a:lnTo>
                      <a:pt x="177165" y="47625"/>
                    </a:lnTo>
                    <a:cubicBezTo>
                      <a:pt x="177165" y="20955"/>
                      <a:pt x="156210" y="0"/>
                      <a:pt x="129540" y="0"/>
                    </a:cubicBezTo>
                    <a:cubicBezTo>
                      <a:pt x="102870" y="0"/>
                      <a:pt x="81915" y="20955"/>
                      <a:pt x="81915" y="47625"/>
                    </a:cubicBezTo>
                    <a:lnTo>
                      <a:pt x="81915" y="81915"/>
                    </a:lnTo>
                    <a:lnTo>
                      <a:pt x="47625" y="81915"/>
                    </a:lnTo>
                    <a:cubicBezTo>
                      <a:pt x="20955" y="81915"/>
                      <a:pt x="0" y="102870"/>
                      <a:pt x="0" y="129540"/>
                    </a:cubicBezTo>
                    <a:cubicBezTo>
                      <a:pt x="0" y="156210"/>
                      <a:pt x="20955" y="177165"/>
                      <a:pt x="47625" y="177165"/>
                    </a:cubicBezTo>
                    <a:lnTo>
                      <a:pt x="81915" y="177165"/>
                    </a:lnTo>
                    <a:lnTo>
                      <a:pt x="81915" y="211455"/>
                    </a:lnTo>
                    <a:cubicBezTo>
                      <a:pt x="81915" y="238125"/>
                      <a:pt x="102870" y="259080"/>
                      <a:pt x="129540" y="259080"/>
                    </a:cubicBezTo>
                    <a:cubicBezTo>
                      <a:pt x="156210" y="259080"/>
                      <a:pt x="177165" y="238125"/>
                      <a:pt x="177165" y="211455"/>
                    </a:cubicBezTo>
                    <a:lnTo>
                      <a:pt x="177165" y="177165"/>
                    </a:lnTo>
                    <a:lnTo>
                      <a:pt x="211455" y="177165"/>
                    </a:lnTo>
                    <a:cubicBezTo>
                      <a:pt x="238125" y="177165"/>
                      <a:pt x="259080" y="156210"/>
                      <a:pt x="259080" y="129540"/>
                    </a:cubicBezTo>
                    <a:cubicBezTo>
                      <a:pt x="259080" y="102870"/>
                      <a:pt x="238125" y="81915"/>
                      <a:pt x="211455" y="81915"/>
                    </a:cubicBezTo>
                    <a:lnTo>
                      <a:pt x="211455" y="81915"/>
                    </a:lnTo>
                    <a:close/>
                  </a:path>
                </a:pathLst>
              </a:custGeom>
              <a:solidFill>
                <a:srgbClr val="F75C64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1FD529E2-6E3C-7723-BEFB-6FCDA785652A}"/>
                  </a:ext>
                </a:extLst>
              </p:cNvPr>
              <p:cNvSpPr/>
              <p:nvPr/>
            </p:nvSpPr>
            <p:spPr>
              <a:xfrm>
                <a:off x="7404734" y="991076"/>
                <a:ext cx="93345" cy="95726"/>
              </a:xfrm>
              <a:custGeom>
                <a:avLst/>
                <a:gdLst>
                  <a:gd name="connsiteX0" fmla="*/ 91440 w 93345"/>
                  <a:gd name="connsiteY0" fmla="*/ 37624 h 95726"/>
                  <a:gd name="connsiteX1" fmla="*/ 89535 w 93345"/>
                  <a:gd name="connsiteY1" fmla="*/ 28099 h 95726"/>
                  <a:gd name="connsiteX2" fmla="*/ 85725 w 93345"/>
                  <a:gd name="connsiteY2" fmla="*/ 20479 h 95726"/>
                  <a:gd name="connsiteX3" fmla="*/ 80010 w 93345"/>
                  <a:gd name="connsiteY3" fmla="*/ 12859 h 95726"/>
                  <a:gd name="connsiteX4" fmla="*/ 13335 w 93345"/>
                  <a:gd name="connsiteY4" fmla="*/ 12859 h 95726"/>
                  <a:gd name="connsiteX5" fmla="*/ 7620 w 93345"/>
                  <a:gd name="connsiteY5" fmla="*/ 20479 h 95726"/>
                  <a:gd name="connsiteX6" fmla="*/ 3810 w 93345"/>
                  <a:gd name="connsiteY6" fmla="*/ 28099 h 95726"/>
                  <a:gd name="connsiteX7" fmla="*/ 1905 w 93345"/>
                  <a:gd name="connsiteY7" fmla="*/ 37624 h 95726"/>
                  <a:gd name="connsiteX8" fmla="*/ 0 w 93345"/>
                  <a:gd name="connsiteY8" fmla="*/ 47149 h 95726"/>
                  <a:gd name="connsiteX9" fmla="*/ 1905 w 93345"/>
                  <a:gd name="connsiteY9" fmla="*/ 56674 h 95726"/>
                  <a:gd name="connsiteX10" fmla="*/ 3810 w 93345"/>
                  <a:gd name="connsiteY10" fmla="*/ 66199 h 95726"/>
                  <a:gd name="connsiteX11" fmla="*/ 7620 w 93345"/>
                  <a:gd name="connsiteY11" fmla="*/ 73819 h 95726"/>
                  <a:gd name="connsiteX12" fmla="*/ 13335 w 93345"/>
                  <a:gd name="connsiteY12" fmla="*/ 81439 h 95726"/>
                  <a:gd name="connsiteX13" fmla="*/ 80010 w 93345"/>
                  <a:gd name="connsiteY13" fmla="*/ 81439 h 95726"/>
                  <a:gd name="connsiteX14" fmla="*/ 80010 w 93345"/>
                  <a:gd name="connsiteY14" fmla="*/ 81439 h 95726"/>
                  <a:gd name="connsiteX15" fmla="*/ 85725 w 93345"/>
                  <a:gd name="connsiteY15" fmla="*/ 73819 h 95726"/>
                  <a:gd name="connsiteX16" fmla="*/ 89535 w 93345"/>
                  <a:gd name="connsiteY16" fmla="*/ 66199 h 95726"/>
                  <a:gd name="connsiteX17" fmla="*/ 91440 w 93345"/>
                  <a:gd name="connsiteY17" fmla="*/ 56674 h 95726"/>
                  <a:gd name="connsiteX18" fmla="*/ 93345 w 93345"/>
                  <a:gd name="connsiteY18" fmla="*/ 47149 h 95726"/>
                  <a:gd name="connsiteX19" fmla="*/ 91440 w 93345"/>
                  <a:gd name="connsiteY19" fmla="*/ 37624 h 95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3345" h="95726">
                    <a:moveTo>
                      <a:pt x="91440" y="37624"/>
                    </a:moveTo>
                    <a:cubicBezTo>
                      <a:pt x="91440" y="33814"/>
                      <a:pt x="89535" y="31909"/>
                      <a:pt x="89535" y="28099"/>
                    </a:cubicBezTo>
                    <a:cubicBezTo>
                      <a:pt x="87630" y="26194"/>
                      <a:pt x="87630" y="22384"/>
                      <a:pt x="85725" y="20479"/>
                    </a:cubicBezTo>
                    <a:cubicBezTo>
                      <a:pt x="83820" y="18574"/>
                      <a:pt x="81915" y="14764"/>
                      <a:pt x="80010" y="12859"/>
                    </a:cubicBezTo>
                    <a:cubicBezTo>
                      <a:pt x="60960" y="-4286"/>
                      <a:pt x="32385" y="-4286"/>
                      <a:pt x="13335" y="12859"/>
                    </a:cubicBezTo>
                    <a:cubicBezTo>
                      <a:pt x="11430" y="14764"/>
                      <a:pt x="9525" y="16669"/>
                      <a:pt x="7620" y="20479"/>
                    </a:cubicBezTo>
                    <a:cubicBezTo>
                      <a:pt x="5715" y="22384"/>
                      <a:pt x="3810" y="26194"/>
                      <a:pt x="3810" y="28099"/>
                    </a:cubicBezTo>
                    <a:cubicBezTo>
                      <a:pt x="1905" y="31909"/>
                      <a:pt x="1905" y="33814"/>
                      <a:pt x="1905" y="37624"/>
                    </a:cubicBezTo>
                    <a:cubicBezTo>
                      <a:pt x="1905" y="41434"/>
                      <a:pt x="0" y="43339"/>
                      <a:pt x="0" y="47149"/>
                    </a:cubicBezTo>
                    <a:cubicBezTo>
                      <a:pt x="0" y="50959"/>
                      <a:pt x="0" y="52864"/>
                      <a:pt x="1905" y="56674"/>
                    </a:cubicBezTo>
                    <a:cubicBezTo>
                      <a:pt x="1905" y="60484"/>
                      <a:pt x="3810" y="62389"/>
                      <a:pt x="3810" y="66199"/>
                    </a:cubicBezTo>
                    <a:cubicBezTo>
                      <a:pt x="5715" y="70009"/>
                      <a:pt x="5715" y="71914"/>
                      <a:pt x="7620" y="73819"/>
                    </a:cubicBezTo>
                    <a:cubicBezTo>
                      <a:pt x="9525" y="75724"/>
                      <a:pt x="11430" y="79534"/>
                      <a:pt x="13335" y="81439"/>
                    </a:cubicBezTo>
                    <a:cubicBezTo>
                      <a:pt x="32385" y="100489"/>
                      <a:pt x="60960" y="100489"/>
                      <a:pt x="80010" y="81439"/>
                    </a:cubicBezTo>
                    <a:cubicBezTo>
                      <a:pt x="80010" y="81439"/>
                      <a:pt x="80010" y="81439"/>
                      <a:pt x="80010" y="81439"/>
                    </a:cubicBezTo>
                    <a:cubicBezTo>
                      <a:pt x="81915" y="79534"/>
                      <a:pt x="83820" y="77629"/>
                      <a:pt x="85725" y="73819"/>
                    </a:cubicBezTo>
                    <a:cubicBezTo>
                      <a:pt x="87630" y="71914"/>
                      <a:pt x="89535" y="68104"/>
                      <a:pt x="89535" y="66199"/>
                    </a:cubicBezTo>
                    <a:cubicBezTo>
                      <a:pt x="91440" y="64294"/>
                      <a:pt x="91440" y="60484"/>
                      <a:pt x="91440" y="56674"/>
                    </a:cubicBezTo>
                    <a:cubicBezTo>
                      <a:pt x="91440" y="52864"/>
                      <a:pt x="91440" y="50959"/>
                      <a:pt x="93345" y="47149"/>
                    </a:cubicBezTo>
                    <a:cubicBezTo>
                      <a:pt x="91440" y="43339"/>
                      <a:pt x="91440" y="39529"/>
                      <a:pt x="91440" y="37624"/>
                    </a:cubicBezTo>
                    <a:close/>
                  </a:path>
                </a:pathLst>
              </a:custGeom>
              <a:solidFill>
                <a:srgbClr val="FFCD29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42E7491-7BA2-C62B-32FF-89FEDBC8AEEA}"/>
                  </a:ext>
                </a:extLst>
              </p:cNvPr>
              <p:cNvSpPr/>
              <p:nvPr/>
            </p:nvSpPr>
            <p:spPr>
              <a:xfrm>
                <a:off x="4056221" y="2793206"/>
                <a:ext cx="94120" cy="95726"/>
              </a:xfrm>
              <a:custGeom>
                <a:avLst/>
                <a:gdLst>
                  <a:gd name="connsiteX0" fmla="*/ 92869 w 94120"/>
                  <a:gd name="connsiteY0" fmla="*/ 37624 h 95726"/>
                  <a:gd name="connsiteX1" fmla="*/ 90964 w 94120"/>
                  <a:gd name="connsiteY1" fmla="*/ 28099 h 95726"/>
                  <a:gd name="connsiteX2" fmla="*/ 87154 w 94120"/>
                  <a:gd name="connsiteY2" fmla="*/ 20479 h 95726"/>
                  <a:gd name="connsiteX3" fmla="*/ 81439 w 94120"/>
                  <a:gd name="connsiteY3" fmla="*/ 12859 h 95726"/>
                  <a:gd name="connsiteX4" fmla="*/ 14764 w 94120"/>
                  <a:gd name="connsiteY4" fmla="*/ 12859 h 95726"/>
                  <a:gd name="connsiteX5" fmla="*/ 9049 w 94120"/>
                  <a:gd name="connsiteY5" fmla="*/ 20479 h 95726"/>
                  <a:gd name="connsiteX6" fmla="*/ 1429 w 94120"/>
                  <a:gd name="connsiteY6" fmla="*/ 37624 h 95726"/>
                  <a:gd name="connsiteX7" fmla="*/ 1429 w 94120"/>
                  <a:gd name="connsiteY7" fmla="*/ 56674 h 95726"/>
                  <a:gd name="connsiteX8" fmla="*/ 3334 w 94120"/>
                  <a:gd name="connsiteY8" fmla="*/ 66199 h 95726"/>
                  <a:gd name="connsiteX9" fmla="*/ 7144 w 94120"/>
                  <a:gd name="connsiteY9" fmla="*/ 73819 h 95726"/>
                  <a:gd name="connsiteX10" fmla="*/ 12859 w 94120"/>
                  <a:gd name="connsiteY10" fmla="*/ 81439 h 95726"/>
                  <a:gd name="connsiteX11" fmla="*/ 79534 w 94120"/>
                  <a:gd name="connsiteY11" fmla="*/ 81439 h 95726"/>
                  <a:gd name="connsiteX12" fmla="*/ 79534 w 94120"/>
                  <a:gd name="connsiteY12" fmla="*/ 81439 h 95726"/>
                  <a:gd name="connsiteX13" fmla="*/ 85249 w 94120"/>
                  <a:gd name="connsiteY13" fmla="*/ 73819 h 95726"/>
                  <a:gd name="connsiteX14" fmla="*/ 89059 w 94120"/>
                  <a:gd name="connsiteY14" fmla="*/ 66199 h 95726"/>
                  <a:gd name="connsiteX15" fmla="*/ 90964 w 94120"/>
                  <a:gd name="connsiteY15" fmla="*/ 56674 h 95726"/>
                  <a:gd name="connsiteX16" fmla="*/ 92869 w 94120"/>
                  <a:gd name="connsiteY16" fmla="*/ 37624 h 95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4120" h="95726">
                    <a:moveTo>
                      <a:pt x="92869" y="37624"/>
                    </a:moveTo>
                    <a:cubicBezTo>
                      <a:pt x="92869" y="33814"/>
                      <a:pt x="90964" y="31909"/>
                      <a:pt x="90964" y="28099"/>
                    </a:cubicBezTo>
                    <a:cubicBezTo>
                      <a:pt x="89059" y="26194"/>
                      <a:pt x="89059" y="22384"/>
                      <a:pt x="87154" y="20479"/>
                    </a:cubicBezTo>
                    <a:cubicBezTo>
                      <a:pt x="85249" y="18574"/>
                      <a:pt x="83344" y="14764"/>
                      <a:pt x="81439" y="12859"/>
                    </a:cubicBezTo>
                    <a:cubicBezTo>
                      <a:pt x="62389" y="-4286"/>
                      <a:pt x="33814" y="-4286"/>
                      <a:pt x="14764" y="12859"/>
                    </a:cubicBezTo>
                    <a:cubicBezTo>
                      <a:pt x="12859" y="14764"/>
                      <a:pt x="10954" y="16669"/>
                      <a:pt x="9049" y="20479"/>
                    </a:cubicBezTo>
                    <a:cubicBezTo>
                      <a:pt x="5239" y="26194"/>
                      <a:pt x="3334" y="31909"/>
                      <a:pt x="1429" y="37624"/>
                    </a:cubicBezTo>
                    <a:cubicBezTo>
                      <a:pt x="-476" y="43339"/>
                      <a:pt x="-476" y="50959"/>
                      <a:pt x="1429" y="56674"/>
                    </a:cubicBezTo>
                    <a:cubicBezTo>
                      <a:pt x="1429" y="60484"/>
                      <a:pt x="3334" y="62389"/>
                      <a:pt x="3334" y="66199"/>
                    </a:cubicBezTo>
                    <a:cubicBezTo>
                      <a:pt x="5239" y="70009"/>
                      <a:pt x="5239" y="71914"/>
                      <a:pt x="7144" y="73819"/>
                    </a:cubicBezTo>
                    <a:cubicBezTo>
                      <a:pt x="9049" y="75724"/>
                      <a:pt x="10954" y="79534"/>
                      <a:pt x="12859" y="81439"/>
                    </a:cubicBezTo>
                    <a:cubicBezTo>
                      <a:pt x="31909" y="100489"/>
                      <a:pt x="60484" y="100489"/>
                      <a:pt x="79534" y="81439"/>
                    </a:cubicBezTo>
                    <a:cubicBezTo>
                      <a:pt x="79534" y="81439"/>
                      <a:pt x="79534" y="81439"/>
                      <a:pt x="79534" y="81439"/>
                    </a:cubicBezTo>
                    <a:cubicBezTo>
                      <a:pt x="81439" y="79534"/>
                      <a:pt x="83344" y="77629"/>
                      <a:pt x="85249" y="73819"/>
                    </a:cubicBezTo>
                    <a:cubicBezTo>
                      <a:pt x="87154" y="71914"/>
                      <a:pt x="89059" y="68104"/>
                      <a:pt x="89059" y="66199"/>
                    </a:cubicBezTo>
                    <a:cubicBezTo>
                      <a:pt x="90964" y="64294"/>
                      <a:pt x="90964" y="60484"/>
                      <a:pt x="90964" y="56674"/>
                    </a:cubicBezTo>
                    <a:cubicBezTo>
                      <a:pt x="94774" y="49054"/>
                      <a:pt x="94774" y="43339"/>
                      <a:pt x="92869" y="37624"/>
                    </a:cubicBezTo>
                    <a:close/>
                  </a:path>
                </a:pathLst>
              </a:custGeom>
              <a:solidFill>
                <a:srgbClr val="FFCD29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89C9E80F-B33E-DCA8-48CC-25463C8CF447}"/>
                  </a:ext>
                </a:extLst>
              </p:cNvPr>
              <p:cNvSpPr/>
              <p:nvPr/>
            </p:nvSpPr>
            <p:spPr>
              <a:xfrm>
                <a:off x="7763351" y="2494121"/>
                <a:ext cx="94120" cy="95726"/>
              </a:xfrm>
              <a:custGeom>
                <a:avLst/>
                <a:gdLst>
                  <a:gd name="connsiteX0" fmla="*/ 92869 w 94120"/>
                  <a:gd name="connsiteY0" fmla="*/ 37624 h 95726"/>
                  <a:gd name="connsiteX1" fmla="*/ 90964 w 94120"/>
                  <a:gd name="connsiteY1" fmla="*/ 28099 h 95726"/>
                  <a:gd name="connsiteX2" fmla="*/ 87154 w 94120"/>
                  <a:gd name="connsiteY2" fmla="*/ 20479 h 95726"/>
                  <a:gd name="connsiteX3" fmla="*/ 81439 w 94120"/>
                  <a:gd name="connsiteY3" fmla="*/ 12859 h 95726"/>
                  <a:gd name="connsiteX4" fmla="*/ 14764 w 94120"/>
                  <a:gd name="connsiteY4" fmla="*/ 12859 h 95726"/>
                  <a:gd name="connsiteX5" fmla="*/ 9049 w 94120"/>
                  <a:gd name="connsiteY5" fmla="*/ 20479 h 95726"/>
                  <a:gd name="connsiteX6" fmla="*/ 1429 w 94120"/>
                  <a:gd name="connsiteY6" fmla="*/ 37624 h 95726"/>
                  <a:gd name="connsiteX7" fmla="*/ 1429 w 94120"/>
                  <a:gd name="connsiteY7" fmla="*/ 56674 h 95726"/>
                  <a:gd name="connsiteX8" fmla="*/ 3334 w 94120"/>
                  <a:gd name="connsiteY8" fmla="*/ 66199 h 95726"/>
                  <a:gd name="connsiteX9" fmla="*/ 7144 w 94120"/>
                  <a:gd name="connsiteY9" fmla="*/ 73819 h 95726"/>
                  <a:gd name="connsiteX10" fmla="*/ 12859 w 94120"/>
                  <a:gd name="connsiteY10" fmla="*/ 81439 h 95726"/>
                  <a:gd name="connsiteX11" fmla="*/ 79534 w 94120"/>
                  <a:gd name="connsiteY11" fmla="*/ 81439 h 95726"/>
                  <a:gd name="connsiteX12" fmla="*/ 79534 w 94120"/>
                  <a:gd name="connsiteY12" fmla="*/ 81439 h 95726"/>
                  <a:gd name="connsiteX13" fmla="*/ 85249 w 94120"/>
                  <a:gd name="connsiteY13" fmla="*/ 73819 h 95726"/>
                  <a:gd name="connsiteX14" fmla="*/ 89059 w 94120"/>
                  <a:gd name="connsiteY14" fmla="*/ 66199 h 95726"/>
                  <a:gd name="connsiteX15" fmla="*/ 90964 w 94120"/>
                  <a:gd name="connsiteY15" fmla="*/ 56674 h 95726"/>
                  <a:gd name="connsiteX16" fmla="*/ 92869 w 94120"/>
                  <a:gd name="connsiteY16" fmla="*/ 37624 h 95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4120" h="95726">
                    <a:moveTo>
                      <a:pt x="92869" y="37624"/>
                    </a:moveTo>
                    <a:cubicBezTo>
                      <a:pt x="92869" y="33814"/>
                      <a:pt x="90964" y="31909"/>
                      <a:pt x="90964" y="28099"/>
                    </a:cubicBezTo>
                    <a:cubicBezTo>
                      <a:pt x="89059" y="26194"/>
                      <a:pt x="89059" y="22384"/>
                      <a:pt x="87154" y="20479"/>
                    </a:cubicBezTo>
                    <a:cubicBezTo>
                      <a:pt x="85249" y="18574"/>
                      <a:pt x="83344" y="14764"/>
                      <a:pt x="81439" y="12859"/>
                    </a:cubicBezTo>
                    <a:cubicBezTo>
                      <a:pt x="62389" y="-4286"/>
                      <a:pt x="33814" y="-4286"/>
                      <a:pt x="14764" y="12859"/>
                    </a:cubicBezTo>
                    <a:cubicBezTo>
                      <a:pt x="12859" y="14764"/>
                      <a:pt x="10954" y="16669"/>
                      <a:pt x="9049" y="20479"/>
                    </a:cubicBezTo>
                    <a:cubicBezTo>
                      <a:pt x="5239" y="26194"/>
                      <a:pt x="3334" y="31909"/>
                      <a:pt x="1429" y="37624"/>
                    </a:cubicBezTo>
                    <a:cubicBezTo>
                      <a:pt x="-476" y="43339"/>
                      <a:pt x="-476" y="50959"/>
                      <a:pt x="1429" y="56674"/>
                    </a:cubicBezTo>
                    <a:cubicBezTo>
                      <a:pt x="1429" y="60484"/>
                      <a:pt x="3334" y="62389"/>
                      <a:pt x="3334" y="66199"/>
                    </a:cubicBezTo>
                    <a:cubicBezTo>
                      <a:pt x="5239" y="70009"/>
                      <a:pt x="5239" y="71914"/>
                      <a:pt x="7144" y="73819"/>
                    </a:cubicBezTo>
                    <a:cubicBezTo>
                      <a:pt x="9049" y="75724"/>
                      <a:pt x="10954" y="79534"/>
                      <a:pt x="12859" y="81439"/>
                    </a:cubicBezTo>
                    <a:cubicBezTo>
                      <a:pt x="31909" y="100489"/>
                      <a:pt x="60484" y="100489"/>
                      <a:pt x="79534" y="81439"/>
                    </a:cubicBezTo>
                    <a:cubicBezTo>
                      <a:pt x="79534" y="81439"/>
                      <a:pt x="79534" y="81439"/>
                      <a:pt x="79534" y="81439"/>
                    </a:cubicBezTo>
                    <a:cubicBezTo>
                      <a:pt x="81439" y="79534"/>
                      <a:pt x="83344" y="77629"/>
                      <a:pt x="85249" y="73819"/>
                    </a:cubicBezTo>
                    <a:cubicBezTo>
                      <a:pt x="87154" y="71914"/>
                      <a:pt x="89059" y="68104"/>
                      <a:pt x="89059" y="66199"/>
                    </a:cubicBezTo>
                    <a:cubicBezTo>
                      <a:pt x="90964" y="64294"/>
                      <a:pt x="90964" y="60484"/>
                      <a:pt x="90964" y="56674"/>
                    </a:cubicBezTo>
                    <a:cubicBezTo>
                      <a:pt x="94774" y="49054"/>
                      <a:pt x="94774" y="43339"/>
                      <a:pt x="92869" y="37624"/>
                    </a:cubicBezTo>
                    <a:close/>
                  </a:path>
                </a:pathLst>
              </a:custGeom>
              <a:solidFill>
                <a:srgbClr val="60BAE2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4F7C28B9-368B-5084-FC07-D4C6D954A0C5}"/>
                  </a:ext>
                </a:extLst>
              </p:cNvPr>
              <p:cNvSpPr/>
              <p:nvPr/>
            </p:nvSpPr>
            <p:spPr>
              <a:xfrm>
                <a:off x="7650480" y="1236344"/>
                <a:ext cx="320039" cy="320040"/>
              </a:xfrm>
              <a:custGeom>
                <a:avLst/>
                <a:gdLst>
                  <a:gd name="connsiteX0" fmla="*/ 316230 w 320039"/>
                  <a:gd name="connsiteY0" fmla="*/ 156210 h 320040"/>
                  <a:gd name="connsiteX1" fmla="*/ 163830 w 320039"/>
                  <a:gd name="connsiteY1" fmla="*/ 3810 h 320040"/>
                  <a:gd name="connsiteX2" fmla="*/ 160020 w 320039"/>
                  <a:gd name="connsiteY2" fmla="*/ 0 h 320040"/>
                  <a:gd name="connsiteX3" fmla="*/ 156210 w 320039"/>
                  <a:gd name="connsiteY3" fmla="*/ 3810 h 320040"/>
                  <a:gd name="connsiteX4" fmla="*/ 3810 w 320039"/>
                  <a:gd name="connsiteY4" fmla="*/ 156210 h 320040"/>
                  <a:gd name="connsiteX5" fmla="*/ 0 w 320039"/>
                  <a:gd name="connsiteY5" fmla="*/ 160020 h 320040"/>
                  <a:gd name="connsiteX6" fmla="*/ 3810 w 320039"/>
                  <a:gd name="connsiteY6" fmla="*/ 163830 h 320040"/>
                  <a:gd name="connsiteX7" fmla="*/ 156210 w 320039"/>
                  <a:gd name="connsiteY7" fmla="*/ 316230 h 320040"/>
                  <a:gd name="connsiteX8" fmla="*/ 160020 w 320039"/>
                  <a:gd name="connsiteY8" fmla="*/ 320040 h 320040"/>
                  <a:gd name="connsiteX9" fmla="*/ 163830 w 320039"/>
                  <a:gd name="connsiteY9" fmla="*/ 316230 h 320040"/>
                  <a:gd name="connsiteX10" fmla="*/ 316230 w 320039"/>
                  <a:gd name="connsiteY10" fmla="*/ 163830 h 320040"/>
                  <a:gd name="connsiteX11" fmla="*/ 320040 w 320039"/>
                  <a:gd name="connsiteY11" fmla="*/ 160020 h 320040"/>
                  <a:gd name="connsiteX12" fmla="*/ 316230 w 320039"/>
                  <a:gd name="connsiteY12" fmla="*/ 156210 h 320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0039" h="320040">
                    <a:moveTo>
                      <a:pt x="316230" y="156210"/>
                    </a:moveTo>
                    <a:cubicBezTo>
                      <a:pt x="238125" y="140970"/>
                      <a:pt x="179070" y="80010"/>
                      <a:pt x="163830" y="3810"/>
                    </a:cubicBezTo>
                    <a:cubicBezTo>
                      <a:pt x="163830" y="1905"/>
                      <a:pt x="161925" y="0"/>
                      <a:pt x="160020" y="0"/>
                    </a:cubicBezTo>
                    <a:cubicBezTo>
                      <a:pt x="158115" y="0"/>
                      <a:pt x="158115" y="1905"/>
                      <a:pt x="156210" y="3810"/>
                    </a:cubicBezTo>
                    <a:cubicBezTo>
                      <a:pt x="140970" y="81915"/>
                      <a:pt x="80010" y="140970"/>
                      <a:pt x="3810" y="156210"/>
                    </a:cubicBezTo>
                    <a:cubicBezTo>
                      <a:pt x="1905" y="156210"/>
                      <a:pt x="0" y="158115"/>
                      <a:pt x="0" y="160020"/>
                    </a:cubicBezTo>
                    <a:cubicBezTo>
                      <a:pt x="0" y="161925"/>
                      <a:pt x="1905" y="161925"/>
                      <a:pt x="3810" y="163830"/>
                    </a:cubicBezTo>
                    <a:cubicBezTo>
                      <a:pt x="81915" y="179070"/>
                      <a:pt x="140970" y="240030"/>
                      <a:pt x="156210" y="316230"/>
                    </a:cubicBezTo>
                    <a:cubicBezTo>
                      <a:pt x="156210" y="318135"/>
                      <a:pt x="158115" y="320040"/>
                      <a:pt x="160020" y="320040"/>
                    </a:cubicBezTo>
                    <a:cubicBezTo>
                      <a:pt x="161925" y="320040"/>
                      <a:pt x="161925" y="318135"/>
                      <a:pt x="163830" y="316230"/>
                    </a:cubicBezTo>
                    <a:cubicBezTo>
                      <a:pt x="179070" y="238125"/>
                      <a:pt x="240030" y="179070"/>
                      <a:pt x="316230" y="163830"/>
                    </a:cubicBezTo>
                    <a:cubicBezTo>
                      <a:pt x="318135" y="163830"/>
                      <a:pt x="320040" y="161925"/>
                      <a:pt x="320040" y="160020"/>
                    </a:cubicBezTo>
                    <a:cubicBezTo>
                      <a:pt x="318135" y="158115"/>
                      <a:pt x="318135" y="156210"/>
                      <a:pt x="316230" y="156210"/>
                    </a:cubicBezTo>
                    <a:close/>
                  </a:path>
                </a:pathLst>
              </a:custGeom>
              <a:solidFill>
                <a:srgbClr val="6DCC6D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0F3A814-917B-647C-2165-67C59986F0EB}"/>
                  </a:ext>
                </a:extLst>
              </p:cNvPr>
              <p:cNvSpPr/>
              <p:nvPr/>
            </p:nvSpPr>
            <p:spPr>
              <a:xfrm>
                <a:off x="5772099" y="3273756"/>
                <a:ext cx="694355" cy="254303"/>
              </a:xfrm>
              <a:custGeom>
                <a:avLst/>
                <a:gdLst>
                  <a:gd name="connsiteX0" fmla="*/ 645845 w 694355"/>
                  <a:gd name="connsiteY0" fmla="*/ 254303 h 254303"/>
                  <a:gd name="connsiteX1" fmla="*/ 605840 w 694355"/>
                  <a:gd name="connsiteY1" fmla="*/ 233348 h 254303"/>
                  <a:gd name="connsiteX2" fmla="*/ 171500 w 694355"/>
                  <a:gd name="connsiteY2" fmla="*/ 149528 h 254303"/>
                  <a:gd name="connsiteX3" fmla="*/ 87680 w 694355"/>
                  <a:gd name="connsiteY3" fmla="*/ 233348 h 254303"/>
                  <a:gd name="connsiteX4" fmla="*/ 21005 w 694355"/>
                  <a:gd name="connsiteY4" fmla="*/ 246683 h 254303"/>
                  <a:gd name="connsiteX5" fmla="*/ 7670 w 694355"/>
                  <a:gd name="connsiteY5" fmla="*/ 180008 h 254303"/>
                  <a:gd name="connsiteX6" fmla="*/ 575360 w 694355"/>
                  <a:gd name="connsiteY6" fmla="*/ 69518 h 254303"/>
                  <a:gd name="connsiteX7" fmla="*/ 685850 w 694355"/>
                  <a:gd name="connsiteY7" fmla="*/ 180008 h 254303"/>
                  <a:gd name="connsiteX8" fmla="*/ 672515 w 694355"/>
                  <a:gd name="connsiteY8" fmla="*/ 246683 h 254303"/>
                  <a:gd name="connsiteX9" fmla="*/ 645845 w 694355"/>
                  <a:gd name="connsiteY9" fmla="*/ 254303 h 254303"/>
                  <a:gd name="connsiteX10" fmla="*/ 645845 w 694355"/>
                  <a:gd name="connsiteY10" fmla="*/ 254303 h 25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94355" h="254303">
                    <a:moveTo>
                      <a:pt x="645845" y="254303"/>
                    </a:moveTo>
                    <a:cubicBezTo>
                      <a:pt x="630605" y="254303"/>
                      <a:pt x="615365" y="246683"/>
                      <a:pt x="605840" y="233348"/>
                    </a:cubicBezTo>
                    <a:cubicBezTo>
                      <a:pt x="508685" y="90473"/>
                      <a:pt x="314375" y="52373"/>
                      <a:pt x="171500" y="149528"/>
                    </a:cubicBezTo>
                    <a:cubicBezTo>
                      <a:pt x="139115" y="172388"/>
                      <a:pt x="108635" y="200963"/>
                      <a:pt x="87680" y="233348"/>
                    </a:cubicBezTo>
                    <a:cubicBezTo>
                      <a:pt x="72440" y="254303"/>
                      <a:pt x="43865" y="260018"/>
                      <a:pt x="21005" y="246683"/>
                    </a:cubicBezTo>
                    <a:cubicBezTo>
                      <a:pt x="-1855" y="233348"/>
                      <a:pt x="-5665" y="202868"/>
                      <a:pt x="7670" y="180008"/>
                    </a:cubicBezTo>
                    <a:cubicBezTo>
                      <a:pt x="133400" y="-6682"/>
                      <a:pt x="386765" y="-56212"/>
                      <a:pt x="575360" y="69518"/>
                    </a:cubicBezTo>
                    <a:cubicBezTo>
                      <a:pt x="619175" y="98093"/>
                      <a:pt x="655370" y="136193"/>
                      <a:pt x="685850" y="180008"/>
                    </a:cubicBezTo>
                    <a:cubicBezTo>
                      <a:pt x="701090" y="200963"/>
                      <a:pt x="695375" y="231443"/>
                      <a:pt x="672515" y="246683"/>
                    </a:cubicBezTo>
                    <a:cubicBezTo>
                      <a:pt x="664895" y="252398"/>
                      <a:pt x="655370" y="254303"/>
                      <a:pt x="645845" y="254303"/>
                    </a:cubicBezTo>
                    <a:lnTo>
                      <a:pt x="645845" y="254303"/>
                    </a:ln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D44909FC-DA20-B257-D9C8-A28F7F0BB7A4}"/>
                  </a:ext>
                </a:extLst>
              </p:cNvPr>
              <p:cNvSpPr/>
              <p:nvPr/>
            </p:nvSpPr>
            <p:spPr>
              <a:xfrm>
                <a:off x="5621613" y="2695534"/>
                <a:ext cx="287695" cy="287695"/>
              </a:xfrm>
              <a:custGeom>
                <a:avLst/>
                <a:gdLst>
                  <a:gd name="connsiteX0" fmla="*/ 142916 w 287695"/>
                  <a:gd name="connsiteY0" fmla="*/ 287696 h 287695"/>
                  <a:gd name="connsiteX1" fmla="*/ 41 w 287695"/>
                  <a:gd name="connsiteY1" fmla="*/ 142916 h 287695"/>
                  <a:gd name="connsiteX2" fmla="*/ 144821 w 287695"/>
                  <a:gd name="connsiteY2" fmla="*/ 41 h 287695"/>
                  <a:gd name="connsiteX3" fmla="*/ 287696 w 287695"/>
                  <a:gd name="connsiteY3" fmla="*/ 142916 h 287695"/>
                  <a:gd name="connsiteX4" fmla="*/ 142916 w 287695"/>
                  <a:gd name="connsiteY4" fmla="*/ 287696 h 287695"/>
                  <a:gd name="connsiteX5" fmla="*/ 142916 w 287695"/>
                  <a:gd name="connsiteY5" fmla="*/ 95291 h 287695"/>
                  <a:gd name="connsiteX6" fmla="*/ 112436 w 287695"/>
                  <a:gd name="connsiteY6" fmla="*/ 106721 h 287695"/>
                  <a:gd name="connsiteX7" fmla="*/ 106721 w 287695"/>
                  <a:gd name="connsiteY7" fmla="*/ 175301 h 287695"/>
                  <a:gd name="connsiteX8" fmla="*/ 175301 w 287695"/>
                  <a:gd name="connsiteY8" fmla="*/ 181016 h 287695"/>
                  <a:gd name="connsiteX9" fmla="*/ 192446 w 287695"/>
                  <a:gd name="connsiteY9" fmla="*/ 142916 h 287695"/>
                  <a:gd name="connsiteX10" fmla="*/ 152441 w 287695"/>
                  <a:gd name="connsiteY10" fmla="*/ 95291 h 287695"/>
                  <a:gd name="connsiteX11" fmla="*/ 142916 w 287695"/>
                  <a:gd name="connsiteY11" fmla="*/ 95291 h 28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695" h="287695">
                    <a:moveTo>
                      <a:pt x="142916" y="287696"/>
                    </a:moveTo>
                    <a:cubicBezTo>
                      <a:pt x="62906" y="287696"/>
                      <a:pt x="-1864" y="222926"/>
                      <a:pt x="41" y="142916"/>
                    </a:cubicBezTo>
                    <a:cubicBezTo>
                      <a:pt x="41" y="62906"/>
                      <a:pt x="64811" y="-1864"/>
                      <a:pt x="144821" y="41"/>
                    </a:cubicBezTo>
                    <a:cubicBezTo>
                      <a:pt x="224831" y="41"/>
                      <a:pt x="287696" y="64811"/>
                      <a:pt x="287696" y="142916"/>
                    </a:cubicBezTo>
                    <a:cubicBezTo>
                      <a:pt x="285791" y="222926"/>
                      <a:pt x="222926" y="287696"/>
                      <a:pt x="142916" y="287696"/>
                    </a:cubicBezTo>
                    <a:close/>
                    <a:moveTo>
                      <a:pt x="142916" y="95291"/>
                    </a:moveTo>
                    <a:cubicBezTo>
                      <a:pt x="131486" y="95291"/>
                      <a:pt x="120056" y="99101"/>
                      <a:pt x="112436" y="106721"/>
                    </a:cubicBezTo>
                    <a:cubicBezTo>
                      <a:pt x="91481" y="123866"/>
                      <a:pt x="89576" y="154346"/>
                      <a:pt x="106721" y="175301"/>
                    </a:cubicBezTo>
                    <a:cubicBezTo>
                      <a:pt x="123866" y="196256"/>
                      <a:pt x="154346" y="198161"/>
                      <a:pt x="175301" y="181016"/>
                    </a:cubicBezTo>
                    <a:cubicBezTo>
                      <a:pt x="186731" y="171491"/>
                      <a:pt x="192446" y="158156"/>
                      <a:pt x="192446" y="142916"/>
                    </a:cubicBezTo>
                    <a:cubicBezTo>
                      <a:pt x="192446" y="120056"/>
                      <a:pt x="175301" y="99101"/>
                      <a:pt x="152441" y="95291"/>
                    </a:cubicBezTo>
                    <a:cubicBezTo>
                      <a:pt x="148631" y="95291"/>
                      <a:pt x="144821" y="95291"/>
                      <a:pt x="142916" y="95291"/>
                    </a:cubicBez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EB3E9DF9-BC80-E9C8-33D2-DAD724EAB0C5}"/>
                  </a:ext>
                </a:extLst>
              </p:cNvPr>
              <p:cNvSpPr/>
              <p:nvPr/>
            </p:nvSpPr>
            <p:spPr>
              <a:xfrm>
                <a:off x="6330315" y="2695575"/>
                <a:ext cx="287695" cy="287654"/>
              </a:xfrm>
              <a:custGeom>
                <a:avLst/>
                <a:gdLst>
                  <a:gd name="connsiteX0" fmla="*/ 144780 w 287695"/>
                  <a:gd name="connsiteY0" fmla="*/ 287655 h 287654"/>
                  <a:gd name="connsiteX1" fmla="*/ 0 w 287695"/>
                  <a:gd name="connsiteY1" fmla="*/ 144780 h 287654"/>
                  <a:gd name="connsiteX2" fmla="*/ 142875 w 287695"/>
                  <a:gd name="connsiteY2" fmla="*/ 0 h 287654"/>
                  <a:gd name="connsiteX3" fmla="*/ 287655 w 287695"/>
                  <a:gd name="connsiteY3" fmla="*/ 142875 h 287654"/>
                  <a:gd name="connsiteX4" fmla="*/ 287655 w 287695"/>
                  <a:gd name="connsiteY4" fmla="*/ 142875 h 287654"/>
                  <a:gd name="connsiteX5" fmla="*/ 144780 w 287695"/>
                  <a:gd name="connsiteY5" fmla="*/ 287655 h 287654"/>
                  <a:gd name="connsiteX6" fmla="*/ 144780 w 287695"/>
                  <a:gd name="connsiteY6" fmla="*/ 95250 h 287654"/>
                  <a:gd name="connsiteX7" fmla="*/ 114300 w 287695"/>
                  <a:gd name="connsiteY7" fmla="*/ 106680 h 287654"/>
                  <a:gd name="connsiteX8" fmla="*/ 106680 w 287695"/>
                  <a:gd name="connsiteY8" fmla="*/ 175260 h 287654"/>
                  <a:gd name="connsiteX9" fmla="*/ 144780 w 287695"/>
                  <a:gd name="connsiteY9" fmla="*/ 192405 h 287654"/>
                  <a:gd name="connsiteX10" fmla="*/ 192405 w 287695"/>
                  <a:gd name="connsiteY10" fmla="*/ 142875 h 287654"/>
                  <a:gd name="connsiteX11" fmla="*/ 152400 w 287695"/>
                  <a:gd name="connsiteY11" fmla="*/ 95250 h 287654"/>
                  <a:gd name="connsiteX12" fmla="*/ 144780 w 287695"/>
                  <a:gd name="connsiteY12" fmla="*/ 95250 h 287654"/>
                  <a:gd name="connsiteX13" fmla="*/ 144780 w 287695"/>
                  <a:gd name="connsiteY13" fmla="*/ 95250 h 287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695" h="287654">
                    <a:moveTo>
                      <a:pt x="144780" y="287655"/>
                    </a:moveTo>
                    <a:cubicBezTo>
                      <a:pt x="64770" y="287655"/>
                      <a:pt x="0" y="222885"/>
                      <a:pt x="0" y="144780"/>
                    </a:cubicBezTo>
                    <a:cubicBezTo>
                      <a:pt x="0" y="64770"/>
                      <a:pt x="64770" y="0"/>
                      <a:pt x="142875" y="0"/>
                    </a:cubicBezTo>
                    <a:cubicBezTo>
                      <a:pt x="222885" y="0"/>
                      <a:pt x="287655" y="64770"/>
                      <a:pt x="287655" y="142875"/>
                    </a:cubicBezTo>
                    <a:cubicBezTo>
                      <a:pt x="287655" y="142875"/>
                      <a:pt x="287655" y="142875"/>
                      <a:pt x="287655" y="142875"/>
                    </a:cubicBezTo>
                    <a:cubicBezTo>
                      <a:pt x="289560" y="222885"/>
                      <a:pt x="224790" y="287655"/>
                      <a:pt x="144780" y="287655"/>
                    </a:cubicBezTo>
                    <a:close/>
                    <a:moveTo>
                      <a:pt x="144780" y="95250"/>
                    </a:moveTo>
                    <a:cubicBezTo>
                      <a:pt x="133350" y="95250"/>
                      <a:pt x="121920" y="99060"/>
                      <a:pt x="114300" y="106680"/>
                    </a:cubicBezTo>
                    <a:cubicBezTo>
                      <a:pt x="93345" y="123825"/>
                      <a:pt x="91440" y="154305"/>
                      <a:pt x="106680" y="175260"/>
                    </a:cubicBezTo>
                    <a:cubicBezTo>
                      <a:pt x="116205" y="186690"/>
                      <a:pt x="129540" y="192405"/>
                      <a:pt x="144780" y="192405"/>
                    </a:cubicBezTo>
                    <a:cubicBezTo>
                      <a:pt x="171450" y="192405"/>
                      <a:pt x="192405" y="171450"/>
                      <a:pt x="192405" y="142875"/>
                    </a:cubicBezTo>
                    <a:cubicBezTo>
                      <a:pt x="192405" y="120015"/>
                      <a:pt x="175260" y="99060"/>
                      <a:pt x="152400" y="95250"/>
                    </a:cubicBezTo>
                    <a:cubicBezTo>
                      <a:pt x="150495" y="95250"/>
                      <a:pt x="148590" y="95250"/>
                      <a:pt x="144780" y="95250"/>
                    </a:cubicBezTo>
                    <a:lnTo>
                      <a:pt x="144780" y="95250"/>
                    </a:ln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BC54A10-185F-B198-6071-BF5DB23712E9}"/>
                  </a:ext>
                </a:extLst>
              </p:cNvPr>
              <p:cNvSpPr/>
              <p:nvPr/>
            </p:nvSpPr>
            <p:spPr>
              <a:xfrm>
                <a:off x="6300978" y="4128563"/>
                <a:ext cx="731480" cy="891111"/>
              </a:xfrm>
              <a:custGeom>
                <a:avLst/>
                <a:gdLst>
                  <a:gd name="connsiteX0" fmla="*/ 393192 w 731480"/>
                  <a:gd name="connsiteY0" fmla="*/ 891111 h 891111"/>
                  <a:gd name="connsiteX1" fmla="*/ 294132 w 731480"/>
                  <a:gd name="connsiteY1" fmla="*/ 843486 h 891111"/>
                  <a:gd name="connsiteX2" fmla="*/ 10287 w 731480"/>
                  <a:gd name="connsiteY2" fmla="*/ 491061 h 891111"/>
                  <a:gd name="connsiteX3" fmla="*/ 4572 w 731480"/>
                  <a:gd name="connsiteY3" fmla="*/ 439626 h 891111"/>
                  <a:gd name="connsiteX4" fmla="*/ 204597 w 731480"/>
                  <a:gd name="connsiteY4" fmla="*/ 26241 h 891111"/>
                  <a:gd name="connsiteX5" fmla="*/ 257937 w 731480"/>
                  <a:gd name="connsiteY5" fmla="*/ 1476 h 891111"/>
                  <a:gd name="connsiteX6" fmla="*/ 694182 w 731480"/>
                  <a:gd name="connsiteY6" fmla="*/ 102441 h 891111"/>
                  <a:gd name="connsiteX7" fmla="*/ 730377 w 731480"/>
                  <a:gd name="connsiteY7" fmla="*/ 159591 h 891111"/>
                  <a:gd name="connsiteX8" fmla="*/ 728472 w 731480"/>
                  <a:gd name="connsiteY8" fmla="*/ 163401 h 891111"/>
                  <a:gd name="connsiteX9" fmla="*/ 513207 w 731480"/>
                  <a:gd name="connsiteY9" fmla="*/ 809196 h 891111"/>
                  <a:gd name="connsiteX10" fmla="*/ 511302 w 731480"/>
                  <a:gd name="connsiteY10" fmla="*/ 811101 h 891111"/>
                  <a:gd name="connsiteX11" fmla="*/ 412242 w 731480"/>
                  <a:gd name="connsiteY11" fmla="*/ 889206 h 891111"/>
                  <a:gd name="connsiteX12" fmla="*/ 393192 w 731480"/>
                  <a:gd name="connsiteY12" fmla="*/ 891111 h 891111"/>
                  <a:gd name="connsiteX13" fmla="*/ 103632 w 731480"/>
                  <a:gd name="connsiteY13" fmla="*/ 454866 h 891111"/>
                  <a:gd name="connsiteX14" fmla="*/ 368427 w 731480"/>
                  <a:gd name="connsiteY14" fmla="*/ 784431 h 891111"/>
                  <a:gd name="connsiteX15" fmla="*/ 414147 w 731480"/>
                  <a:gd name="connsiteY15" fmla="*/ 790146 h 891111"/>
                  <a:gd name="connsiteX16" fmla="*/ 423672 w 731480"/>
                  <a:gd name="connsiteY16" fmla="*/ 778716 h 891111"/>
                  <a:gd name="connsiteX17" fmla="*/ 621792 w 731480"/>
                  <a:gd name="connsiteY17" fmla="*/ 184356 h 891111"/>
                  <a:gd name="connsiteX18" fmla="*/ 275082 w 731480"/>
                  <a:gd name="connsiteY18" fmla="*/ 104346 h 891111"/>
                  <a:gd name="connsiteX19" fmla="*/ 103632 w 731480"/>
                  <a:gd name="connsiteY19" fmla="*/ 454866 h 891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1480" h="891111">
                    <a:moveTo>
                      <a:pt x="393192" y="891111"/>
                    </a:moveTo>
                    <a:cubicBezTo>
                      <a:pt x="355092" y="891111"/>
                      <a:pt x="318897" y="873966"/>
                      <a:pt x="294132" y="843486"/>
                    </a:cubicBezTo>
                    <a:lnTo>
                      <a:pt x="10287" y="491061"/>
                    </a:lnTo>
                    <a:cubicBezTo>
                      <a:pt x="-1143" y="475821"/>
                      <a:pt x="-3048" y="456771"/>
                      <a:pt x="4572" y="439626"/>
                    </a:cubicBezTo>
                    <a:lnTo>
                      <a:pt x="204597" y="26241"/>
                    </a:lnTo>
                    <a:cubicBezTo>
                      <a:pt x="214122" y="7191"/>
                      <a:pt x="236982" y="-4239"/>
                      <a:pt x="257937" y="1476"/>
                    </a:cubicBezTo>
                    <a:lnTo>
                      <a:pt x="694182" y="102441"/>
                    </a:lnTo>
                    <a:cubicBezTo>
                      <a:pt x="718947" y="108156"/>
                      <a:pt x="736092" y="134826"/>
                      <a:pt x="730377" y="159591"/>
                    </a:cubicBezTo>
                    <a:cubicBezTo>
                      <a:pt x="730377" y="161496"/>
                      <a:pt x="730377" y="163401"/>
                      <a:pt x="728472" y="163401"/>
                    </a:cubicBezTo>
                    <a:lnTo>
                      <a:pt x="513207" y="809196"/>
                    </a:lnTo>
                    <a:cubicBezTo>
                      <a:pt x="513207" y="811101"/>
                      <a:pt x="513207" y="811101"/>
                      <a:pt x="511302" y="811101"/>
                    </a:cubicBezTo>
                    <a:cubicBezTo>
                      <a:pt x="494157" y="853011"/>
                      <a:pt x="456057" y="883491"/>
                      <a:pt x="412242" y="889206"/>
                    </a:cubicBezTo>
                    <a:cubicBezTo>
                      <a:pt x="406527" y="891111"/>
                      <a:pt x="400812" y="891111"/>
                      <a:pt x="393192" y="891111"/>
                    </a:cubicBezTo>
                    <a:close/>
                    <a:moveTo>
                      <a:pt x="103632" y="454866"/>
                    </a:moveTo>
                    <a:lnTo>
                      <a:pt x="368427" y="784431"/>
                    </a:lnTo>
                    <a:cubicBezTo>
                      <a:pt x="379857" y="797766"/>
                      <a:pt x="400812" y="801576"/>
                      <a:pt x="414147" y="790146"/>
                    </a:cubicBezTo>
                    <a:cubicBezTo>
                      <a:pt x="417957" y="786336"/>
                      <a:pt x="421767" y="782526"/>
                      <a:pt x="423672" y="778716"/>
                    </a:cubicBezTo>
                    <a:lnTo>
                      <a:pt x="621792" y="184356"/>
                    </a:lnTo>
                    <a:lnTo>
                      <a:pt x="275082" y="104346"/>
                    </a:lnTo>
                    <a:lnTo>
                      <a:pt x="103632" y="454866"/>
                    </a:ln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63280BD-B1BE-C773-73C8-59A79ED7FED4}"/>
                  </a:ext>
                </a:extLst>
              </p:cNvPr>
              <p:cNvSpPr/>
              <p:nvPr/>
            </p:nvSpPr>
            <p:spPr>
              <a:xfrm>
                <a:off x="5208035" y="4126668"/>
                <a:ext cx="722288" cy="893006"/>
              </a:xfrm>
              <a:custGeom>
                <a:avLst/>
                <a:gdLst>
                  <a:gd name="connsiteX0" fmla="*/ 337419 w 722288"/>
                  <a:gd name="connsiteY0" fmla="*/ 893006 h 893006"/>
                  <a:gd name="connsiteX1" fmla="*/ 318369 w 722288"/>
                  <a:gd name="connsiteY1" fmla="*/ 891101 h 893006"/>
                  <a:gd name="connsiteX2" fmla="*/ 219309 w 722288"/>
                  <a:gd name="connsiteY2" fmla="*/ 812996 h 893006"/>
                  <a:gd name="connsiteX3" fmla="*/ 217404 w 722288"/>
                  <a:gd name="connsiteY3" fmla="*/ 811091 h 893006"/>
                  <a:gd name="connsiteX4" fmla="*/ 2139 w 722288"/>
                  <a:gd name="connsiteY4" fmla="*/ 165296 h 893006"/>
                  <a:gd name="connsiteX5" fmla="*/ 32619 w 722288"/>
                  <a:gd name="connsiteY5" fmla="*/ 104336 h 893006"/>
                  <a:gd name="connsiteX6" fmla="*/ 36429 w 722288"/>
                  <a:gd name="connsiteY6" fmla="*/ 102431 h 893006"/>
                  <a:gd name="connsiteX7" fmla="*/ 472674 w 722288"/>
                  <a:gd name="connsiteY7" fmla="*/ 1466 h 893006"/>
                  <a:gd name="connsiteX8" fmla="*/ 526014 w 722288"/>
                  <a:gd name="connsiteY8" fmla="*/ 28136 h 893006"/>
                  <a:gd name="connsiteX9" fmla="*/ 710799 w 722288"/>
                  <a:gd name="connsiteY9" fmla="*/ 439616 h 893006"/>
                  <a:gd name="connsiteX10" fmla="*/ 714609 w 722288"/>
                  <a:gd name="connsiteY10" fmla="*/ 445331 h 893006"/>
                  <a:gd name="connsiteX11" fmla="*/ 712704 w 722288"/>
                  <a:gd name="connsiteY11" fmla="*/ 500576 h 893006"/>
                  <a:gd name="connsiteX12" fmla="*/ 438384 w 722288"/>
                  <a:gd name="connsiteY12" fmla="*/ 843476 h 893006"/>
                  <a:gd name="connsiteX13" fmla="*/ 337419 w 722288"/>
                  <a:gd name="connsiteY13" fmla="*/ 893006 h 893006"/>
                  <a:gd name="connsiteX14" fmla="*/ 306939 w 722288"/>
                  <a:gd name="connsiteY14" fmla="*/ 778706 h 893006"/>
                  <a:gd name="connsiteX15" fmla="*/ 350754 w 722288"/>
                  <a:gd name="connsiteY15" fmla="*/ 795851 h 893006"/>
                  <a:gd name="connsiteX16" fmla="*/ 362184 w 722288"/>
                  <a:gd name="connsiteY16" fmla="*/ 786326 h 893006"/>
                  <a:gd name="connsiteX17" fmla="*/ 617454 w 722288"/>
                  <a:gd name="connsiteY17" fmla="*/ 468191 h 893006"/>
                  <a:gd name="connsiteX18" fmla="*/ 453624 w 722288"/>
                  <a:gd name="connsiteY18" fmla="*/ 106241 h 893006"/>
                  <a:gd name="connsiteX19" fmla="*/ 106914 w 722288"/>
                  <a:gd name="connsiteY19" fmla="*/ 186251 h 893006"/>
                  <a:gd name="connsiteX20" fmla="*/ 306939 w 722288"/>
                  <a:gd name="connsiteY20" fmla="*/ 778706 h 893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22288" h="893006">
                    <a:moveTo>
                      <a:pt x="337419" y="893006"/>
                    </a:moveTo>
                    <a:cubicBezTo>
                      <a:pt x="331704" y="893006"/>
                      <a:pt x="324084" y="893006"/>
                      <a:pt x="318369" y="891101"/>
                    </a:cubicBezTo>
                    <a:cubicBezTo>
                      <a:pt x="272649" y="885386"/>
                      <a:pt x="234549" y="854906"/>
                      <a:pt x="219309" y="812996"/>
                    </a:cubicBezTo>
                    <a:cubicBezTo>
                      <a:pt x="219309" y="812996"/>
                      <a:pt x="219309" y="811091"/>
                      <a:pt x="217404" y="811091"/>
                    </a:cubicBezTo>
                    <a:lnTo>
                      <a:pt x="2139" y="165296"/>
                    </a:lnTo>
                    <a:cubicBezTo>
                      <a:pt x="-5481" y="140531"/>
                      <a:pt x="7854" y="113861"/>
                      <a:pt x="32619" y="104336"/>
                    </a:cubicBezTo>
                    <a:cubicBezTo>
                      <a:pt x="34524" y="104336"/>
                      <a:pt x="36429" y="104336"/>
                      <a:pt x="36429" y="102431"/>
                    </a:cubicBezTo>
                    <a:lnTo>
                      <a:pt x="472674" y="1466"/>
                    </a:lnTo>
                    <a:cubicBezTo>
                      <a:pt x="495534" y="-4249"/>
                      <a:pt x="518394" y="7181"/>
                      <a:pt x="526014" y="28136"/>
                    </a:cubicBezTo>
                    <a:lnTo>
                      <a:pt x="710799" y="439616"/>
                    </a:lnTo>
                    <a:cubicBezTo>
                      <a:pt x="710799" y="441521"/>
                      <a:pt x="712704" y="443426"/>
                      <a:pt x="714609" y="445331"/>
                    </a:cubicBezTo>
                    <a:cubicBezTo>
                      <a:pt x="726039" y="462476"/>
                      <a:pt x="724134" y="485336"/>
                      <a:pt x="712704" y="500576"/>
                    </a:cubicBezTo>
                    <a:lnTo>
                      <a:pt x="438384" y="843476"/>
                    </a:lnTo>
                    <a:cubicBezTo>
                      <a:pt x="411714" y="875861"/>
                      <a:pt x="375519" y="893006"/>
                      <a:pt x="337419" y="893006"/>
                    </a:cubicBezTo>
                    <a:close/>
                    <a:moveTo>
                      <a:pt x="306939" y="778706"/>
                    </a:moveTo>
                    <a:cubicBezTo>
                      <a:pt x="314559" y="795851"/>
                      <a:pt x="333609" y="803471"/>
                      <a:pt x="350754" y="795851"/>
                    </a:cubicBezTo>
                    <a:cubicBezTo>
                      <a:pt x="354564" y="793946"/>
                      <a:pt x="360279" y="790136"/>
                      <a:pt x="362184" y="786326"/>
                    </a:cubicBezTo>
                    <a:lnTo>
                      <a:pt x="617454" y="468191"/>
                    </a:lnTo>
                    <a:lnTo>
                      <a:pt x="453624" y="106241"/>
                    </a:lnTo>
                    <a:lnTo>
                      <a:pt x="106914" y="186251"/>
                    </a:lnTo>
                    <a:lnTo>
                      <a:pt x="306939" y="778706"/>
                    </a:ln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AE808AC-50E6-6DDF-4847-5B078895D570}"/>
                  </a:ext>
                </a:extLst>
              </p:cNvPr>
              <p:cNvSpPr/>
              <p:nvPr/>
            </p:nvSpPr>
            <p:spPr>
              <a:xfrm>
                <a:off x="4164330" y="5255774"/>
                <a:ext cx="112526" cy="97275"/>
              </a:xfrm>
              <a:custGeom>
                <a:avLst/>
                <a:gdLst>
                  <a:gd name="connsiteX0" fmla="*/ 47625 w 112526"/>
                  <a:gd name="connsiteY0" fmla="*/ 95370 h 97275"/>
                  <a:gd name="connsiteX1" fmla="*/ 0 w 112526"/>
                  <a:gd name="connsiteY1" fmla="*/ 47745 h 97275"/>
                  <a:gd name="connsiteX2" fmla="*/ 45720 w 112526"/>
                  <a:gd name="connsiteY2" fmla="*/ 120 h 97275"/>
                  <a:gd name="connsiteX3" fmla="*/ 59055 w 112526"/>
                  <a:gd name="connsiteY3" fmla="*/ 120 h 97275"/>
                  <a:gd name="connsiteX4" fmla="*/ 60960 w 112526"/>
                  <a:gd name="connsiteY4" fmla="*/ 120 h 97275"/>
                  <a:gd name="connsiteX5" fmla="*/ 112395 w 112526"/>
                  <a:gd name="connsiteY5" fmla="*/ 43936 h 97275"/>
                  <a:gd name="connsiteX6" fmla="*/ 68580 w 112526"/>
                  <a:gd name="connsiteY6" fmla="*/ 95370 h 97275"/>
                  <a:gd name="connsiteX7" fmla="*/ 49530 w 112526"/>
                  <a:gd name="connsiteY7" fmla="*/ 97276 h 97275"/>
                  <a:gd name="connsiteX8" fmla="*/ 47625 w 112526"/>
                  <a:gd name="connsiteY8" fmla="*/ 95370 h 97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2526" h="97275">
                    <a:moveTo>
                      <a:pt x="47625" y="95370"/>
                    </a:moveTo>
                    <a:cubicBezTo>
                      <a:pt x="20955" y="95370"/>
                      <a:pt x="0" y="74416"/>
                      <a:pt x="0" y="47745"/>
                    </a:cubicBezTo>
                    <a:cubicBezTo>
                      <a:pt x="0" y="21076"/>
                      <a:pt x="20955" y="120"/>
                      <a:pt x="45720" y="120"/>
                    </a:cubicBezTo>
                    <a:cubicBezTo>
                      <a:pt x="49530" y="120"/>
                      <a:pt x="55245" y="120"/>
                      <a:pt x="59055" y="120"/>
                    </a:cubicBezTo>
                    <a:lnTo>
                      <a:pt x="60960" y="120"/>
                    </a:lnTo>
                    <a:cubicBezTo>
                      <a:pt x="87630" y="-1784"/>
                      <a:pt x="110490" y="19170"/>
                      <a:pt x="112395" y="43936"/>
                    </a:cubicBezTo>
                    <a:cubicBezTo>
                      <a:pt x="114300" y="70606"/>
                      <a:pt x="95250" y="91561"/>
                      <a:pt x="68580" y="95370"/>
                    </a:cubicBezTo>
                    <a:lnTo>
                      <a:pt x="49530" y="97276"/>
                    </a:lnTo>
                    <a:cubicBezTo>
                      <a:pt x="49530" y="95370"/>
                      <a:pt x="49530" y="95370"/>
                      <a:pt x="47625" y="9537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822D52A4-3A0A-865B-147B-57380DE6087E}"/>
                  </a:ext>
                </a:extLst>
              </p:cNvPr>
              <p:cNvSpPr/>
              <p:nvPr/>
            </p:nvSpPr>
            <p:spPr>
              <a:xfrm>
                <a:off x="6072187" y="4930945"/>
                <a:ext cx="95396" cy="94444"/>
              </a:xfrm>
              <a:custGeom>
                <a:avLst/>
                <a:gdLst>
                  <a:gd name="connsiteX0" fmla="*/ 48578 w 95396"/>
                  <a:gd name="connsiteY0" fmla="*/ 92539 h 94444"/>
                  <a:gd name="connsiteX1" fmla="*/ 39053 w 95396"/>
                  <a:gd name="connsiteY1" fmla="*/ 90634 h 94444"/>
                  <a:gd name="connsiteX2" fmla="*/ 29528 w 95396"/>
                  <a:gd name="connsiteY2" fmla="*/ 88729 h 94444"/>
                  <a:gd name="connsiteX3" fmla="*/ 21908 w 95396"/>
                  <a:gd name="connsiteY3" fmla="*/ 84919 h 94444"/>
                  <a:gd name="connsiteX4" fmla="*/ 14288 w 95396"/>
                  <a:gd name="connsiteY4" fmla="*/ 79204 h 94444"/>
                  <a:gd name="connsiteX5" fmla="*/ 14288 w 95396"/>
                  <a:gd name="connsiteY5" fmla="*/ 12529 h 94444"/>
                  <a:gd name="connsiteX6" fmla="*/ 14288 w 95396"/>
                  <a:gd name="connsiteY6" fmla="*/ 12529 h 94444"/>
                  <a:gd name="connsiteX7" fmla="*/ 21908 w 95396"/>
                  <a:gd name="connsiteY7" fmla="*/ 6814 h 94444"/>
                  <a:gd name="connsiteX8" fmla="*/ 29528 w 95396"/>
                  <a:gd name="connsiteY8" fmla="*/ 3004 h 94444"/>
                  <a:gd name="connsiteX9" fmla="*/ 39053 w 95396"/>
                  <a:gd name="connsiteY9" fmla="*/ 1099 h 94444"/>
                  <a:gd name="connsiteX10" fmla="*/ 94297 w 95396"/>
                  <a:gd name="connsiteY10" fmla="*/ 39199 h 94444"/>
                  <a:gd name="connsiteX11" fmla="*/ 56197 w 95396"/>
                  <a:gd name="connsiteY11" fmla="*/ 94444 h 94444"/>
                  <a:gd name="connsiteX12" fmla="*/ 48578 w 95396"/>
                  <a:gd name="connsiteY12" fmla="*/ 92539 h 94444"/>
                  <a:gd name="connsiteX13" fmla="*/ 48578 w 95396"/>
                  <a:gd name="connsiteY13" fmla="*/ 92539 h 9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5396" h="94444">
                    <a:moveTo>
                      <a:pt x="48578" y="92539"/>
                    </a:moveTo>
                    <a:cubicBezTo>
                      <a:pt x="44768" y="92539"/>
                      <a:pt x="42863" y="92539"/>
                      <a:pt x="39053" y="90634"/>
                    </a:cubicBezTo>
                    <a:cubicBezTo>
                      <a:pt x="35243" y="90634"/>
                      <a:pt x="33338" y="88729"/>
                      <a:pt x="29528" y="88729"/>
                    </a:cubicBezTo>
                    <a:cubicBezTo>
                      <a:pt x="25718" y="86824"/>
                      <a:pt x="23813" y="86824"/>
                      <a:pt x="21908" y="84919"/>
                    </a:cubicBezTo>
                    <a:cubicBezTo>
                      <a:pt x="20003" y="83014"/>
                      <a:pt x="16192" y="81109"/>
                      <a:pt x="14288" y="79204"/>
                    </a:cubicBezTo>
                    <a:cubicBezTo>
                      <a:pt x="-4763" y="60154"/>
                      <a:pt x="-4763" y="31579"/>
                      <a:pt x="14288" y="12529"/>
                    </a:cubicBezTo>
                    <a:cubicBezTo>
                      <a:pt x="14288" y="12529"/>
                      <a:pt x="14288" y="12529"/>
                      <a:pt x="14288" y="12529"/>
                    </a:cubicBezTo>
                    <a:cubicBezTo>
                      <a:pt x="16192" y="10624"/>
                      <a:pt x="18097" y="8719"/>
                      <a:pt x="21908" y="6814"/>
                    </a:cubicBezTo>
                    <a:cubicBezTo>
                      <a:pt x="23813" y="4909"/>
                      <a:pt x="27622" y="3004"/>
                      <a:pt x="29528" y="3004"/>
                    </a:cubicBezTo>
                    <a:cubicBezTo>
                      <a:pt x="33338" y="1099"/>
                      <a:pt x="35243" y="1099"/>
                      <a:pt x="39053" y="1099"/>
                    </a:cubicBezTo>
                    <a:cubicBezTo>
                      <a:pt x="65722" y="-4616"/>
                      <a:pt x="90488" y="12529"/>
                      <a:pt x="94297" y="39199"/>
                    </a:cubicBezTo>
                    <a:cubicBezTo>
                      <a:pt x="100013" y="65869"/>
                      <a:pt x="82868" y="90634"/>
                      <a:pt x="56197" y="94444"/>
                    </a:cubicBezTo>
                    <a:cubicBezTo>
                      <a:pt x="54293" y="92539"/>
                      <a:pt x="50482" y="92539"/>
                      <a:pt x="48578" y="92539"/>
                    </a:cubicBezTo>
                    <a:lnTo>
                      <a:pt x="48578" y="92539"/>
                    </a:ln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1A6A29D9-1A3E-E58F-2B94-491D1A525DD2}"/>
                  </a:ext>
                </a:extLst>
              </p:cNvPr>
              <p:cNvSpPr/>
              <p:nvPr/>
            </p:nvSpPr>
            <p:spPr>
              <a:xfrm>
                <a:off x="6072187" y="5179621"/>
                <a:ext cx="95250" cy="93418"/>
              </a:xfrm>
              <a:custGeom>
                <a:avLst/>
                <a:gdLst>
                  <a:gd name="connsiteX0" fmla="*/ 48578 w 95250"/>
                  <a:gd name="connsiteY0" fmla="*/ 93419 h 93418"/>
                  <a:gd name="connsiteX1" fmla="*/ 39053 w 95250"/>
                  <a:gd name="connsiteY1" fmla="*/ 91514 h 93418"/>
                  <a:gd name="connsiteX2" fmla="*/ 29528 w 95250"/>
                  <a:gd name="connsiteY2" fmla="*/ 89609 h 93418"/>
                  <a:gd name="connsiteX3" fmla="*/ 21908 w 95250"/>
                  <a:gd name="connsiteY3" fmla="*/ 85799 h 93418"/>
                  <a:gd name="connsiteX4" fmla="*/ 14288 w 95250"/>
                  <a:gd name="connsiteY4" fmla="*/ 80084 h 93418"/>
                  <a:gd name="connsiteX5" fmla="*/ 14288 w 95250"/>
                  <a:gd name="connsiteY5" fmla="*/ 13409 h 93418"/>
                  <a:gd name="connsiteX6" fmla="*/ 14288 w 95250"/>
                  <a:gd name="connsiteY6" fmla="*/ 13409 h 93418"/>
                  <a:gd name="connsiteX7" fmla="*/ 21908 w 95250"/>
                  <a:gd name="connsiteY7" fmla="*/ 7694 h 93418"/>
                  <a:gd name="connsiteX8" fmla="*/ 29528 w 95250"/>
                  <a:gd name="connsiteY8" fmla="*/ 3884 h 93418"/>
                  <a:gd name="connsiteX9" fmla="*/ 80963 w 95250"/>
                  <a:gd name="connsiteY9" fmla="*/ 13409 h 93418"/>
                  <a:gd name="connsiteX10" fmla="*/ 80963 w 95250"/>
                  <a:gd name="connsiteY10" fmla="*/ 80084 h 93418"/>
                  <a:gd name="connsiteX11" fmla="*/ 48578 w 95250"/>
                  <a:gd name="connsiteY11" fmla="*/ 93419 h 93418"/>
                  <a:gd name="connsiteX12" fmla="*/ 48578 w 95250"/>
                  <a:gd name="connsiteY12" fmla="*/ 93419 h 93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250" h="93418">
                    <a:moveTo>
                      <a:pt x="48578" y="93419"/>
                    </a:moveTo>
                    <a:cubicBezTo>
                      <a:pt x="44768" y="93419"/>
                      <a:pt x="42863" y="93419"/>
                      <a:pt x="39053" y="91514"/>
                    </a:cubicBezTo>
                    <a:cubicBezTo>
                      <a:pt x="35243" y="91514"/>
                      <a:pt x="33338" y="89609"/>
                      <a:pt x="29528" y="89609"/>
                    </a:cubicBezTo>
                    <a:cubicBezTo>
                      <a:pt x="25718" y="87704"/>
                      <a:pt x="23813" y="87704"/>
                      <a:pt x="21908" y="85799"/>
                    </a:cubicBezTo>
                    <a:cubicBezTo>
                      <a:pt x="20003" y="83894"/>
                      <a:pt x="16192" y="81989"/>
                      <a:pt x="14288" y="80084"/>
                    </a:cubicBezTo>
                    <a:cubicBezTo>
                      <a:pt x="-4763" y="61034"/>
                      <a:pt x="-4763" y="32459"/>
                      <a:pt x="14288" y="13409"/>
                    </a:cubicBezTo>
                    <a:cubicBezTo>
                      <a:pt x="14288" y="13409"/>
                      <a:pt x="14288" y="13409"/>
                      <a:pt x="14288" y="13409"/>
                    </a:cubicBezTo>
                    <a:cubicBezTo>
                      <a:pt x="16192" y="11504"/>
                      <a:pt x="18097" y="9599"/>
                      <a:pt x="21908" y="7694"/>
                    </a:cubicBezTo>
                    <a:cubicBezTo>
                      <a:pt x="23813" y="5789"/>
                      <a:pt x="27622" y="3884"/>
                      <a:pt x="29528" y="3884"/>
                    </a:cubicBezTo>
                    <a:cubicBezTo>
                      <a:pt x="46672" y="-3736"/>
                      <a:pt x="67628" y="74"/>
                      <a:pt x="80963" y="13409"/>
                    </a:cubicBezTo>
                    <a:cubicBezTo>
                      <a:pt x="100013" y="32459"/>
                      <a:pt x="100013" y="62939"/>
                      <a:pt x="80963" y="80084"/>
                    </a:cubicBezTo>
                    <a:cubicBezTo>
                      <a:pt x="73343" y="87704"/>
                      <a:pt x="60007" y="93419"/>
                      <a:pt x="48578" y="93419"/>
                    </a:cubicBezTo>
                    <a:lnTo>
                      <a:pt x="48578" y="93419"/>
                    </a:ln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457B4853-ACFC-D3A7-7683-AE376F566496}"/>
                  </a:ext>
                </a:extLst>
              </p:cNvPr>
              <p:cNvSpPr/>
              <p:nvPr/>
            </p:nvSpPr>
            <p:spPr>
              <a:xfrm>
                <a:off x="6073140" y="5428074"/>
                <a:ext cx="95250" cy="94520"/>
              </a:xfrm>
              <a:custGeom>
                <a:avLst/>
                <a:gdLst>
                  <a:gd name="connsiteX0" fmla="*/ 47625 w 95250"/>
                  <a:gd name="connsiteY0" fmla="*/ 94520 h 94520"/>
                  <a:gd name="connsiteX1" fmla="*/ 38100 w 95250"/>
                  <a:gd name="connsiteY1" fmla="*/ 92615 h 94520"/>
                  <a:gd name="connsiteX2" fmla="*/ 28575 w 95250"/>
                  <a:gd name="connsiteY2" fmla="*/ 90710 h 94520"/>
                  <a:gd name="connsiteX3" fmla="*/ 20955 w 95250"/>
                  <a:gd name="connsiteY3" fmla="*/ 86900 h 94520"/>
                  <a:gd name="connsiteX4" fmla="*/ 13335 w 95250"/>
                  <a:gd name="connsiteY4" fmla="*/ 81185 h 94520"/>
                  <a:gd name="connsiteX5" fmla="*/ 0 w 95250"/>
                  <a:gd name="connsiteY5" fmla="*/ 46895 h 94520"/>
                  <a:gd name="connsiteX6" fmla="*/ 1905 w 95250"/>
                  <a:gd name="connsiteY6" fmla="*/ 37370 h 94520"/>
                  <a:gd name="connsiteX7" fmla="*/ 5715 w 95250"/>
                  <a:gd name="connsiteY7" fmla="*/ 27845 h 94520"/>
                  <a:gd name="connsiteX8" fmla="*/ 9525 w 95250"/>
                  <a:gd name="connsiteY8" fmla="*/ 20225 h 94520"/>
                  <a:gd name="connsiteX9" fmla="*/ 22860 w 95250"/>
                  <a:gd name="connsiteY9" fmla="*/ 6890 h 94520"/>
                  <a:gd name="connsiteX10" fmla="*/ 30480 w 95250"/>
                  <a:gd name="connsiteY10" fmla="*/ 3081 h 94520"/>
                  <a:gd name="connsiteX11" fmla="*/ 40005 w 95250"/>
                  <a:gd name="connsiteY11" fmla="*/ 1175 h 94520"/>
                  <a:gd name="connsiteX12" fmla="*/ 81915 w 95250"/>
                  <a:gd name="connsiteY12" fmla="*/ 14510 h 94520"/>
                  <a:gd name="connsiteX13" fmla="*/ 87630 w 95250"/>
                  <a:gd name="connsiteY13" fmla="*/ 22131 h 94520"/>
                  <a:gd name="connsiteX14" fmla="*/ 91440 w 95250"/>
                  <a:gd name="connsiteY14" fmla="*/ 29750 h 94520"/>
                  <a:gd name="connsiteX15" fmla="*/ 93345 w 95250"/>
                  <a:gd name="connsiteY15" fmla="*/ 39275 h 94520"/>
                  <a:gd name="connsiteX16" fmla="*/ 95250 w 95250"/>
                  <a:gd name="connsiteY16" fmla="*/ 48800 h 94520"/>
                  <a:gd name="connsiteX17" fmla="*/ 47625 w 95250"/>
                  <a:gd name="connsiteY17" fmla="*/ 94520 h 94520"/>
                  <a:gd name="connsiteX18" fmla="*/ 47625 w 95250"/>
                  <a:gd name="connsiteY18" fmla="*/ 94520 h 94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5250" h="94520">
                    <a:moveTo>
                      <a:pt x="47625" y="94520"/>
                    </a:moveTo>
                    <a:cubicBezTo>
                      <a:pt x="43815" y="94520"/>
                      <a:pt x="41910" y="94520"/>
                      <a:pt x="38100" y="92615"/>
                    </a:cubicBezTo>
                    <a:cubicBezTo>
                      <a:pt x="34290" y="92615"/>
                      <a:pt x="32385" y="90710"/>
                      <a:pt x="28575" y="90710"/>
                    </a:cubicBezTo>
                    <a:cubicBezTo>
                      <a:pt x="24765" y="88806"/>
                      <a:pt x="22860" y="88806"/>
                      <a:pt x="20955" y="86900"/>
                    </a:cubicBezTo>
                    <a:cubicBezTo>
                      <a:pt x="19050" y="84995"/>
                      <a:pt x="15240" y="83090"/>
                      <a:pt x="13335" y="81185"/>
                    </a:cubicBezTo>
                    <a:cubicBezTo>
                      <a:pt x="3810" y="71660"/>
                      <a:pt x="0" y="60231"/>
                      <a:pt x="0" y="46895"/>
                    </a:cubicBezTo>
                    <a:cubicBezTo>
                      <a:pt x="0" y="43085"/>
                      <a:pt x="0" y="41181"/>
                      <a:pt x="1905" y="37370"/>
                    </a:cubicBezTo>
                    <a:cubicBezTo>
                      <a:pt x="1905" y="33560"/>
                      <a:pt x="3810" y="31656"/>
                      <a:pt x="5715" y="27845"/>
                    </a:cubicBezTo>
                    <a:cubicBezTo>
                      <a:pt x="7620" y="24035"/>
                      <a:pt x="7620" y="22131"/>
                      <a:pt x="9525" y="20225"/>
                    </a:cubicBezTo>
                    <a:cubicBezTo>
                      <a:pt x="13335" y="14510"/>
                      <a:pt x="17145" y="10700"/>
                      <a:pt x="22860" y="6890"/>
                    </a:cubicBezTo>
                    <a:cubicBezTo>
                      <a:pt x="24765" y="4985"/>
                      <a:pt x="28575" y="3081"/>
                      <a:pt x="30480" y="3081"/>
                    </a:cubicBezTo>
                    <a:cubicBezTo>
                      <a:pt x="34290" y="1175"/>
                      <a:pt x="36195" y="1175"/>
                      <a:pt x="40005" y="1175"/>
                    </a:cubicBezTo>
                    <a:cubicBezTo>
                      <a:pt x="55245" y="-2635"/>
                      <a:pt x="72390" y="3081"/>
                      <a:pt x="81915" y="14510"/>
                    </a:cubicBezTo>
                    <a:cubicBezTo>
                      <a:pt x="83820" y="16415"/>
                      <a:pt x="85725" y="18320"/>
                      <a:pt x="87630" y="22131"/>
                    </a:cubicBezTo>
                    <a:cubicBezTo>
                      <a:pt x="89535" y="24035"/>
                      <a:pt x="91440" y="27845"/>
                      <a:pt x="91440" y="29750"/>
                    </a:cubicBezTo>
                    <a:cubicBezTo>
                      <a:pt x="93345" y="33560"/>
                      <a:pt x="93345" y="35465"/>
                      <a:pt x="93345" y="39275"/>
                    </a:cubicBezTo>
                    <a:cubicBezTo>
                      <a:pt x="93345" y="43085"/>
                      <a:pt x="95250" y="44990"/>
                      <a:pt x="95250" y="48800"/>
                    </a:cubicBezTo>
                    <a:cubicBezTo>
                      <a:pt x="95250" y="73565"/>
                      <a:pt x="72390" y="94520"/>
                      <a:pt x="47625" y="94520"/>
                    </a:cubicBezTo>
                    <a:cubicBezTo>
                      <a:pt x="47625" y="94520"/>
                      <a:pt x="47625" y="94520"/>
                      <a:pt x="47625" y="9452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pic>
          <p:nvPicPr>
            <p:cNvPr id="57" name="Picture 56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4424419E-3D3F-635C-5222-CD1663799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228166">
              <a:off x="7186012" y="3701631"/>
              <a:ext cx="2627669" cy="26276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2845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615501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engineering threats: Blagging (pretexting)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FF626-5B9E-458A-8AC8-E6DA7548706B}"/>
              </a:ext>
            </a:extLst>
          </p:cNvPr>
          <p:cNvSpPr/>
          <p:nvPr/>
        </p:nvSpPr>
        <p:spPr>
          <a:xfrm>
            <a:off x="176565" y="993174"/>
            <a:ext cx="6487125" cy="1264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act of creating and using an invented scenario to engage a targeted victim in a manner that increases the chance they will divulge information or perform actions that would be unlikely in ordinary circumstances.</a:t>
            </a: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0040A0-411E-4384-840A-A7A71F2133CB}"/>
              </a:ext>
            </a:extLst>
          </p:cNvPr>
          <p:cNvSpPr/>
          <p:nvPr/>
        </p:nvSpPr>
        <p:spPr>
          <a:xfrm>
            <a:off x="5166994" y="3655932"/>
            <a:ext cx="2377910" cy="2849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Preventing blagging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Methods used to obtain information can be convincing. People often lack the required knowledge of how to spot blagging attempts and what questions should be asked.</a:t>
            </a: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7AB1636F-A184-C34B-77FA-92655235D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86391" y="523174"/>
            <a:ext cx="1929043" cy="192904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D6B4E7E-CF27-C929-D60A-A3A13C833F4B}"/>
              </a:ext>
            </a:extLst>
          </p:cNvPr>
          <p:cNvGrpSpPr/>
          <p:nvPr/>
        </p:nvGrpSpPr>
        <p:grpSpPr>
          <a:xfrm>
            <a:off x="188584" y="3354618"/>
            <a:ext cx="11795629" cy="3321698"/>
            <a:chOff x="188584" y="3354618"/>
            <a:chExt cx="11795629" cy="3321698"/>
          </a:xfrm>
        </p:grpSpPr>
        <p:pic>
          <p:nvPicPr>
            <p:cNvPr id="10" name="Picture 9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137EC7EE-C8D5-0D3F-90CE-C10F560BA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371834" flipH="1">
              <a:off x="2780031" y="3701632"/>
              <a:ext cx="2627669" cy="262766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5C706651-7B5A-5CD3-C1EE-58D315ABD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584" y="3354618"/>
              <a:ext cx="3321698" cy="3321698"/>
            </a:xfrm>
            <a:prstGeom prst="rect">
              <a:avLst/>
            </a:prstGeom>
          </p:spPr>
        </p:pic>
        <p:grpSp>
          <p:nvGrpSpPr>
            <p:cNvPr id="12" name="Graphic 11">
              <a:extLst>
                <a:ext uri="{FF2B5EF4-FFF2-40B4-BE49-F238E27FC236}">
                  <a16:creationId xmlns:a16="http://schemas.microsoft.com/office/drawing/2014/main" id="{E143A96A-BECB-890D-D349-1FE9E80788E9}"/>
                </a:ext>
              </a:extLst>
            </p:cNvPr>
            <p:cNvGrpSpPr/>
            <p:nvPr/>
          </p:nvGrpSpPr>
          <p:grpSpPr>
            <a:xfrm>
              <a:off x="9039366" y="3595352"/>
              <a:ext cx="2944847" cy="3055821"/>
              <a:chOff x="3769328" y="991076"/>
              <a:chExt cx="4653342" cy="4828699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4FAA7A3-7C99-A698-76EC-9AF439EEE28F}"/>
                  </a:ext>
                </a:extLst>
              </p:cNvPr>
              <p:cNvSpPr/>
              <p:nvPr/>
            </p:nvSpPr>
            <p:spPr>
              <a:xfrm>
                <a:off x="5194934" y="1919287"/>
                <a:ext cx="1811655" cy="2075497"/>
              </a:xfrm>
              <a:custGeom>
                <a:avLst/>
                <a:gdLst>
                  <a:gd name="connsiteX0" fmla="*/ 1706880 w 1811655"/>
                  <a:gd name="connsiteY0" fmla="*/ 1397318 h 2075497"/>
                  <a:gd name="connsiteX1" fmla="*/ 1735455 w 1811655"/>
                  <a:gd name="connsiteY1" fmla="*/ 1326833 h 2075497"/>
                  <a:gd name="connsiteX2" fmla="*/ 1735455 w 1811655"/>
                  <a:gd name="connsiteY2" fmla="*/ 1326833 h 2075497"/>
                  <a:gd name="connsiteX3" fmla="*/ 1737360 w 1811655"/>
                  <a:gd name="connsiteY3" fmla="*/ 1326833 h 2075497"/>
                  <a:gd name="connsiteX4" fmla="*/ 1710690 w 1811655"/>
                  <a:gd name="connsiteY4" fmla="*/ 1262063 h 2075497"/>
                  <a:gd name="connsiteX5" fmla="*/ 1670685 w 1811655"/>
                  <a:gd name="connsiteY5" fmla="*/ 1164908 h 2075497"/>
                  <a:gd name="connsiteX6" fmla="*/ 1701165 w 1811655"/>
                  <a:gd name="connsiteY6" fmla="*/ 1094423 h 2075497"/>
                  <a:gd name="connsiteX7" fmla="*/ 1701165 w 1811655"/>
                  <a:gd name="connsiteY7" fmla="*/ 1094423 h 2075497"/>
                  <a:gd name="connsiteX8" fmla="*/ 1666875 w 1811655"/>
                  <a:gd name="connsiteY8" fmla="*/ 966788 h 2075497"/>
                  <a:gd name="connsiteX9" fmla="*/ 1659255 w 1811655"/>
                  <a:gd name="connsiteY9" fmla="*/ 902018 h 2075497"/>
                  <a:gd name="connsiteX10" fmla="*/ 1659255 w 1811655"/>
                  <a:gd name="connsiteY10" fmla="*/ 902018 h 2075497"/>
                  <a:gd name="connsiteX11" fmla="*/ 1659255 w 1811655"/>
                  <a:gd name="connsiteY11" fmla="*/ 871538 h 2075497"/>
                  <a:gd name="connsiteX12" fmla="*/ 1666875 w 1811655"/>
                  <a:gd name="connsiteY12" fmla="*/ 782003 h 2075497"/>
                  <a:gd name="connsiteX13" fmla="*/ 1672590 w 1811655"/>
                  <a:gd name="connsiteY13" fmla="*/ 753428 h 2075497"/>
                  <a:gd name="connsiteX14" fmla="*/ 1701165 w 1811655"/>
                  <a:gd name="connsiteY14" fmla="*/ 669608 h 2075497"/>
                  <a:gd name="connsiteX15" fmla="*/ 1748790 w 1811655"/>
                  <a:gd name="connsiteY15" fmla="*/ 555308 h 2075497"/>
                  <a:gd name="connsiteX16" fmla="*/ 1758315 w 1811655"/>
                  <a:gd name="connsiteY16" fmla="*/ 530543 h 2075497"/>
                  <a:gd name="connsiteX17" fmla="*/ 1790700 w 1811655"/>
                  <a:gd name="connsiteY17" fmla="*/ 429578 h 2075497"/>
                  <a:gd name="connsiteX18" fmla="*/ 1809750 w 1811655"/>
                  <a:gd name="connsiteY18" fmla="*/ 320992 h 2075497"/>
                  <a:gd name="connsiteX19" fmla="*/ 1811655 w 1811655"/>
                  <a:gd name="connsiteY19" fmla="*/ 263842 h 2075497"/>
                  <a:gd name="connsiteX20" fmla="*/ 1811655 w 1811655"/>
                  <a:gd name="connsiteY20" fmla="*/ 258127 h 2075497"/>
                  <a:gd name="connsiteX21" fmla="*/ 1798320 w 1811655"/>
                  <a:gd name="connsiteY21" fmla="*/ 256223 h 2075497"/>
                  <a:gd name="connsiteX22" fmla="*/ 1127760 w 1811655"/>
                  <a:gd name="connsiteY22" fmla="*/ 14288 h 2075497"/>
                  <a:gd name="connsiteX23" fmla="*/ 1057275 w 1811655"/>
                  <a:gd name="connsiteY23" fmla="*/ 14288 h 2075497"/>
                  <a:gd name="connsiteX24" fmla="*/ 1053465 w 1811655"/>
                  <a:gd name="connsiteY24" fmla="*/ 18098 h 2075497"/>
                  <a:gd name="connsiteX25" fmla="*/ 40005 w 1811655"/>
                  <a:gd name="connsiteY25" fmla="*/ 347663 h 2075497"/>
                  <a:gd name="connsiteX26" fmla="*/ 0 w 1811655"/>
                  <a:gd name="connsiteY26" fmla="*/ 357188 h 2075497"/>
                  <a:gd name="connsiteX27" fmla="*/ 104775 w 1811655"/>
                  <a:gd name="connsiteY27" fmla="*/ 667703 h 2075497"/>
                  <a:gd name="connsiteX28" fmla="*/ 142875 w 1811655"/>
                  <a:gd name="connsiteY28" fmla="*/ 801053 h 2075497"/>
                  <a:gd name="connsiteX29" fmla="*/ 144780 w 1811655"/>
                  <a:gd name="connsiteY29" fmla="*/ 825818 h 2075497"/>
                  <a:gd name="connsiteX30" fmla="*/ 146685 w 1811655"/>
                  <a:gd name="connsiteY30" fmla="*/ 842963 h 2075497"/>
                  <a:gd name="connsiteX31" fmla="*/ 146685 w 1811655"/>
                  <a:gd name="connsiteY31" fmla="*/ 898208 h 2075497"/>
                  <a:gd name="connsiteX32" fmla="*/ 146685 w 1811655"/>
                  <a:gd name="connsiteY32" fmla="*/ 898208 h 2075497"/>
                  <a:gd name="connsiteX33" fmla="*/ 125730 w 1811655"/>
                  <a:gd name="connsiteY33" fmla="*/ 1023938 h 2075497"/>
                  <a:gd name="connsiteX34" fmla="*/ 104775 w 1811655"/>
                  <a:gd name="connsiteY34" fmla="*/ 1088708 h 2075497"/>
                  <a:gd name="connsiteX35" fmla="*/ 104775 w 1811655"/>
                  <a:gd name="connsiteY35" fmla="*/ 1088708 h 2075497"/>
                  <a:gd name="connsiteX36" fmla="*/ 135255 w 1811655"/>
                  <a:gd name="connsiteY36" fmla="*/ 1159193 h 2075497"/>
                  <a:gd name="connsiteX37" fmla="*/ 135255 w 1811655"/>
                  <a:gd name="connsiteY37" fmla="*/ 1159193 h 2075497"/>
                  <a:gd name="connsiteX38" fmla="*/ 68580 w 1811655"/>
                  <a:gd name="connsiteY38" fmla="*/ 1323023 h 2075497"/>
                  <a:gd name="connsiteX39" fmla="*/ 70485 w 1811655"/>
                  <a:gd name="connsiteY39" fmla="*/ 1323023 h 2075497"/>
                  <a:gd name="connsiteX40" fmla="*/ 100965 w 1811655"/>
                  <a:gd name="connsiteY40" fmla="*/ 1393508 h 2075497"/>
                  <a:gd name="connsiteX41" fmla="*/ 60960 w 1811655"/>
                  <a:gd name="connsiteY41" fmla="*/ 1509713 h 2075497"/>
                  <a:gd name="connsiteX42" fmla="*/ 918210 w 1811655"/>
                  <a:gd name="connsiteY42" fmla="*/ 2075498 h 2075497"/>
                  <a:gd name="connsiteX43" fmla="*/ 918210 w 1811655"/>
                  <a:gd name="connsiteY43" fmla="*/ 2075498 h 2075497"/>
                  <a:gd name="connsiteX44" fmla="*/ 1762125 w 1811655"/>
                  <a:gd name="connsiteY44" fmla="*/ 1536382 h 2075497"/>
                  <a:gd name="connsiteX45" fmla="*/ 1706880 w 1811655"/>
                  <a:gd name="connsiteY45" fmla="*/ 1397318 h 2075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811655" h="2075497">
                    <a:moveTo>
                      <a:pt x="1706880" y="1397318"/>
                    </a:moveTo>
                    <a:cubicBezTo>
                      <a:pt x="1695450" y="1368743"/>
                      <a:pt x="1708785" y="1338263"/>
                      <a:pt x="1735455" y="1326833"/>
                    </a:cubicBezTo>
                    <a:cubicBezTo>
                      <a:pt x="1735455" y="1326833"/>
                      <a:pt x="1735455" y="1326833"/>
                      <a:pt x="1735455" y="1326833"/>
                    </a:cubicBezTo>
                    <a:lnTo>
                      <a:pt x="1737360" y="1326833"/>
                    </a:lnTo>
                    <a:lnTo>
                      <a:pt x="1710690" y="1262063"/>
                    </a:lnTo>
                    <a:lnTo>
                      <a:pt x="1670685" y="1164908"/>
                    </a:lnTo>
                    <a:cubicBezTo>
                      <a:pt x="1659255" y="1136333"/>
                      <a:pt x="1672590" y="1105853"/>
                      <a:pt x="1701165" y="1094423"/>
                    </a:cubicBezTo>
                    <a:lnTo>
                      <a:pt x="1701165" y="1094423"/>
                    </a:lnTo>
                    <a:cubicBezTo>
                      <a:pt x="1685925" y="1054418"/>
                      <a:pt x="1672590" y="1010603"/>
                      <a:pt x="1666875" y="966788"/>
                    </a:cubicBezTo>
                    <a:cubicBezTo>
                      <a:pt x="1663065" y="945833"/>
                      <a:pt x="1661160" y="922972"/>
                      <a:pt x="1659255" y="902018"/>
                    </a:cubicBezTo>
                    <a:lnTo>
                      <a:pt x="1659255" y="902018"/>
                    </a:lnTo>
                    <a:cubicBezTo>
                      <a:pt x="1659255" y="892493"/>
                      <a:pt x="1659255" y="882968"/>
                      <a:pt x="1659255" y="871538"/>
                    </a:cubicBezTo>
                    <a:cubicBezTo>
                      <a:pt x="1659255" y="841058"/>
                      <a:pt x="1661160" y="812483"/>
                      <a:pt x="1666875" y="782003"/>
                    </a:cubicBezTo>
                    <a:cubicBezTo>
                      <a:pt x="1668780" y="772478"/>
                      <a:pt x="1670685" y="762953"/>
                      <a:pt x="1672590" y="753428"/>
                    </a:cubicBezTo>
                    <a:cubicBezTo>
                      <a:pt x="1680210" y="724853"/>
                      <a:pt x="1689735" y="696278"/>
                      <a:pt x="1701165" y="669608"/>
                    </a:cubicBezTo>
                    <a:cubicBezTo>
                      <a:pt x="1716405" y="635318"/>
                      <a:pt x="1733550" y="595313"/>
                      <a:pt x="1748790" y="555308"/>
                    </a:cubicBezTo>
                    <a:cubicBezTo>
                      <a:pt x="1752600" y="547688"/>
                      <a:pt x="1754505" y="538163"/>
                      <a:pt x="1758315" y="530543"/>
                    </a:cubicBezTo>
                    <a:cubicBezTo>
                      <a:pt x="1769745" y="496253"/>
                      <a:pt x="1781175" y="461963"/>
                      <a:pt x="1790700" y="429578"/>
                    </a:cubicBezTo>
                    <a:cubicBezTo>
                      <a:pt x="1800225" y="395288"/>
                      <a:pt x="1807845" y="359092"/>
                      <a:pt x="1809750" y="320992"/>
                    </a:cubicBezTo>
                    <a:cubicBezTo>
                      <a:pt x="1809750" y="301942"/>
                      <a:pt x="1811655" y="282892"/>
                      <a:pt x="1811655" y="263842"/>
                    </a:cubicBezTo>
                    <a:cubicBezTo>
                      <a:pt x="1811655" y="261938"/>
                      <a:pt x="1811655" y="260033"/>
                      <a:pt x="1811655" y="258127"/>
                    </a:cubicBezTo>
                    <a:cubicBezTo>
                      <a:pt x="1807845" y="256223"/>
                      <a:pt x="1802130" y="256223"/>
                      <a:pt x="1798320" y="256223"/>
                    </a:cubicBezTo>
                    <a:cubicBezTo>
                      <a:pt x="1411605" y="244792"/>
                      <a:pt x="1207770" y="90488"/>
                      <a:pt x="1127760" y="14288"/>
                    </a:cubicBezTo>
                    <a:cubicBezTo>
                      <a:pt x="1108710" y="-4763"/>
                      <a:pt x="1076325" y="-4763"/>
                      <a:pt x="1057275" y="14288"/>
                    </a:cubicBezTo>
                    <a:cubicBezTo>
                      <a:pt x="1055370" y="16192"/>
                      <a:pt x="1055370" y="16192"/>
                      <a:pt x="1053465" y="18098"/>
                    </a:cubicBezTo>
                    <a:cubicBezTo>
                      <a:pt x="710565" y="442913"/>
                      <a:pt x="207645" y="383858"/>
                      <a:pt x="40005" y="347663"/>
                    </a:cubicBezTo>
                    <a:cubicBezTo>
                      <a:pt x="26670" y="343853"/>
                      <a:pt x="11430" y="347663"/>
                      <a:pt x="0" y="357188"/>
                    </a:cubicBezTo>
                    <a:cubicBezTo>
                      <a:pt x="15240" y="452438"/>
                      <a:pt x="64770" y="580072"/>
                      <a:pt x="104775" y="667703"/>
                    </a:cubicBezTo>
                    <a:cubicBezTo>
                      <a:pt x="123825" y="709613"/>
                      <a:pt x="135255" y="755333"/>
                      <a:pt x="142875" y="801053"/>
                    </a:cubicBezTo>
                    <a:cubicBezTo>
                      <a:pt x="144780" y="808672"/>
                      <a:pt x="144780" y="818197"/>
                      <a:pt x="144780" y="825818"/>
                    </a:cubicBezTo>
                    <a:cubicBezTo>
                      <a:pt x="144780" y="831533"/>
                      <a:pt x="146685" y="837247"/>
                      <a:pt x="146685" y="842963"/>
                    </a:cubicBezTo>
                    <a:cubicBezTo>
                      <a:pt x="146685" y="862013"/>
                      <a:pt x="146685" y="879158"/>
                      <a:pt x="146685" y="898208"/>
                    </a:cubicBezTo>
                    <a:lnTo>
                      <a:pt x="146685" y="898208"/>
                    </a:lnTo>
                    <a:cubicBezTo>
                      <a:pt x="144780" y="940118"/>
                      <a:pt x="137160" y="983933"/>
                      <a:pt x="125730" y="1023938"/>
                    </a:cubicBezTo>
                    <a:cubicBezTo>
                      <a:pt x="120015" y="1046797"/>
                      <a:pt x="112395" y="1067753"/>
                      <a:pt x="104775" y="1088708"/>
                    </a:cubicBezTo>
                    <a:lnTo>
                      <a:pt x="104775" y="1088708"/>
                    </a:lnTo>
                    <a:cubicBezTo>
                      <a:pt x="133350" y="1100138"/>
                      <a:pt x="146685" y="1132523"/>
                      <a:pt x="135255" y="1159193"/>
                    </a:cubicBezTo>
                    <a:cubicBezTo>
                      <a:pt x="135255" y="1159193"/>
                      <a:pt x="135255" y="1159193"/>
                      <a:pt x="135255" y="1159193"/>
                    </a:cubicBezTo>
                    <a:lnTo>
                      <a:pt x="68580" y="1323023"/>
                    </a:lnTo>
                    <a:lnTo>
                      <a:pt x="70485" y="1323023"/>
                    </a:lnTo>
                    <a:cubicBezTo>
                      <a:pt x="97155" y="1334453"/>
                      <a:pt x="110490" y="1366838"/>
                      <a:pt x="100965" y="1393508"/>
                    </a:cubicBezTo>
                    <a:lnTo>
                      <a:pt x="60960" y="1509713"/>
                    </a:lnTo>
                    <a:cubicBezTo>
                      <a:pt x="207645" y="1852613"/>
                      <a:pt x="544830" y="2073593"/>
                      <a:pt x="918210" y="2075498"/>
                    </a:cubicBezTo>
                    <a:lnTo>
                      <a:pt x="918210" y="2075498"/>
                    </a:lnTo>
                    <a:cubicBezTo>
                      <a:pt x="1280160" y="2073593"/>
                      <a:pt x="1609725" y="1864043"/>
                      <a:pt x="1762125" y="1536382"/>
                    </a:cubicBezTo>
                    <a:lnTo>
                      <a:pt x="1706880" y="1397318"/>
                    </a:lnTo>
                    <a:close/>
                  </a:path>
                </a:pathLst>
              </a:custGeom>
              <a:solidFill>
                <a:srgbClr val="F9D0B4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5FE565F-3F60-08F8-2059-5B99D1574C84}"/>
                  </a:ext>
                </a:extLst>
              </p:cNvPr>
              <p:cNvSpPr/>
              <p:nvPr/>
            </p:nvSpPr>
            <p:spPr>
              <a:xfrm>
                <a:off x="5669220" y="2743140"/>
                <a:ext cx="192464" cy="192464"/>
              </a:xfrm>
              <a:custGeom>
                <a:avLst/>
                <a:gdLst>
                  <a:gd name="connsiteX0" fmla="*/ 95310 w 192464"/>
                  <a:gd name="connsiteY0" fmla="*/ 192465 h 192464"/>
                  <a:gd name="connsiteX1" fmla="*/ 60 w 192464"/>
                  <a:gd name="connsiteY1" fmla="*/ 95310 h 192464"/>
                  <a:gd name="connsiteX2" fmla="*/ 97215 w 192464"/>
                  <a:gd name="connsiteY2" fmla="*/ 60 h 192464"/>
                  <a:gd name="connsiteX3" fmla="*/ 192465 w 192464"/>
                  <a:gd name="connsiteY3" fmla="*/ 95310 h 192464"/>
                  <a:gd name="connsiteX4" fmla="*/ 95310 w 192464"/>
                  <a:gd name="connsiteY4" fmla="*/ 192465 h 192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464" h="192464">
                    <a:moveTo>
                      <a:pt x="95310" y="192465"/>
                    </a:moveTo>
                    <a:cubicBezTo>
                      <a:pt x="41970" y="192465"/>
                      <a:pt x="-1845" y="148650"/>
                      <a:pt x="60" y="95310"/>
                    </a:cubicBezTo>
                    <a:cubicBezTo>
                      <a:pt x="1965" y="41970"/>
                      <a:pt x="43875" y="-1845"/>
                      <a:pt x="97215" y="60"/>
                    </a:cubicBezTo>
                    <a:cubicBezTo>
                      <a:pt x="150555" y="60"/>
                      <a:pt x="192465" y="43875"/>
                      <a:pt x="192465" y="95310"/>
                    </a:cubicBezTo>
                    <a:cubicBezTo>
                      <a:pt x="190560" y="150555"/>
                      <a:pt x="148650" y="192465"/>
                      <a:pt x="95310" y="192465"/>
                    </a:cubicBezTo>
                    <a:close/>
                  </a:path>
                </a:pathLst>
              </a:custGeom>
              <a:solidFill>
                <a:srgbClr val="E9E9EA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B390F70-1581-591D-8DD1-BE57EFFE4A0D}"/>
                  </a:ext>
                </a:extLst>
              </p:cNvPr>
              <p:cNvSpPr/>
              <p:nvPr/>
            </p:nvSpPr>
            <p:spPr>
              <a:xfrm>
                <a:off x="6377940" y="2743200"/>
                <a:ext cx="192464" cy="192404"/>
              </a:xfrm>
              <a:custGeom>
                <a:avLst/>
                <a:gdLst>
                  <a:gd name="connsiteX0" fmla="*/ 97155 w 192464"/>
                  <a:gd name="connsiteY0" fmla="*/ 192405 h 192404"/>
                  <a:gd name="connsiteX1" fmla="*/ 0 w 192464"/>
                  <a:gd name="connsiteY1" fmla="*/ 97155 h 192404"/>
                  <a:gd name="connsiteX2" fmla="*/ 95250 w 192464"/>
                  <a:gd name="connsiteY2" fmla="*/ 0 h 192404"/>
                  <a:gd name="connsiteX3" fmla="*/ 192405 w 192464"/>
                  <a:gd name="connsiteY3" fmla="*/ 95250 h 192404"/>
                  <a:gd name="connsiteX4" fmla="*/ 192405 w 192464"/>
                  <a:gd name="connsiteY4" fmla="*/ 95250 h 192404"/>
                  <a:gd name="connsiteX5" fmla="*/ 97155 w 192464"/>
                  <a:gd name="connsiteY5" fmla="*/ 192405 h 192404"/>
                  <a:gd name="connsiteX6" fmla="*/ 97155 w 192464"/>
                  <a:gd name="connsiteY6" fmla="*/ 192405 h 192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2464" h="192404">
                    <a:moveTo>
                      <a:pt x="97155" y="192405"/>
                    </a:moveTo>
                    <a:cubicBezTo>
                      <a:pt x="43815" y="192405"/>
                      <a:pt x="0" y="148590"/>
                      <a:pt x="0" y="97155"/>
                    </a:cubicBezTo>
                    <a:cubicBezTo>
                      <a:pt x="0" y="43815"/>
                      <a:pt x="43815" y="0"/>
                      <a:pt x="95250" y="0"/>
                    </a:cubicBezTo>
                    <a:cubicBezTo>
                      <a:pt x="148590" y="0"/>
                      <a:pt x="192405" y="43815"/>
                      <a:pt x="192405" y="95250"/>
                    </a:cubicBezTo>
                    <a:cubicBezTo>
                      <a:pt x="192405" y="95250"/>
                      <a:pt x="192405" y="95250"/>
                      <a:pt x="192405" y="95250"/>
                    </a:cubicBezTo>
                    <a:cubicBezTo>
                      <a:pt x="194310" y="148590"/>
                      <a:pt x="150495" y="192405"/>
                      <a:pt x="97155" y="192405"/>
                    </a:cubicBezTo>
                    <a:cubicBezTo>
                      <a:pt x="97155" y="192405"/>
                      <a:pt x="97155" y="192405"/>
                      <a:pt x="97155" y="192405"/>
                    </a:cubicBezTo>
                    <a:close/>
                  </a:path>
                </a:pathLst>
              </a:custGeom>
              <a:solidFill>
                <a:srgbClr val="E9E9EA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11A2969-C571-9E3A-EE2D-26E1427F1630}"/>
                  </a:ext>
                </a:extLst>
              </p:cNvPr>
              <p:cNvSpPr/>
              <p:nvPr/>
            </p:nvSpPr>
            <p:spPr>
              <a:xfrm>
                <a:off x="4970145" y="1047750"/>
                <a:ext cx="2251710" cy="1242346"/>
              </a:xfrm>
              <a:custGeom>
                <a:avLst/>
                <a:gdLst>
                  <a:gd name="connsiteX0" fmla="*/ 2034540 w 2251710"/>
                  <a:gd name="connsiteY0" fmla="*/ 1125855 h 1242346"/>
                  <a:gd name="connsiteX1" fmla="*/ 2034540 w 2251710"/>
                  <a:gd name="connsiteY1" fmla="*/ 1125855 h 1242346"/>
                  <a:gd name="connsiteX2" fmla="*/ 2036445 w 2251710"/>
                  <a:gd name="connsiteY2" fmla="*/ 1068705 h 1242346"/>
                  <a:gd name="connsiteX3" fmla="*/ 2038350 w 2251710"/>
                  <a:gd name="connsiteY3" fmla="*/ 1030605 h 1242346"/>
                  <a:gd name="connsiteX4" fmla="*/ 2044065 w 2251710"/>
                  <a:gd name="connsiteY4" fmla="*/ 981075 h 1242346"/>
                  <a:gd name="connsiteX5" fmla="*/ 2049780 w 2251710"/>
                  <a:gd name="connsiteY5" fmla="*/ 950595 h 1242346"/>
                  <a:gd name="connsiteX6" fmla="*/ 2055495 w 2251710"/>
                  <a:gd name="connsiteY6" fmla="*/ 925830 h 1242346"/>
                  <a:gd name="connsiteX7" fmla="*/ 2171700 w 2251710"/>
                  <a:gd name="connsiteY7" fmla="*/ 836295 h 1242346"/>
                  <a:gd name="connsiteX8" fmla="*/ 2190750 w 2251710"/>
                  <a:gd name="connsiteY8" fmla="*/ 840105 h 1242346"/>
                  <a:gd name="connsiteX9" fmla="*/ 2238375 w 2251710"/>
                  <a:gd name="connsiteY9" fmla="*/ 872490 h 1242346"/>
                  <a:gd name="connsiteX10" fmla="*/ 2251710 w 2251710"/>
                  <a:gd name="connsiteY10" fmla="*/ 889635 h 1242346"/>
                  <a:gd name="connsiteX11" fmla="*/ 2152650 w 2251710"/>
                  <a:gd name="connsiteY11" fmla="*/ 653415 h 1242346"/>
                  <a:gd name="connsiteX12" fmla="*/ 2053590 w 2251710"/>
                  <a:gd name="connsiteY12" fmla="*/ 417195 h 1242346"/>
                  <a:gd name="connsiteX13" fmla="*/ 2116455 w 2251710"/>
                  <a:gd name="connsiteY13" fmla="*/ 262890 h 1242346"/>
                  <a:gd name="connsiteX14" fmla="*/ 2135505 w 2251710"/>
                  <a:gd name="connsiteY14" fmla="*/ 257175 h 1242346"/>
                  <a:gd name="connsiteX15" fmla="*/ 1596390 w 2251710"/>
                  <a:gd name="connsiteY15" fmla="*/ 260985 h 1242346"/>
                  <a:gd name="connsiteX16" fmla="*/ 1139190 w 2251710"/>
                  <a:gd name="connsiteY16" fmla="*/ 0 h 1242346"/>
                  <a:gd name="connsiteX17" fmla="*/ 864870 w 2251710"/>
                  <a:gd name="connsiteY17" fmla="*/ 0 h 1242346"/>
                  <a:gd name="connsiteX18" fmla="*/ 177165 w 2251710"/>
                  <a:gd name="connsiteY18" fmla="*/ 289560 h 1242346"/>
                  <a:gd name="connsiteX19" fmla="*/ 209550 w 2251710"/>
                  <a:gd name="connsiteY19" fmla="*/ 369570 h 1242346"/>
                  <a:gd name="connsiteX20" fmla="*/ 209550 w 2251710"/>
                  <a:gd name="connsiteY20" fmla="*/ 371475 h 1242346"/>
                  <a:gd name="connsiteX21" fmla="*/ 200025 w 2251710"/>
                  <a:gd name="connsiteY21" fmla="*/ 417195 h 1242346"/>
                  <a:gd name="connsiteX22" fmla="*/ 0 w 2251710"/>
                  <a:gd name="connsiteY22" fmla="*/ 891540 h 1242346"/>
                  <a:gd name="connsiteX23" fmla="*/ 80010 w 2251710"/>
                  <a:gd name="connsiteY23" fmla="*/ 838200 h 1242346"/>
                  <a:gd name="connsiteX24" fmla="*/ 217170 w 2251710"/>
                  <a:gd name="connsiteY24" fmla="*/ 1158240 h 1242346"/>
                  <a:gd name="connsiteX25" fmla="*/ 219075 w 2251710"/>
                  <a:gd name="connsiteY25" fmla="*/ 1188720 h 1242346"/>
                  <a:gd name="connsiteX26" fmla="*/ 222885 w 2251710"/>
                  <a:gd name="connsiteY26" fmla="*/ 1226820 h 1242346"/>
                  <a:gd name="connsiteX27" fmla="*/ 222885 w 2251710"/>
                  <a:gd name="connsiteY27" fmla="*/ 1226820 h 1242346"/>
                  <a:gd name="connsiteX28" fmla="*/ 262890 w 2251710"/>
                  <a:gd name="connsiteY28" fmla="*/ 1217295 h 1242346"/>
                  <a:gd name="connsiteX29" fmla="*/ 1274445 w 2251710"/>
                  <a:gd name="connsiteY29" fmla="*/ 883920 h 1242346"/>
                  <a:gd name="connsiteX30" fmla="*/ 1344930 w 2251710"/>
                  <a:gd name="connsiteY30" fmla="*/ 876300 h 1242346"/>
                  <a:gd name="connsiteX31" fmla="*/ 1348740 w 2251710"/>
                  <a:gd name="connsiteY31" fmla="*/ 880110 h 1242346"/>
                  <a:gd name="connsiteX32" fmla="*/ 2019300 w 2251710"/>
                  <a:gd name="connsiteY32" fmla="*/ 1122045 h 1242346"/>
                  <a:gd name="connsiteX33" fmla="*/ 2034540 w 2251710"/>
                  <a:gd name="connsiteY33" fmla="*/ 1125855 h 124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251710" h="1242346">
                    <a:moveTo>
                      <a:pt x="2034540" y="1125855"/>
                    </a:moveTo>
                    <a:lnTo>
                      <a:pt x="2034540" y="1125855"/>
                    </a:lnTo>
                    <a:cubicBezTo>
                      <a:pt x="2034540" y="1106805"/>
                      <a:pt x="2034540" y="1087755"/>
                      <a:pt x="2036445" y="1068705"/>
                    </a:cubicBezTo>
                    <a:cubicBezTo>
                      <a:pt x="2036445" y="1055370"/>
                      <a:pt x="2038350" y="1043940"/>
                      <a:pt x="2038350" y="1030605"/>
                    </a:cubicBezTo>
                    <a:cubicBezTo>
                      <a:pt x="2040255" y="1013460"/>
                      <a:pt x="2040255" y="998220"/>
                      <a:pt x="2044065" y="981075"/>
                    </a:cubicBezTo>
                    <a:cubicBezTo>
                      <a:pt x="2045970" y="969645"/>
                      <a:pt x="2047875" y="960120"/>
                      <a:pt x="2049780" y="950595"/>
                    </a:cubicBezTo>
                    <a:cubicBezTo>
                      <a:pt x="2051685" y="941070"/>
                      <a:pt x="2053590" y="933450"/>
                      <a:pt x="2055495" y="925830"/>
                    </a:cubicBezTo>
                    <a:cubicBezTo>
                      <a:pt x="2072640" y="870585"/>
                      <a:pt x="2106930" y="834390"/>
                      <a:pt x="2171700" y="836295"/>
                    </a:cubicBezTo>
                    <a:cubicBezTo>
                      <a:pt x="2177415" y="836295"/>
                      <a:pt x="2185035" y="838200"/>
                      <a:pt x="2190750" y="840105"/>
                    </a:cubicBezTo>
                    <a:cubicBezTo>
                      <a:pt x="2209800" y="845820"/>
                      <a:pt x="2226945" y="857250"/>
                      <a:pt x="2238375" y="872490"/>
                    </a:cubicBezTo>
                    <a:cubicBezTo>
                      <a:pt x="2244090" y="878205"/>
                      <a:pt x="2247900" y="883920"/>
                      <a:pt x="2251710" y="889635"/>
                    </a:cubicBezTo>
                    <a:lnTo>
                      <a:pt x="2152650" y="653415"/>
                    </a:lnTo>
                    <a:lnTo>
                      <a:pt x="2053590" y="417195"/>
                    </a:lnTo>
                    <a:cubicBezTo>
                      <a:pt x="2028825" y="356235"/>
                      <a:pt x="2055495" y="287655"/>
                      <a:pt x="2116455" y="262890"/>
                    </a:cubicBezTo>
                    <a:cubicBezTo>
                      <a:pt x="2122170" y="260985"/>
                      <a:pt x="2129790" y="257175"/>
                      <a:pt x="2135505" y="257175"/>
                    </a:cubicBezTo>
                    <a:cubicBezTo>
                      <a:pt x="1967865" y="160020"/>
                      <a:pt x="1762125" y="160020"/>
                      <a:pt x="1596390" y="260985"/>
                    </a:cubicBezTo>
                    <a:cubicBezTo>
                      <a:pt x="1501140" y="99060"/>
                      <a:pt x="1327785" y="0"/>
                      <a:pt x="1139190" y="0"/>
                    </a:cubicBezTo>
                    <a:lnTo>
                      <a:pt x="864870" y="0"/>
                    </a:lnTo>
                    <a:cubicBezTo>
                      <a:pt x="605790" y="0"/>
                      <a:pt x="358140" y="104775"/>
                      <a:pt x="177165" y="289560"/>
                    </a:cubicBezTo>
                    <a:cubicBezTo>
                      <a:pt x="198120" y="312420"/>
                      <a:pt x="209550" y="339090"/>
                      <a:pt x="209550" y="369570"/>
                    </a:cubicBezTo>
                    <a:cubicBezTo>
                      <a:pt x="209550" y="369570"/>
                      <a:pt x="209550" y="371475"/>
                      <a:pt x="209550" y="371475"/>
                    </a:cubicBezTo>
                    <a:cubicBezTo>
                      <a:pt x="209550" y="386715"/>
                      <a:pt x="205740" y="401955"/>
                      <a:pt x="200025" y="417195"/>
                    </a:cubicBezTo>
                    <a:lnTo>
                      <a:pt x="0" y="891540"/>
                    </a:lnTo>
                    <a:cubicBezTo>
                      <a:pt x="15240" y="861060"/>
                      <a:pt x="45720" y="840105"/>
                      <a:pt x="80010" y="838200"/>
                    </a:cubicBezTo>
                    <a:cubicBezTo>
                      <a:pt x="220980" y="832485"/>
                      <a:pt x="213360" y="1007745"/>
                      <a:pt x="217170" y="1158240"/>
                    </a:cubicBezTo>
                    <a:cubicBezTo>
                      <a:pt x="217170" y="1167765"/>
                      <a:pt x="217170" y="1179195"/>
                      <a:pt x="219075" y="1188720"/>
                    </a:cubicBezTo>
                    <a:cubicBezTo>
                      <a:pt x="219075" y="1202055"/>
                      <a:pt x="220980" y="1215390"/>
                      <a:pt x="222885" y="1226820"/>
                    </a:cubicBezTo>
                    <a:lnTo>
                      <a:pt x="222885" y="1226820"/>
                    </a:lnTo>
                    <a:cubicBezTo>
                      <a:pt x="234315" y="1217295"/>
                      <a:pt x="249555" y="1215390"/>
                      <a:pt x="262890" y="1217295"/>
                    </a:cubicBezTo>
                    <a:cubicBezTo>
                      <a:pt x="432435" y="1253490"/>
                      <a:pt x="933450" y="1312545"/>
                      <a:pt x="1274445" y="883920"/>
                    </a:cubicBezTo>
                    <a:cubicBezTo>
                      <a:pt x="1291590" y="862965"/>
                      <a:pt x="1323975" y="859155"/>
                      <a:pt x="1344930" y="876300"/>
                    </a:cubicBezTo>
                    <a:cubicBezTo>
                      <a:pt x="1346835" y="878205"/>
                      <a:pt x="1346835" y="878205"/>
                      <a:pt x="1348740" y="880110"/>
                    </a:cubicBezTo>
                    <a:cubicBezTo>
                      <a:pt x="1426845" y="956310"/>
                      <a:pt x="1630680" y="1110615"/>
                      <a:pt x="2019300" y="1122045"/>
                    </a:cubicBezTo>
                    <a:cubicBezTo>
                      <a:pt x="2025015" y="1123950"/>
                      <a:pt x="2028825" y="1125855"/>
                      <a:pt x="2034540" y="1125855"/>
                    </a:cubicBezTo>
                    <a:close/>
                  </a:path>
                </a:pathLst>
              </a:custGeom>
              <a:solidFill>
                <a:srgbClr val="6D6C6B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ECF2A45-54BD-5F57-0234-89B67B92302A}"/>
                  </a:ext>
                </a:extLst>
              </p:cNvPr>
              <p:cNvSpPr/>
              <p:nvPr/>
            </p:nvSpPr>
            <p:spPr>
              <a:xfrm>
                <a:off x="6851106" y="1299537"/>
                <a:ext cx="726326" cy="1712267"/>
              </a:xfrm>
              <a:custGeom>
                <a:avLst/>
                <a:gdLst>
                  <a:gd name="connsiteX0" fmla="*/ 43089 w 726326"/>
                  <a:gd name="connsiteY0" fmla="*/ 1287452 h 1712267"/>
                  <a:gd name="connsiteX1" fmla="*/ 151674 w 726326"/>
                  <a:gd name="connsiteY1" fmla="*/ 936932 h 1712267"/>
                  <a:gd name="connsiteX2" fmla="*/ 290739 w 726326"/>
                  <a:gd name="connsiteY2" fmla="*/ 586412 h 1712267"/>
                  <a:gd name="connsiteX3" fmla="*/ 370749 w 726326"/>
                  <a:gd name="connsiteY3" fmla="*/ 639752 h 1712267"/>
                  <a:gd name="connsiteX4" fmla="*/ 170724 w 726326"/>
                  <a:gd name="connsiteY4" fmla="*/ 165407 h 1712267"/>
                  <a:gd name="connsiteX5" fmla="*/ 233589 w 726326"/>
                  <a:gd name="connsiteY5" fmla="*/ 9197 h 1712267"/>
                  <a:gd name="connsiteX6" fmla="*/ 382179 w 726326"/>
                  <a:gd name="connsiteY6" fmla="*/ 58727 h 1712267"/>
                  <a:gd name="connsiteX7" fmla="*/ 645069 w 726326"/>
                  <a:gd name="connsiteY7" fmla="*/ 514022 h 1712267"/>
                  <a:gd name="connsiteX8" fmla="*/ 694599 w 726326"/>
                  <a:gd name="connsiteY8" fmla="*/ 1060757 h 1712267"/>
                  <a:gd name="connsiteX9" fmla="*/ 595539 w 726326"/>
                  <a:gd name="connsiteY9" fmla="*/ 1380797 h 1712267"/>
                  <a:gd name="connsiteX10" fmla="*/ 593634 w 726326"/>
                  <a:gd name="connsiteY10" fmla="*/ 1483667 h 1712267"/>
                  <a:gd name="connsiteX11" fmla="*/ 44994 w 726326"/>
                  <a:gd name="connsiteY11" fmla="*/ 1712267 h 1712267"/>
                  <a:gd name="connsiteX12" fmla="*/ 1179 w 726326"/>
                  <a:gd name="connsiteY12" fmla="*/ 1519862 h 1712267"/>
                  <a:gd name="connsiteX13" fmla="*/ 1179 w 726326"/>
                  <a:gd name="connsiteY13" fmla="*/ 1519862 h 1712267"/>
                  <a:gd name="connsiteX14" fmla="*/ 43089 w 726326"/>
                  <a:gd name="connsiteY14" fmla="*/ 1287452 h 1712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26326" h="1712267">
                    <a:moveTo>
                      <a:pt x="43089" y="1287452"/>
                    </a:moveTo>
                    <a:cubicBezTo>
                      <a:pt x="86904" y="1186487"/>
                      <a:pt x="147864" y="1034087"/>
                      <a:pt x="151674" y="936932"/>
                    </a:cubicBezTo>
                    <a:cubicBezTo>
                      <a:pt x="159294" y="778817"/>
                      <a:pt x="140244" y="580697"/>
                      <a:pt x="290739" y="586412"/>
                    </a:cubicBezTo>
                    <a:cubicBezTo>
                      <a:pt x="325029" y="588317"/>
                      <a:pt x="355509" y="609272"/>
                      <a:pt x="370749" y="639752"/>
                    </a:cubicBezTo>
                    <a:lnTo>
                      <a:pt x="170724" y="165407"/>
                    </a:lnTo>
                    <a:cubicBezTo>
                      <a:pt x="145959" y="104447"/>
                      <a:pt x="174534" y="35867"/>
                      <a:pt x="233589" y="9197"/>
                    </a:cubicBezTo>
                    <a:cubicBezTo>
                      <a:pt x="288834" y="-13663"/>
                      <a:pt x="353604" y="7292"/>
                      <a:pt x="382179" y="58727"/>
                    </a:cubicBezTo>
                    <a:lnTo>
                      <a:pt x="645069" y="514022"/>
                    </a:lnTo>
                    <a:cubicBezTo>
                      <a:pt x="732699" y="683567"/>
                      <a:pt x="749844" y="879782"/>
                      <a:pt x="694599" y="1060757"/>
                    </a:cubicBezTo>
                    <a:lnTo>
                      <a:pt x="595539" y="1380797"/>
                    </a:lnTo>
                    <a:cubicBezTo>
                      <a:pt x="589824" y="1415087"/>
                      <a:pt x="587919" y="1449377"/>
                      <a:pt x="593634" y="1483667"/>
                    </a:cubicBezTo>
                    <a:lnTo>
                      <a:pt x="44994" y="1712267"/>
                    </a:lnTo>
                    <a:cubicBezTo>
                      <a:pt x="20229" y="1651307"/>
                      <a:pt x="4989" y="1586537"/>
                      <a:pt x="1179" y="1519862"/>
                    </a:cubicBezTo>
                    <a:lnTo>
                      <a:pt x="1179" y="1519862"/>
                    </a:lnTo>
                    <a:cubicBezTo>
                      <a:pt x="-4536" y="1439852"/>
                      <a:pt x="10704" y="1359842"/>
                      <a:pt x="43089" y="1287452"/>
                    </a:cubicBezTo>
                    <a:close/>
                  </a:path>
                </a:pathLst>
              </a:custGeom>
              <a:solidFill>
                <a:srgbClr val="F9D0B4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F4FAF26-A1B9-5E9F-C582-417D0DC4190C}"/>
                  </a:ext>
                </a:extLst>
              </p:cNvPr>
              <p:cNvSpPr/>
              <p:nvPr/>
            </p:nvSpPr>
            <p:spPr>
              <a:xfrm>
                <a:off x="5690234" y="3886200"/>
                <a:ext cx="859155" cy="756284"/>
              </a:xfrm>
              <a:custGeom>
                <a:avLst/>
                <a:gdLst>
                  <a:gd name="connsiteX0" fmla="*/ 415290 w 859155"/>
                  <a:gd name="connsiteY0" fmla="*/ 112395 h 756284"/>
                  <a:gd name="connsiteX1" fmla="*/ 415290 w 859155"/>
                  <a:gd name="connsiteY1" fmla="*/ 112395 h 756284"/>
                  <a:gd name="connsiteX2" fmla="*/ 0 w 859155"/>
                  <a:gd name="connsiteY2" fmla="*/ 13335 h 756284"/>
                  <a:gd name="connsiteX3" fmla="*/ 0 w 859155"/>
                  <a:gd name="connsiteY3" fmla="*/ 291465 h 756284"/>
                  <a:gd name="connsiteX4" fmla="*/ 184785 w 859155"/>
                  <a:gd name="connsiteY4" fmla="*/ 702945 h 756284"/>
                  <a:gd name="connsiteX5" fmla="*/ 266700 w 859155"/>
                  <a:gd name="connsiteY5" fmla="*/ 756285 h 756284"/>
                  <a:gd name="connsiteX6" fmla="*/ 579120 w 859155"/>
                  <a:gd name="connsiteY6" fmla="*/ 756285 h 756284"/>
                  <a:gd name="connsiteX7" fmla="*/ 659130 w 859155"/>
                  <a:gd name="connsiteY7" fmla="*/ 706755 h 756284"/>
                  <a:gd name="connsiteX8" fmla="*/ 859155 w 859155"/>
                  <a:gd name="connsiteY8" fmla="*/ 293370 h 756284"/>
                  <a:gd name="connsiteX9" fmla="*/ 859155 w 859155"/>
                  <a:gd name="connsiteY9" fmla="*/ 0 h 756284"/>
                  <a:gd name="connsiteX10" fmla="*/ 415290 w 859155"/>
                  <a:gd name="connsiteY10" fmla="*/ 112395 h 756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59155" h="756284">
                    <a:moveTo>
                      <a:pt x="415290" y="112395"/>
                    </a:moveTo>
                    <a:lnTo>
                      <a:pt x="415290" y="112395"/>
                    </a:lnTo>
                    <a:cubicBezTo>
                      <a:pt x="270510" y="112395"/>
                      <a:pt x="127635" y="78105"/>
                      <a:pt x="0" y="13335"/>
                    </a:cubicBezTo>
                    <a:lnTo>
                      <a:pt x="0" y="291465"/>
                    </a:lnTo>
                    <a:lnTo>
                      <a:pt x="184785" y="702945"/>
                    </a:lnTo>
                    <a:cubicBezTo>
                      <a:pt x="200025" y="735330"/>
                      <a:pt x="230505" y="756285"/>
                      <a:pt x="266700" y="756285"/>
                    </a:cubicBezTo>
                    <a:lnTo>
                      <a:pt x="579120" y="756285"/>
                    </a:lnTo>
                    <a:cubicBezTo>
                      <a:pt x="613410" y="756285"/>
                      <a:pt x="643890" y="737235"/>
                      <a:pt x="659130" y="706755"/>
                    </a:cubicBezTo>
                    <a:lnTo>
                      <a:pt x="859155" y="293370"/>
                    </a:lnTo>
                    <a:lnTo>
                      <a:pt x="859155" y="0"/>
                    </a:lnTo>
                    <a:cubicBezTo>
                      <a:pt x="723900" y="74295"/>
                      <a:pt x="571500" y="112395"/>
                      <a:pt x="415290" y="112395"/>
                    </a:cubicBezTo>
                    <a:close/>
                  </a:path>
                </a:pathLst>
              </a:custGeom>
              <a:solidFill>
                <a:srgbClr val="F9D0B4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EE76E6D-61ED-1366-7FE1-99528B47732F}"/>
                  </a:ext>
                </a:extLst>
              </p:cNvPr>
              <p:cNvSpPr/>
              <p:nvPr/>
            </p:nvSpPr>
            <p:spPr>
              <a:xfrm>
                <a:off x="4614567" y="1299537"/>
                <a:ext cx="726325" cy="1712267"/>
              </a:xfrm>
              <a:custGeom>
                <a:avLst/>
                <a:gdLst>
                  <a:gd name="connsiteX0" fmla="*/ 683237 w 726325"/>
                  <a:gd name="connsiteY0" fmla="*/ 1287452 h 1712267"/>
                  <a:gd name="connsiteX1" fmla="*/ 574652 w 726325"/>
                  <a:gd name="connsiteY1" fmla="*/ 936932 h 1712267"/>
                  <a:gd name="connsiteX2" fmla="*/ 435587 w 726325"/>
                  <a:gd name="connsiteY2" fmla="*/ 586412 h 1712267"/>
                  <a:gd name="connsiteX3" fmla="*/ 355577 w 726325"/>
                  <a:gd name="connsiteY3" fmla="*/ 639752 h 1712267"/>
                  <a:gd name="connsiteX4" fmla="*/ 555602 w 726325"/>
                  <a:gd name="connsiteY4" fmla="*/ 165407 h 1712267"/>
                  <a:gd name="connsiteX5" fmla="*/ 490832 w 726325"/>
                  <a:gd name="connsiteY5" fmla="*/ 9197 h 1712267"/>
                  <a:gd name="connsiteX6" fmla="*/ 342242 w 726325"/>
                  <a:gd name="connsiteY6" fmla="*/ 58727 h 1712267"/>
                  <a:gd name="connsiteX7" fmla="*/ 81257 w 726325"/>
                  <a:gd name="connsiteY7" fmla="*/ 517832 h 1712267"/>
                  <a:gd name="connsiteX8" fmla="*/ 31727 w 726325"/>
                  <a:gd name="connsiteY8" fmla="*/ 1062662 h 1712267"/>
                  <a:gd name="connsiteX9" fmla="*/ 130787 w 726325"/>
                  <a:gd name="connsiteY9" fmla="*/ 1382702 h 1712267"/>
                  <a:gd name="connsiteX10" fmla="*/ 132692 w 726325"/>
                  <a:gd name="connsiteY10" fmla="*/ 1485572 h 1712267"/>
                  <a:gd name="connsiteX11" fmla="*/ 681332 w 726325"/>
                  <a:gd name="connsiteY11" fmla="*/ 1712267 h 1712267"/>
                  <a:gd name="connsiteX12" fmla="*/ 725147 w 726325"/>
                  <a:gd name="connsiteY12" fmla="*/ 1519862 h 1712267"/>
                  <a:gd name="connsiteX13" fmla="*/ 725147 w 726325"/>
                  <a:gd name="connsiteY13" fmla="*/ 1519862 h 1712267"/>
                  <a:gd name="connsiteX14" fmla="*/ 683237 w 726325"/>
                  <a:gd name="connsiteY14" fmla="*/ 1287452 h 1712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26325" h="1712267">
                    <a:moveTo>
                      <a:pt x="683237" y="1287452"/>
                    </a:moveTo>
                    <a:cubicBezTo>
                      <a:pt x="639422" y="1186487"/>
                      <a:pt x="578462" y="1034087"/>
                      <a:pt x="574652" y="936932"/>
                    </a:cubicBezTo>
                    <a:cubicBezTo>
                      <a:pt x="568937" y="778817"/>
                      <a:pt x="586082" y="580697"/>
                      <a:pt x="435587" y="586412"/>
                    </a:cubicBezTo>
                    <a:cubicBezTo>
                      <a:pt x="401297" y="588317"/>
                      <a:pt x="370817" y="609272"/>
                      <a:pt x="355577" y="639752"/>
                    </a:cubicBezTo>
                    <a:lnTo>
                      <a:pt x="555602" y="165407"/>
                    </a:lnTo>
                    <a:cubicBezTo>
                      <a:pt x="580367" y="104447"/>
                      <a:pt x="551792" y="35867"/>
                      <a:pt x="490832" y="9197"/>
                    </a:cubicBezTo>
                    <a:cubicBezTo>
                      <a:pt x="435587" y="-13663"/>
                      <a:pt x="372722" y="7292"/>
                      <a:pt x="342242" y="58727"/>
                    </a:cubicBezTo>
                    <a:lnTo>
                      <a:pt x="81257" y="517832"/>
                    </a:lnTo>
                    <a:cubicBezTo>
                      <a:pt x="-6373" y="685472"/>
                      <a:pt x="-23518" y="881687"/>
                      <a:pt x="31727" y="1062662"/>
                    </a:cubicBezTo>
                    <a:lnTo>
                      <a:pt x="130787" y="1382702"/>
                    </a:lnTo>
                    <a:cubicBezTo>
                      <a:pt x="136502" y="1416992"/>
                      <a:pt x="138407" y="1451282"/>
                      <a:pt x="132692" y="1485572"/>
                    </a:cubicBezTo>
                    <a:lnTo>
                      <a:pt x="681332" y="1712267"/>
                    </a:lnTo>
                    <a:cubicBezTo>
                      <a:pt x="706097" y="1651307"/>
                      <a:pt x="721337" y="1586537"/>
                      <a:pt x="725147" y="1519862"/>
                    </a:cubicBezTo>
                    <a:lnTo>
                      <a:pt x="725147" y="1519862"/>
                    </a:lnTo>
                    <a:cubicBezTo>
                      <a:pt x="730862" y="1439852"/>
                      <a:pt x="715622" y="1359842"/>
                      <a:pt x="683237" y="1287452"/>
                    </a:cubicBezTo>
                    <a:close/>
                  </a:path>
                </a:pathLst>
              </a:custGeom>
              <a:solidFill>
                <a:srgbClr val="F9D0B4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FE3A3DE-6E8E-E137-BF88-8C370B7EC6BD}"/>
                  </a:ext>
                </a:extLst>
              </p:cNvPr>
              <p:cNvSpPr/>
              <p:nvPr/>
            </p:nvSpPr>
            <p:spPr>
              <a:xfrm>
                <a:off x="6861537" y="2763882"/>
                <a:ext cx="764177" cy="484142"/>
              </a:xfrm>
              <a:custGeom>
                <a:avLst/>
                <a:gdLst>
                  <a:gd name="connsiteX0" fmla="*/ 34562 w 764177"/>
                  <a:gd name="connsiteY0" fmla="*/ 247922 h 484142"/>
                  <a:gd name="connsiteX1" fmla="*/ 627017 w 764177"/>
                  <a:gd name="connsiteY1" fmla="*/ 4082 h 484142"/>
                  <a:gd name="connsiteX2" fmla="*/ 697502 w 764177"/>
                  <a:gd name="connsiteY2" fmla="*/ 34562 h 484142"/>
                  <a:gd name="connsiteX3" fmla="*/ 764177 w 764177"/>
                  <a:gd name="connsiteY3" fmla="*/ 198392 h 484142"/>
                  <a:gd name="connsiteX4" fmla="*/ 70757 w 764177"/>
                  <a:gd name="connsiteY4" fmla="*/ 484142 h 484142"/>
                  <a:gd name="connsiteX5" fmla="*/ 4082 w 764177"/>
                  <a:gd name="connsiteY5" fmla="*/ 320312 h 484142"/>
                  <a:gd name="connsiteX6" fmla="*/ 34562 w 764177"/>
                  <a:gd name="connsiteY6" fmla="*/ 247922 h 484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177" h="484142">
                    <a:moveTo>
                      <a:pt x="34562" y="247922"/>
                    </a:moveTo>
                    <a:lnTo>
                      <a:pt x="627017" y="4082"/>
                    </a:lnTo>
                    <a:cubicBezTo>
                      <a:pt x="655592" y="-7348"/>
                      <a:pt x="686072" y="5987"/>
                      <a:pt x="697502" y="34562"/>
                    </a:cubicBezTo>
                    <a:lnTo>
                      <a:pt x="764177" y="198392"/>
                    </a:lnTo>
                    <a:lnTo>
                      <a:pt x="70757" y="484142"/>
                    </a:lnTo>
                    <a:lnTo>
                      <a:pt x="4082" y="320312"/>
                    </a:lnTo>
                    <a:cubicBezTo>
                      <a:pt x="-7348" y="291737"/>
                      <a:pt x="5987" y="259352"/>
                      <a:pt x="34562" y="247922"/>
                    </a:cubicBezTo>
                    <a:close/>
                  </a:path>
                </a:pathLst>
              </a:custGeom>
              <a:solidFill>
                <a:srgbClr val="E9E9EA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278DE81-408F-5628-66EB-9EE2B216CDCB}"/>
                  </a:ext>
                </a:extLst>
              </p:cNvPr>
              <p:cNvSpPr/>
              <p:nvPr/>
            </p:nvSpPr>
            <p:spPr>
              <a:xfrm>
                <a:off x="6349365" y="4175759"/>
                <a:ext cx="636269" cy="796855"/>
              </a:xfrm>
              <a:custGeom>
                <a:avLst/>
                <a:gdLst>
                  <a:gd name="connsiteX0" fmla="*/ 636270 w 636269"/>
                  <a:gd name="connsiteY0" fmla="*/ 100965 h 796855"/>
                  <a:gd name="connsiteX1" fmla="*/ 421005 w 636269"/>
                  <a:gd name="connsiteY1" fmla="*/ 746760 h 796855"/>
                  <a:gd name="connsiteX2" fmla="*/ 316230 w 636269"/>
                  <a:gd name="connsiteY2" fmla="*/ 790575 h 796855"/>
                  <a:gd name="connsiteX3" fmla="*/ 283845 w 636269"/>
                  <a:gd name="connsiteY3" fmla="*/ 765810 h 796855"/>
                  <a:gd name="connsiteX4" fmla="*/ 0 w 636269"/>
                  <a:gd name="connsiteY4" fmla="*/ 413385 h 796855"/>
                  <a:gd name="connsiteX5" fmla="*/ 200025 w 636269"/>
                  <a:gd name="connsiteY5" fmla="*/ 0 h 796855"/>
                  <a:gd name="connsiteX6" fmla="*/ 636270 w 636269"/>
                  <a:gd name="connsiteY6" fmla="*/ 100965 h 796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6269" h="796855">
                    <a:moveTo>
                      <a:pt x="636270" y="100965"/>
                    </a:moveTo>
                    <a:lnTo>
                      <a:pt x="421005" y="746760"/>
                    </a:lnTo>
                    <a:cubicBezTo>
                      <a:pt x="403860" y="788670"/>
                      <a:pt x="358140" y="807720"/>
                      <a:pt x="316230" y="790575"/>
                    </a:cubicBezTo>
                    <a:cubicBezTo>
                      <a:pt x="302895" y="784860"/>
                      <a:pt x="293370" y="777240"/>
                      <a:pt x="283845" y="765810"/>
                    </a:cubicBezTo>
                    <a:lnTo>
                      <a:pt x="0" y="413385"/>
                    </a:lnTo>
                    <a:lnTo>
                      <a:pt x="200025" y="0"/>
                    </a:lnTo>
                    <a:lnTo>
                      <a:pt x="636270" y="100965"/>
                    </a:lnTo>
                    <a:close/>
                  </a:path>
                </a:pathLst>
              </a:custGeom>
              <a:solidFill>
                <a:srgbClr val="E9E9EA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F9350FE-2C18-87EA-7F00-1D20C68A2DFB}"/>
                  </a:ext>
                </a:extLst>
              </p:cNvPr>
              <p:cNvSpPr/>
              <p:nvPr/>
            </p:nvSpPr>
            <p:spPr>
              <a:xfrm>
                <a:off x="5252084" y="4173855"/>
                <a:ext cx="628650" cy="798760"/>
              </a:xfrm>
              <a:custGeom>
                <a:avLst/>
                <a:gdLst>
                  <a:gd name="connsiteX0" fmla="*/ 217170 w 628650"/>
                  <a:gd name="connsiteY0" fmla="*/ 748665 h 798760"/>
                  <a:gd name="connsiteX1" fmla="*/ 321945 w 628650"/>
                  <a:gd name="connsiteY1" fmla="*/ 792480 h 798760"/>
                  <a:gd name="connsiteX2" fmla="*/ 354330 w 628650"/>
                  <a:gd name="connsiteY2" fmla="*/ 767715 h 798760"/>
                  <a:gd name="connsiteX3" fmla="*/ 628650 w 628650"/>
                  <a:gd name="connsiteY3" fmla="*/ 424815 h 798760"/>
                  <a:gd name="connsiteX4" fmla="*/ 621030 w 628650"/>
                  <a:gd name="connsiteY4" fmla="*/ 411480 h 798760"/>
                  <a:gd name="connsiteX5" fmla="*/ 436245 w 628650"/>
                  <a:gd name="connsiteY5" fmla="*/ 0 h 798760"/>
                  <a:gd name="connsiteX6" fmla="*/ 436245 w 628650"/>
                  <a:gd name="connsiteY6" fmla="*/ 0 h 798760"/>
                  <a:gd name="connsiteX7" fmla="*/ 0 w 628650"/>
                  <a:gd name="connsiteY7" fmla="*/ 100965 h 798760"/>
                  <a:gd name="connsiteX8" fmla="*/ 0 w 628650"/>
                  <a:gd name="connsiteY8" fmla="*/ 100965 h 798760"/>
                  <a:gd name="connsiteX9" fmla="*/ 217170 w 628650"/>
                  <a:gd name="connsiteY9" fmla="*/ 748665 h 798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28650" h="798760">
                    <a:moveTo>
                      <a:pt x="217170" y="748665"/>
                    </a:moveTo>
                    <a:cubicBezTo>
                      <a:pt x="234315" y="790575"/>
                      <a:pt x="280035" y="809625"/>
                      <a:pt x="321945" y="792480"/>
                    </a:cubicBezTo>
                    <a:cubicBezTo>
                      <a:pt x="335280" y="786765"/>
                      <a:pt x="344805" y="779145"/>
                      <a:pt x="354330" y="767715"/>
                    </a:cubicBezTo>
                    <a:lnTo>
                      <a:pt x="628650" y="424815"/>
                    </a:lnTo>
                    <a:cubicBezTo>
                      <a:pt x="626745" y="421005"/>
                      <a:pt x="622935" y="417195"/>
                      <a:pt x="621030" y="411480"/>
                    </a:cubicBezTo>
                    <a:lnTo>
                      <a:pt x="436245" y="0"/>
                    </a:lnTo>
                    <a:lnTo>
                      <a:pt x="436245" y="0"/>
                    </a:lnTo>
                    <a:lnTo>
                      <a:pt x="0" y="100965"/>
                    </a:lnTo>
                    <a:lnTo>
                      <a:pt x="0" y="100965"/>
                    </a:lnTo>
                    <a:lnTo>
                      <a:pt x="217170" y="748665"/>
                    </a:lnTo>
                    <a:close/>
                  </a:path>
                </a:pathLst>
              </a:custGeom>
              <a:solidFill>
                <a:srgbClr val="E9E9EA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45E9768-9BE8-0947-646D-BA22EA4C9570}"/>
                  </a:ext>
                </a:extLst>
              </p:cNvPr>
              <p:cNvSpPr/>
              <p:nvPr/>
            </p:nvSpPr>
            <p:spPr>
              <a:xfrm>
                <a:off x="4566285" y="2763882"/>
                <a:ext cx="764177" cy="484142"/>
              </a:xfrm>
              <a:custGeom>
                <a:avLst/>
                <a:gdLst>
                  <a:gd name="connsiteX0" fmla="*/ 729615 w 764177"/>
                  <a:gd name="connsiteY0" fmla="*/ 247922 h 484142"/>
                  <a:gd name="connsiteX1" fmla="*/ 137160 w 764177"/>
                  <a:gd name="connsiteY1" fmla="*/ 4082 h 484142"/>
                  <a:gd name="connsiteX2" fmla="*/ 66675 w 764177"/>
                  <a:gd name="connsiteY2" fmla="*/ 34562 h 484142"/>
                  <a:gd name="connsiteX3" fmla="*/ 0 w 764177"/>
                  <a:gd name="connsiteY3" fmla="*/ 198392 h 484142"/>
                  <a:gd name="connsiteX4" fmla="*/ 693420 w 764177"/>
                  <a:gd name="connsiteY4" fmla="*/ 484142 h 484142"/>
                  <a:gd name="connsiteX5" fmla="*/ 760095 w 764177"/>
                  <a:gd name="connsiteY5" fmla="*/ 320312 h 484142"/>
                  <a:gd name="connsiteX6" fmla="*/ 729615 w 764177"/>
                  <a:gd name="connsiteY6" fmla="*/ 247922 h 484142"/>
                  <a:gd name="connsiteX7" fmla="*/ 729615 w 764177"/>
                  <a:gd name="connsiteY7" fmla="*/ 247922 h 484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4177" h="484142">
                    <a:moveTo>
                      <a:pt x="729615" y="247922"/>
                    </a:moveTo>
                    <a:lnTo>
                      <a:pt x="137160" y="4082"/>
                    </a:lnTo>
                    <a:cubicBezTo>
                      <a:pt x="108585" y="-7348"/>
                      <a:pt x="78105" y="5987"/>
                      <a:pt x="66675" y="34562"/>
                    </a:cubicBezTo>
                    <a:lnTo>
                      <a:pt x="0" y="198392"/>
                    </a:lnTo>
                    <a:lnTo>
                      <a:pt x="693420" y="484142"/>
                    </a:lnTo>
                    <a:lnTo>
                      <a:pt x="760095" y="320312"/>
                    </a:lnTo>
                    <a:cubicBezTo>
                      <a:pt x="771525" y="291737"/>
                      <a:pt x="758190" y="259352"/>
                      <a:pt x="729615" y="247922"/>
                    </a:cubicBezTo>
                    <a:cubicBezTo>
                      <a:pt x="729615" y="247922"/>
                      <a:pt x="729615" y="247922"/>
                      <a:pt x="729615" y="247922"/>
                    </a:cubicBezTo>
                    <a:close/>
                  </a:path>
                </a:pathLst>
              </a:custGeom>
              <a:solidFill>
                <a:srgbClr val="E9E9EA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18620CE-67D9-BCE1-1336-533443780942}"/>
                  </a:ext>
                </a:extLst>
              </p:cNvPr>
              <p:cNvSpPr/>
              <p:nvPr/>
            </p:nvSpPr>
            <p:spPr>
              <a:xfrm>
                <a:off x="6895827" y="2954382"/>
                <a:ext cx="1526843" cy="2348722"/>
              </a:xfrm>
              <a:custGeom>
                <a:avLst/>
                <a:gdLst>
                  <a:gd name="connsiteX0" fmla="*/ 1259477 w 1526843"/>
                  <a:gd name="connsiteY0" fmla="*/ 2316752 h 2348722"/>
                  <a:gd name="connsiteX1" fmla="*/ 1259477 w 1526843"/>
                  <a:gd name="connsiteY1" fmla="*/ 2316752 h 2348722"/>
                  <a:gd name="connsiteX2" fmla="*/ 1493792 w 1526843"/>
                  <a:gd name="connsiteY2" fmla="*/ 1752872 h 2348722"/>
                  <a:gd name="connsiteX3" fmla="*/ 1493792 w 1526843"/>
                  <a:gd name="connsiteY3" fmla="*/ 1752872 h 2348722"/>
                  <a:gd name="connsiteX4" fmla="*/ 802277 w 1526843"/>
                  <a:gd name="connsiteY4" fmla="*/ 34562 h 2348722"/>
                  <a:gd name="connsiteX5" fmla="*/ 731792 w 1526843"/>
                  <a:gd name="connsiteY5" fmla="*/ 4082 h 2348722"/>
                  <a:gd name="connsiteX6" fmla="*/ 731792 w 1526843"/>
                  <a:gd name="connsiteY6" fmla="*/ 4082 h 2348722"/>
                  <a:gd name="connsiteX7" fmla="*/ 34562 w 1526843"/>
                  <a:gd name="connsiteY7" fmla="*/ 291737 h 2348722"/>
                  <a:gd name="connsiteX8" fmla="*/ 4082 w 1526843"/>
                  <a:gd name="connsiteY8" fmla="*/ 362222 h 2348722"/>
                  <a:gd name="connsiteX9" fmla="*/ 4082 w 1526843"/>
                  <a:gd name="connsiteY9" fmla="*/ 362222 h 2348722"/>
                  <a:gd name="connsiteX10" fmla="*/ 695597 w 1526843"/>
                  <a:gd name="connsiteY10" fmla="*/ 2080532 h 2348722"/>
                  <a:gd name="connsiteX11" fmla="*/ 1259477 w 1526843"/>
                  <a:gd name="connsiteY11" fmla="*/ 2316752 h 2348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26843" h="2348722">
                    <a:moveTo>
                      <a:pt x="1259477" y="2316752"/>
                    </a:moveTo>
                    <a:lnTo>
                      <a:pt x="1259477" y="2316752"/>
                    </a:lnTo>
                    <a:cubicBezTo>
                      <a:pt x="1480457" y="2225312"/>
                      <a:pt x="1585232" y="1973852"/>
                      <a:pt x="1493792" y="1752872"/>
                    </a:cubicBezTo>
                    <a:cubicBezTo>
                      <a:pt x="1493792" y="1752872"/>
                      <a:pt x="1493792" y="1752872"/>
                      <a:pt x="1493792" y="1752872"/>
                    </a:cubicBezTo>
                    <a:lnTo>
                      <a:pt x="802277" y="34562"/>
                    </a:lnTo>
                    <a:cubicBezTo>
                      <a:pt x="790847" y="5987"/>
                      <a:pt x="758462" y="-7348"/>
                      <a:pt x="731792" y="4082"/>
                    </a:cubicBezTo>
                    <a:cubicBezTo>
                      <a:pt x="731792" y="4082"/>
                      <a:pt x="731792" y="4082"/>
                      <a:pt x="731792" y="4082"/>
                    </a:cubicBezTo>
                    <a:lnTo>
                      <a:pt x="34562" y="291737"/>
                    </a:lnTo>
                    <a:cubicBezTo>
                      <a:pt x="5987" y="303167"/>
                      <a:pt x="-7348" y="335552"/>
                      <a:pt x="4082" y="362222"/>
                    </a:cubicBezTo>
                    <a:cubicBezTo>
                      <a:pt x="4082" y="362222"/>
                      <a:pt x="4082" y="362222"/>
                      <a:pt x="4082" y="362222"/>
                    </a:cubicBezTo>
                    <a:lnTo>
                      <a:pt x="695597" y="2080532"/>
                    </a:lnTo>
                    <a:cubicBezTo>
                      <a:pt x="787037" y="2301512"/>
                      <a:pt x="1040402" y="2406287"/>
                      <a:pt x="1259477" y="2316752"/>
                    </a:cubicBezTo>
                    <a:close/>
                  </a:path>
                </a:pathLst>
              </a:custGeom>
              <a:solidFill>
                <a:srgbClr val="60BAE2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70A1547-A932-8B78-94A2-CC62038325E7}"/>
                  </a:ext>
                </a:extLst>
              </p:cNvPr>
              <p:cNvSpPr/>
              <p:nvPr/>
            </p:nvSpPr>
            <p:spPr>
              <a:xfrm>
                <a:off x="3769328" y="2954382"/>
                <a:ext cx="1526843" cy="2348722"/>
              </a:xfrm>
              <a:custGeom>
                <a:avLst/>
                <a:gdLst>
                  <a:gd name="connsiteX0" fmla="*/ 267367 w 1526843"/>
                  <a:gd name="connsiteY0" fmla="*/ 2316752 h 2348722"/>
                  <a:gd name="connsiteX1" fmla="*/ 267367 w 1526843"/>
                  <a:gd name="connsiteY1" fmla="*/ 2316752 h 2348722"/>
                  <a:gd name="connsiteX2" fmla="*/ 33052 w 1526843"/>
                  <a:gd name="connsiteY2" fmla="*/ 1752872 h 2348722"/>
                  <a:gd name="connsiteX3" fmla="*/ 33052 w 1526843"/>
                  <a:gd name="connsiteY3" fmla="*/ 1752872 h 2348722"/>
                  <a:gd name="connsiteX4" fmla="*/ 724567 w 1526843"/>
                  <a:gd name="connsiteY4" fmla="*/ 34562 h 2348722"/>
                  <a:gd name="connsiteX5" fmla="*/ 795052 w 1526843"/>
                  <a:gd name="connsiteY5" fmla="*/ 4082 h 2348722"/>
                  <a:gd name="connsiteX6" fmla="*/ 795052 w 1526843"/>
                  <a:gd name="connsiteY6" fmla="*/ 4082 h 2348722"/>
                  <a:gd name="connsiteX7" fmla="*/ 1492282 w 1526843"/>
                  <a:gd name="connsiteY7" fmla="*/ 291737 h 2348722"/>
                  <a:gd name="connsiteX8" fmla="*/ 1522762 w 1526843"/>
                  <a:gd name="connsiteY8" fmla="*/ 362222 h 2348722"/>
                  <a:gd name="connsiteX9" fmla="*/ 1522762 w 1526843"/>
                  <a:gd name="connsiteY9" fmla="*/ 362222 h 2348722"/>
                  <a:gd name="connsiteX10" fmla="*/ 831247 w 1526843"/>
                  <a:gd name="connsiteY10" fmla="*/ 2080532 h 2348722"/>
                  <a:gd name="connsiteX11" fmla="*/ 267367 w 1526843"/>
                  <a:gd name="connsiteY11" fmla="*/ 2316752 h 2348722"/>
                  <a:gd name="connsiteX12" fmla="*/ 267367 w 1526843"/>
                  <a:gd name="connsiteY12" fmla="*/ 2316752 h 2348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26843" h="2348722">
                    <a:moveTo>
                      <a:pt x="267367" y="2316752"/>
                    </a:moveTo>
                    <a:lnTo>
                      <a:pt x="267367" y="2316752"/>
                    </a:lnTo>
                    <a:cubicBezTo>
                      <a:pt x="46387" y="2225312"/>
                      <a:pt x="-58388" y="1973852"/>
                      <a:pt x="33052" y="1752872"/>
                    </a:cubicBezTo>
                    <a:cubicBezTo>
                      <a:pt x="33052" y="1752872"/>
                      <a:pt x="33052" y="1752872"/>
                      <a:pt x="33052" y="1752872"/>
                    </a:cubicBezTo>
                    <a:lnTo>
                      <a:pt x="724567" y="34562"/>
                    </a:lnTo>
                    <a:cubicBezTo>
                      <a:pt x="735997" y="5987"/>
                      <a:pt x="768382" y="-7348"/>
                      <a:pt x="795052" y="4082"/>
                    </a:cubicBezTo>
                    <a:cubicBezTo>
                      <a:pt x="795052" y="4082"/>
                      <a:pt x="795052" y="4082"/>
                      <a:pt x="795052" y="4082"/>
                    </a:cubicBezTo>
                    <a:lnTo>
                      <a:pt x="1492282" y="291737"/>
                    </a:lnTo>
                    <a:cubicBezTo>
                      <a:pt x="1520857" y="303167"/>
                      <a:pt x="1534192" y="335552"/>
                      <a:pt x="1522762" y="362222"/>
                    </a:cubicBezTo>
                    <a:cubicBezTo>
                      <a:pt x="1522762" y="362222"/>
                      <a:pt x="1522762" y="362222"/>
                      <a:pt x="1522762" y="362222"/>
                    </a:cubicBezTo>
                    <a:lnTo>
                      <a:pt x="831247" y="2080532"/>
                    </a:lnTo>
                    <a:cubicBezTo>
                      <a:pt x="739807" y="2301512"/>
                      <a:pt x="486442" y="2406287"/>
                      <a:pt x="267367" y="2316752"/>
                    </a:cubicBezTo>
                    <a:cubicBezTo>
                      <a:pt x="267367" y="2316752"/>
                      <a:pt x="267367" y="2316752"/>
                      <a:pt x="267367" y="2316752"/>
                    </a:cubicBezTo>
                    <a:close/>
                  </a:path>
                </a:pathLst>
              </a:custGeom>
              <a:solidFill>
                <a:srgbClr val="60BAE2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FA61123-36C4-B964-50EA-8571F1EBA7C3}"/>
                  </a:ext>
                </a:extLst>
              </p:cNvPr>
              <p:cNvSpPr/>
              <p:nvPr/>
            </p:nvSpPr>
            <p:spPr>
              <a:xfrm>
                <a:off x="4211955" y="5301615"/>
                <a:ext cx="19050" cy="1904"/>
              </a:xfrm>
              <a:custGeom>
                <a:avLst/>
                <a:gdLst>
                  <a:gd name="connsiteX0" fmla="*/ 0 w 19050"/>
                  <a:gd name="connsiteY0" fmla="*/ 1905 h 1904"/>
                  <a:gd name="connsiteX1" fmla="*/ 0 w 19050"/>
                  <a:gd name="connsiteY1" fmla="*/ 1905 h 1904"/>
                  <a:gd name="connsiteX2" fmla="*/ 19050 w 19050"/>
                  <a:gd name="connsiteY2" fmla="*/ 0 h 1904"/>
                  <a:gd name="connsiteX3" fmla="*/ 0 w 19050"/>
                  <a:gd name="connsiteY3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1904">
                    <a:moveTo>
                      <a:pt x="0" y="1905"/>
                    </a:moveTo>
                    <a:lnTo>
                      <a:pt x="0" y="1905"/>
                    </a:lnTo>
                    <a:lnTo>
                      <a:pt x="19050" y="0"/>
                    </a:lnTo>
                    <a:cubicBezTo>
                      <a:pt x="11430" y="0"/>
                      <a:pt x="5715" y="1905"/>
                      <a:pt x="0" y="1905"/>
                    </a:cubicBezTo>
                    <a:close/>
                  </a:path>
                </a:pathLst>
              </a:custGeom>
              <a:solidFill>
                <a:srgbClr val="60BAE2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F11840FE-1FA8-71AB-E909-5FAA8183AFA6}"/>
                  </a:ext>
                </a:extLst>
              </p:cNvPr>
              <p:cNvSpPr/>
              <p:nvPr/>
            </p:nvSpPr>
            <p:spPr>
              <a:xfrm>
                <a:off x="4251960" y="4276725"/>
                <a:ext cx="3644264" cy="1543050"/>
              </a:xfrm>
              <a:custGeom>
                <a:avLst/>
                <a:gdLst>
                  <a:gd name="connsiteX0" fmla="*/ 3341370 w 3644264"/>
                  <a:gd name="connsiteY0" fmla="*/ 760095 h 1543050"/>
                  <a:gd name="connsiteX1" fmla="*/ 3059430 w 3644264"/>
                  <a:gd name="connsiteY1" fmla="*/ 60960 h 1543050"/>
                  <a:gd name="connsiteX2" fmla="*/ 2733675 w 3644264"/>
                  <a:gd name="connsiteY2" fmla="*/ 1905 h 1543050"/>
                  <a:gd name="connsiteX3" fmla="*/ 2518410 w 3644264"/>
                  <a:gd name="connsiteY3" fmla="*/ 647700 h 1543050"/>
                  <a:gd name="connsiteX4" fmla="*/ 2413635 w 3644264"/>
                  <a:gd name="connsiteY4" fmla="*/ 691515 h 1543050"/>
                  <a:gd name="connsiteX5" fmla="*/ 2381250 w 3644264"/>
                  <a:gd name="connsiteY5" fmla="*/ 666750 h 1543050"/>
                  <a:gd name="connsiteX6" fmla="*/ 2097405 w 3644264"/>
                  <a:gd name="connsiteY6" fmla="*/ 314325 h 1543050"/>
                  <a:gd name="connsiteX7" fmla="*/ 2097405 w 3644264"/>
                  <a:gd name="connsiteY7" fmla="*/ 314325 h 1543050"/>
                  <a:gd name="connsiteX8" fmla="*/ 2017395 w 3644264"/>
                  <a:gd name="connsiteY8" fmla="*/ 363855 h 1543050"/>
                  <a:gd name="connsiteX9" fmla="*/ 1704975 w 3644264"/>
                  <a:gd name="connsiteY9" fmla="*/ 363855 h 1543050"/>
                  <a:gd name="connsiteX10" fmla="*/ 1630680 w 3644264"/>
                  <a:gd name="connsiteY10" fmla="*/ 323850 h 1543050"/>
                  <a:gd name="connsiteX11" fmla="*/ 1356360 w 3644264"/>
                  <a:gd name="connsiteY11" fmla="*/ 666750 h 1543050"/>
                  <a:gd name="connsiteX12" fmla="*/ 1243965 w 3644264"/>
                  <a:gd name="connsiteY12" fmla="*/ 678180 h 1543050"/>
                  <a:gd name="connsiteX13" fmla="*/ 1219200 w 3644264"/>
                  <a:gd name="connsiteY13" fmla="*/ 645795 h 1543050"/>
                  <a:gd name="connsiteX14" fmla="*/ 1003935 w 3644264"/>
                  <a:gd name="connsiteY14" fmla="*/ 0 h 1543050"/>
                  <a:gd name="connsiteX15" fmla="*/ 624840 w 3644264"/>
                  <a:gd name="connsiteY15" fmla="*/ 68580 h 1543050"/>
                  <a:gd name="connsiteX16" fmla="*/ 346710 w 3644264"/>
                  <a:gd name="connsiteY16" fmla="*/ 760095 h 1543050"/>
                  <a:gd name="connsiteX17" fmla="*/ 0 w 3644264"/>
                  <a:gd name="connsiteY17" fmla="*/ 1024890 h 1543050"/>
                  <a:gd name="connsiteX18" fmla="*/ 699135 w 3644264"/>
                  <a:gd name="connsiteY18" fmla="*/ 965835 h 1543050"/>
                  <a:gd name="connsiteX19" fmla="*/ 771525 w 3644264"/>
                  <a:gd name="connsiteY19" fmla="*/ 1026795 h 1543050"/>
                  <a:gd name="connsiteX20" fmla="*/ 771525 w 3644264"/>
                  <a:gd name="connsiteY20" fmla="*/ 1032510 h 1543050"/>
                  <a:gd name="connsiteX21" fmla="*/ 771525 w 3644264"/>
                  <a:gd name="connsiteY21" fmla="*/ 1466850 h 1543050"/>
                  <a:gd name="connsiteX22" fmla="*/ 847725 w 3644264"/>
                  <a:gd name="connsiteY22" fmla="*/ 1543050 h 1543050"/>
                  <a:gd name="connsiteX23" fmla="*/ 2887980 w 3644264"/>
                  <a:gd name="connsiteY23" fmla="*/ 1543050 h 1543050"/>
                  <a:gd name="connsiteX24" fmla="*/ 2964180 w 3644264"/>
                  <a:gd name="connsiteY24" fmla="*/ 1466850 h 1543050"/>
                  <a:gd name="connsiteX25" fmla="*/ 2964180 w 3644264"/>
                  <a:gd name="connsiteY25" fmla="*/ 1032510 h 1543050"/>
                  <a:gd name="connsiteX26" fmla="*/ 3030855 w 3644264"/>
                  <a:gd name="connsiteY26" fmla="*/ 965835 h 1543050"/>
                  <a:gd name="connsiteX27" fmla="*/ 3036570 w 3644264"/>
                  <a:gd name="connsiteY27" fmla="*/ 965835 h 1543050"/>
                  <a:gd name="connsiteX28" fmla="*/ 3644265 w 3644264"/>
                  <a:gd name="connsiteY28" fmla="*/ 1017270 h 1543050"/>
                  <a:gd name="connsiteX29" fmla="*/ 3341370 w 3644264"/>
                  <a:gd name="connsiteY29" fmla="*/ 760095 h 1543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644264" h="1543050">
                    <a:moveTo>
                      <a:pt x="3341370" y="760095"/>
                    </a:moveTo>
                    <a:lnTo>
                      <a:pt x="3059430" y="60960"/>
                    </a:lnTo>
                    <a:lnTo>
                      <a:pt x="2733675" y="1905"/>
                    </a:lnTo>
                    <a:lnTo>
                      <a:pt x="2518410" y="647700"/>
                    </a:lnTo>
                    <a:cubicBezTo>
                      <a:pt x="2501265" y="689610"/>
                      <a:pt x="2455545" y="708660"/>
                      <a:pt x="2413635" y="691515"/>
                    </a:cubicBezTo>
                    <a:cubicBezTo>
                      <a:pt x="2400300" y="685800"/>
                      <a:pt x="2390775" y="678180"/>
                      <a:pt x="2381250" y="666750"/>
                    </a:cubicBezTo>
                    <a:lnTo>
                      <a:pt x="2097405" y="314325"/>
                    </a:lnTo>
                    <a:lnTo>
                      <a:pt x="2097405" y="314325"/>
                    </a:lnTo>
                    <a:cubicBezTo>
                      <a:pt x="2082165" y="344805"/>
                      <a:pt x="2051685" y="363855"/>
                      <a:pt x="2017395" y="363855"/>
                    </a:cubicBezTo>
                    <a:lnTo>
                      <a:pt x="1704975" y="363855"/>
                    </a:lnTo>
                    <a:cubicBezTo>
                      <a:pt x="1674495" y="363855"/>
                      <a:pt x="1647825" y="348615"/>
                      <a:pt x="1630680" y="323850"/>
                    </a:cubicBezTo>
                    <a:lnTo>
                      <a:pt x="1356360" y="666750"/>
                    </a:lnTo>
                    <a:cubicBezTo>
                      <a:pt x="1327785" y="701040"/>
                      <a:pt x="1278255" y="706755"/>
                      <a:pt x="1243965" y="678180"/>
                    </a:cubicBezTo>
                    <a:cubicBezTo>
                      <a:pt x="1232535" y="670560"/>
                      <a:pt x="1224915" y="659130"/>
                      <a:pt x="1219200" y="645795"/>
                    </a:cubicBezTo>
                    <a:lnTo>
                      <a:pt x="1003935" y="0"/>
                    </a:lnTo>
                    <a:lnTo>
                      <a:pt x="624840" y="68580"/>
                    </a:lnTo>
                    <a:lnTo>
                      <a:pt x="346710" y="760095"/>
                    </a:lnTo>
                    <a:cubicBezTo>
                      <a:pt x="287655" y="904875"/>
                      <a:pt x="154305" y="1005840"/>
                      <a:pt x="0" y="1024890"/>
                    </a:cubicBezTo>
                    <a:lnTo>
                      <a:pt x="699135" y="965835"/>
                    </a:lnTo>
                    <a:cubicBezTo>
                      <a:pt x="735330" y="962025"/>
                      <a:pt x="769620" y="990600"/>
                      <a:pt x="771525" y="1026795"/>
                    </a:cubicBezTo>
                    <a:cubicBezTo>
                      <a:pt x="771525" y="1028700"/>
                      <a:pt x="771525" y="1030605"/>
                      <a:pt x="771525" y="1032510"/>
                    </a:cubicBezTo>
                    <a:lnTo>
                      <a:pt x="771525" y="1466850"/>
                    </a:lnTo>
                    <a:cubicBezTo>
                      <a:pt x="771525" y="1508760"/>
                      <a:pt x="805815" y="1543050"/>
                      <a:pt x="847725" y="1543050"/>
                    </a:cubicBezTo>
                    <a:lnTo>
                      <a:pt x="2887980" y="1543050"/>
                    </a:lnTo>
                    <a:cubicBezTo>
                      <a:pt x="2929890" y="1543050"/>
                      <a:pt x="2964180" y="1508760"/>
                      <a:pt x="2964180" y="1466850"/>
                    </a:cubicBezTo>
                    <a:lnTo>
                      <a:pt x="2964180" y="1032510"/>
                    </a:lnTo>
                    <a:cubicBezTo>
                      <a:pt x="2964180" y="994410"/>
                      <a:pt x="2994660" y="965835"/>
                      <a:pt x="3030855" y="965835"/>
                    </a:cubicBezTo>
                    <a:cubicBezTo>
                      <a:pt x="3032760" y="965835"/>
                      <a:pt x="3034665" y="965835"/>
                      <a:pt x="3036570" y="965835"/>
                    </a:cubicBezTo>
                    <a:lnTo>
                      <a:pt x="3644265" y="1017270"/>
                    </a:lnTo>
                    <a:cubicBezTo>
                      <a:pt x="3507105" y="984885"/>
                      <a:pt x="3394710" y="889635"/>
                      <a:pt x="3341370" y="760095"/>
                    </a:cubicBezTo>
                    <a:close/>
                  </a:path>
                </a:pathLst>
              </a:custGeom>
              <a:solidFill>
                <a:srgbClr val="60BAE2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D19E1005-339C-2D46-EB29-F672E1DEE7BA}"/>
                  </a:ext>
                </a:extLst>
              </p:cNvPr>
              <p:cNvSpPr/>
              <p:nvPr/>
            </p:nvSpPr>
            <p:spPr>
              <a:xfrm>
                <a:off x="4170044" y="2274570"/>
                <a:ext cx="259080" cy="259079"/>
              </a:xfrm>
              <a:custGeom>
                <a:avLst/>
                <a:gdLst>
                  <a:gd name="connsiteX0" fmla="*/ 211455 w 259080"/>
                  <a:gd name="connsiteY0" fmla="*/ 81915 h 259079"/>
                  <a:gd name="connsiteX1" fmla="*/ 177165 w 259080"/>
                  <a:gd name="connsiteY1" fmla="*/ 81915 h 259079"/>
                  <a:gd name="connsiteX2" fmla="*/ 177165 w 259080"/>
                  <a:gd name="connsiteY2" fmla="*/ 47625 h 259079"/>
                  <a:gd name="connsiteX3" fmla="*/ 129540 w 259080"/>
                  <a:gd name="connsiteY3" fmla="*/ 0 h 259079"/>
                  <a:gd name="connsiteX4" fmla="*/ 81915 w 259080"/>
                  <a:gd name="connsiteY4" fmla="*/ 47625 h 259079"/>
                  <a:gd name="connsiteX5" fmla="*/ 81915 w 259080"/>
                  <a:gd name="connsiteY5" fmla="*/ 81915 h 259079"/>
                  <a:gd name="connsiteX6" fmla="*/ 47625 w 259080"/>
                  <a:gd name="connsiteY6" fmla="*/ 81915 h 259079"/>
                  <a:gd name="connsiteX7" fmla="*/ 0 w 259080"/>
                  <a:gd name="connsiteY7" fmla="*/ 129540 h 259079"/>
                  <a:gd name="connsiteX8" fmla="*/ 47625 w 259080"/>
                  <a:gd name="connsiteY8" fmla="*/ 177165 h 259079"/>
                  <a:gd name="connsiteX9" fmla="*/ 81915 w 259080"/>
                  <a:gd name="connsiteY9" fmla="*/ 177165 h 259079"/>
                  <a:gd name="connsiteX10" fmla="*/ 81915 w 259080"/>
                  <a:gd name="connsiteY10" fmla="*/ 211455 h 259079"/>
                  <a:gd name="connsiteX11" fmla="*/ 129540 w 259080"/>
                  <a:gd name="connsiteY11" fmla="*/ 259080 h 259079"/>
                  <a:gd name="connsiteX12" fmla="*/ 177165 w 259080"/>
                  <a:gd name="connsiteY12" fmla="*/ 211455 h 259079"/>
                  <a:gd name="connsiteX13" fmla="*/ 177165 w 259080"/>
                  <a:gd name="connsiteY13" fmla="*/ 177165 h 259079"/>
                  <a:gd name="connsiteX14" fmla="*/ 211455 w 259080"/>
                  <a:gd name="connsiteY14" fmla="*/ 177165 h 259079"/>
                  <a:gd name="connsiteX15" fmla="*/ 259080 w 259080"/>
                  <a:gd name="connsiteY15" fmla="*/ 129540 h 259079"/>
                  <a:gd name="connsiteX16" fmla="*/ 211455 w 259080"/>
                  <a:gd name="connsiteY16" fmla="*/ 81915 h 259079"/>
                  <a:gd name="connsiteX17" fmla="*/ 211455 w 259080"/>
                  <a:gd name="connsiteY17" fmla="*/ 81915 h 259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59080" h="259079">
                    <a:moveTo>
                      <a:pt x="211455" y="81915"/>
                    </a:moveTo>
                    <a:lnTo>
                      <a:pt x="177165" y="81915"/>
                    </a:lnTo>
                    <a:lnTo>
                      <a:pt x="177165" y="47625"/>
                    </a:lnTo>
                    <a:cubicBezTo>
                      <a:pt x="177165" y="20955"/>
                      <a:pt x="156210" y="0"/>
                      <a:pt x="129540" y="0"/>
                    </a:cubicBezTo>
                    <a:cubicBezTo>
                      <a:pt x="102870" y="0"/>
                      <a:pt x="81915" y="20955"/>
                      <a:pt x="81915" y="47625"/>
                    </a:cubicBezTo>
                    <a:lnTo>
                      <a:pt x="81915" y="81915"/>
                    </a:lnTo>
                    <a:lnTo>
                      <a:pt x="47625" y="81915"/>
                    </a:lnTo>
                    <a:cubicBezTo>
                      <a:pt x="20955" y="81915"/>
                      <a:pt x="0" y="102870"/>
                      <a:pt x="0" y="129540"/>
                    </a:cubicBezTo>
                    <a:cubicBezTo>
                      <a:pt x="0" y="156210"/>
                      <a:pt x="20955" y="177165"/>
                      <a:pt x="47625" y="177165"/>
                    </a:cubicBezTo>
                    <a:lnTo>
                      <a:pt x="81915" y="177165"/>
                    </a:lnTo>
                    <a:lnTo>
                      <a:pt x="81915" y="211455"/>
                    </a:lnTo>
                    <a:cubicBezTo>
                      <a:pt x="81915" y="238125"/>
                      <a:pt x="102870" y="259080"/>
                      <a:pt x="129540" y="259080"/>
                    </a:cubicBezTo>
                    <a:cubicBezTo>
                      <a:pt x="156210" y="259080"/>
                      <a:pt x="177165" y="238125"/>
                      <a:pt x="177165" y="211455"/>
                    </a:cubicBezTo>
                    <a:lnTo>
                      <a:pt x="177165" y="177165"/>
                    </a:lnTo>
                    <a:lnTo>
                      <a:pt x="211455" y="177165"/>
                    </a:lnTo>
                    <a:cubicBezTo>
                      <a:pt x="238125" y="177165"/>
                      <a:pt x="259080" y="156210"/>
                      <a:pt x="259080" y="129540"/>
                    </a:cubicBezTo>
                    <a:cubicBezTo>
                      <a:pt x="259080" y="102870"/>
                      <a:pt x="238125" y="81915"/>
                      <a:pt x="211455" y="81915"/>
                    </a:cubicBezTo>
                    <a:lnTo>
                      <a:pt x="211455" y="81915"/>
                    </a:lnTo>
                    <a:close/>
                  </a:path>
                </a:pathLst>
              </a:custGeom>
              <a:solidFill>
                <a:srgbClr val="F75C64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9B2E9A23-D2D2-3569-9E16-6BA23B258570}"/>
                  </a:ext>
                </a:extLst>
              </p:cNvPr>
              <p:cNvSpPr/>
              <p:nvPr/>
            </p:nvSpPr>
            <p:spPr>
              <a:xfrm>
                <a:off x="7404734" y="991076"/>
                <a:ext cx="93345" cy="95726"/>
              </a:xfrm>
              <a:custGeom>
                <a:avLst/>
                <a:gdLst>
                  <a:gd name="connsiteX0" fmla="*/ 91440 w 93345"/>
                  <a:gd name="connsiteY0" fmla="*/ 37624 h 95726"/>
                  <a:gd name="connsiteX1" fmla="*/ 89535 w 93345"/>
                  <a:gd name="connsiteY1" fmla="*/ 28099 h 95726"/>
                  <a:gd name="connsiteX2" fmla="*/ 85725 w 93345"/>
                  <a:gd name="connsiteY2" fmla="*/ 20479 h 95726"/>
                  <a:gd name="connsiteX3" fmla="*/ 80010 w 93345"/>
                  <a:gd name="connsiteY3" fmla="*/ 12859 h 95726"/>
                  <a:gd name="connsiteX4" fmla="*/ 13335 w 93345"/>
                  <a:gd name="connsiteY4" fmla="*/ 12859 h 95726"/>
                  <a:gd name="connsiteX5" fmla="*/ 7620 w 93345"/>
                  <a:gd name="connsiteY5" fmla="*/ 20479 h 95726"/>
                  <a:gd name="connsiteX6" fmla="*/ 3810 w 93345"/>
                  <a:gd name="connsiteY6" fmla="*/ 28099 h 95726"/>
                  <a:gd name="connsiteX7" fmla="*/ 1905 w 93345"/>
                  <a:gd name="connsiteY7" fmla="*/ 37624 h 95726"/>
                  <a:gd name="connsiteX8" fmla="*/ 0 w 93345"/>
                  <a:gd name="connsiteY8" fmla="*/ 47149 h 95726"/>
                  <a:gd name="connsiteX9" fmla="*/ 1905 w 93345"/>
                  <a:gd name="connsiteY9" fmla="*/ 56674 h 95726"/>
                  <a:gd name="connsiteX10" fmla="*/ 3810 w 93345"/>
                  <a:gd name="connsiteY10" fmla="*/ 66199 h 95726"/>
                  <a:gd name="connsiteX11" fmla="*/ 7620 w 93345"/>
                  <a:gd name="connsiteY11" fmla="*/ 73819 h 95726"/>
                  <a:gd name="connsiteX12" fmla="*/ 13335 w 93345"/>
                  <a:gd name="connsiteY12" fmla="*/ 81439 h 95726"/>
                  <a:gd name="connsiteX13" fmla="*/ 80010 w 93345"/>
                  <a:gd name="connsiteY13" fmla="*/ 81439 h 95726"/>
                  <a:gd name="connsiteX14" fmla="*/ 80010 w 93345"/>
                  <a:gd name="connsiteY14" fmla="*/ 81439 h 95726"/>
                  <a:gd name="connsiteX15" fmla="*/ 85725 w 93345"/>
                  <a:gd name="connsiteY15" fmla="*/ 73819 h 95726"/>
                  <a:gd name="connsiteX16" fmla="*/ 89535 w 93345"/>
                  <a:gd name="connsiteY16" fmla="*/ 66199 h 95726"/>
                  <a:gd name="connsiteX17" fmla="*/ 91440 w 93345"/>
                  <a:gd name="connsiteY17" fmla="*/ 56674 h 95726"/>
                  <a:gd name="connsiteX18" fmla="*/ 93345 w 93345"/>
                  <a:gd name="connsiteY18" fmla="*/ 47149 h 95726"/>
                  <a:gd name="connsiteX19" fmla="*/ 91440 w 93345"/>
                  <a:gd name="connsiteY19" fmla="*/ 37624 h 95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3345" h="95726">
                    <a:moveTo>
                      <a:pt x="91440" y="37624"/>
                    </a:moveTo>
                    <a:cubicBezTo>
                      <a:pt x="91440" y="33814"/>
                      <a:pt x="89535" y="31909"/>
                      <a:pt x="89535" y="28099"/>
                    </a:cubicBezTo>
                    <a:cubicBezTo>
                      <a:pt x="87630" y="26194"/>
                      <a:pt x="87630" y="22384"/>
                      <a:pt x="85725" y="20479"/>
                    </a:cubicBezTo>
                    <a:cubicBezTo>
                      <a:pt x="83820" y="18574"/>
                      <a:pt x="81915" y="14764"/>
                      <a:pt x="80010" y="12859"/>
                    </a:cubicBezTo>
                    <a:cubicBezTo>
                      <a:pt x="60960" y="-4286"/>
                      <a:pt x="32385" y="-4286"/>
                      <a:pt x="13335" y="12859"/>
                    </a:cubicBezTo>
                    <a:cubicBezTo>
                      <a:pt x="11430" y="14764"/>
                      <a:pt x="9525" y="16669"/>
                      <a:pt x="7620" y="20479"/>
                    </a:cubicBezTo>
                    <a:cubicBezTo>
                      <a:pt x="5715" y="22384"/>
                      <a:pt x="3810" y="26194"/>
                      <a:pt x="3810" y="28099"/>
                    </a:cubicBezTo>
                    <a:cubicBezTo>
                      <a:pt x="1905" y="31909"/>
                      <a:pt x="1905" y="33814"/>
                      <a:pt x="1905" y="37624"/>
                    </a:cubicBezTo>
                    <a:cubicBezTo>
                      <a:pt x="1905" y="41434"/>
                      <a:pt x="0" y="43339"/>
                      <a:pt x="0" y="47149"/>
                    </a:cubicBezTo>
                    <a:cubicBezTo>
                      <a:pt x="0" y="50959"/>
                      <a:pt x="0" y="52864"/>
                      <a:pt x="1905" y="56674"/>
                    </a:cubicBezTo>
                    <a:cubicBezTo>
                      <a:pt x="1905" y="60484"/>
                      <a:pt x="3810" y="62389"/>
                      <a:pt x="3810" y="66199"/>
                    </a:cubicBezTo>
                    <a:cubicBezTo>
                      <a:pt x="5715" y="70009"/>
                      <a:pt x="5715" y="71914"/>
                      <a:pt x="7620" y="73819"/>
                    </a:cubicBezTo>
                    <a:cubicBezTo>
                      <a:pt x="9525" y="75724"/>
                      <a:pt x="11430" y="79534"/>
                      <a:pt x="13335" y="81439"/>
                    </a:cubicBezTo>
                    <a:cubicBezTo>
                      <a:pt x="32385" y="100489"/>
                      <a:pt x="60960" y="100489"/>
                      <a:pt x="80010" y="81439"/>
                    </a:cubicBezTo>
                    <a:cubicBezTo>
                      <a:pt x="80010" y="81439"/>
                      <a:pt x="80010" y="81439"/>
                      <a:pt x="80010" y="81439"/>
                    </a:cubicBezTo>
                    <a:cubicBezTo>
                      <a:pt x="81915" y="79534"/>
                      <a:pt x="83820" y="77629"/>
                      <a:pt x="85725" y="73819"/>
                    </a:cubicBezTo>
                    <a:cubicBezTo>
                      <a:pt x="87630" y="71914"/>
                      <a:pt x="89535" y="68104"/>
                      <a:pt x="89535" y="66199"/>
                    </a:cubicBezTo>
                    <a:cubicBezTo>
                      <a:pt x="91440" y="64294"/>
                      <a:pt x="91440" y="60484"/>
                      <a:pt x="91440" y="56674"/>
                    </a:cubicBezTo>
                    <a:cubicBezTo>
                      <a:pt x="91440" y="52864"/>
                      <a:pt x="91440" y="50959"/>
                      <a:pt x="93345" y="47149"/>
                    </a:cubicBezTo>
                    <a:cubicBezTo>
                      <a:pt x="91440" y="43339"/>
                      <a:pt x="91440" y="39529"/>
                      <a:pt x="91440" y="37624"/>
                    </a:cubicBezTo>
                    <a:close/>
                  </a:path>
                </a:pathLst>
              </a:custGeom>
              <a:solidFill>
                <a:srgbClr val="FFCD29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7F1838A-F199-FA23-B2E7-328B426D9C16}"/>
                  </a:ext>
                </a:extLst>
              </p:cNvPr>
              <p:cNvSpPr/>
              <p:nvPr/>
            </p:nvSpPr>
            <p:spPr>
              <a:xfrm>
                <a:off x="4056221" y="2793206"/>
                <a:ext cx="94120" cy="95726"/>
              </a:xfrm>
              <a:custGeom>
                <a:avLst/>
                <a:gdLst>
                  <a:gd name="connsiteX0" fmla="*/ 92869 w 94120"/>
                  <a:gd name="connsiteY0" fmla="*/ 37624 h 95726"/>
                  <a:gd name="connsiteX1" fmla="*/ 90964 w 94120"/>
                  <a:gd name="connsiteY1" fmla="*/ 28099 h 95726"/>
                  <a:gd name="connsiteX2" fmla="*/ 87154 w 94120"/>
                  <a:gd name="connsiteY2" fmla="*/ 20479 h 95726"/>
                  <a:gd name="connsiteX3" fmla="*/ 81439 w 94120"/>
                  <a:gd name="connsiteY3" fmla="*/ 12859 h 95726"/>
                  <a:gd name="connsiteX4" fmla="*/ 14764 w 94120"/>
                  <a:gd name="connsiteY4" fmla="*/ 12859 h 95726"/>
                  <a:gd name="connsiteX5" fmla="*/ 9049 w 94120"/>
                  <a:gd name="connsiteY5" fmla="*/ 20479 h 95726"/>
                  <a:gd name="connsiteX6" fmla="*/ 1429 w 94120"/>
                  <a:gd name="connsiteY6" fmla="*/ 37624 h 95726"/>
                  <a:gd name="connsiteX7" fmla="*/ 1429 w 94120"/>
                  <a:gd name="connsiteY7" fmla="*/ 56674 h 95726"/>
                  <a:gd name="connsiteX8" fmla="*/ 3334 w 94120"/>
                  <a:gd name="connsiteY8" fmla="*/ 66199 h 95726"/>
                  <a:gd name="connsiteX9" fmla="*/ 7144 w 94120"/>
                  <a:gd name="connsiteY9" fmla="*/ 73819 h 95726"/>
                  <a:gd name="connsiteX10" fmla="*/ 12859 w 94120"/>
                  <a:gd name="connsiteY10" fmla="*/ 81439 h 95726"/>
                  <a:gd name="connsiteX11" fmla="*/ 79534 w 94120"/>
                  <a:gd name="connsiteY11" fmla="*/ 81439 h 95726"/>
                  <a:gd name="connsiteX12" fmla="*/ 79534 w 94120"/>
                  <a:gd name="connsiteY12" fmla="*/ 81439 h 95726"/>
                  <a:gd name="connsiteX13" fmla="*/ 85249 w 94120"/>
                  <a:gd name="connsiteY13" fmla="*/ 73819 h 95726"/>
                  <a:gd name="connsiteX14" fmla="*/ 89059 w 94120"/>
                  <a:gd name="connsiteY14" fmla="*/ 66199 h 95726"/>
                  <a:gd name="connsiteX15" fmla="*/ 90964 w 94120"/>
                  <a:gd name="connsiteY15" fmla="*/ 56674 h 95726"/>
                  <a:gd name="connsiteX16" fmla="*/ 92869 w 94120"/>
                  <a:gd name="connsiteY16" fmla="*/ 37624 h 95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4120" h="95726">
                    <a:moveTo>
                      <a:pt x="92869" y="37624"/>
                    </a:moveTo>
                    <a:cubicBezTo>
                      <a:pt x="92869" y="33814"/>
                      <a:pt x="90964" y="31909"/>
                      <a:pt x="90964" y="28099"/>
                    </a:cubicBezTo>
                    <a:cubicBezTo>
                      <a:pt x="89059" y="26194"/>
                      <a:pt x="89059" y="22384"/>
                      <a:pt x="87154" y="20479"/>
                    </a:cubicBezTo>
                    <a:cubicBezTo>
                      <a:pt x="85249" y="18574"/>
                      <a:pt x="83344" y="14764"/>
                      <a:pt x="81439" y="12859"/>
                    </a:cubicBezTo>
                    <a:cubicBezTo>
                      <a:pt x="62389" y="-4286"/>
                      <a:pt x="33814" y="-4286"/>
                      <a:pt x="14764" y="12859"/>
                    </a:cubicBezTo>
                    <a:cubicBezTo>
                      <a:pt x="12859" y="14764"/>
                      <a:pt x="10954" y="16669"/>
                      <a:pt x="9049" y="20479"/>
                    </a:cubicBezTo>
                    <a:cubicBezTo>
                      <a:pt x="5239" y="26194"/>
                      <a:pt x="3334" y="31909"/>
                      <a:pt x="1429" y="37624"/>
                    </a:cubicBezTo>
                    <a:cubicBezTo>
                      <a:pt x="-476" y="43339"/>
                      <a:pt x="-476" y="50959"/>
                      <a:pt x="1429" y="56674"/>
                    </a:cubicBezTo>
                    <a:cubicBezTo>
                      <a:pt x="1429" y="60484"/>
                      <a:pt x="3334" y="62389"/>
                      <a:pt x="3334" y="66199"/>
                    </a:cubicBezTo>
                    <a:cubicBezTo>
                      <a:pt x="5239" y="70009"/>
                      <a:pt x="5239" y="71914"/>
                      <a:pt x="7144" y="73819"/>
                    </a:cubicBezTo>
                    <a:cubicBezTo>
                      <a:pt x="9049" y="75724"/>
                      <a:pt x="10954" y="79534"/>
                      <a:pt x="12859" y="81439"/>
                    </a:cubicBezTo>
                    <a:cubicBezTo>
                      <a:pt x="31909" y="100489"/>
                      <a:pt x="60484" y="100489"/>
                      <a:pt x="79534" y="81439"/>
                    </a:cubicBezTo>
                    <a:cubicBezTo>
                      <a:pt x="79534" y="81439"/>
                      <a:pt x="79534" y="81439"/>
                      <a:pt x="79534" y="81439"/>
                    </a:cubicBezTo>
                    <a:cubicBezTo>
                      <a:pt x="81439" y="79534"/>
                      <a:pt x="83344" y="77629"/>
                      <a:pt x="85249" y="73819"/>
                    </a:cubicBezTo>
                    <a:cubicBezTo>
                      <a:pt x="87154" y="71914"/>
                      <a:pt x="89059" y="68104"/>
                      <a:pt x="89059" y="66199"/>
                    </a:cubicBezTo>
                    <a:cubicBezTo>
                      <a:pt x="90964" y="64294"/>
                      <a:pt x="90964" y="60484"/>
                      <a:pt x="90964" y="56674"/>
                    </a:cubicBezTo>
                    <a:cubicBezTo>
                      <a:pt x="94774" y="49054"/>
                      <a:pt x="94774" y="43339"/>
                      <a:pt x="92869" y="37624"/>
                    </a:cubicBezTo>
                    <a:close/>
                  </a:path>
                </a:pathLst>
              </a:custGeom>
              <a:solidFill>
                <a:srgbClr val="FFCD29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3F6949D-C56E-0658-766D-07A6D9468A3B}"/>
                  </a:ext>
                </a:extLst>
              </p:cNvPr>
              <p:cNvSpPr/>
              <p:nvPr/>
            </p:nvSpPr>
            <p:spPr>
              <a:xfrm>
                <a:off x="7763351" y="2494121"/>
                <a:ext cx="94120" cy="95726"/>
              </a:xfrm>
              <a:custGeom>
                <a:avLst/>
                <a:gdLst>
                  <a:gd name="connsiteX0" fmla="*/ 92869 w 94120"/>
                  <a:gd name="connsiteY0" fmla="*/ 37624 h 95726"/>
                  <a:gd name="connsiteX1" fmla="*/ 90964 w 94120"/>
                  <a:gd name="connsiteY1" fmla="*/ 28099 h 95726"/>
                  <a:gd name="connsiteX2" fmla="*/ 87154 w 94120"/>
                  <a:gd name="connsiteY2" fmla="*/ 20479 h 95726"/>
                  <a:gd name="connsiteX3" fmla="*/ 81439 w 94120"/>
                  <a:gd name="connsiteY3" fmla="*/ 12859 h 95726"/>
                  <a:gd name="connsiteX4" fmla="*/ 14764 w 94120"/>
                  <a:gd name="connsiteY4" fmla="*/ 12859 h 95726"/>
                  <a:gd name="connsiteX5" fmla="*/ 9049 w 94120"/>
                  <a:gd name="connsiteY5" fmla="*/ 20479 h 95726"/>
                  <a:gd name="connsiteX6" fmla="*/ 1429 w 94120"/>
                  <a:gd name="connsiteY6" fmla="*/ 37624 h 95726"/>
                  <a:gd name="connsiteX7" fmla="*/ 1429 w 94120"/>
                  <a:gd name="connsiteY7" fmla="*/ 56674 h 95726"/>
                  <a:gd name="connsiteX8" fmla="*/ 3334 w 94120"/>
                  <a:gd name="connsiteY8" fmla="*/ 66199 h 95726"/>
                  <a:gd name="connsiteX9" fmla="*/ 7144 w 94120"/>
                  <a:gd name="connsiteY9" fmla="*/ 73819 h 95726"/>
                  <a:gd name="connsiteX10" fmla="*/ 12859 w 94120"/>
                  <a:gd name="connsiteY10" fmla="*/ 81439 h 95726"/>
                  <a:gd name="connsiteX11" fmla="*/ 79534 w 94120"/>
                  <a:gd name="connsiteY11" fmla="*/ 81439 h 95726"/>
                  <a:gd name="connsiteX12" fmla="*/ 79534 w 94120"/>
                  <a:gd name="connsiteY12" fmla="*/ 81439 h 95726"/>
                  <a:gd name="connsiteX13" fmla="*/ 85249 w 94120"/>
                  <a:gd name="connsiteY13" fmla="*/ 73819 h 95726"/>
                  <a:gd name="connsiteX14" fmla="*/ 89059 w 94120"/>
                  <a:gd name="connsiteY14" fmla="*/ 66199 h 95726"/>
                  <a:gd name="connsiteX15" fmla="*/ 90964 w 94120"/>
                  <a:gd name="connsiteY15" fmla="*/ 56674 h 95726"/>
                  <a:gd name="connsiteX16" fmla="*/ 92869 w 94120"/>
                  <a:gd name="connsiteY16" fmla="*/ 37624 h 95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4120" h="95726">
                    <a:moveTo>
                      <a:pt x="92869" y="37624"/>
                    </a:moveTo>
                    <a:cubicBezTo>
                      <a:pt x="92869" y="33814"/>
                      <a:pt x="90964" y="31909"/>
                      <a:pt x="90964" y="28099"/>
                    </a:cubicBezTo>
                    <a:cubicBezTo>
                      <a:pt x="89059" y="26194"/>
                      <a:pt x="89059" y="22384"/>
                      <a:pt x="87154" y="20479"/>
                    </a:cubicBezTo>
                    <a:cubicBezTo>
                      <a:pt x="85249" y="18574"/>
                      <a:pt x="83344" y="14764"/>
                      <a:pt x="81439" y="12859"/>
                    </a:cubicBezTo>
                    <a:cubicBezTo>
                      <a:pt x="62389" y="-4286"/>
                      <a:pt x="33814" y="-4286"/>
                      <a:pt x="14764" y="12859"/>
                    </a:cubicBezTo>
                    <a:cubicBezTo>
                      <a:pt x="12859" y="14764"/>
                      <a:pt x="10954" y="16669"/>
                      <a:pt x="9049" y="20479"/>
                    </a:cubicBezTo>
                    <a:cubicBezTo>
                      <a:pt x="5239" y="26194"/>
                      <a:pt x="3334" y="31909"/>
                      <a:pt x="1429" y="37624"/>
                    </a:cubicBezTo>
                    <a:cubicBezTo>
                      <a:pt x="-476" y="43339"/>
                      <a:pt x="-476" y="50959"/>
                      <a:pt x="1429" y="56674"/>
                    </a:cubicBezTo>
                    <a:cubicBezTo>
                      <a:pt x="1429" y="60484"/>
                      <a:pt x="3334" y="62389"/>
                      <a:pt x="3334" y="66199"/>
                    </a:cubicBezTo>
                    <a:cubicBezTo>
                      <a:pt x="5239" y="70009"/>
                      <a:pt x="5239" y="71914"/>
                      <a:pt x="7144" y="73819"/>
                    </a:cubicBezTo>
                    <a:cubicBezTo>
                      <a:pt x="9049" y="75724"/>
                      <a:pt x="10954" y="79534"/>
                      <a:pt x="12859" y="81439"/>
                    </a:cubicBezTo>
                    <a:cubicBezTo>
                      <a:pt x="31909" y="100489"/>
                      <a:pt x="60484" y="100489"/>
                      <a:pt x="79534" y="81439"/>
                    </a:cubicBezTo>
                    <a:cubicBezTo>
                      <a:pt x="79534" y="81439"/>
                      <a:pt x="79534" y="81439"/>
                      <a:pt x="79534" y="81439"/>
                    </a:cubicBezTo>
                    <a:cubicBezTo>
                      <a:pt x="81439" y="79534"/>
                      <a:pt x="83344" y="77629"/>
                      <a:pt x="85249" y="73819"/>
                    </a:cubicBezTo>
                    <a:cubicBezTo>
                      <a:pt x="87154" y="71914"/>
                      <a:pt x="89059" y="68104"/>
                      <a:pt x="89059" y="66199"/>
                    </a:cubicBezTo>
                    <a:cubicBezTo>
                      <a:pt x="90964" y="64294"/>
                      <a:pt x="90964" y="60484"/>
                      <a:pt x="90964" y="56674"/>
                    </a:cubicBezTo>
                    <a:cubicBezTo>
                      <a:pt x="94774" y="49054"/>
                      <a:pt x="94774" y="43339"/>
                      <a:pt x="92869" y="37624"/>
                    </a:cubicBezTo>
                    <a:close/>
                  </a:path>
                </a:pathLst>
              </a:custGeom>
              <a:solidFill>
                <a:srgbClr val="60BAE2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D9C3B17-3424-4B47-A6C3-6F846500241E}"/>
                  </a:ext>
                </a:extLst>
              </p:cNvPr>
              <p:cNvSpPr/>
              <p:nvPr/>
            </p:nvSpPr>
            <p:spPr>
              <a:xfrm>
                <a:off x="7650480" y="1236344"/>
                <a:ext cx="320039" cy="320040"/>
              </a:xfrm>
              <a:custGeom>
                <a:avLst/>
                <a:gdLst>
                  <a:gd name="connsiteX0" fmla="*/ 316230 w 320039"/>
                  <a:gd name="connsiteY0" fmla="*/ 156210 h 320040"/>
                  <a:gd name="connsiteX1" fmla="*/ 163830 w 320039"/>
                  <a:gd name="connsiteY1" fmla="*/ 3810 h 320040"/>
                  <a:gd name="connsiteX2" fmla="*/ 160020 w 320039"/>
                  <a:gd name="connsiteY2" fmla="*/ 0 h 320040"/>
                  <a:gd name="connsiteX3" fmla="*/ 156210 w 320039"/>
                  <a:gd name="connsiteY3" fmla="*/ 3810 h 320040"/>
                  <a:gd name="connsiteX4" fmla="*/ 3810 w 320039"/>
                  <a:gd name="connsiteY4" fmla="*/ 156210 h 320040"/>
                  <a:gd name="connsiteX5" fmla="*/ 0 w 320039"/>
                  <a:gd name="connsiteY5" fmla="*/ 160020 h 320040"/>
                  <a:gd name="connsiteX6" fmla="*/ 3810 w 320039"/>
                  <a:gd name="connsiteY6" fmla="*/ 163830 h 320040"/>
                  <a:gd name="connsiteX7" fmla="*/ 156210 w 320039"/>
                  <a:gd name="connsiteY7" fmla="*/ 316230 h 320040"/>
                  <a:gd name="connsiteX8" fmla="*/ 160020 w 320039"/>
                  <a:gd name="connsiteY8" fmla="*/ 320040 h 320040"/>
                  <a:gd name="connsiteX9" fmla="*/ 163830 w 320039"/>
                  <a:gd name="connsiteY9" fmla="*/ 316230 h 320040"/>
                  <a:gd name="connsiteX10" fmla="*/ 316230 w 320039"/>
                  <a:gd name="connsiteY10" fmla="*/ 163830 h 320040"/>
                  <a:gd name="connsiteX11" fmla="*/ 320040 w 320039"/>
                  <a:gd name="connsiteY11" fmla="*/ 160020 h 320040"/>
                  <a:gd name="connsiteX12" fmla="*/ 316230 w 320039"/>
                  <a:gd name="connsiteY12" fmla="*/ 156210 h 320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0039" h="320040">
                    <a:moveTo>
                      <a:pt x="316230" y="156210"/>
                    </a:moveTo>
                    <a:cubicBezTo>
                      <a:pt x="238125" y="140970"/>
                      <a:pt x="179070" y="80010"/>
                      <a:pt x="163830" y="3810"/>
                    </a:cubicBezTo>
                    <a:cubicBezTo>
                      <a:pt x="163830" y="1905"/>
                      <a:pt x="161925" y="0"/>
                      <a:pt x="160020" y="0"/>
                    </a:cubicBezTo>
                    <a:cubicBezTo>
                      <a:pt x="158115" y="0"/>
                      <a:pt x="158115" y="1905"/>
                      <a:pt x="156210" y="3810"/>
                    </a:cubicBezTo>
                    <a:cubicBezTo>
                      <a:pt x="140970" y="81915"/>
                      <a:pt x="80010" y="140970"/>
                      <a:pt x="3810" y="156210"/>
                    </a:cubicBezTo>
                    <a:cubicBezTo>
                      <a:pt x="1905" y="156210"/>
                      <a:pt x="0" y="158115"/>
                      <a:pt x="0" y="160020"/>
                    </a:cubicBezTo>
                    <a:cubicBezTo>
                      <a:pt x="0" y="161925"/>
                      <a:pt x="1905" y="161925"/>
                      <a:pt x="3810" y="163830"/>
                    </a:cubicBezTo>
                    <a:cubicBezTo>
                      <a:pt x="81915" y="179070"/>
                      <a:pt x="140970" y="240030"/>
                      <a:pt x="156210" y="316230"/>
                    </a:cubicBezTo>
                    <a:cubicBezTo>
                      <a:pt x="156210" y="318135"/>
                      <a:pt x="158115" y="320040"/>
                      <a:pt x="160020" y="320040"/>
                    </a:cubicBezTo>
                    <a:cubicBezTo>
                      <a:pt x="161925" y="320040"/>
                      <a:pt x="161925" y="318135"/>
                      <a:pt x="163830" y="316230"/>
                    </a:cubicBezTo>
                    <a:cubicBezTo>
                      <a:pt x="179070" y="238125"/>
                      <a:pt x="240030" y="179070"/>
                      <a:pt x="316230" y="163830"/>
                    </a:cubicBezTo>
                    <a:cubicBezTo>
                      <a:pt x="318135" y="163830"/>
                      <a:pt x="320040" y="161925"/>
                      <a:pt x="320040" y="160020"/>
                    </a:cubicBezTo>
                    <a:cubicBezTo>
                      <a:pt x="318135" y="158115"/>
                      <a:pt x="318135" y="156210"/>
                      <a:pt x="316230" y="156210"/>
                    </a:cubicBezTo>
                    <a:close/>
                  </a:path>
                </a:pathLst>
              </a:custGeom>
              <a:solidFill>
                <a:srgbClr val="6DCC6D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E04984F-D330-D60D-EDEA-934AB23D2AD0}"/>
                  </a:ext>
                </a:extLst>
              </p:cNvPr>
              <p:cNvSpPr/>
              <p:nvPr/>
            </p:nvSpPr>
            <p:spPr>
              <a:xfrm>
                <a:off x="5772099" y="3273756"/>
                <a:ext cx="694355" cy="254303"/>
              </a:xfrm>
              <a:custGeom>
                <a:avLst/>
                <a:gdLst>
                  <a:gd name="connsiteX0" fmla="*/ 645845 w 694355"/>
                  <a:gd name="connsiteY0" fmla="*/ 254303 h 254303"/>
                  <a:gd name="connsiteX1" fmla="*/ 605840 w 694355"/>
                  <a:gd name="connsiteY1" fmla="*/ 233348 h 254303"/>
                  <a:gd name="connsiteX2" fmla="*/ 171500 w 694355"/>
                  <a:gd name="connsiteY2" fmla="*/ 149528 h 254303"/>
                  <a:gd name="connsiteX3" fmla="*/ 87680 w 694355"/>
                  <a:gd name="connsiteY3" fmla="*/ 233348 h 254303"/>
                  <a:gd name="connsiteX4" fmla="*/ 21005 w 694355"/>
                  <a:gd name="connsiteY4" fmla="*/ 246683 h 254303"/>
                  <a:gd name="connsiteX5" fmla="*/ 7670 w 694355"/>
                  <a:gd name="connsiteY5" fmla="*/ 180008 h 254303"/>
                  <a:gd name="connsiteX6" fmla="*/ 575360 w 694355"/>
                  <a:gd name="connsiteY6" fmla="*/ 69518 h 254303"/>
                  <a:gd name="connsiteX7" fmla="*/ 685850 w 694355"/>
                  <a:gd name="connsiteY7" fmla="*/ 180008 h 254303"/>
                  <a:gd name="connsiteX8" fmla="*/ 672515 w 694355"/>
                  <a:gd name="connsiteY8" fmla="*/ 246683 h 254303"/>
                  <a:gd name="connsiteX9" fmla="*/ 645845 w 694355"/>
                  <a:gd name="connsiteY9" fmla="*/ 254303 h 254303"/>
                  <a:gd name="connsiteX10" fmla="*/ 645845 w 694355"/>
                  <a:gd name="connsiteY10" fmla="*/ 254303 h 25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94355" h="254303">
                    <a:moveTo>
                      <a:pt x="645845" y="254303"/>
                    </a:moveTo>
                    <a:cubicBezTo>
                      <a:pt x="630605" y="254303"/>
                      <a:pt x="615365" y="246683"/>
                      <a:pt x="605840" y="233348"/>
                    </a:cubicBezTo>
                    <a:cubicBezTo>
                      <a:pt x="508685" y="90473"/>
                      <a:pt x="314375" y="52373"/>
                      <a:pt x="171500" y="149528"/>
                    </a:cubicBezTo>
                    <a:cubicBezTo>
                      <a:pt x="139115" y="172388"/>
                      <a:pt x="108635" y="200963"/>
                      <a:pt x="87680" y="233348"/>
                    </a:cubicBezTo>
                    <a:cubicBezTo>
                      <a:pt x="72440" y="254303"/>
                      <a:pt x="43865" y="260018"/>
                      <a:pt x="21005" y="246683"/>
                    </a:cubicBezTo>
                    <a:cubicBezTo>
                      <a:pt x="-1855" y="233348"/>
                      <a:pt x="-5665" y="202868"/>
                      <a:pt x="7670" y="180008"/>
                    </a:cubicBezTo>
                    <a:cubicBezTo>
                      <a:pt x="133400" y="-6682"/>
                      <a:pt x="386765" y="-56212"/>
                      <a:pt x="575360" y="69518"/>
                    </a:cubicBezTo>
                    <a:cubicBezTo>
                      <a:pt x="619175" y="98093"/>
                      <a:pt x="655370" y="136193"/>
                      <a:pt x="685850" y="180008"/>
                    </a:cubicBezTo>
                    <a:cubicBezTo>
                      <a:pt x="701090" y="200963"/>
                      <a:pt x="695375" y="231443"/>
                      <a:pt x="672515" y="246683"/>
                    </a:cubicBezTo>
                    <a:cubicBezTo>
                      <a:pt x="664895" y="252398"/>
                      <a:pt x="655370" y="254303"/>
                      <a:pt x="645845" y="254303"/>
                    </a:cubicBezTo>
                    <a:lnTo>
                      <a:pt x="645845" y="254303"/>
                    </a:ln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21BCAD3-8753-1E45-8E8B-3550E75369AC}"/>
                  </a:ext>
                </a:extLst>
              </p:cNvPr>
              <p:cNvSpPr/>
              <p:nvPr/>
            </p:nvSpPr>
            <p:spPr>
              <a:xfrm>
                <a:off x="5621613" y="2695534"/>
                <a:ext cx="287695" cy="287695"/>
              </a:xfrm>
              <a:custGeom>
                <a:avLst/>
                <a:gdLst>
                  <a:gd name="connsiteX0" fmla="*/ 142916 w 287695"/>
                  <a:gd name="connsiteY0" fmla="*/ 287696 h 287695"/>
                  <a:gd name="connsiteX1" fmla="*/ 41 w 287695"/>
                  <a:gd name="connsiteY1" fmla="*/ 142916 h 287695"/>
                  <a:gd name="connsiteX2" fmla="*/ 144821 w 287695"/>
                  <a:gd name="connsiteY2" fmla="*/ 41 h 287695"/>
                  <a:gd name="connsiteX3" fmla="*/ 287696 w 287695"/>
                  <a:gd name="connsiteY3" fmla="*/ 142916 h 287695"/>
                  <a:gd name="connsiteX4" fmla="*/ 142916 w 287695"/>
                  <a:gd name="connsiteY4" fmla="*/ 287696 h 287695"/>
                  <a:gd name="connsiteX5" fmla="*/ 142916 w 287695"/>
                  <a:gd name="connsiteY5" fmla="*/ 95291 h 287695"/>
                  <a:gd name="connsiteX6" fmla="*/ 112436 w 287695"/>
                  <a:gd name="connsiteY6" fmla="*/ 106721 h 287695"/>
                  <a:gd name="connsiteX7" fmla="*/ 106721 w 287695"/>
                  <a:gd name="connsiteY7" fmla="*/ 175301 h 287695"/>
                  <a:gd name="connsiteX8" fmla="*/ 175301 w 287695"/>
                  <a:gd name="connsiteY8" fmla="*/ 181016 h 287695"/>
                  <a:gd name="connsiteX9" fmla="*/ 192446 w 287695"/>
                  <a:gd name="connsiteY9" fmla="*/ 142916 h 287695"/>
                  <a:gd name="connsiteX10" fmla="*/ 152441 w 287695"/>
                  <a:gd name="connsiteY10" fmla="*/ 95291 h 287695"/>
                  <a:gd name="connsiteX11" fmla="*/ 142916 w 287695"/>
                  <a:gd name="connsiteY11" fmla="*/ 95291 h 28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695" h="287695">
                    <a:moveTo>
                      <a:pt x="142916" y="287696"/>
                    </a:moveTo>
                    <a:cubicBezTo>
                      <a:pt x="62906" y="287696"/>
                      <a:pt x="-1864" y="222926"/>
                      <a:pt x="41" y="142916"/>
                    </a:cubicBezTo>
                    <a:cubicBezTo>
                      <a:pt x="41" y="62906"/>
                      <a:pt x="64811" y="-1864"/>
                      <a:pt x="144821" y="41"/>
                    </a:cubicBezTo>
                    <a:cubicBezTo>
                      <a:pt x="224831" y="41"/>
                      <a:pt x="287696" y="64811"/>
                      <a:pt x="287696" y="142916"/>
                    </a:cubicBezTo>
                    <a:cubicBezTo>
                      <a:pt x="285791" y="222926"/>
                      <a:pt x="222926" y="287696"/>
                      <a:pt x="142916" y="287696"/>
                    </a:cubicBezTo>
                    <a:close/>
                    <a:moveTo>
                      <a:pt x="142916" y="95291"/>
                    </a:moveTo>
                    <a:cubicBezTo>
                      <a:pt x="131486" y="95291"/>
                      <a:pt x="120056" y="99101"/>
                      <a:pt x="112436" y="106721"/>
                    </a:cubicBezTo>
                    <a:cubicBezTo>
                      <a:pt x="91481" y="123866"/>
                      <a:pt x="89576" y="154346"/>
                      <a:pt x="106721" y="175301"/>
                    </a:cubicBezTo>
                    <a:cubicBezTo>
                      <a:pt x="123866" y="196256"/>
                      <a:pt x="154346" y="198161"/>
                      <a:pt x="175301" y="181016"/>
                    </a:cubicBezTo>
                    <a:cubicBezTo>
                      <a:pt x="186731" y="171491"/>
                      <a:pt x="192446" y="158156"/>
                      <a:pt x="192446" y="142916"/>
                    </a:cubicBezTo>
                    <a:cubicBezTo>
                      <a:pt x="192446" y="120056"/>
                      <a:pt x="175301" y="99101"/>
                      <a:pt x="152441" y="95291"/>
                    </a:cubicBezTo>
                    <a:cubicBezTo>
                      <a:pt x="148631" y="95291"/>
                      <a:pt x="144821" y="95291"/>
                      <a:pt x="142916" y="95291"/>
                    </a:cubicBez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F7142D7E-DAE6-A0CD-7D78-BDA00B3F0972}"/>
                  </a:ext>
                </a:extLst>
              </p:cNvPr>
              <p:cNvSpPr/>
              <p:nvPr/>
            </p:nvSpPr>
            <p:spPr>
              <a:xfrm>
                <a:off x="6330315" y="2695575"/>
                <a:ext cx="287695" cy="287654"/>
              </a:xfrm>
              <a:custGeom>
                <a:avLst/>
                <a:gdLst>
                  <a:gd name="connsiteX0" fmla="*/ 144780 w 287695"/>
                  <a:gd name="connsiteY0" fmla="*/ 287655 h 287654"/>
                  <a:gd name="connsiteX1" fmla="*/ 0 w 287695"/>
                  <a:gd name="connsiteY1" fmla="*/ 144780 h 287654"/>
                  <a:gd name="connsiteX2" fmla="*/ 142875 w 287695"/>
                  <a:gd name="connsiteY2" fmla="*/ 0 h 287654"/>
                  <a:gd name="connsiteX3" fmla="*/ 287655 w 287695"/>
                  <a:gd name="connsiteY3" fmla="*/ 142875 h 287654"/>
                  <a:gd name="connsiteX4" fmla="*/ 287655 w 287695"/>
                  <a:gd name="connsiteY4" fmla="*/ 142875 h 287654"/>
                  <a:gd name="connsiteX5" fmla="*/ 144780 w 287695"/>
                  <a:gd name="connsiteY5" fmla="*/ 287655 h 287654"/>
                  <a:gd name="connsiteX6" fmla="*/ 144780 w 287695"/>
                  <a:gd name="connsiteY6" fmla="*/ 95250 h 287654"/>
                  <a:gd name="connsiteX7" fmla="*/ 114300 w 287695"/>
                  <a:gd name="connsiteY7" fmla="*/ 106680 h 287654"/>
                  <a:gd name="connsiteX8" fmla="*/ 106680 w 287695"/>
                  <a:gd name="connsiteY8" fmla="*/ 175260 h 287654"/>
                  <a:gd name="connsiteX9" fmla="*/ 144780 w 287695"/>
                  <a:gd name="connsiteY9" fmla="*/ 192405 h 287654"/>
                  <a:gd name="connsiteX10" fmla="*/ 192405 w 287695"/>
                  <a:gd name="connsiteY10" fmla="*/ 142875 h 287654"/>
                  <a:gd name="connsiteX11" fmla="*/ 152400 w 287695"/>
                  <a:gd name="connsiteY11" fmla="*/ 95250 h 287654"/>
                  <a:gd name="connsiteX12" fmla="*/ 144780 w 287695"/>
                  <a:gd name="connsiteY12" fmla="*/ 95250 h 287654"/>
                  <a:gd name="connsiteX13" fmla="*/ 144780 w 287695"/>
                  <a:gd name="connsiteY13" fmla="*/ 95250 h 287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695" h="287654">
                    <a:moveTo>
                      <a:pt x="144780" y="287655"/>
                    </a:moveTo>
                    <a:cubicBezTo>
                      <a:pt x="64770" y="287655"/>
                      <a:pt x="0" y="222885"/>
                      <a:pt x="0" y="144780"/>
                    </a:cubicBezTo>
                    <a:cubicBezTo>
                      <a:pt x="0" y="64770"/>
                      <a:pt x="64770" y="0"/>
                      <a:pt x="142875" y="0"/>
                    </a:cubicBezTo>
                    <a:cubicBezTo>
                      <a:pt x="222885" y="0"/>
                      <a:pt x="287655" y="64770"/>
                      <a:pt x="287655" y="142875"/>
                    </a:cubicBezTo>
                    <a:cubicBezTo>
                      <a:pt x="287655" y="142875"/>
                      <a:pt x="287655" y="142875"/>
                      <a:pt x="287655" y="142875"/>
                    </a:cubicBezTo>
                    <a:cubicBezTo>
                      <a:pt x="289560" y="222885"/>
                      <a:pt x="224790" y="287655"/>
                      <a:pt x="144780" y="287655"/>
                    </a:cubicBezTo>
                    <a:close/>
                    <a:moveTo>
                      <a:pt x="144780" y="95250"/>
                    </a:moveTo>
                    <a:cubicBezTo>
                      <a:pt x="133350" y="95250"/>
                      <a:pt x="121920" y="99060"/>
                      <a:pt x="114300" y="106680"/>
                    </a:cubicBezTo>
                    <a:cubicBezTo>
                      <a:pt x="93345" y="123825"/>
                      <a:pt x="91440" y="154305"/>
                      <a:pt x="106680" y="175260"/>
                    </a:cubicBezTo>
                    <a:cubicBezTo>
                      <a:pt x="116205" y="186690"/>
                      <a:pt x="129540" y="192405"/>
                      <a:pt x="144780" y="192405"/>
                    </a:cubicBezTo>
                    <a:cubicBezTo>
                      <a:pt x="171450" y="192405"/>
                      <a:pt x="192405" y="171450"/>
                      <a:pt x="192405" y="142875"/>
                    </a:cubicBezTo>
                    <a:cubicBezTo>
                      <a:pt x="192405" y="120015"/>
                      <a:pt x="175260" y="99060"/>
                      <a:pt x="152400" y="95250"/>
                    </a:cubicBezTo>
                    <a:cubicBezTo>
                      <a:pt x="150495" y="95250"/>
                      <a:pt x="148590" y="95250"/>
                      <a:pt x="144780" y="95250"/>
                    </a:cubicBezTo>
                    <a:lnTo>
                      <a:pt x="144780" y="95250"/>
                    </a:ln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346F1727-6146-BDCC-678C-FFB8FA0EC9FD}"/>
                  </a:ext>
                </a:extLst>
              </p:cNvPr>
              <p:cNvSpPr/>
              <p:nvPr/>
            </p:nvSpPr>
            <p:spPr>
              <a:xfrm>
                <a:off x="6300978" y="4128563"/>
                <a:ext cx="731480" cy="891111"/>
              </a:xfrm>
              <a:custGeom>
                <a:avLst/>
                <a:gdLst>
                  <a:gd name="connsiteX0" fmla="*/ 393192 w 731480"/>
                  <a:gd name="connsiteY0" fmla="*/ 891111 h 891111"/>
                  <a:gd name="connsiteX1" fmla="*/ 294132 w 731480"/>
                  <a:gd name="connsiteY1" fmla="*/ 843486 h 891111"/>
                  <a:gd name="connsiteX2" fmla="*/ 10287 w 731480"/>
                  <a:gd name="connsiteY2" fmla="*/ 491061 h 891111"/>
                  <a:gd name="connsiteX3" fmla="*/ 4572 w 731480"/>
                  <a:gd name="connsiteY3" fmla="*/ 439626 h 891111"/>
                  <a:gd name="connsiteX4" fmla="*/ 204597 w 731480"/>
                  <a:gd name="connsiteY4" fmla="*/ 26241 h 891111"/>
                  <a:gd name="connsiteX5" fmla="*/ 257937 w 731480"/>
                  <a:gd name="connsiteY5" fmla="*/ 1476 h 891111"/>
                  <a:gd name="connsiteX6" fmla="*/ 694182 w 731480"/>
                  <a:gd name="connsiteY6" fmla="*/ 102441 h 891111"/>
                  <a:gd name="connsiteX7" fmla="*/ 730377 w 731480"/>
                  <a:gd name="connsiteY7" fmla="*/ 159591 h 891111"/>
                  <a:gd name="connsiteX8" fmla="*/ 728472 w 731480"/>
                  <a:gd name="connsiteY8" fmla="*/ 163401 h 891111"/>
                  <a:gd name="connsiteX9" fmla="*/ 513207 w 731480"/>
                  <a:gd name="connsiteY9" fmla="*/ 809196 h 891111"/>
                  <a:gd name="connsiteX10" fmla="*/ 511302 w 731480"/>
                  <a:gd name="connsiteY10" fmla="*/ 811101 h 891111"/>
                  <a:gd name="connsiteX11" fmla="*/ 412242 w 731480"/>
                  <a:gd name="connsiteY11" fmla="*/ 889206 h 891111"/>
                  <a:gd name="connsiteX12" fmla="*/ 393192 w 731480"/>
                  <a:gd name="connsiteY12" fmla="*/ 891111 h 891111"/>
                  <a:gd name="connsiteX13" fmla="*/ 103632 w 731480"/>
                  <a:gd name="connsiteY13" fmla="*/ 454866 h 891111"/>
                  <a:gd name="connsiteX14" fmla="*/ 368427 w 731480"/>
                  <a:gd name="connsiteY14" fmla="*/ 784431 h 891111"/>
                  <a:gd name="connsiteX15" fmla="*/ 414147 w 731480"/>
                  <a:gd name="connsiteY15" fmla="*/ 790146 h 891111"/>
                  <a:gd name="connsiteX16" fmla="*/ 423672 w 731480"/>
                  <a:gd name="connsiteY16" fmla="*/ 778716 h 891111"/>
                  <a:gd name="connsiteX17" fmla="*/ 621792 w 731480"/>
                  <a:gd name="connsiteY17" fmla="*/ 184356 h 891111"/>
                  <a:gd name="connsiteX18" fmla="*/ 275082 w 731480"/>
                  <a:gd name="connsiteY18" fmla="*/ 104346 h 891111"/>
                  <a:gd name="connsiteX19" fmla="*/ 103632 w 731480"/>
                  <a:gd name="connsiteY19" fmla="*/ 454866 h 891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1480" h="891111">
                    <a:moveTo>
                      <a:pt x="393192" y="891111"/>
                    </a:moveTo>
                    <a:cubicBezTo>
                      <a:pt x="355092" y="891111"/>
                      <a:pt x="318897" y="873966"/>
                      <a:pt x="294132" y="843486"/>
                    </a:cubicBezTo>
                    <a:lnTo>
                      <a:pt x="10287" y="491061"/>
                    </a:lnTo>
                    <a:cubicBezTo>
                      <a:pt x="-1143" y="475821"/>
                      <a:pt x="-3048" y="456771"/>
                      <a:pt x="4572" y="439626"/>
                    </a:cubicBezTo>
                    <a:lnTo>
                      <a:pt x="204597" y="26241"/>
                    </a:lnTo>
                    <a:cubicBezTo>
                      <a:pt x="214122" y="7191"/>
                      <a:pt x="236982" y="-4239"/>
                      <a:pt x="257937" y="1476"/>
                    </a:cubicBezTo>
                    <a:lnTo>
                      <a:pt x="694182" y="102441"/>
                    </a:lnTo>
                    <a:cubicBezTo>
                      <a:pt x="718947" y="108156"/>
                      <a:pt x="736092" y="134826"/>
                      <a:pt x="730377" y="159591"/>
                    </a:cubicBezTo>
                    <a:cubicBezTo>
                      <a:pt x="730377" y="161496"/>
                      <a:pt x="730377" y="163401"/>
                      <a:pt x="728472" y="163401"/>
                    </a:cubicBezTo>
                    <a:lnTo>
                      <a:pt x="513207" y="809196"/>
                    </a:lnTo>
                    <a:cubicBezTo>
                      <a:pt x="513207" y="811101"/>
                      <a:pt x="513207" y="811101"/>
                      <a:pt x="511302" y="811101"/>
                    </a:cubicBezTo>
                    <a:cubicBezTo>
                      <a:pt x="494157" y="853011"/>
                      <a:pt x="456057" y="883491"/>
                      <a:pt x="412242" y="889206"/>
                    </a:cubicBezTo>
                    <a:cubicBezTo>
                      <a:pt x="406527" y="891111"/>
                      <a:pt x="400812" y="891111"/>
                      <a:pt x="393192" y="891111"/>
                    </a:cubicBezTo>
                    <a:close/>
                    <a:moveTo>
                      <a:pt x="103632" y="454866"/>
                    </a:moveTo>
                    <a:lnTo>
                      <a:pt x="368427" y="784431"/>
                    </a:lnTo>
                    <a:cubicBezTo>
                      <a:pt x="379857" y="797766"/>
                      <a:pt x="400812" y="801576"/>
                      <a:pt x="414147" y="790146"/>
                    </a:cubicBezTo>
                    <a:cubicBezTo>
                      <a:pt x="417957" y="786336"/>
                      <a:pt x="421767" y="782526"/>
                      <a:pt x="423672" y="778716"/>
                    </a:cubicBezTo>
                    <a:lnTo>
                      <a:pt x="621792" y="184356"/>
                    </a:lnTo>
                    <a:lnTo>
                      <a:pt x="275082" y="104346"/>
                    </a:lnTo>
                    <a:lnTo>
                      <a:pt x="103632" y="454866"/>
                    </a:ln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563166BC-3928-257C-879C-44F761313F24}"/>
                  </a:ext>
                </a:extLst>
              </p:cNvPr>
              <p:cNvSpPr/>
              <p:nvPr/>
            </p:nvSpPr>
            <p:spPr>
              <a:xfrm>
                <a:off x="5208035" y="4126668"/>
                <a:ext cx="722288" cy="893006"/>
              </a:xfrm>
              <a:custGeom>
                <a:avLst/>
                <a:gdLst>
                  <a:gd name="connsiteX0" fmla="*/ 337419 w 722288"/>
                  <a:gd name="connsiteY0" fmla="*/ 893006 h 893006"/>
                  <a:gd name="connsiteX1" fmla="*/ 318369 w 722288"/>
                  <a:gd name="connsiteY1" fmla="*/ 891101 h 893006"/>
                  <a:gd name="connsiteX2" fmla="*/ 219309 w 722288"/>
                  <a:gd name="connsiteY2" fmla="*/ 812996 h 893006"/>
                  <a:gd name="connsiteX3" fmla="*/ 217404 w 722288"/>
                  <a:gd name="connsiteY3" fmla="*/ 811091 h 893006"/>
                  <a:gd name="connsiteX4" fmla="*/ 2139 w 722288"/>
                  <a:gd name="connsiteY4" fmla="*/ 165296 h 893006"/>
                  <a:gd name="connsiteX5" fmla="*/ 32619 w 722288"/>
                  <a:gd name="connsiteY5" fmla="*/ 104336 h 893006"/>
                  <a:gd name="connsiteX6" fmla="*/ 36429 w 722288"/>
                  <a:gd name="connsiteY6" fmla="*/ 102431 h 893006"/>
                  <a:gd name="connsiteX7" fmla="*/ 472674 w 722288"/>
                  <a:gd name="connsiteY7" fmla="*/ 1466 h 893006"/>
                  <a:gd name="connsiteX8" fmla="*/ 526014 w 722288"/>
                  <a:gd name="connsiteY8" fmla="*/ 28136 h 893006"/>
                  <a:gd name="connsiteX9" fmla="*/ 710799 w 722288"/>
                  <a:gd name="connsiteY9" fmla="*/ 439616 h 893006"/>
                  <a:gd name="connsiteX10" fmla="*/ 714609 w 722288"/>
                  <a:gd name="connsiteY10" fmla="*/ 445331 h 893006"/>
                  <a:gd name="connsiteX11" fmla="*/ 712704 w 722288"/>
                  <a:gd name="connsiteY11" fmla="*/ 500576 h 893006"/>
                  <a:gd name="connsiteX12" fmla="*/ 438384 w 722288"/>
                  <a:gd name="connsiteY12" fmla="*/ 843476 h 893006"/>
                  <a:gd name="connsiteX13" fmla="*/ 337419 w 722288"/>
                  <a:gd name="connsiteY13" fmla="*/ 893006 h 893006"/>
                  <a:gd name="connsiteX14" fmla="*/ 306939 w 722288"/>
                  <a:gd name="connsiteY14" fmla="*/ 778706 h 893006"/>
                  <a:gd name="connsiteX15" fmla="*/ 350754 w 722288"/>
                  <a:gd name="connsiteY15" fmla="*/ 795851 h 893006"/>
                  <a:gd name="connsiteX16" fmla="*/ 362184 w 722288"/>
                  <a:gd name="connsiteY16" fmla="*/ 786326 h 893006"/>
                  <a:gd name="connsiteX17" fmla="*/ 617454 w 722288"/>
                  <a:gd name="connsiteY17" fmla="*/ 468191 h 893006"/>
                  <a:gd name="connsiteX18" fmla="*/ 453624 w 722288"/>
                  <a:gd name="connsiteY18" fmla="*/ 106241 h 893006"/>
                  <a:gd name="connsiteX19" fmla="*/ 106914 w 722288"/>
                  <a:gd name="connsiteY19" fmla="*/ 186251 h 893006"/>
                  <a:gd name="connsiteX20" fmla="*/ 306939 w 722288"/>
                  <a:gd name="connsiteY20" fmla="*/ 778706 h 893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22288" h="893006">
                    <a:moveTo>
                      <a:pt x="337419" y="893006"/>
                    </a:moveTo>
                    <a:cubicBezTo>
                      <a:pt x="331704" y="893006"/>
                      <a:pt x="324084" y="893006"/>
                      <a:pt x="318369" y="891101"/>
                    </a:cubicBezTo>
                    <a:cubicBezTo>
                      <a:pt x="272649" y="885386"/>
                      <a:pt x="234549" y="854906"/>
                      <a:pt x="219309" y="812996"/>
                    </a:cubicBezTo>
                    <a:cubicBezTo>
                      <a:pt x="219309" y="812996"/>
                      <a:pt x="219309" y="811091"/>
                      <a:pt x="217404" y="811091"/>
                    </a:cubicBezTo>
                    <a:lnTo>
                      <a:pt x="2139" y="165296"/>
                    </a:lnTo>
                    <a:cubicBezTo>
                      <a:pt x="-5481" y="140531"/>
                      <a:pt x="7854" y="113861"/>
                      <a:pt x="32619" y="104336"/>
                    </a:cubicBezTo>
                    <a:cubicBezTo>
                      <a:pt x="34524" y="104336"/>
                      <a:pt x="36429" y="104336"/>
                      <a:pt x="36429" y="102431"/>
                    </a:cubicBezTo>
                    <a:lnTo>
                      <a:pt x="472674" y="1466"/>
                    </a:lnTo>
                    <a:cubicBezTo>
                      <a:pt x="495534" y="-4249"/>
                      <a:pt x="518394" y="7181"/>
                      <a:pt x="526014" y="28136"/>
                    </a:cubicBezTo>
                    <a:lnTo>
                      <a:pt x="710799" y="439616"/>
                    </a:lnTo>
                    <a:cubicBezTo>
                      <a:pt x="710799" y="441521"/>
                      <a:pt x="712704" y="443426"/>
                      <a:pt x="714609" y="445331"/>
                    </a:cubicBezTo>
                    <a:cubicBezTo>
                      <a:pt x="726039" y="462476"/>
                      <a:pt x="724134" y="485336"/>
                      <a:pt x="712704" y="500576"/>
                    </a:cubicBezTo>
                    <a:lnTo>
                      <a:pt x="438384" y="843476"/>
                    </a:lnTo>
                    <a:cubicBezTo>
                      <a:pt x="411714" y="875861"/>
                      <a:pt x="375519" y="893006"/>
                      <a:pt x="337419" y="893006"/>
                    </a:cubicBezTo>
                    <a:close/>
                    <a:moveTo>
                      <a:pt x="306939" y="778706"/>
                    </a:moveTo>
                    <a:cubicBezTo>
                      <a:pt x="314559" y="795851"/>
                      <a:pt x="333609" y="803471"/>
                      <a:pt x="350754" y="795851"/>
                    </a:cubicBezTo>
                    <a:cubicBezTo>
                      <a:pt x="354564" y="793946"/>
                      <a:pt x="360279" y="790136"/>
                      <a:pt x="362184" y="786326"/>
                    </a:cubicBezTo>
                    <a:lnTo>
                      <a:pt x="617454" y="468191"/>
                    </a:lnTo>
                    <a:lnTo>
                      <a:pt x="453624" y="106241"/>
                    </a:lnTo>
                    <a:lnTo>
                      <a:pt x="106914" y="186251"/>
                    </a:lnTo>
                    <a:lnTo>
                      <a:pt x="306939" y="778706"/>
                    </a:ln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89937DB-EF5F-6FF3-F1B1-F658AE24A9C3}"/>
                  </a:ext>
                </a:extLst>
              </p:cNvPr>
              <p:cNvSpPr/>
              <p:nvPr/>
            </p:nvSpPr>
            <p:spPr>
              <a:xfrm>
                <a:off x="4164330" y="5255774"/>
                <a:ext cx="112526" cy="97275"/>
              </a:xfrm>
              <a:custGeom>
                <a:avLst/>
                <a:gdLst>
                  <a:gd name="connsiteX0" fmla="*/ 47625 w 112526"/>
                  <a:gd name="connsiteY0" fmla="*/ 95370 h 97275"/>
                  <a:gd name="connsiteX1" fmla="*/ 0 w 112526"/>
                  <a:gd name="connsiteY1" fmla="*/ 47745 h 97275"/>
                  <a:gd name="connsiteX2" fmla="*/ 45720 w 112526"/>
                  <a:gd name="connsiteY2" fmla="*/ 120 h 97275"/>
                  <a:gd name="connsiteX3" fmla="*/ 59055 w 112526"/>
                  <a:gd name="connsiteY3" fmla="*/ 120 h 97275"/>
                  <a:gd name="connsiteX4" fmla="*/ 60960 w 112526"/>
                  <a:gd name="connsiteY4" fmla="*/ 120 h 97275"/>
                  <a:gd name="connsiteX5" fmla="*/ 112395 w 112526"/>
                  <a:gd name="connsiteY5" fmla="*/ 43936 h 97275"/>
                  <a:gd name="connsiteX6" fmla="*/ 68580 w 112526"/>
                  <a:gd name="connsiteY6" fmla="*/ 95370 h 97275"/>
                  <a:gd name="connsiteX7" fmla="*/ 49530 w 112526"/>
                  <a:gd name="connsiteY7" fmla="*/ 97276 h 97275"/>
                  <a:gd name="connsiteX8" fmla="*/ 47625 w 112526"/>
                  <a:gd name="connsiteY8" fmla="*/ 95370 h 97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2526" h="97275">
                    <a:moveTo>
                      <a:pt x="47625" y="95370"/>
                    </a:moveTo>
                    <a:cubicBezTo>
                      <a:pt x="20955" y="95370"/>
                      <a:pt x="0" y="74416"/>
                      <a:pt x="0" y="47745"/>
                    </a:cubicBezTo>
                    <a:cubicBezTo>
                      <a:pt x="0" y="21076"/>
                      <a:pt x="20955" y="120"/>
                      <a:pt x="45720" y="120"/>
                    </a:cubicBezTo>
                    <a:cubicBezTo>
                      <a:pt x="49530" y="120"/>
                      <a:pt x="55245" y="120"/>
                      <a:pt x="59055" y="120"/>
                    </a:cubicBezTo>
                    <a:lnTo>
                      <a:pt x="60960" y="120"/>
                    </a:lnTo>
                    <a:cubicBezTo>
                      <a:pt x="87630" y="-1784"/>
                      <a:pt x="110490" y="19170"/>
                      <a:pt x="112395" y="43936"/>
                    </a:cubicBezTo>
                    <a:cubicBezTo>
                      <a:pt x="114300" y="70606"/>
                      <a:pt x="95250" y="91561"/>
                      <a:pt x="68580" y="95370"/>
                    </a:cubicBezTo>
                    <a:lnTo>
                      <a:pt x="49530" y="97276"/>
                    </a:lnTo>
                    <a:cubicBezTo>
                      <a:pt x="49530" y="95370"/>
                      <a:pt x="49530" y="95370"/>
                      <a:pt x="47625" y="9537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3813A647-FE91-BBC2-6DA9-49AE869F114B}"/>
                  </a:ext>
                </a:extLst>
              </p:cNvPr>
              <p:cNvSpPr/>
              <p:nvPr/>
            </p:nvSpPr>
            <p:spPr>
              <a:xfrm>
                <a:off x="6072187" y="4930945"/>
                <a:ext cx="95396" cy="94444"/>
              </a:xfrm>
              <a:custGeom>
                <a:avLst/>
                <a:gdLst>
                  <a:gd name="connsiteX0" fmla="*/ 48578 w 95396"/>
                  <a:gd name="connsiteY0" fmla="*/ 92539 h 94444"/>
                  <a:gd name="connsiteX1" fmla="*/ 39053 w 95396"/>
                  <a:gd name="connsiteY1" fmla="*/ 90634 h 94444"/>
                  <a:gd name="connsiteX2" fmla="*/ 29528 w 95396"/>
                  <a:gd name="connsiteY2" fmla="*/ 88729 h 94444"/>
                  <a:gd name="connsiteX3" fmla="*/ 21908 w 95396"/>
                  <a:gd name="connsiteY3" fmla="*/ 84919 h 94444"/>
                  <a:gd name="connsiteX4" fmla="*/ 14288 w 95396"/>
                  <a:gd name="connsiteY4" fmla="*/ 79204 h 94444"/>
                  <a:gd name="connsiteX5" fmla="*/ 14288 w 95396"/>
                  <a:gd name="connsiteY5" fmla="*/ 12529 h 94444"/>
                  <a:gd name="connsiteX6" fmla="*/ 14288 w 95396"/>
                  <a:gd name="connsiteY6" fmla="*/ 12529 h 94444"/>
                  <a:gd name="connsiteX7" fmla="*/ 21908 w 95396"/>
                  <a:gd name="connsiteY7" fmla="*/ 6814 h 94444"/>
                  <a:gd name="connsiteX8" fmla="*/ 29528 w 95396"/>
                  <a:gd name="connsiteY8" fmla="*/ 3004 h 94444"/>
                  <a:gd name="connsiteX9" fmla="*/ 39053 w 95396"/>
                  <a:gd name="connsiteY9" fmla="*/ 1099 h 94444"/>
                  <a:gd name="connsiteX10" fmla="*/ 94297 w 95396"/>
                  <a:gd name="connsiteY10" fmla="*/ 39199 h 94444"/>
                  <a:gd name="connsiteX11" fmla="*/ 56197 w 95396"/>
                  <a:gd name="connsiteY11" fmla="*/ 94444 h 94444"/>
                  <a:gd name="connsiteX12" fmla="*/ 48578 w 95396"/>
                  <a:gd name="connsiteY12" fmla="*/ 92539 h 94444"/>
                  <a:gd name="connsiteX13" fmla="*/ 48578 w 95396"/>
                  <a:gd name="connsiteY13" fmla="*/ 92539 h 9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5396" h="94444">
                    <a:moveTo>
                      <a:pt x="48578" y="92539"/>
                    </a:moveTo>
                    <a:cubicBezTo>
                      <a:pt x="44768" y="92539"/>
                      <a:pt x="42863" y="92539"/>
                      <a:pt x="39053" y="90634"/>
                    </a:cubicBezTo>
                    <a:cubicBezTo>
                      <a:pt x="35243" y="90634"/>
                      <a:pt x="33338" y="88729"/>
                      <a:pt x="29528" y="88729"/>
                    </a:cubicBezTo>
                    <a:cubicBezTo>
                      <a:pt x="25718" y="86824"/>
                      <a:pt x="23813" y="86824"/>
                      <a:pt x="21908" y="84919"/>
                    </a:cubicBezTo>
                    <a:cubicBezTo>
                      <a:pt x="20003" y="83014"/>
                      <a:pt x="16192" y="81109"/>
                      <a:pt x="14288" y="79204"/>
                    </a:cubicBezTo>
                    <a:cubicBezTo>
                      <a:pt x="-4763" y="60154"/>
                      <a:pt x="-4763" y="31579"/>
                      <a:pt x="14288" y="12529"/>
                    </a:cubicBezTo>
                    <a:cubicBezTo>
                      <a:pt x="14288" y="12529"/>
                      <a:pt x="14288" y="12529"/>
                      <a:pt x="14288" y="12529"/>
                    </a:cubicBezTo>
                    <a:cubicBezTo>
                      <a:pt x="16192" y="10624"/>
                      <a:pt x="18097" y="8719"/>
                      <a:pt x="21908" y="6814"/>
                    </a:cubicBezTo>
                    <a:cubicBezTo>
                      <a:pt x="23813" y="4909"/>
                      <a:pt x="27622" y="3004"/>
                      <a:pt x="29528" y="3004"/>
                    </a:cubicBezTo>
                    <a:cubicBezTo>
                      <a:pt x="33338" y="1099"/>
                      <a:pt x="35243" y="1099"/>
                      <a:pt x="39053" y="1099"/>
                    </a:cubicBezTo>
                    <a:cubicBezTo>
                      <a:pt x="65722" y="-4616"/>
                      <a:pt x="90488" y="12529"/>
                      <a:pt x="94297" y="39199"/>
                    </a:cubicBezTo>
                    <a:cubicBezTo>
                      <a:pt x="100013" y="65869"/>
                      <a:pt x="82868" y="90634"/>
                      <a:pt x="56197" y="94444"/>
                    </a:cubicBezTo>
                    <a:cubicBezTo>
                      <a:pt x="54293" y="92539"/>
                      <a:pt x="50482" y="92539"/>
                      <a:pt x="48578" y="92539"/>
                    </a:cubicBezTo>
                    <a:lnTo>
                      <a:pt x="48578" y="92539"/>
                    </a:ln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769B4313-8B23-0055-6A25-03ED4FFCEE56}"/>
                  </a:ext>
                </a:extLst>
              </p:cNvPr>
              <p:cNvSpPr/>
              <p:nvPr/>
            </p:nvSpPr>
            <p:spPr>
              <a:xfrm>
                <a:off x="6072187" y="5179621"/>
                <a:ext cx="95250" cy="93418"/>
              </a:xfrm>
              <a:custGeom>
                <a:avLst/>
                <a:gdLst>
                  <a:gd name="connsiteX0" fmla="*/ 48578 w 95250"/>
                  <a:gd name="connsiteY0" fmla="*/ 93419 h 93418"/>
                  <a:gd name="connsiteX1" fmla="*/ 39053 w 95250"/>
                  <a:gd name="connsiteY1" fmla="*/ 91514 h 93418"/>
                  <a:gd name="connsiteX2" fmla="*/ 29528 w 95250"/>
                  <a:gd name="connsiteY2" fmla="*/ 89609 h 93418"/>
                  <a:gd name="connsiteX3" fmla="*/ 21908 w 95250"/>
                  <a:gd name="connsiteY3" fmla="*/ 85799 h 93418"/>
                  <a:gd name="connsiteX4" fmla="*/ 14288 w 95250"/>
                  <a:gd name="connsiteY4" fmla="*/ 80084 h 93418"/>
                  <a:gd name="connsiteX5" fmla="*/ 14288 w 95250"/>
                  <a:gd name="connsiteY5" fmla="*/ 13409 h 93418"/>
                  <a:gd name="connsiteX6" fmla="*/ 14288 w 95250"/>
                  <a:gd name="connsiteY6" fmla="*/ 13409 h 93418"/>
                  <a:gd name="connsiteX7" fmla="*/ 21908 w 95250"/>
                  <a:gd name="connsiteY7" fmla="*/ 7694 h 93418"/>
                  <a:gd name="connsiteX8" fmla="*/ 29528 w 95250"/>
                  <a:gd name="connsiteY8" fmla="*/ 3884 h 93418"/>
                  <a:gd name="connsiteX9" fmla="*/ 80963 w 95250"/>
                  <a:gd name="connsiteY9" fmla="*/ 13409 h 93418"/>
                  <a:gd name="connsiteX10" fmla="*/ 80963 w 95250"/>
                  <a:gd name="connsiteY10" fmla="*/ 80084 h 93418"/>
                  <a:gd name="connsiteX11" fmla="*/ 48578 w 95250"/>
                  <a:gd name="connsiteY11" fmla="*/ 93419 h 93418"/>
                  <a:gd name="connsiteX12" fmla="*/ 48578 w 95250"/>
                  <a:gd name="connsiteY12" fmla="*/ 93419 h 93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250" h="93418">
                    <a:moveTo>
                      <a:pt x="48578" y="93419"/>
                    </a:moveTo>
                    <a:cubicBezTo>
                      <a:pt x="44768" y="93419"/>
                      <a:pt x="42863" y="93419"/>
                      <a:pt x="39053" y="91514"/>
                    </a:cubicBezTo>
                    <a:cubicBezTo>
                      <a:pt x="35243" y="91514"/>
                      <a:pt x="33338" y="89609"/>
                      <a:pt x="29528" y="89609"/>
                    </a:cubicBezTo>
                    <a:cubicBezTo>
                      <a:pt x="25718" y="87704"/>
                      <a:pt x="23813" y="87704"/>
                      <a:pt x="21908" y="85799"/>
                    </a:cubicBezTo>
                    <a:cubicBezTo>
                      <a:pt x="20003" y="83894"/>
                      <a:pt x="16192" y="81989"/>
                      <a:pt x="14288" y="80084"/>
                    </a:cubicBezTo>
                    <a:cubicBezTo>
                      <a:pt x="-4763" y="61034"/>
                      <a:pt x="-4763" y="32459"/>
                      <a:pt x="14288" y="13409"/>
                    </a:cubicBezTo>
                    <a:cubicBezTo>
                      <a:pt x="14288" y="13409"/>
                      <a:pt x="14288" y="13409"/>
                      <a:pt x="14288" y="13409"/>
                    </a:cubicBezTo>
                    <a:cubicBezTo>
                      <a:pt x="16192" y="11504"/>
                      <a:pt x="18097" y="9599"/>
                      <a:pt x="21908" y="7694"/>
                    </a:cubicBezTo>
                    <a:cubicBezTo>
                      <a:pt x="23813" y="5789"/>
                      <a:pt x="27622" y="3884"/>
                      <a:pt x="29528" y="3884"/>
                    </a:cubicBezTo>
                    <a:cubicBezTo>
                      <a:pt x="46672" y="-3736"/>
                      <a:pt x="67628" y="74"/>
                      <a:pt x="80963" y="13409"/>
                    </a:cubicBezTo>
                    <a:cubicBezTo>
                      <a:pt x="100013" y="32459"/>
                      <a:pt x="100013" y="62939"/>
                      <a:pt x="80963" y="80084"/>
                    </a:cubicBezTo>
                    <a:cubicBezTo>
                      <a:pt x="73343" y="87704"/>
                      <a:pt x="60007" y="93419"/>
                      <a:pt x="48578" y="93419"/>
                    </a:cubicBezTo>
                    <a:lnTo>
                      <a:pt x="48578" y="93419"/>
                    </a:ln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F6F8162-8913-585C-C181-1E86F9D64F08}"/>
                  </a:ext>
                </a:extLst>
              </p:cNvPr>
              <p:cNvSpPr/>
              <p:nvPr/>
            </p:nvSpPr>
            <p:spPr>
              <a:xfrm>
                <a:off x="6073140" y="5428074"/>
                <a:ext cx="95250" cy="94520"/>
              </a:xfrm>
              <a:custGeom>
                <a:avLst/>
                <a:gdLst>
                  <a:gd name="connsiteX0" fmla="*/ 47625 w 95250"/>
                  <a:gd name="connsiteY0" fmla="*/ 94520 h 94520"/>
                  <a:gd name="connsiteX1" fmla="*/ 38100 w 95250"/>
                  <a:gd name="connsiteY1" fmla="*/ 92615 h 94520"/>
                  <a:gd name="connsiteX2" fmla="*/ 28575 w 95250"/>
                  <a:gd name="connsiteY2" fmla="*/ 90710 h 94520"/>
                  <a:gd name="connsiteX3" fmla="*/ 20955 w 95250"/>
                  <a:gd name="connsiteY3" fmla="*/ 86900 h 94520"/>
                  <a:gd name="connsiteX4" fmla="*/ 13335 w 95250"/>
                  <a:gd name="connsiteY4" fmla="*/ 81185 h 94520"/>
                  <a:gd name="connsiteX5" fmla="*/ 0 w 95250"/>
                  <a:gd name="connsiteY5" fmla="*/ 46895 h 94520"/>
                  <a:gd name="connsiteX6" fmla="*/ 1905 w 95250"/>
                  <a:gd name="connsiteY6" fmla="*/ 37370 h 94520"/>
                  <a:gd name="connsiteX7" fmla="*/ 5715 w 95250"/>
                  <a:gd name="connsiteY7" fmla="*/ 27845 h 94520"/>
                  <a:gd name="connsiteX8" fmla="*/ 9525 w 95250"/>
                  <a:gd name="connsiteY8" fmla="*/ 20225 h 94520"/>
                  <a:gd name="connsiteX9" fmla="*/ 22860 w 95250"/>
                  <a:gd name="connsiteY9" fmla="*/ 6890 h 94520"/>
                  <a:gd name="connsiteX10" fmla="*/ 30480 w 95250"/>
                  <a:gd name="connsiteY10" fmla="*/ 3081 h 94520"/>
                  <a:gd name="connsiteX11" fmla="*/ 40005 w 95250"/>
                  <a:gd name="connsiteY11" fmla="*/ 1175 h 94520"/>
                  <a:gd name="connsiteX12" fmla="*/ 81915 w 95250"/>
                  <a:gd name="connsiteY12" fmla="*/ 14510 h 94520"/>
                  <a:gd name="connsiteX13" fmla="*/ 87630 w 95250"/>
                  <a:gd name="connsiteY13" fmla="*/ 22131 h 94520"/>
                  <a:gd name="connsiteX14" fmla="*/ 91440 w 95250"/>
                  <a:gd name="connsiteY14" fmla="*/ 29750 h 94520"/>
                  <a:gd name="connsiteX15" fmla="*/ 93345 w 95250"/>
                  <a:gd name="connsiteY15" fmla="*/ 39275 h 94520"/>
                  <a:gd name="connsiteX16" fmla="*/ 95250 w 95250"/>
                  <a:gd name="connsiteY16" fmla="*/ 48800 h 94520"/>
                  <a:gd name="connsiteX17" fmla="*/ 47625 w 95250"/>
                  <a:gd name="connsiteY17" fmla="*/ 94520 h 94520"/>
                  <a:gd name="connsiteX18" fmla="*/ 47625 w 95250"/>
                  <a:gd name="connsiteY18" fmla="*/ 94520 h 94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5250" h="94520">
                    <a:moveTo>
                      <a:pt x="47625" y="94520"/>
                    </a:moveTo>
                    <a:cubicBezTo>
                      <a:pt x="43815" y="94520"/>
                      <a:pt x="41910" y="94520"/>
                      <a:pt x="38100" y="92615"/>
                    </a:cubicBezTo>
                    <a:cubicBezTo>
                      <a:pt x="34290" y="92615"/>
                      <a:pt x="32385" y="90710"/>
                      <a:pt x="28575" y="90710"/>
                    </a:cubicBezTo>
                    <a:cubicBezTo>
                      <a:pt x="24765" y="88806"/>
                      <a:pt x="22860" y="88806"/>
                      <a:pt x="20955" y="86900"/>
                    </a:cubicBezTo>
                    <a:cubicBezTo>
                      <a:pt x="19050" y="84995"/>
                      <a:pt x="15240" y="83090"/>
                      <a:pt x="13335" y="81185"/>
                    </a:cubicBezTo>
                    <a:cubicBezTo>
                      <a:pt x="3810" y="71660"/>
                      <a:pt x="0" y="60231"/>
                      <a:pt x="0" y="46895"/>
                    </a:cubicBezTo>
                    <a:cubicBezTo>
                      <a:pt x="0" y="43085"/>
                      <a:pt x="0" y="41181"/>
                      <a:pt x="1905" y="37370"/>
                    </a:cubicBezTo>
                    <a:cubicBezTo>
                      <a:pt x="1905" y="33560"/>
                      <a:pt x="3810" y="31656"/>
                      <a:pt x="5715" y="27845"/>
                    </a:cubicBezTo>
                    <a:cubicBezTo>
                      <a:pt x="7620" y="24035"/>
                      <a:pt x="7620" y="22131"/>
                      <a:pt x="9525" y="20225"/>
                    </a:cubicBezTo>
                    <a:cubicBezTo>
                      <a:pt x="13335" y="14510"/>
                      <a:pt x="17145" y="10700"/>
                      <a:pt x="22860" y="6890"/>
                    </a:cubicBezTo>
                    <a:cubicBezTo>
                      <a:pt x="24765" y="4985"/>
                      <a:pt x="28575" y="3081"/>
                      <a:pt x="30480" y="3081"/>
                    </a:cubicBezTo>
                    <a:cubicBezTo>
                      <a:pt x="34290" y="1175"/>
                      <a:pt x="36195" y="1175"/>
                      <a:pt x="40005" y="1175"/>
                    </a:cubicBezTo>
                    <a:cubicBezTo>
                      <a:pt x="55245" y="-2635"/>
                      <a:pt x="72390" y="3081"/>
                      <a:pt x="81915" y="14510"/>
                    </a:cubicBezTo>
                    <a:cubicBezTo>
                      <a:pt x="83820" y="16415"/>
                      <a:pt x="85725" y="18320"/>
                      <a:pt x="87630" y="22131"/>
                    </a:cubicBezTo>
                    <a:cubicBezTo>
                      <a:pt x="89535" y="24035"/>
                      <a:pt x="91440" y="27845"/>
                      <a:pt x="91440" y="29750"/>
                    </a:cubicBezTo>
                    <a:cubicBezTo>
                      <a:pt x="93345" y="33560"/>
                      <a:pt x="93345" y="35465"/>
                      <a:pt x="93345" y="39275"/>
                    </a:cubicBezTo>
                    <a:cubicBezTo>
                      <a:pt x="93345" y="43085"/>
                      <a:pt x="95250" y="44990"/>
                      <a:pt x="95250" y="48800"/>
                    </a:cubicBezTo>
                    <a:cubicBezTo>
                      <a:pt x="95250" y="73565"/>
                      <a:pt x="72390" y="94520"/>
                      <a:pt x="47625" y="94520"/>
                    </a:cubicBezTo>
                    <a:cubicBezTo>
                      <a:pt x="47625" y="94520"/>
                      <a:pt x="47625" y="94520"/>
                      <a:pt x="47625" y="9452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pic>
          <p:nvPicPr>
            <p:cNvPr id="13" name="Picture 12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1A412A99-64E5-175E-4EC4-0E00F8BA4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228166">
              <a:off x="7186012" y="3701631"/>
              <a:ext cx="2627669" cy="26276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5042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43211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engineering threats: Baiting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FF626-5B9E-458A-8AC8-E6DA7548706B}"/>
              </a:ext>
            </a:extLst>
          </p:cNvPr>
          <p:cNvSpPr/>
          <p:nvPr/>
        </p:nvSpPr>
        <p:spPr>
          <a:xfrm>
            <a:off x="176565" y="1002902"/>
            <a:ext cx="5358473" cy="4452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/>
              <a:t>The promise of cash or goods that people with malicious intent use to entice victims – e.g., offering free music or movie downloads to trick users into revealing their login credentials.</a:t>
            </a:r>
          </a:p>
          <a:p>
            <a:pPr>
              <a:spcAft>
                <a:spcPts val="800"/>
              </a:spcAft>
            </a:pPr>
            <a:r>
              <a:rPr lang="en-GB" dirty="0"/>
              <a:t>Baiting attacks are not restricted to online scams. Attackers also focus on exploiting humans’ curiosity of physical media.</a:t>
            </a:r>
          </a:p>
          <a:p>
            <a:r>
              <a:rPr lang="en-GB" b="1" dirty="0"/>
              <a:t>July 2018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KrebsOnSecurity reported an attack campaign targeting government agencies in the US.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perpetrators sent out Chinese-postmarked envelopes containing a letter and a CD.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aim was to pique recipients’ curiosity so they would load the CD and inadvertently infect their computers with malware.</a:t>
            </a:r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626F0C07-3082-42D4-A86A-282C40F49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678" y="597159"/>
            <a:ext cx="2391757" cy="9861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802465-BF5F-42DB-A350-2DEDB49A9C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527" t="22200" r="10858" b="15497"/>
          <a:stretch/>
        </p:blipFill>
        <p:spPr>
          <a:xfrm>
            <a:off x="5941076" y="2395082"/>
            <a:ext cx="6074359" cy="42473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7167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521905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engineering threats: Quid pro quo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FF626-5B9E-458A-8AC8-E6DA7548706B}"/>
              </a:ext>
            </a:extLst>
          </p:cNvPr>
          <p:cNvSpPr/>
          <p:nvPr/>
        </p:nvSpPr>
        <p:spPr>
          <a:xfrm>
            <a:off x="176565" y="993174"/>
            <a:ext cx="7035727" cy="1758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Very similar to baiting, except the benefit is usually in the form of a service as opposed to cash or goods.</a:t>
            </a:r>
            <a:endParaRPr lang="en-GB" sz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Quid pro quo means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something for something.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Quid pro quo attacks promise a benefit in exchange for information.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7E6DF-5106-4024-B886-4CF87E864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837" y="617110"/>
            <a:ext cx="2234130" cy="14152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EA8C8B-0FB0-4278-8AD0-F036C9C85A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15" t="14385" r="5548"/>
          <a:stretch/>
        </p:blipFill>
        <p:spPr>
          <a:xfrm>
            <a:off x="176564" y="2855166"/>
            <a:ext cx="7035727" cy="38456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20E57-9688-4FEE-B9DE-C04090F20A8E}"/>
              </a:ext>
            </a:extLst>
          </p:cNvPr>
          <p:cNvSpPr/>
          <p:nvPr/>
        </p:nvSpPr>
        <p:spPr>
          <a:xfrm>
            <a:off x="8032981" y="4043083"/>
            <a:ext cx="3341711" cy="1469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“You computer seems infected…”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“…don’t worry we can fix that right away for you…”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“…all I need is your credentials…”</a:t>
            </a:r>
          </a:p>
        </p:txBody>
      </p:sp>
    </p:spTree>
    <p:extLst>
      <p:ext uri="{BB962C8B-B14F-4D97-AF65-F5344CB8AC3E}">
        <p14:creationId xmlns:p14="http://schemas.microsoft.com/office/powerpoint/2010/main" val="137617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46358855-A83C-495E-A2A9-C6C6BD36F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664" y="64210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2FEBEA-F22B-3099-22E7-0EA88C463B41}"/>
              </a:ext>
            </a:extLst>
          </p:cNvPr>
          <p:cNvSpPr/>
          <p:nvPr/>
        </p:nvSpPr>
        <p:spPr>
          <a:xfrm>
            <a:off x="176566" y="993174"/>
            <a:ext cx="9628915" cy="55656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art of manipulating people so they give up confidential information.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Phishing: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Sending emails purporting to be from reputable companies to incite people to reveal personal information.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Pharming: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form of attack that sends or redirects a user to a fake website designed to look identical to the real thing when they type in a genuine web address.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Blagging: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act of creating and using an invented scenario to engage a targeted victim in a manner that increases the chance they will divulge information or perform actions that would be unlikely in ordinary circumstances.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Baiting: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Includes the promise of cash or goods that people with malicious intent use to entice victims – e.g., offering a free music or movie downloads to trick users into handing over their login credentials.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Quid pro quo: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Quid pro quo means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something for something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Very similar to baiting, except the benefit is usually in the form of a service as opposed to cash or goods. Quid pro quo attacks promise a benefit in exchange for information.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best way to protect people from all forms of social engineering is good education and training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spot a fake email.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Knowing what questions to ask.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Never giving out personal details unless you are absolutely sure.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8048D7-3F8C-6A42-1586-91308557656F}"/>
              </a:ext>
            </a:extLst>
          </p:cNvPr>
          <p:cNvSpPr/>
          <p:nvPr/>
        </p:nvSpPr>
        <p:spPr>
          <a:xfrm>
            <a:off x="176565" y="523174"/>
            <a:ext cx="747010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engineering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706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139</cp:revision>
  <dcterms:created xsi:type="dcterms:W3CDTF">2019-10-14T15:21:06Z</dcterms:created>
  <dcterms:modified xsi:type="dcterms:W3CDTF">2022-08-15T13:45:14Z</dcterms:modified>
</cp:coreProperties>
</file>