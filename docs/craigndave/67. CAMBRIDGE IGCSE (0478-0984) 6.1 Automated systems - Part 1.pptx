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60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96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798CE8-5BE2-47F1-9213-CEB680C59CD0}" type="doc">
      <dgm:prSet loTypeId="urn:microsoft.com/office/officeart/2005/8/layout/cycle1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6C4CC847-118D-4009-AF4C-F112042FC813}">
      <dgm:prSet phldrT="[Text]"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.</a:t>
          </a:r>
        </a:p>
      </dgm:t>
    </dgm:pt>
    <dgm:pt modelId="{B3CB03C6-5AF1-4E5F-A0C8-0B2A08F36AF8}" type="parTrans" cxnId="{A8B05799-99B5-40C6-A420-B5A4E63AF146}">
      <dgm:prSet/>
      <dgm:spPr/>
      <dgm:t>
        <a:bodyPr/>
        <a:lstStyle/>
        <a:p>
          <a:endParaRPr lang="en-GB"/>
        </a:p>
      </dgm:t>
    </dgm:pt>
    <dgm:pt modelId="{A65DC7D8-6C25-46AA-9D96-06C84F7B246D}" type="sibTrans" cxnId="{A8B05799-99B5-40C6-A420-B5A4E63AF146}">
      <dgm:prSet/>
      <dgm:spPr/>
      <dgm:t>
        <a:bodyPr/>
        <a:lstStyle/>
        <a:p>
          <a:endParaRPr lang="en-GB"/>
        </a:p>
      </dgm:t>
    </dgm:pt>
    <dgm:pt modelId="{180A2C7A-6759-4612-83CC-5AB0092F2AD8}">
      <dgm:prSet phldrT="[Text]"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.</a:t>
          </a:r>
        </a:p>
      </dgm:t>
    </dgm:pt>
    <dgm:pt modelId="{380F3049-D3B4-44A1-A68A-D4E036888E87}" type="parTrans" cxnId="{85E4257B-A481-4C93-A142-7C0BC17287FE}">
      <dgm:prSet/>
      <dgm:spPr/>
      <dgm:t>
        <a:bodyPr/>
        <a:lstStyle/>
        <a:p>
          <a:endParaRPr lang="en-GB"/>
        </a:p>
      </dgm:t>
    </dgm:pt>
    <dgm:pt modelId="{2417D0D3-2615-44EE-8A5D-354F3305477B}" type="sibTrans" cxnId="{85E4257B-A481-4C93-A142-7C0BC17287FE}">
      <dgm:prSet/>
      <dgm:spPr/>
      <dgm:t>
        <a:bodyPr/>
        <a:lstStyle/>
        <a:p>
          <a:endParaRPr lang="en-GB"/>
        </a:p>
      </dgm:t>
    </dgm:pt>
    <dgm:pt modelId="{E113C3EE-919D-4672-AE83-9552A5598954}">
      <dgm:prSet phldrT="[Text]"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.</a:t>
          </a:r>
        </a:p>
      </dgm:t>
    </dgm:pt>
    <dgm:pt modelId="{A7995741-6C1D-4748-BD31-E56689D9307A}" type="parTrans" cxnId="{20B993BA-144B-4651-989E-0DC074A37300}">
      <dgm:prSet/>
      <dgm:spPr/>
      <dgm:t>
        <a:bodyPr/>
        <a:lstStyle/>
        <a:p>
          <a:endParaRPr lang="en-GB"/>
        </a:p>
      </dgm:t>
    </dgm:pt>
    <dgm:pt modelId="{0881E80C-4BD0-403F-9F58-AA4F66892DDE}" type="sibTrans" cxnId="{20B993BA-144B-4651-989E-0DC074A37300}">
      <dgm:prSet/>
      <dgm:spPr/>
      <dgm:t>
        <a:bodyPr/>
        <a:lstStyle/>
        <a:p>
          <a:endParaRPr lang="en-GB"/>
        </a:p>
      </dgm:t>
    </dgm:pt>
    <dgm:pt modelId="{4D793BEB-F287-41A5-8177-B1581DDC89D1}" type="pres">
      <dgm:prSet presAssocID="{19798CE8-5BE2-47F1-9213-CEB680C59CD0}" presName="cycle" presStyleCnt="0">
        <dgm:presLayoutVars>
          <dgm:dir/>
          <dgm:resizeHandles val="exact"/>
        </dgm:presLayoutVars>
      </dgm:prSet>
      <dgm:spPr/>
    </dgm:pt>
    <dgm:pt modelId="{E695A68B-CD28-46F2-A19C-68BD63169874}" type="pres">
      <dgm:prSet presAssocID="{6C4CC847-118D-4009-AF4C-F112042FC813}" presName="dummy" presStyleCnt="0"/>
      <dgm:spPr/>
    </dgm:pt>
    <dgm:pt modelId="{25AEC191-E915-43BE-A604-4645BDB7EB35}" type="pres">
      <dgm:prSet presAssocID="{6C4CC847-118D-4009-AF4C-F112042FC813}" presName="node" presStyleLbl="revTx" presStyleIdx="0" presStyleCnt="3">
        <dgm:presLayoutVars>
          <dgm:bulletEnabled val="1"/>
        </dgm:presLayoutVars>
      </dgm:prSet>
      <dgm:spPr/>
    </dgm:pt>
    <dgm:pt modelId="{B6039BA4-36A9-4F02-8046-16AAB3095840}" type="pres">
      <dgm:prSet presAssocID="{A65DC7D8-6C25-46AA-9D96-06C84F7B246D}" presName="sibTrans" presStyleLbl="node1" presStyleIdx="0" presStyleCnt="3"/>
      <dgm:spPr/>
    </dgm:pt>
    <dgm:pt modelId="{8A90D2D9-1B98-4EAA-B2B4-110653D2122D}" type="pres">
      <dgm:prSet presAssocID="{180A2C7A-6759-4612-83CC-5AB0092F2AD8}" presName="dummy" presStyleCnt="0"/>
      <dgm:spPr/>
    </dgm:pt>
    <dgm:pt modelId="{4A8C5EF8-27DF-4D20-993A-D788DD8B59B6}" type="pres">
      <dgm:prSet presAssocID="{180A2C7A-6759-4612-83CC-5AB0092F2AD8}" presName="node" presStyleLbl="revTx" presStyleIdx="1" presStyleCnt="3">
        <dgm:presLayoutVars>
          <dgm:bulletEnabled val="1"/>
        </dgm:presLayoutVars>
      </dgm:prSet>
      <dgm:spPr/>
    </dgm:pt>
    <dgm:pt modelId="{6220A32D-F069-4641-820D-CB6DADF04969}" type="pres">
      <dgm:prSet presAssocID="{2417D0D3-2615-44EE-8A5D-354F3305477B}" presName="sibTrans" presStyleLbl="node1" presStyleIdx="1" presStyleCnt="3"/>
      <dgm:spPr/>
    </dgm:pt>
    <dgm:pt modelId="{C026A883-E1B6-4684-B269-57F0E8AEA705}" type="pres">
      <dgm:prSet presAssocID="{E113C3EE-919D-4672-AE83-9552A5598954}" presName="dummy" presStyleCnt="0"/>
      <dgm:spPr/>
    </dgm:pt>
    <dgm:pt modelId="{65E4CAC5-B9E9-4B3C-84DF-DC9FECB81752}" type="pres">
      <dgm:prSet presAssocID="{E113C3EE-919D-4672-AE83-9552A5598954}" presName="node" presStyleLbl="revTx" presStyleIdx="2" presStyleCnt="3">
        <dgm:presLayoutVars>
          <dgm:bulletEnabled val="1"/>
        </dgm:presLayoutVars>
      </dgm:prSet>
      <dgm:spPr/>
    </dgm:pt>
    <dgm:pt modelId="{341F6221-3F47-4313-B49F-9552C7B8EB91}" type="pres">
      <dgm:prSet presAssocID="{0881E80C-4BD0-403F-9F58-AA4F66892DDE}" presName="sibTrans" presStyleLbl="node1" presStyleIdx="2" presStyleCnt="3"/>
      <dgm:spPr/>
    </dgm:pt>
  </dgm:ptLst>
  <dgm:cxnLst>
    <dgm:cxn modelId="{A4532E02-7BE9-47F3-8272-E6D861D47A8C}" type="presOf" srcId="{2417D0D3-2615-44EE-8A5D-354F3305477B}" destId="{6220A32D-F069-4641-820D-CB6DADF04969}" srcOrd="0" destOrd="0" presId="urn:microsoft.com/office/officeart/2005/8/layout/cycle1"/>
    <dgm:cxn modelId="{7FFD5D05-0498-45A5-8642-B9662EE1B13C}" type="presOf" srcId="{6C4CC847-118D-4009-AF4C-F112042FC813}" destId="{25AEC191-E915-43BE-A604-4645BDB7EB35}" srcOrd="0" destOrd="0" presId="urn:microsoft.com/office/officeart/2005/8/layout/cycle1"/>
    <dgm:cxn modelId="{7617F607-BD0A-40E1-8C15-F7BB1DA98B74}" type="presOf" srcId="{0881E80C-4BD0-403F-9F58-AA4F66892DDE}" destId="{341F6221-3F47-4313-B49F-9552C7B8EB91}" srcOrd="0" destOrd="0" presId="urn:microsoft.com/office/officeart/2005/8/layout/cycle1"/>
    <dgm:cxn modelId="{D3177130-01B4-4F4A-9B79-D8BC0683F386}" type="presOf" srcId="{19798CE8-5BE2-47F1-9213-CEB680C59CD0}" destId="{4D793BEB-F287-41A5-8177-B1581DDC89D1}" srcOrd="0" destOrd="0" presId="urn:microsoft.com/office/officeart/2005/8/layout/cycle1"/>
    <dgm:cxn modelId="{A97E8337-CA9D-4FD9-8D41-0B230C8F470C}" type="presOf" srcId="{E113C3EE-919D-4672-AE83-9552A5598954}" destId="{65E4CAC5-B9E9-4B3C-84DF-DC9FECB81752}" srcOrd="0" destOrd="0" presId="urn:microsoft.com/office/officeart/2005/8/layout/cycle1"/>
    <dgm:cxn modelId="{3F6DEE78-BD09-4B30-AEF6-E085F42CF6C3}" type="presOf" srcId="{A65DC7D8-6C25-46AA-9D96-06C84F7B246D}" destId="{B6039BA4-36A9-4F02-8046-16AAB3095840}" srcOrd="0" destOrd="0" presId="urn:microsoft.com/office/officeart/2005/8/layout/cycle1"/>
    <dgm:cxn modelId="{85E4257B-A481-4C93-A142-7C0BC17287FE}" srcId="{19798CE8-5BE2-47F1-9213-CEB680C59CD0}" destId="{180A2C7A-6759-4612-83CC-5AB0092F2AD8}" srcOrd="1" destOrd="0" parTransId="{380F3049-D3B4-44A1-A68A-D4E036888E87}" sibTransId="{2417D0D3-2615-44EE-8A5D-354F3305477B}"/>
    <dgm:cxn modelId="{A8B05799-99B5-40C6-A420-B5A4E63AF146}" srcId="{19798CE8-5BE2-47F1-9213-CEB680C59CD0}" destId="{6C4CC847-118D-4009-AF4C-F112042FC813}" srcOrd="0" destOrd="0" parTransId="{B3CB03C6-5AF1-4E5F-A0C8-0B2A08F36AF8}" sibTransId="{A65DC7D8-6C25-46AA-9D96-06C84F7B246D}"/>
    <dgm:cxn modelId="{614E849F-7BD0-47EC-949D-6467C19F33D7}" type="presOf" srcId="{180A2C7A-6759-4612-83CC-5AB0092F2AD8}" destId="{4A8C5EF8-27DF-4D20-993A-D788DD8B59B6}" srcOrd="0" destOrd="0" presId="urn:microsoft.com/office/officeart/2005/8/layout/cycle1"/>
    <dgm:cxn modelId="{20B993BA-144B-4651-989E-0DC074A37300}" srcId="{19798CE8-5BE2-47F1-9213-CEB680C59CD0}" destId="{E113C3EE-919D-4672-AE83-9552A5598954}" srcOrd="2" destOrd="0" parTransId="{A7995741-6C1D-4748-BD31-E56689D9307A}" sibTransId="{0881E80C-4BD0-403F-9F58-AA4F66892DDE}"/>
    <dgm:cxn modelId="{48B09184-B947-4DA4-B1C9-59C1C8A8C50D}" type="presParOf" srcId="{4D793BEB-F287-41A5-8177-B1581DDC89D1}" destId="{E695A68B-CD28-46F2-A19C-68BD63169874}" srcOrd="0" destOrd="0" presId="urn:microsoft.com/office/officeart/2005/8/layout/cycle1"/>
    <dgm:cxn modelId="{EEB7668F-A7B4-4BD3-BCE6-8B5E590F679C}" type="presParOf" srcId="{4D793BEB-F287-41A5-8177-B1581DDC89D1}" destId="{25AEC191-E915-43BE-A604-4645BDB7EB35}" srcOrd="1" destOrd="0" presId="urn:microsoft.com/office/officeart/2005/8/layout/cycle1"/>
    <dgm:cxn modelId="{675BCA97-22BA-41CF-AF15-31FA84BC9E97}" type="presParOf" srcId="{4D793BEB-F287-41A5-8177-B1581DDC89D1}" destId="{B6039BA4-36A9-4F02-8046-16AAB3095840}" srcOrd="2" destOrd="0" presId="urn:microsoft.com/office/officeart/2005/8/layout/cycle1"/>
    <dgm:cxn modelId="{4DE38A61-56AE-4E0F-AB15-A7901391ACAC}" type="presParOf" srcId="{4D793BEB-F287-41A5-8177-B1581DDC89D1}" destId="{8A90D2D9-1B98-4EAA-B2B4-110653D2122D}" srcOrd="3" destOrd="0" presId="urn:microsoft.com/office/officeart/2005/8/layout/cycle1"/>
    <dgm:cxn modelId="{FA322D0C-08B3-401F-9902-816D075A4FE3}" type="presParOf" srcId="{4D793BEB-F287-41A5-8177-B1581DDC89D1}" destId="{4A8C5EF8-27DF-4D20-993A-D788DD8B59B6}" srcOrd="4" destOrd="0" presId="urn:microsoft.com/office/officeart/2005/8/layout/cycle1"/>
    <dgm:cxn modelId="{31C67639-090B-41FC-9A30-020862DAEEDA}" type="presParOf" srcId="{4D793BEB-F287-41A5-8177-B1581DDC89D1}" destId="{6220A32D-F069-4641-820D-CB6DADF04969}" srcOrd="5" destOrd="0" presId="urn:microsoft.com/office/officeart/2005/8/layout/cycle1"/>
    <dgm:cxn modelId="{2679B9B3-F4BA-43BB-9BF8-B580B320805D}" type="presParOf" srcId="{4D793BEB-F287-41A5-8177-B1581DDC89D1}" destId="{C026A883-E1B6-4684-B269-57F0E8AEA705}" srcOrd="6" destOrd="0" presId="urn:microsoft.com/office/officeart/2005/8/layout/cycle1"/>
    <dgm:cxn modelId="{E0788F34-71E1-4464-8C9C-C79648C4278B}" type="presParOf" srcId="{4D793BEB-F287-41A5-8177-B1581DDC89D1}" destId="{65E4CAC5-B9E9-4B3C-84DF-DC9FECB81752}" srcOrd="7" destOrd="0" presId="urn:microsoft.com/office/officeart/2005/8/layout/cycle1"/>
    <dgm:cxn modelId="{D42FB36A-D6BA-4562-A6CF-AD4596B98004}" type="presParOf" srcId="{4D793BEB-F287-41A5-8177-B1581DDC89D1}" destId="{341F6221-3F47-4313-B49F-9552C7B8EB91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EC191-E915-43BE-A604-4645BDB7EB35}">
      <dsp:nvSpPr>
        <dsp:cNvPr id="0" name=""/>
        <dsp:cNvSpPr/>
      </dsp:nvSpPr>
      <dsp:spPr>
        <a:xfrm>
          <a:off x="4759498" y="399442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>
              <a:solidFill>
                <a:schemeClr val="bg1"/>
              </a:solidFill>
            </a:rPr>
            <a:t>.</a:t>
          </a:r>
        </a:p>
      </dsp:txBody>
      <dsp:txXfrm>
        <a:off x="4759498" y="399442"/>
        <a:ext cx="2043906" cy="2043906"/>
      </dsp:txXfrm>
    </dsp:sp>
    <dsp:sp modelId="{B6039BA4-36A9-4F02-8046-16AAB3095840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2962443"/>
            <a:gd name="adj4" fmla="val 52669"/>
            <a:gd name="adj5" fmla="val 962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C5EF8-27DF-4D20-993A-D788DD8B59B6}">
      <dsp:nvSpPr>
        <dsp:cNvPr id="0" name=""/>
        <dsp:cNvSpPr/>
      </dsp:nvSpPr>
      <dsp:spPr>
        <a:xfrm>
          <a:off x="3042046" y="3374155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>
              <a:solidFill>
                <a:schemeClr val="bg1"/>
              </a:solidFill>
            </a:rPr>
            <a:t>.</a:t>
          </a:r>
        </a:p>
      </dsp:txBody>
      <dsp:txXfrm>
        <a:off x="3042046" y="3374155"/>
        <a:ext cx="2043906" cy="2043906"/>
      </dsp:txXfrm>
    </dsp:sp>
    <dsp:sp modelId="{6220A32D-F069-4641-820D-CB6DADF04969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10170905"/>
            <a:gd name="adj4" fmla="val 7261132"/>
            <a:gd name="adj5" fmla="val 9627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4CAC5-B9E9-4B3C-84DF-DC9FECB81752}">
      <dsp:nvSpPr>
        <dsp:cNvPr id="0" name=""/>
        <dsp:cNvSpPr/>
      </dsp:nvSpPr>
      <dsp:spPr>
        <a:xfrm>
          <a:off x="1324595" y="399442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>
              <a:solidFill>
                <a:schemeClr val="bg1"/>
              </a:solidFill>
            </a:rPr>
            <a:t>.</a:t>
          </a:r>
        </a:p>
      </dsp:txBody>
      <dsp:txXfrm>
        <a:off x="1324595" y="399442"/>
        <a:ext cx="2043906" cy="2043906"/>
      </dsp:txXfrm>
    </dsp:sp>
    <dsp:sp modelId="{341F6221-3F47-4313-B49F-9552C7B8EB91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16855402"/>
            <a:gd name="adj4" fmla="val 14968173"/>
            <a:gd name="adj5" fmla="val 9627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251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14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6.1 Automated systems | Automated systems – Part 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11" Type="http://schemas.openxmlformats.org/officeDocument/2006/relationships/image" Target="../media/image18.jpeg"/><Relationship Id="rId5" Type="http://schemas.openxmlformats.org/officeDocument/2006/relationships/image" Target="../media/image12.png"/><Relationship Id="rId10" Type="http://schemas.openxmlformats.org/officeDocument/2006/relationships/image" Target="../media/image17.jpeg"/><Relationship Id="rId4" Type="http://schemas.openxmlformats.org/officeDocument/2006/relationships/image" Target="../media/image11.svg"/><Relationship Id="rId9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6.1 Automated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Automated systems – Part 1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C79336D-CE3B-0D12-496A-33BCD91D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793" y="419878"/>
            <a:ext cx="10876207" cy="64379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F07F9C-82BC-A5B4-15C9-BACAB565355E}"/>
              </a:ext>
            </a:extLst>
          </p:cNvPr>
          <p:cNvSpPr/>
          <p:nvPr/>
        </p:nvSpPr>
        <p:spPr>
          <a:xfrm>
            <a:off x="0" y="419878"/>
            <a:ext cx="1417741" cy="64381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2858086" cy="379591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has led to great advancements in automated systems that require little to no human interaction.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Automation is used in many areas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Agriculture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2858086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153342" cy="3693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 usually comprise three distinct components.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653154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DF89D7F4-9DFF-1329-E6A2-5369229E5A6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525924" y="2128408"/>
            <a:ext cx="2601184" cy="2601184"/>
          </a:xfrm>
          <a:prstGeom prst="rect">
            <a:avLst/>
          </a:prstGeom>
        </p:spPr>
      </p:pic>
      <p:pic>
        <p:nvPicPr>
          <p:cNvPr id="8" name="Picture 7" descr="A picture containing text, plate, dishware, tableware&#10;&#10;Description automatically generated">
            <a:extLst>
              <a:ext uri="{FF2B5EF4-FFF2-40B4-BE49-F238E27FC236}">
                <a16:creationId xmlns:a16="http://schemas.microsoft.com/office/drawing/2014/main" id="{8A262355-88DC-CB74-C2D2-ABFFD44065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5408" y="2128408"/>
            <a:ext cx="2601184" cy="2601184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C7FB136E-01E9-E310-9200-1729D7973F3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5188" y="2052887"/>
            <a:ext cx="2752226" cy="2752226"/>
          </a:xfrm>
          <a:prstGeom prst="rect">
            <a:avLst/>
          </a:prstGeom>
        </p:spPr>
      </p:pic>
      <p:pic>
        <p:nvPicPr>
          <p:cNvPr id="12" name="Graphic 11" descr="Add with solid fill">
            <a:extLst>
              <a:ext uri="{FF2B5EF4-FFF2-40B4-BE49-F238E27FC236}">
                <a16:creationId xmlns:a16="http://schemas.microsoft.com/office/drawing/2014/main" id="{276B39FF-7F22-5E46-40FC-DBCDAB69A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7637" y="2708724"/>
            <a:ext cx="1440552" cy="1440552"/>
          </a:xfrm>
          <a:prstGeom prst="rect">
            <a:avLst/>
          </a:prstGeom>
        </p:spPr>
      </p:pic>
      <p:pic>
        <p:nvPicPr>
          <p:cNvPr id="13" name="Graphic 12" descr="Add with solid fill">
            <a:extLst>
              <a:ext uri="{FF2B5EF4-FFF2-40B4-BE49-F238E27FC236}">
                <a16:creationId xmlns:a16="http://schemas.microsoft.com/office/drawing/2014/main" id="{6A39D9F4-7C56-CA0B-2B79-C0CB77E588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5614" y="2708724"/>
            <a:ext cx="1440552" cy="144055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01B5D76-0C3F-26DA-53FB-1CD0D6BF3191}"/>
              </a:ext>
            </a:extLst>
          </p:cNvPr>
          <p:cNvSpPr/>
          <p:nvPr/>
        </p:nvSpPr>
        <p:spPr>
          <a:xfrm>
            <a:off x="870053" y="4974107"/>
            <a:ext cx="1912926" cy="461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C2D8B7-2C58-9D8C-2082-DBE89DF46C72}"/>
              </a:ext>
            </a:extLst>
          </p:cNvPr>
          <p:cNvSpPr/>
          <p:nvPr/>
        </p:nvSpPr>
        <p:spPr>
          <a:xfrm>
            <a:off x="4795408" y="4974106"/>
            <a:ext cx="2601184" cy="461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Microprocessors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0B26CE-0BAF-7063-576A-0FAAA35B9FCE}"/>
              </a:ext>
            </a:extLst>
          </p:cNvPr>
          <p:cNvSpPr/>
          <p:nvPr/>
        </p:nvSpPr>
        <p:spPr>
          <a:xfrm>
            <a:off x="9046230" y="4974106"/>
            <a:ext cx="2601184" cy="461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Actuators</a:t>
            </a:r>
          </a:p>
        </p:txBody>
      </p:sp>
    </p:spTree>
    <p:extLst>
      <p:ext uri="{BB962C8B-B14F-4D97-AF65-F5344CB8AC3E}">
        <p14:creationId xmlns:p14="http://schemas.microsoft.com/office/powerpoint/2010/main" val="175893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153342" cy="3693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vast array of different sensors exist – they are used to take measurements from their environmental surroundings.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653154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A16884-789F-59AA-601B-B02B9C21E823}"/>
              </a:ext>
            </a:extLst>
          </p:cNvPr>
          <p:cNvGrpSpPr/>
          <p:nvPr/>
        </p:nvGrpSpPr>
        <p:grpSpPr>
          <a:xfrm>
            <a:off x="210207" y="1646167"/>
            <a:ext cx="11771586" cy="3415188"/>
            <a:chOff x="131218" y="1760665"/>
            <a:chExt cx="11771586" cy="34151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5E0C58E-F0C1-E4E9-56CA-85933E0BF2C9}"/>
                </a:ext>
              </a:extLst>
            </p:cNvPr>
            <p:cNvGrpSpPr/>
            <p:nvPr/>
          </p:nvGrpSpPr>
          <p:grpSpPr>
            <a:xfrm>
              <a:off x="459398" y="1782832"/>
              <a:ext cx="1110214" cy="1468046"/>
              <a:chOff x="459398" y="1782832"/>
              <a:chExt cx="1110214" cy="1468046"/>
            </a:xfrm>
          </p:grpSpPr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13EB1B3C-1D51-91BF-666E-61A5709475C0}"/>
                  </a:ext>
                </a:extLst>
              </p:cNvPr>
              <p:cNvGrpSpPr/>
              <p:nvPr/>
            </p:nvGrpSpPr>
            <p:grpSpPr>
              <a:xfrm>
                <a:off x="523613" y="1782832"/>
                <a:ext cx="984155" cy="1019986"/>
                <a:chOff x="8659907" y="5281812"/>
                <a:chExt cx="984155" cy="1019986"/>
              </a:xfrm>
            </p:grpSpPr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D452B18C-9911-41D7-6668-F61DA91C88AE}"/>
                    </a:ext>
                  </a:extLst>
                </p:cNvPr>
                <p:cNvSpPr/>
                <p:nvPr/>
              </p:nvSpPr>
              <p:spPr>
                <a:xfrm>
                  <a:off x="8890160" y="5659817"/>
                  <a:ext cx="523001" cy="186418"/>
                </a:xfrm>
                <a:custGeom>
                  <a:avLst/>
                  <a:gdLst>
                    <a:gd name="connsiteX0" fmla="*/ 106993 w 523001"/>
                    <a:gd name="connsiteY0" fmla="*/ 141640 h 186418"/>
                    <a:gd name="connsiteX1" fmla="*/ 506623 w 523001"/>
                    <a:gd name="connsiteY1" fmla="*/ 51333 h 186418"/>
                    <a:gd name="connsiteX2" fmla="*/ 521217 w 523001"/>
                    <a:gd name="connsiteY2" fmla="*/ 25355 h 186418"/>
                    <a:gd name="connsiteX3" fmla="*/ 513508 w 523001"/>
                    <a:gd name="connsiteY3" fmla="*/ 2422 h 186418"/>
                    <a:gd name="connsiteX4" fmla="*/ 490547 w 523001"/>
                    <a:gd name="connsiteY4" fmla="*/ 10130 h 186418"/>
                    <a:gd name="connsiteX5" fmla="*/ 148169 w 523001"/>
                    <a:gd name="connsiteY5" fmla="*/ 125509 h 186418"/>
                    <a:gd name="connsiteX6" fmla="*/ 32790 w 523001"/>
                    <a:gd name="connsiteY6" fmla="*/ 10130 h 186418"/>
                    <a:gd name="connsiteX7" fmla="*/ 10131 w 523001"/>
                    <a:gd name="connsiteY7" fmla="*/ 1517 h 186418"/>
                    <a:gd name="connsiteX8" fmla="*/ 1517 w 523001"/>
                    <a:gd name="connsiteY8" fmla="*/ 24176 h 186418"/>
                    <a:gd name="connsiteX9" fmla="*/ 2093 w 523001"/>
                    <a:gd name="connsiteY9" fmla="*/ 25355 h 186418"/>
                    <a:gd name="connsiteX10" fmla="*/ 106993 w 523001"/>
                    <a:gd name="connsiteY10" fmla="*/ 141640 h 186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23001" h="186418">
                      <a:moveTo>
                        <a:pt x="106993" y="141640"/>
                      </a:moveTo>
                      <a:cubicBezTo>
                        <a:pt x="242287" y="227063"/>
                        <a:pt x="421200" y="186628"/>
                        <a:pt x="506623" y="51333"/>
                      </a:cubicBezTo>
                      <a:cubicBezTo>
                        <a:pt x="511944" y="42939"/>
                        <a:pt x="516800" y="34270"/>
                        <a:pt x="521217" y="25355"/>
                      </a:cubicBezTo>
                      <a:cubicBezTo>
                        <a:pt x="525414" y="16879"/>
                        <a:pt x="521957" y="6619"/>
                        <a:pt x="513508" y="2422"/>
                      </a:cubicBezTo>
                      <a:cubicBezTo>
                        <a:pt x="505031" y="-1802"/>
                        <a:pt x="494744" y="1654"/>
                        <a:pt x="490547" y="10130"/>
                      </a:cubicBezTo>
                      <a:cubicBezTo>
                        <a:pt x="427865" y="136537"/>
                        <a:pt x="274575" y="188192"/>
                        <a:pt x="148169" y="125509"/>
                      </a:cubicBezTo>
                      <a:cubicBezTo>
                        <a:pt x="98133" y="100711"/>
                        <a:pt x="57616" y="60166"/>
                        <a:pt x="32790" y="10130"/>
                      </a:cubicBezTo>
                      <a:cubicBezTo>
                        <a:pt x="28922" y="1489"/>
                        <a:pt x="18772" y="-2378"/>
                        <a:pt x="10131" y="1517"/>
                      </a:cubicBezTo>
                      <a:cubicBezTo>
                        <a:pt x="1490" y="5385"/>
                        <a:pt x="-2378" y="15534"/>
                        <a:pt x="1517" y="24176"/>
                      </a:cubicBezTo>
                      <a:cubicBezTo>
                        <a:pt x="1681" y="24587"/>
                        <a:pt x="1874" y="24971"/>
                        <a:pt x="2093" y="25355"/>
                      </a:cubicBezTo>
                      <a:cubicBezTo>
                        <a:pt x="25739" y="73005"/>
                        <a:pt x="62032" y="113220"/>
                        <a:pt x="106993" y="141640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70D705A5-A80C-0590-356F-F2FF3D1093E0}"/>
                    </a:ext>
                  </a:extLst>
                </p:cNvPr>
                <p:cNvSpPr/>
                <p:nvPr/>
              </p:nvSpPr>
              <p:spPr>
                <a:xfrm>
                  <a:off x="9008836" y="5602024"/>
                  <a:ext cx="286450" cy="112528"/>
                </a:xfrm>
                <a:custGeom>
                  <a:avLst/>
                  <a:gdLst>
                    <a:gd name="connsiteX0" fmla="*/ 143088 w 286450"/>
                    <a:gd name="connsiteY0" fmla="*/ 112527 h 112528"/>
                    <a:gd name="connsiteX1" fmla="*/ 284665 w 286450"/>
                    <a:gd name="connsiteY1" fmla="*/ 24745 h 112528"/>
                    <a:gd name="connsiteX2" fmla="*/ 276957 w 286450"/>
                    <a:gd name="connsiteY2" fmla="*/ 1785 h 112528"/>
                    <a:gd name="connsiteX3" fmla="*/ 253996 w 286450"/>
                    <a:gd name="connsiteY3" fmla="*/ 9520 h 112528"/>
                    <a:gd name="connsiteX4" fmla="*/ 88060 w 286450"/>
                    <a:gd name="connsiteY4" fmla="*/ 65372 h 112528"/>
                    <a:gd name="connsiteX5" fmla="*/ 32209 w 286450"/>
                    <a:gd name="connsiteY5" fmla="*/ 9520 h 112528"/>
                    <a:gd name="connsiteX6" fmla="*/ 8946 w 286450"/>
                    <a:gd name="connsiteY6" fmla="*/ 2662 h 112528"/>
                    <a:gd name="connsiteX7" fmla="*/ 1512 w 286450"/>
                    <a:gd name="connsiteY7" fmla="*/ 24745 h 112528"/>
                    <a:gd name="connsiteX8" fmla="*/ 143088 w 286450"/>
                    <a:gd name="connsiteY8" fmla="*/ 112527 h 112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6450" h="112528">
                      <a:moveTo>
                        <a:pt x="143088" y="112527"/>
                      </a:moveTo>
                      <a:cubicBezTo>
                        <a:pt x="203192" y="112747"/>
                        <a:pt x="258138" y="78677"/>
                        <a:pt x="284665" y="24745"/>
                      </a:cubicBezTo>
                      <a:cubicBezTo>
                        <a:pt x="288862" y="16269"/>
                        <a:pt x="285405" y="6009"/>
                        <a:pt x="276957" y="1785"/>
                      </a:cubicBezTo>
                      <a:cubicBezTo>
                        <a:pt x="268480" y="-2412"/>
                        <a:pt x="258193" y="1044"/>
                        <a:pt x="253996" y="9520"/>
                      </a:cubicBezTo>
                      <a:cubicBezTo>
                        <a:pt x="223602" y="70776"/>
                        <a:pt x="149316" y="95767"/>
                        <a:pt x="88060" y="65372"/>
                      </a:cubicBezTo>
                      <a:cubicBezTo>
                        <a:pt x="63838" y="53357"/>
                        <a:pt x="44223" y="33743"/>
                        <a:pt x="32209" y="9520"/>
                      </a:cubicBezTo>
                      <a:cubicBezTo>
                        <a:pt x="27682" y="1209"/>
                        <a:pt x="17258" y="-1864"/>
                        <a:pt x="8946" y="2662"/>
                      </a:cubicBezTo>
                      <a:cubicBezTo>
                        <a:pt x="1073" y="6942"/>
                        <a:pt x="-2164" y="16570"/>
                        <a:pt x="1512" y="24745"/>
                      </a:cubicBezTo>
                      <a:cubicBezTo>
                        <a:pt x="28039" y="78649"/>
                        <a:pt x="82985" y="112747"/>
                        <a:pt x="143088" y="112527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DCF92989-482E-EF1A-6543-54722F6E575B}"/>
                    </a:ext>
                  </a:extLst>
                </p:cNvPr>
                <p:cNvSpPr/>
                <p:nvPr/>
              </p:nvSpPr>
              <p:spPr>
                <a:xfrm>
                  <a:off x="8659907" y="5776179"/>
                  <a:ext cx="984155" cy="327173"/>
                </a:xfrm>
                <a:custGeom>
                  <a:avLst/>
                  <a:gdLst>
                    <a:gd name="connsiteX0" fmla="*/ 974437 w 984155"/>
                    <a:gd name="connsiteY0" fmla="*/ 1822 h 327173"/>
                    <a:gd name="connsiteX1" fmla="*/ 951256 w 984155"/>
                    <a:gd name="connsiteY1" fmla="*/ 9585 h 327173"/>
                    <a:gd name="connsiteX2" fmla="*/ 951256 w 984155"/>
                    <a:gd name="connsiteY2" fmla="*/ 9613 h 327173"/>
                    <a:gd name="connsiteX3" fmla="*/ 685166 w 984155"/>
                    <a:gd name="connsiteY3" fmla="*/ 257269 h 327173"/>
                    <a:gd name="connsiteX4" fmla="*/ 492072 w 984155"/>
                    <a:gd name="connsiteY4" fmla="*/ 293891 h 327173"/>
                    <a:gd name="connsiteX5" fmla="*/ 306056 w 984155"/>
                    <a:gd name="connsiteY5" fmla="*/ 260067 h 327173"/>
                    <a:gd name="connsiteX6" fmla="*/ 32778 w 984155"/>
                    <a:gd name="connsiteY6" fmla="*/ 9613 h 327173"/>
                    <a:gd name="connsiteX7" fmla="*/ 9598 w 984155"/>
                    <a:gd name="connsiteY7" fmla="*/ 1795 h 327173"/>
                    <a:gd name="connsiteX8" fmla="*/ 1808 w 984155"/>
                    <a:gd name="connsiteY8" fmla="*/ 24975 h 327173"/>
                    <a:gd name="connsiteX9" fmla="*/ 299829 w 984155"/>
                    <a:gd name="connsiteY9" fmla="*/ 294357 h 327173"/>
                    <a:gd name="connsiteX10" fmla="*/ 685605 w 984155"/>
                    <a:gd name="connsiteY10" fmla="*/ 293891 h 327173"/>
                    <a:gd name="connsiteX11" fmla="*/ 982337 w 984155"/>
                    <a:gd name="connsiteY11" fmla="*/ 25057 h 327173"/>
                    <a:gd name="connsiteX12" fmla="*/ 974601 w 984155"/>
                    <a:gd name="connsiteY12" fmla="*/ 1905 h 327173"/>
                    <a:gd name="connsiteX13" fmla="*/ 974437 w 984155"/>
                    <a:gd name="connsiteY13" fmla="*/ 1822 h 327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84155" h="327173">
                      <a:moveTo>
                        <a:pt x="974437" y="1822"/>
                      </a:moveTo>
                      <a:cubicBezTo>
                        <a:pt x="965905" y="-2430"/>
                        <a:pt x="955508" y="1054"/>
                        <a:pt x="951256" y="9585"/>
                      </a:cubicBezTo>
                      <a:cubicBezTo>
                        <a:pt x="951256" y="9613"/>
                        <a:pt x="951256" y="9613"/>
                        <a:pt x="951256" y="9613"/>
                      </a:cubicBezTo>
                      <a:cubicBezTo>
                        <a:pt x="895981" y="122030"/>
                        <a:pt x="801258" y="210196"/>
                        <a:pt x="685166" y="257269"/>
                      </a:cubicBezTo>
                      <a:cubicBezTo>
                        <a:pt x="634801" y="277788"/>
                        <a:pt x="563450" y="293452"/>
                        <a:pt x="492072" y="293891"/>
                      </a:cubicBezTo>
                      <a:cubicBezTo>
                        <a:pt x="424096" y="294302"/>
                        <a:pt x="356037" y="280531"/>
                        <a:pt x="306056" y="260067"/>
                      </a:cubicBezTo>
                      <a:cubicBezTo>
                        <a:pt x="186781" y="213817"/>
                        <a:pt x="89233" y="124416"/>
                        <a:pt x="32778" y="9613"/>
                      </a:cubicBezTo>
                      <a:cubicBezTo>
                        <a:pt x="28526" y="1054"/>
                        <a:pt x="18157" y="-2430"/>
                        <a:pt x="9598" y="1795"/>
                      </a:cubicBezTo>
                      <a:cubicBezTo>
                        <a:pt x="1067" y="6047"/>
                        <a:pt x="-2445" y="16416"/>
                        <a:pt x="1808" y="24975"/>
                      </a:cubicBezTo>
                      <a:cubicBezTo>
                        <a:pt x="63420" y="149297"/>
                        <a:pt x="169938" y="245583"/>
                        <a:pt x="299829" y="294357"/>
                      </a:cubicBezTo>
                      <a:cubicBezTo>
                        <a:pt x="408542" y="334133"/>
                        <a:pt x="546498" y="342089"/>
                        <a:pt x="685605" y="293891"/>
                      </a:cubicBezTo>
                      <a:cubicBezTo>
                        <a:pt x="814892" y="244952"/>
                        <a:pt x="920889" y="148912"/>
                        <a:pt x="982337" y="25057"/>
                      </a:cubicBezTo>
                      <a:cubicBezTo>
                        <a:pt x="986589" y="16526"/>
                        <a:pt x="983133" y="6156"/>
                        <a:pt x="974601" y="1905"/>
                      </a:cubicBezTo>
                      <a:cubicBezTo>
                        <a:pt x="974546" y="1877"/>
                        <a:pt x="974491" y="1850"/>
                        <a:pt x="974437" y="1822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59DDA76F-5548-94F3-2509-98F9EAEE68C8}"/>
                    </a:ext>
                  </a:extLst>
                </p:cNvPr>
                <p:cNvSpPr/>
                <p:nvPr/>
              </p:nvSpPr>
              <p:spPr>
                <a:xfrm>
                  <a:off x="8776357" y="5718127"/>
                  <a:ext cx="750750" cy="258092"/>
                </a:xfrm>
                <a:custGeom>
                  <a:avLst/>
                  <a:gdLst>
                    <a:gd name="connsiteX0" fmla="*/ 152820 w 750750"/>
                    <a:gd name="connsiteY0" fmla="*/ 192646 h 258092"/>
                    <a:gd name="connsiteX1" fmla="*/ 291982 w 750750"/>
                    <a:gd name="connsiteY1" fmla="*/ 248607 h 258092"/>
                    <a:gd name="connsiteX2" fmla="*/ 459043 w 750750"/>
                    <a:gd name="connsiteY2" fmla="*/ 248607 h 258092"/>
                    <a:gd name="connsiteX3" fmla="*/ 749081 w 750750"/>
                    <a:gd name="connsiteY3" fmla="*/ 25228 h 258092"/>
                    <a:gd name="connsiteX4" fmla="*/ 740852 w 750750"/>
                    <a:gd name="connsiteY4" fmla="*/ 2213 h 258092"/>
                    <a:gd name="connsiteX5" fmla="*/ 718111 w 750750"/>
                    <a:gd name="connsiteY5" fmla="*/ 9894 h 258092"/>
                    <a:gd name="connsiteX6" fmla="*/ 477313 w 750750"/>
                    <a:gd name="connsiteY6" fmla="*/ 208859 h 258092"/>
                    <a:gd name="connsiteX7" fmla="*/ 262191 w 750750"/>
                    <a:gd name="connsiteY7" fmla="*/ 205484 h 258092"/>
                    <a:gd name="connsiteX8" fmla="*/ 32914 w 750750"/>
                    <a:gd name="connsiteY8" fmla="*/ 9894 h 258092"/>
                    <a:gd name="connsiteX9" fmla="*/ 9899 w 750750"/>
                    <a:gd name="connsiteY9" fmla="*/ 1665 h 258092"/>
                    <a:gd name="connsiteX10" fmla="*/ 1669 w 750750"/>
                    <a:gd name="connsiteY10" fmla="*/ 24680 h 258092"/>
                    <a:gd name="connsiteX11" fmla="*/ 1944 w 750750"/>
                    <a:gd name="connsiteY11" fmla="*/ 25228 h 258092"/>
                    <a:gd name="connsiteX12" fmla="*/ 152820 w 750750"/>
                    <a:gd name="connsiteY12" fmla="*/ 192646 h 258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0750" h="258092">
                      <a:moveTo>
                        <a:pt x="152820" y="192646"/>
                      </a:moveTo>
                      <a:cubicBezTo>
                        <a:pt x="195422" y="219612"/>
                        <a:pt x="242577" y="238567"/>
                        <a:pt x="291982" y="248607"/>
                      </a:cubicBezTo>
                      <a:cubicBezTo>
                        <a:pt x="375512" y="269949"/>
                        <a:pt x="459043" y="248607"/>
                        <a:pt x="459043" y="248607"/>
                      </a:cubicBezTo>
                      <a:cubicBezTo>
                        <a:pt x="585011" y="222903"/>
                        <a:pt x="692051" y="140470"/>
                        <a:pt x="749081" y="25228"/>
                      </a:cubicBezTo>
                      <a:cubicBezTo>
                        <a:pt x="753169" y="16615"/>
                        <a:pt x="749493" y="6300"/>
                        <a:pt x="740852" y="2213"/>
                      </a:cubicBezTo>
                      <a:cubicBezTo>
                        <a:pt x="732458" y="-1764"/>
                        <a:pt x="722390" y="1610"/>
                        <a:pt x="718111" y="9894"/>
                      </a:cubicBezTo>
                      <a:cubicBezTo>
                        <a:pt x="670105" y="107689"/>
                        <a:pt x="582404" y="180137"/>
                        <a:pt x="477313" y="208859"/>
                      </a:cubicBezTo>
                      <a:cubicBezTo>
                        <a:pt x="422915" y="221394"/>
                        <a:pt x="372852" y="237881"/>
                        <a:pt x="262191" y="205484"/>
                      </a:cubicBezTo>
                      <a:cubicBezTo>
                        <a:pt x="162064" y="174678"/>
                        <a:pt x="79110" y="103904"/>
                        <a:pt x="32914" y="9894"/>
                      </a:cubicBezTo>
                      <a:cubicBezTo>
                        <a:pt x="28827" y="1280"/>
                        <a:pt x="18513" y="-2423"/>
                        <a:pt x="9899" y="1665"/>
                      </a:cubicBezTo>
                      <a:cubicBezTo>
                        <a:pt x="1258" y="5752"/>
                        <a:pt x="-2418" y="16066"/>
                        <a:pt x="1669" y="24680"/>
                      </a:cubicBezTo>
                      <a:cubicBezTo>
                        <a:pt x="1751" y="24872"/>
                        <a:pt x="1861" y="25037"/>
                        <a:pt x="1944" y="25228"/>
                      </a:cubicBezTo>
                      <a:cubicBezTo>
                        <a:pt x="35932" y="93808"/>
                        <a:pt x="88135" y="151717"/>
                        <a:pt x="152820" y="192646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B8D68C9D-AD7A-38D0-3769-51C793BE2F50}"/>
                    </a:ext>
                  </a:extLst>
                </p:cNvPr>
                <p:cNvSpPr/>
                <p:nvPr/>
              </p:nvSpPr>
              <p:spPr>
                <a:xfrm>
                  <a:off x="8958008" y="5460958"/>
                  <a:ext cx="387750" cy="60338"/>
                </a:xfrm>
                <a:custGeom>
                  <a:avLst/>
                  <a:gdLst>
                    <a:gd name="connsiteX0" fmla="*/ 0 w 387750"/>
                    <a:gd name="connsiteY0" fmla="*/ 12 h 60338"/>
                    <a:gd name="connsiteX1" fmla="*/ 17063 w 387750"/>
                    <a:gd name="connsiteY1" fmla="*/ 22781 h 60338"/>
                    <a:gd name="connsiteX2" fmla="*/ 86026 w 387750"/>
                    <a:gd name="connsiteY2" fmla="*/ 51145 h 60338"/>
                    <a:gd name="connsiteX3" fmla="*/ 252127 w 387750"/>
                    <a:gd name="connsiteY3" fmla="*/ 59732 h 60338"/>
                    <a:gd name="connsiteX4" fmla="*/ 334067 w 387750"/>
                    <a:gd name="connsiteY4" fmla="*/ 38115 h 60338"/>
                    <a:gd name="connsiteX5" fmla="*/ 370688 w 387750"/>
                    <a:gd name="connsiteY5" fmla="*/ 22781 h 60338"/>
                    <a:gd name="connsiteX6" fmla="*/ 387751 w 387750"/>
                    <a:gd name="connsiteY6" fmla="*/ 12 h 60338"/>
                    <a:gd name="connsiteX7" fmla="*/ 287515 w 387750"/>
                    <a:gd name="connsiteY7" fmla="*/ 7199 h 60338"/>
                    <a:gd name="connsiteX8" fmla="*/ 34153 w 387750"/>
                    <a:gd name="connsiteY8" fmla="*/ 451 h 60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7750" h="60338">
                      <a:moveTo>
                        <a:pt x="0" y="12"/>
                      </a:moveTo>
                      <a:lnTo>
                        <a:pt x="17063" y="22781"/>
                      </a:lnTo>
                      <a:cubicBezTo>
                        <a:pt x="17063" y="22781"/>
                        <a:pt x="67016" y="50789"/>
                        <a:pt x="86026" y="51145"/>
                      </a:cubicBezTo>
                      <a:cubicBezTo>
                        <a:pt x="105037" y="51502"/>
                        <a:pt x="233885" y="63078"/>
                        <a:pt x="252127" y="59732"/>
                      </a:cubicBezTo>
                      <a:cubicBezTo>
                        <a:pt x="270370" y="56385"/>
                        <a:pt x="331845" y="39981"/>
                        <a:pt x="334067" y="38115"/>
                      </a:cubicBezTo>
                      <a:cubicBezTo>
                        <a:pt x="336288" y="36250"/>
                        <a:pt x="370688" y="22781"/>
                        <a:pt x="370688" y="22781"/>
                      </a:cubicBezTo>
                      <a:lnTo>
                        <a:pt x="387751" y="12"/>
                      </a:lnTo>
                      <a:cubicBezTo>
                        <a:pt x="387751" y="12"/>
                        <a:pt x="313685" y="-619"/>
                        <a:pt x="287515" y="7199"/>
                      </a:cubicBezTo>
                      <a:cubicBezTo>
                        <a:pt x="261345" y="15017"/>
                        <a:pt x="34153" y="451"/>
                        <a:pt x="34153" y="451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566DD25B-7725-BAC5-09D3-D25D4C5D9963}"/>
                    </a:ext>
                  </a:extLst>
                </p:cNvPr>
                <p:cNvSpPr/>
                <p:nvPr/>
              </p:nvSpPr>
              <p:spPr>
                <a:xfrm>
                  <a:off x="8892692" y="5366302"/>
                  <a:ext cx="516215" cy="95121"/>
                </a:xfrm>
                <a:custGeom>
                  <a:avLst/>
                  <a:gdLst>
                    <a:gd name="connsiteX0" fmla="*/ 0 w 516215"/>
                    <a:gd name="connsiteY0" fmla="*/ 0 h 95121"/>
                    <a:gd name="connsiteX1" fmla="*/ 30696 w 516215"/>
                    <a:gd name="connsiteY1" fmla="*/ 48555 h 95121"/>
                    <a:gd name="connsiteX2" fmla="*/ 115955 w 516215"/>
                    <a:gd name="connsiteY2" fmla="*/ 87975 h 95121"/>
                    <a:gd name="connsiteX3" fmla="*/ 339416 w 516215"/>
                    <a:gd name="connsiteY3" fmla="*/ 94613 h 95121"/>
                    <a:gd name="connsiteX4" fmla="*/ 452299 w 516215"/>
                    <a:gd name="connsiteY4" fmla="*/ 82296 h 95121"/>
                    <a:gd name="connsiteX5" fmla="*/ 488592 w 516215"/>
                    <a:gd name="connsiteY5" fmla="*/ 47320 h 95121"/>
                    <a:gd name="connsiteX6" fmla="*/ 516215 w 516215"/>
                    <a:gd name="connsiteY6" fmla="*/ 3786 h 95121"/>
                    <a:gd name="connsiteX7" fmla="*/ 110359 w 516215"/>
                    <a:gd name="connsiteY7" fmla="*/ 0 h 95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6215" h="95121">
                      <a:moveTo>
                        <a:pt x="0" y="0"/>
                      </a:moveTo>
                      <a:lnTo>
                        <a:pt x="30696" y="48555"/>
                      </a:lnTo>
                      <a:cubicBezTo>
                        <a:pt x="30696" y="48555"/>
                        <a:pt x="106464" y="88030"/>
                        <a:pt x="115955" y="87975"/>
                      </a:cubicBezTo>
                      <a:cubicBezTo>
                        <a:pt x="125446" y="87920"/>
                        <a:pt x="319885" y="97384"/>
                        <a:pt x="339416" y="94613"/>
                      </a:cubicBezTo>
                      <a:cubicBezTo>
                        <a:pt x="358948" y="91842"/>
                        <a:pt x="452299" y="82296"/>
                        <a:pt x="452299" y="82296"/>
                      </a:cubicBezTo>
                      <a:lnTo>
                        <a:pt x="488592" y="47320"/>
                      </a:lnTo>
                      <a:lnTo>
                        <a:pt x="516215" y="3786"/>
                      </a:lnTo>
                      <a:lnTo>
                        <a:pt x="110359" y="0"/>
                      </a:ln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BB32E0B6-BF83-4F33-4467-C9A259E88A77}"/>
                    </a:ext>
                  </a:extLst>
                </p:cNvPr>
                <p:cNvSpPr/>
                <p:nvPr/>
              </p:nvSpPr>
              <p:spPr>
                <a:xfrm>
                  <a:off x="8890991" y="5281812"/>
                  <a:ext cx="521867" cy="150436"/>
                </a:xfrm>
                <a:custGeom>
                  <a:avLst/>
                  <a:gdLst>
                    <a:gd name="connsiteX0" fmla="*/ 260934 w 521867"/>
                    <a:gd name="connsiteY0" fmla="*/ 150437 h 150436"/>
                    <a:gd name="connsiteX1" fmla="*/ 508672 w 521867"/>
                    <a:gd name="connsiteY1" fmla="*/ 98920 h 150436"/>
                    <a:gd name="connsiteX2" fmla="*/ 521867 w 521867"/>
                    <a:gd name="connsiteY2" fmla="*/ 75246 h 150436"/>
                    <a:gd name="connsiteX3" fmla="*/ 260934 w 521867"/>
                    <a:gd name="connsiteY3" fmla="*/ 0 h 150436"/>
                    <a:gd name="connsiteX4" fmla="*/ 0 w 521867"/>
                    <a:gd name="connsiteY4" fmla="*/ 75246 h 150436"/>
                    <a:gd name="connsiteX5" fmla="*/ 3237 w 521867"/>
                    <a:gd name="connsiteY5" fmla="*/ 87892 h 150436"/>
                    <a:gd name="connsiteX6" fmla="*/ 13195 w 521867"/>
                    <a:gd name="connsiteY6" fmla="*/ 98865 h 150436"/>
                    <a:gd name="connsiteX7" fmla="*/ 260934 w 521867"/>
                    <a:gd name="connsiteY7" fmla="*/ 150437 h 150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1867" h="150436">
                      <a:moveTo>
                        <a:pt x="260934" y="150437"/>
                      </a:moveTo>
                      <a:cubicBezTo>
                        <a:pt x="376340" y="150437"/>
                        <a:pt x="474272" y="128848"/>
                        <a:pt x="508672" y="98920"/>
                      </a:cubicBezTo>
                      <a:cubicBezTo>
                        <a:pt x="517231" y="91486"/>
                        <a:pt x="521867" y="83503"/>
                        <a:pt x="521867" y="75246"/>
                      </a:cubicBezTo>
                      <a:cubicBezTo>
                        <a:pt x="521867" y="33686"/>
                        <a:pt x="405061" y="0"/>
                        <a:pt x="260934" y="0"/>
                      </a:cubicBezTo>
                      <a:cubicBezTo>
                        <a:pt x="116806" y="0"/>
                        <a:pt x="0" y="33686"/>
                        <a:pt x="0" y="75246"/>
                      </a:cubicBezTo>
                      <a:cubicBezTo>
                        <a:pt x="165" y="79635"/>
                        <a:pt x="1262" y="83969"/>
                        <a:pt x="3237" y="87892"/>
                      </a:cubicBezTo>
                      <a:cubicBezTo>
                        <a:pt x="6036" y="92007"/>
                        <a:pt x="9382" y="95683"/>
                        <a:pt x="13195" y="98865"/>
                      </a:cubicBezTo>
                      <a:cubicBezTo>
                        <a:pt x="47540" y="128848"/>
                        <a:pt x="145472" y="150437"/>
                        <a:pt x="260934" y="150437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F4F43D0E-8282-EBD4-4D56-6F223F0294F6}"/>
                    </a:ext>
                  </a:extLst>
                </p:cNvPr>
                <p:cNvSpPr/>
                <p:nvPr/>
              </p:nvSpPr>
              <p:spPr>
                <a:xfrm>
                  <a:off x="8922675" y="5413622"/>
                  <a:ext cx="458800" cy="81281"/>
                </a:xfrm>
                <a:custGeom>
                  <a:avLst/>
                  <a:gdLst>
                    <a:gd name="connsiteX0" fmla="*/ 229249 w 458800"/>
                    <a:gd name="connsiteY0" fmla="*/ 81281 h 81281"/>
                    <a:gd name="connsiteX1" fmla="*/ 423139 w 458800"/>
                    <a:gd name="connsiteY1" fmla="*/ 47348 h 81281"/>
                    <a:gd name="connsiteX2" fmla="*/ 458800 w 458800"/>
                    <a:gd name="connsiteY2" fmla="*/ 0 h 81281"/>
                    <a:gd name="connsiteX3" fmla="*/ 229387 w 458800"/>
                    <a:gd name="connsiteY3" fmla="*/ 37253 h 81281"/>
                    <a:gd name="connsiteX4" fmla="*/ 0 w 458800"/>
                    <a:gd name="connsiteY4" fmla="*/ 0 h 81281"/>
                    <a:gd name="connsiteX5" fmla="*/ 35524 w 458800"/>
                    <a:gd name="connsiteY5" fmla="*/ 47348 h 81281"/>
                    <a:gd name="connsiteX6" fmla="*/ 229249 w 458800"/>
                    <a:gd name="connsiteY6" fmla="*/ 81281 h 8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58800" h="81281">
                      <a:moveTo>
                        <a:pt x="229249" y="81281"/>
                      </a:moveTo>
                      <a:cubicBezTo>
                        <a:pt x="234215" y="81281"/>
                        <a:pt x="349566" y="77989"/>
                        <a:pt x="423139" y="47348"/>
                      </a:cubicBezTo>
                      <a:lnTo>
                        <a:pt x="458800" y="0"/>
                      </a:lnTo>
                      <a:cubicBezTo>
                        <a:pt x="408819" y="23125"/>
                        <a:pt x="324383" y="37253"/>
                        <a:pt x="229387" y="37253"/>
                      </a:cubicBezTo>
                      <a:cubicBezTo>
                        <a:pt x="134389" y="37253"/>
                        <a:pt x="49954" y="23125"/>
                        <a:pt x="0" y="0"/>
                      </a:cubicBezTo>
                      <a:lnTo>
                        <a:pt x="35524" y="47348"/>
                      </a:lnTo>
                      <a:cubicBezTo>
                        <a:pt x="108878" y="77989"/>
                        <a:pt x="224257" y="81172"/>
                        <a:pt x="229249" y="81281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F6EAE868-750A-5393-D051-F5315A6466CA}"/>
                    </a:ext>
                  </a:extLst>
                </p:cNvPr>
                <p:cNvSpPr/>
                <p:nvPr/>
              </p:nvSpPr>
              <p:spPr>
                <a:xfrm>
                  <a:off x="8975070" y="5483739"/>
                  <a:ext cx="353625" cy="68552"/>
                </a:xfrm>
                <a:custGeom>
                  <a:avLst/>
                  <a:gdLst>
                    <a:gd name="connsiteX0" fmla="*/ 310969 w 353625"/>
                    <a:gd name="connsiteY0" fmla="*/ 48253 h 68552"/>
                    <a:gd name="connsiteX1" fmla="*/ 326688 w 353625"/>
                    <a:gd name="connsiteY1" fmla="*/ 35881 h 68552"/>
                    <a:gd name="connsiteX2" fmla="*/ 353626 w 353625"/>
                    <a:gd name="connsiteY2" fmla="*/ 0 h 68552"/>
                    <a:gd name="connsiteX3" fmla="*/ 176964 w 353625"/>
                    <a:gd name="connsiteY3" fmla="*/ 26664 h 68552"/>
                    <a:gd name="connsiteX4" fmla="*/ 176634 w 353625"/>
                    <a:gd name="connsiteY4" fmla="*/ 26664 h 68552"/>
                    <a:gd name="connsiteX5" fmla="*/ 0 w 353625"/>
                    <a:gd name="connsiteY5" fmla="*/ 0 h 68552"/>
                    <a:gd name="connsiteX6" fmla="*/ 26911 w 353625"/>
                    <a:gd name="connsiteY6" fmla="*/ 35881 h 68552"/>
                    <a:gd name="connsiteX7" fmla="*/ 42657 w 353625"/>
                    <a:gd name="connsiteY7" fmla="*/ 48253 h 68552"/>
                    <a:gd name="connsiteX8" fmla="*/ 176799 w 353625"/>
                    <a:gd name="connsiteY8" fmla="*/ 68553 h 68552"/>
                    <a:gd name="connsiteX9" fmla="*/ 310969 w 353625"/>
                    <a:gd name="connsiteY9" fmla="*/ 48253 h 68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53625" h="68552">
                      <a:moveTo>
                        <a:pt x="310969" y="48253"/>
                      </a:moveTo>
                      <a:cubicBezTo>
                        <a:pt x="317196" y="45592"/>
                        <a:pt x="322627" y="41312"/>
                        <a:pt x="326688" y="35881"/>
                      </a:cubicBezTo>
                      <a:lnTo>
                        <a:pt x="353626" y="0"/>
                      </a:lnTo>
                      <a:cubicBezTo>
                        <a:pt x="277969" y="24332"/>
                        <a:pt x="181627" y="26581"/>
                        <a:pt x="176964" y="26664"/>
                      </a:cubicBezTo>
                      <a:lnTo>
                        <a:pt x="176634" y="26664"/>
                      </a:lnTo>
                      <a:cubicBezTo>
                        <a:pt x="171971" y="26664"/>
                        <a:pt x="75630" y="24332"/>
                        <a:pt x="0" y="0"/>
                      </a:cubicBezTo>
                      <a:lnTo>
                        <a:pt x="26911" y="35881"/>
                      </a:lnTo>
                      <a:cubicBezTo>
                        <a:pt x="30971" y="41312"/>
                        <a:pt x="36402" y="45592"/>
                        <a:pt x="42657" y="48253"/>
                      </a:cubicBezTo>
                      <a:cubicBezTo>
                        <a:pt x="71433" y="60487"/>
                        <a:pt x="120756" y="68553"/>
                        <a:pt x="176799" y="68553"/>
                      </a:cubicBezTo>
                      <a:cubicBezTo>
                        <a:pt x="232843" y="68553"/>
                        <a:pt x="282165" y="60487"/>
                        <a:pt x="310969" y="48253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9" name="Freeform: Shape 248">
                  <a:extLst>
                    <a:ext uri="{FF2B5EF4-FFF2-40B4-BE49-F238E27FC236}">
                      <a16:creationId xmlns:a16="http://schemas.microsoft.com/office/drawing/2014/main" id="{2C673E66-986D-2F85-E598-77F121A1295B}"/>
                    </a:ext>
                  </a:extLst>
                </p:cNvPr>
                <p:cNvSpPr/>
                <p:nvPr/>
              </p:nvSpPr>
              <p:spPr>
                <a:xfrm>
                  <a:off x="8936721" y="5883324"/>
                  <a:ext cx="298350" cy="409224"/>
                </a:xfrm>
                <a:custGeom>
                  <a:avLst/>
                  <a:gdLst>
                    <a:gd name="connsiteX0" fmla="*/ 226012 w 298350"/>
                    <a:gd name="connsiteY0" fmla="*/ 4324 h 409224"/>
                    <a:gd name="connsiteX1" fmla="*/ 2057 w 298350"/>
                    <a:gd name="connsiteY1" fmla="*/ 112598 h 409224"/>
                    <a:gd name="connsiteX2" fmla="*/ 0 w 298350"/>
                    <a:gd name="connsiteY2" fmla="*/ 301632 h 409224"/>
                    <a:gd name="connsiteX3" fmla="*/ 226012 w 298350"/>
                    <a:gd name="connsiteY3" fmla="*/ 404913 h 409224"/>
                    <a:gd name="connsiteX4" fmla="*/ 298350 w 298350"/>
                    <a:gd name="connsiteY4" fmla="*/ 351421 h 409224"/>
                    <a:gd name="connsiteX5" fmla="*/ 298350 w 298350"/>
                    <a:gd name="connsiteY5" fmla="*/ 57899 h 409224"/>
                    <a:gd name="connsiteX6" fmla="*/ 226012 w 298350"/>
                    <a:gd name="connsiteY6" fmla="*/ 4324 h 409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8350" h="409224">
                      <a:moveTo>
                        <a:pt x="226012" y="4324"/>
                      </a:moveTo>
                      <a:lnTo>
                        <a:pt x="2057" y="112598"/>
                      </a:lnTo>
                      <a:lnTo>
                        <a:pt x="0" y="301632"/>
                      </a:lnTo>
                      <a:lnTo>
                        <a:pt x="226012" y="404913"/>
                      </a:lnTo>
                      <a:cubicBezTo>
                        <a:pt x="260549" y="420357"/>
                        <a:pt x="298350" y="392404"/>
                        <a:pt x="298350" y="351421"/>
                      </a:cubicBezTo>
                      <a:lnTo>
                        <a:pt x="298350" y="57899"/>
                      </a:lnTo>
                      <a:cubicBezTo>
                        <a:pt x="298350" y="16806"/>
                        <a:pt x="260549" y="-11148"/>
                        <a:pt x="226012" y="4324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0" name="Freeform: Shape 249">
                  <a:extLst>
                    <a:ext uri="{FF2B5EF4-FFF2-40B4-BE49-F238E27FC236}">
                      <a16:creationId xmlns:a16="http://schemas.microsoft.com/office/drawing/2014/main" id="{79B00AF3-C9E5-8EF8-4581-86061A9E3012}"/>
                    </a:ext>
                  </a:extLst>
                </p:cNvPr>
                <p:cNvSpPr/>
                <p:nvPr/>
              </p:nvSpPr>
              <p:spPr>
                <a:xfrm>
                  <a:off x="9324657" y="5953980"/>
                  <a:ext cx="101340" cy="282298"/>
                </a:xfrm>
                <a:custGeom>
                  <a:avLst/>
                  <a:gdLst>
                    <a:gd name="connsiteX0" fmla="*/ 101340 w 101340"/>
                    <a:gd name="connsiteY0" fmla="*/ 141135 h 282298"/>
                    <a:gd name="connsiteX1" fmla="*/ 37287 w 101340"/>
                    <a:gd name="connsiteY1" fmla="*/ 5182 h 282298"/>
                    <a:gd name="connsiteX2" fmla="*/ 5273 w 101340"/>
                    <a:gd name="connsiteY2" fmla="*/ 8282 h 282298"/>
                    <a:gd name="connsiteX3" fmla="*/ 3326 w 101340"/>
                    <a:gd name="connsiteY3" fmla="*/ 11053 h 282298"/>
                    <a:gd name="connsiteX4" fmla="*/ 3326 w 101340"/>
                    <a:gd name="connsiteY4" fmla="*/ 11053 h 282298"/>
                    <a:gd name="connsiteX5" fmla="*/ 8044 w 101340"/>
                    <a:gd name="connsiteY5" fmla="*/ 40158 h 282298"/>
                    <a:gd name="connsiteX6" fmla="*/ 26012 w 101340"/>
                    <a:gd name="connsiteY6" fmla="*/ 224172 h 282298"/>
                    <a:gd name="connsiteX7" fmla="*/ 8044 w 101340"/>
                    <a:gd name="connsiteY7" fmla="*/ 242140 h 282298"/>
                    <a:gd name="connsiteX8" fmla="*/ 3326 w 101340"/>
                    <a:gd name="connsiteY8" fmla="*/ 271245 h 282298"/>
                    <a:gd name="connsiteX9" fmla="*/ 3326 w 101340"/>
                    <a:gd name="connsiteY9" fmla="*/ 271245 h 282298"/>
                    <a:gd name="connsiteX10" fmla="*/ 34516 w 101340"/>
                    <a:gd name="connsiteY10" fmla="*/ 279063 h 282298"/>
                    <a:gd name="connsiteX11" fmla="*/ 37287 w 101340"/>
                    <a:gd name="connsiteY11" fmla="*/ 277115 h 282298"/>
                    <a:gd name="connsiteX12" fmla="*/ 101340 w 101340"/>
                    <a:gd name="connsiteY12" fmla="*/ 141135 h 282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1340" h="282298">
                      <a:moveTo>
                        <a:pt x="101340" y="141135"/>
                      </a:moveTo>
                      <a:cubicBezTo>
                        <a:pt x="101368" y="88520"/>
                        <a:pt x="77859" y="38649"/>
                        <a:pt x="37287" y="5182"/>
                      </a:cubicBezTo>
                      <a:cubicBezTo>
                        <a:pt x="27576" y="-2801"/>
                        <a:pt x="13257" y="-1402"/>
                        <a:pt x="5273" y="8282"/>
                      </a:cubicBezTo>
                      <a:cubicBezTo>
                        <a:pt x="4560" y="9160"/>
                        <a:pt x="3902" y="10092"/>
                        <a:pt x="3326" y="11053"/>
                      </a:cubicBezTo>
                      <a:lnTo>
                        <a:pt x="3326" y="11053"/>
                      </a:lnTo>
                      <a:cubicBezTo>
                        <a:pt x="-2517" y="20599"/>
                        <a:pt x="-487" y="32943"/>
                        <a:pt x="8044" y="40158"/>
                      </a:cubicBezTo>
                      <a:cubicBezTo>
                        <a:pt x="63814" y="86024"/>
                        <a:pt x="71851" y="168403"/>
                        <a:pt x="26012" y="224172"/>
                      </a:cubicBezTo>
                      <a:cubicBezTo>
                        <a:pt x="20608" y="230728"/>
                        <a:pt x="14601" y="236763"/>
                        <a:pt x="8044" y="242140"/>
                      </a:cubicBezTo>
                      <a:cubicBezTo>
                        <a:pt x="-487" y="249355"/>
                        <a:pt x="-2517" y="261699"/>
                        <a:pt x="3326" y="271245"/>
                      </a:cubicBezTo>
                      <a:lnTo>
                        <a:pt x="3326" y="271245"/>
                      </a:lnTo>
                      <a:cubicBezTo>
                        <a:pt x="9773" y="282026"/>
                        <a:pt x="23736" y="285510"/>
                        <a:pt x="34516" y="279063"/>
                      </a:cubicBezTo>
                      <a:cubicBezTo>
                        <a:pt x="35504" y="278487"/>
                        <a:pt x="36409" y="277829"/>
                        <a:pt x="37287" y="277115"/>
                      </a:cubicBezTo>
                      <a:cubicBezTo>
                        <a:pt x="77859" y="243621"/>
                        <a:pt x="101368" y="193750"/>
                        <a:pt x="101340" y="141135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B8985DB6-0F3D-3FC2-016F-59905E4E4D62}"/>
                    </a:ext>
                  </a:extLst>
                </p:cNvPr>
                <p:cNvSpPr/>
                <p:nvPr/>
              </p:nvSpPr>
              <p:spPr>
                <a:xfrm>
                  <a:off x="9284514" y="6020479"/>
                  <a:ext cx="65441" cy="149140"/>
                </a:xfrm>
                <a:custGeom>
                  <a:avLst/>
                  <a:gdLst>
                    <a:gd name="connsiteX0" fmla="*/ 39436 w 65441"/>
                    <a:gd name="connsiteY0" fmla="*/ 7236 h 149140"/>
                    <a:gd name="connsiteX1" fmla="*/ 7341 w 65441"/>
                    <a:gd name="connsiteY1" fmla="*/ 6083 h 149140"/>
                    <a:gd name="connsiteX2" fmla="*/ 3308 w 65441"/>
                    <a:gd name="connsiteY2" fmla="*/ 11076 h 149140"/>
                    <a:gd name="connsiteX3" fmla="*/ 3308 w 65441"/>
                    <a:gd name="connsiteY3" fmla="*/ 11076 h 149140"/>
                    <a:gd name="connsiteX4" fmla="*/ 5722 w 65441"/>
                    <a:gd name="connsiteY4" fmla="*/ 37877 h 149140"/>
                    <a:gd name="connsiteX5" fmla="*/ 5722 w 65441"/>
                    <a:gd name="connsiteY5" fmla="*/ 111258 h 149140"/>
                    <a:gd name="connsiteX6" fmla="*/ 3308 w 65441"/>
                    <a:gd name="connsiteY6" fmla="*/ 138059 h 149140"/>
                    <a:gd name="connsiteX7" fmla="*/ 3308 w 65441"/>
                    <a:gd name="connsiteY7" fmla="*/ 138059 h 149140"/>
                    <a:gd name="connsiteX8" fmla="*/ 34443 w 65441"/>
                    <a:gd name="connsiteY8" fmla="*/ 145932 h 149140"/>
                    <a:gd name="connsiteX9" fmla="*/ 39436 w 65441"/>
                    <a:gd name="connsiteY9" fmla="*/ 141899 h 149140"/>
                    <a:gd name="connsiteX10" fmla="*/ 39436 w 65441"/>
                    <a:gd name="connsiteY10" fmla="*/ 7071 h 14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5441" h="149140">
                      <a:moveTo>
                        <a:pt x="39436" y="7236"/>
                      </a:moveTo>
                      <a:cubicBezTo>
                        <a:pt x="30878" y="-1954"/>
                        <a:pt x="16503" y="-2448"/>
                        <a:pt x="7341" y="6083"/>
                      </a:cubicBezTo>
                      <a:cubicBezTo>
                        <a:pt x="5777" y="7565"/>
                        <a:pt x="4405" y="9238"/>
                        <a:pt x="3308" y="11076"/>
                      </a:cubicBezTo>
                      <a:lnTo>
                        <a:pt x="3308" y="11076"/>
                      </a:lnTo>
                      <a:cubicBezTo>
                        <a:pt x="-1877" y="19580"/>
                        <a:pt x="-889" y="30443"/>
                        <a:pt x="5722" y="37877"/>
                      </a:cubicBezTo>
                      <a:cubicBezTo>
                        <a:pt x="24596" y="58698"/>
                        <a:pt x="24596" y="90437"/>
                        <a:pt x="5722" y="111258"/>
                      </a:cubicBezTo>
                      <a:cubicBezTo>
                        <a:pt x="-889" y="118692"/>
                        <a:pt x="-1877" y="129555"/>
                        <a:pt x="3308" y="138059"/>
                      </a:cubicBezTo>
                      <a:lnTo>
                        <a:pt x="3308" y="138059"/>
                      </a:lnTo>
                      <a:cubicBezTo>
                        <a:pt x="9727" y="148840"/>
                        <a:pt x="23690" y="152351"/>
                        <a:pt x="34443" y="145932"/>
                      </a:cubicBezTo>
                      <a:cubicBezTo>
                        <a:pt x="36282" y="144835"/>
                        <a:pt x="37982" y="143463"/>
                        <a:pt x="39436" y="141899"/>
                      </a:cubicBezTo>
                      <a:cubicBezTo>
                        <a:pt x="74111" y="103659"/>
                        <a:pt x="74111" y="45311"/>
                        <a:pt x="39436" y="7071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BBB6F244-7BFC-9C5A-BCB2-4FAC1F07B85C}"/>
                    </a:ext>
                  </a:extLst>
                </p:cNvPr>
                <p:cNvSpPr/>
                <p:nvPr/>
              </p:nvSpPr>
              <p:spPr>
                <a:xfrm>
                  <a:off x="8846277" y="5970794"/>
                  <a:ext cx="107203" cy="234269"/>
                </a:xfrm>
                <a:custGeom>
                  <a:avLst/>
                  <a:gdLst>
                    <a:gd name="connsiteX0" fmla="*/ 54672 w 107203"/>
                    <a:gd name="connsiteY0" fmla="*/ 0 h 234269"/>
                    <a:gd name="connsiteX1" fmla="*/ 52532 w 107203"/>
                    <a:gd name="connsiteY1" fmla="*/ 0 h 234269"/>
                    <a:gd name="connsiteX2" fmla="*/ 0 w 107203"/>
                    <a:gd name="connsiteY2" fmla="*/ 57771 h 234269"/>
                    <a:gd name="connsiteX3" fmla="*/ 0 w 107203"/>
                    <a:gd name="connsiteY3" fmla="*/ 176525 h 234269"/>
                    <a:gd name="connsiteX4" fmla="*/ 52532 w 107203"/>
                    <a:gd name="connsiteY4" fmla="*/ 234269 h 234269"/>
                    <a:gd name="connsiteX5" fmla="*/ 54672 w 107203"/>
                    <a:gd name="connsiteY5" fmla="*/ 234269 h 234269"/>
                    <a:gd name="connsiteX6" fmla="*/ 107204 w 107203"/>
                    <a:gd name="connsiteY6" fmla="*/ 176525 h 234269"/>
                    <a:gd name="connsiteX7" fmla="*/ 107204 w 107203"/>
                    <a:gd name="connsiteY7" fmla="*/ 57771 h 234269"/>
                    <a:gd name="connsiteX8" fmla="*/ 54672 w 107203"/>
                    <a:gd name="connsiteY8" fmla="*/ 0 h 234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7203" h="234269">
                      <a:moveTo>
                        <a:pt x="54672" y="0"/>
                      </a:moveTo>
                      <a:lnTo>
                        <a:pt x="52532" y="0"/>
                      </a:lnTo>
                      <a:cubicBezTo>
                        <a:pt x="23646" y="0"/>
                        <a:pt x="0" y="26005"/>
                        <a:pt x="0" y="57771"/>
                      </a:cubicBezTo>
                      <a:lnTo>
                        <a:pt x="0" y="176525"/>
                      </a:lnTo>
                      <a:cubicBezTo>
                        <a:pt x="0" y="208291"/>
                        <a:pt x="23646" y="234269"/>
                        <a:pt x="52532" y="234269"/>
                      </a:cubicBezTo>
                      <a:lnTo>
                        <a:pt x="54672" y="234269"/>
                      </a:lnTo>
                      <a:cubicBezTo>
                        <a:pt x="83558" y="234269"/>
                        <a:pt x="107204" y="208291"/>
                        <a:pt x="107204" y="176525"/>
                      </a:cubicBezTo>
                      <a:lnTo>
                        <a:pt x="107204" y="57771"/>
                      </a:lnTo>
                      <a:cubicBezTo>
                        <a:pt x="107204" y="26005"/>
                        <a:pt x="83448" y="0"/>
                        <a:pt x="54672" y="0"/>
                      </a:cubicBezTo>
                      <a:close/>
                    </a:path>
                  </a:pathLst>
                </a:custGeom>
                <a:solidFill>
                  <a:srgbClr val="BE2827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F02C5E95-9144-5C40-648F-0890B5756544}"/>
                    </a:ext>
                  </a:extLst>
                </p:cNvPr>
                <p:cNvSpPr/>
                <p:nvPr/>
              </p:nvSpPr>
              <p:spPr>
                <a:xfrm>
                  <a:off x="9364229" y="5888434"/>
                  <a:ext cx="137817" cy="413364"/>
                </a:xfrm>
                <a:custGeom>
                  <a:avLst/>
                  <a:gdLst>
                    <a:gd name="connsiteX0" fmla="*/ 36503 w 137817"/>
                    <a:gd name="connsiteY0" fmla="*/ 4535 h 413364"/>
                    <a:gd name="connsiteX1" fmla="*/ 4573 w 137817"/>
                    <a:gd name="connsiteY1" fmla="*/ 9171 h 413364"/>
                    <a:gd name="connsiteX2" fmla="*/ 3311 w 137817"/>
                    <a:gd name="connsiteY2" fmla="*/ 11037 h 413364"/>
                    <a:gd name="connsiteX3" fmla="*/ 3311 w 137817"/>
                    <a:gd name="connsiteY3" fmla="*/ 11037 h 413364"/>
                    <a:gd name="connsiteX4" fmla="*/ 8934 w 137817"/>
                    <a:gd name="connsiteY4" fmla="*/ 40883 h 413364"/>
                    <a:gd name="connsiteX5" fmla="*/ 51235 w 137817"/>
                    <a:gd name="connsiteY5" fmla="*/ 330208 h 413364"/>
                    <a:gd name="connsiteX6" fmla="*/ 8934 w 137817"/>
                    <a:gd name="connsiteY6" fmla="*/ 372508 h 413364"/>
                    <a:gd name="connsiteX7" fmla="*/ 3311 w 137817"/>
                    <a:gd name="connsiteY7" fmla="*/ 402327 h 413364"/>
                    <a:gd name="connsiteX8" fmla="*/ 3311 w 137817"/>
                    <a:gd name="connsiteY8" fmla="*/ 402327 h 413364"/>
                    <a:gd name="connsiteX9" fmla="*/ 34638 w 137817"/>
                    <a:gd name="connsiteY9" fmla="*/ 410090 h 413364"/>
                    <a:gd name="connsiteX10" fmla="*/ 36503 w 137817"/>
                    <a:gd name="connsiteY10" fmla="*/ 408828 h 413364"/>
                    <a:gd name="connsiteX11" fmla="*/ 87582 w 137817"/>
                    <a:gd name="connsiteY11" fmla="*/ 55586 h 413364"/>
                    <a:gd name="connsiteX12" fmla="*/ 36503 w 137817"/>
                    <a:gd name="connsiteY12" fmla="*/ 4508 h 413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7817" h="413364">
                      <a:moveTo>
                        <a:pt x="36503" y="4535"/>
                      </a:moveTo>
                      <a:cubicBezTo>
                        <a:pt x="26409" y="-3009"/>
                        <a:pt x="12089" y="-924"/>
                        <a:pt x="4573" y="9171"/>
                      </a:cubicBezTo>
                      <a:cubicBezTo>
                        <a:pt x="4106" y="9775"/>
                        <a:pt x="3695" y="10406"/>
                        <a:pt x="3311" y="11037"/>
                      </a:cubicBezTo>
                      <a:lnTo>
                        <a:pt x="3311" y="11037"/>
                      </a:lnTo>
                      <a:cubicBezTo>
                        <a:pt x="-2724" y="20967"/>
                        <a:pt x="-310" y="33832"/>
                        <a:pt x="8934" y="40883"/>
                      </a:cubicBezTo>
                      <a:cubicBezTo>
                        <a:pt x="100503" y="109106"/>
                        <a:pt x="119458" y="238613"/>
                        <a:pt x="51235" y="330208"/>
                      </a:cubicBezTo>
                      <a:cubicBezTo>
                        <a:pt x="39274" y="346283"/>
                        <a:pt x="25010" y="360520"/>
                        <a:pt x="8934" y="372508"/>
                      </a:cubicBezTo>
                      <a:cubicBezTo>
                        <a:pt x="-310" y="379531"/>
                        <a:pt x="-2724" y="392424"/>
                        <a:pt x="3311" y="402327"/>
                      </a:cubicBezTo>
                      <a:lnTo>
                        <a:pt x="3311" y="402327"/>
                      </a:lnTo>
                      <a:cubicBezTo>
                        <a:pt x="9812" y="413107"/>
                        <a:pt x="23858" y="416591"/>
                        <a:pt x="34638" y="410090"/>
                      </a:cubicBezTo>
                      <a:cubicBezTo>
                        <a:pt x="35297" y="409706"/>
                        <a:pt x="35900" y="409267"/>
                        <a:pt x="36503" y="408828"/>
                      </a:cubicBezTo>
                      <a:cubicBezTo>
                        <a:pt x="148152" y="325380"/>
                        <a:pt x="171030" y="167235"/>
                        <a:pt x="87582" y="55586"/>
                      </a:cubicBezTo>
                      <a:cubicBezTo>
                        <a:pt x="73098" y="36192"/>
                        <a:pt x="55898" y="18992"/>
                        <a:pt x="36503" y="4508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11E2D1EF-A38F-E5E7-3484-0D22D2E03184}"/>
                  </a:ext>
                </a:extLst>
              </p:cNvPr>
              <p:cNvSpPr txBox="1"/>
              <p:nvPr/>
            </p:nvSpPr>
            <p:spPr>
              <a:xfrm>
                <a:off x="459398" y="2881546"/>
                <a:ext cx="1110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Acoustic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90DCC4B-A4EA-AEFF-8242-8031F456B270}"/>
                </a:ext>
              </a:extLst>
            </p:cNvPr>
            <p:cNvGrpSpPr/>
            <p:nvPr/>
          </p:nvGrpSpPr>
          <p:grpSpPr>
            <a:xfrm>
              <a:off x="1760614" y="1760665"/>
              <a:ext cx="1629396" cy="1484795"/>
              <a:chOff x="1760614" y="1760665"/>
              <a:chExt cx="1629396" cy="1484795"/>
            </a:xfrm>
          </p:grpSpPr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793E1D1A-06A3-7554-47F8-2FF5FBF1FCB6}"/>
                  </a:ext>
                </a:extLst>
              </p:cNvPr>
              <p:cNvGrpSpPr/>
              <p:nvPr/>
            </p:nvGrpSpPr>
            <p:grpSpPr>
              <a:xfrm>
                <a:off x="2025839" y="1760665"/>
                <a:ext cx="1072001" cy="1159715"/>
                <a:chOff x="3787172" y="5212025"/>
                <a:chExt cx="1072001" cy="1159715"/>
              </a:xfrm>
            </p:grpSpPr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798BD8B6-0E14-221A-D432-6F74D25EBA39}"/>
                    </a:ext>
                  </a:extLst>
                </p:cNvPr>
                <p:cNvSpPr/>
                <p:nvPr/>
              </p:nvSpPr>
              <p:spPr>
                <a:xfrm>
                  <a:off x="4038843" y="5646511"/>
                  <a:ext cx="569446" cy="203370"/>
                </a:xfrm>
                <a:custGeom>
                  <a:avLst/>
                  <a:gdLst>
                    <a:gd name="connsiteX0" fmla="*/ 115767 w 569446"/>
                    <a:gd name="connsiteY0" fmla="*/ 154534 h 203370"/>
                    <a:gd name="connsiteX1" fmla="*/ 550975 w 569446"/>
                    <a:gd name="connsiteY1" fmla="*/ 56409 h 203370"/>
                    <a:gd name="connsiteX2" fmla="*/ 567023 w 569446"/>
                    <a:gd name="connsiteY2" fmla="*/ 27853 h 203370"/>
                    <a:gd name="connsiteX3" fmla="*/ 559973 w 569446"/>
                    <a:gd name="connsiteY3" fmla="*/ 2423 h 203370"/>
                    <a:gd name="connsiteX4" fmla="*/ 534543 w 569446"/>
                    <a:gd name="connsiteY4" fmla="*/ 9473 h 203370"/>
                    <a:gd name="connsiteX5" fmla="*/ 533611 w 569446"/>
                    <a:gd name="connsiteY5" fmla="*/ 11394 h 203370"/>
                    <a:gd name="connsiteX6" fmla="*/ 160673 w 569446"/>
                    <a:gd name="connsiteY6" fmla="*/ 137060 h 203370"/>
                    <a:gd name="connsiteX7" fmla="*/ 35007 w 569446"/>
                    <a:gd name="connsiteY7" fmla="*/ 11394 h 203370"/>
                    <a:gd name="connsiteX8" fmla="*/ 9687 w 569446"/>
                    <a:gd name="connsiteY8" fmla="*/ 4015 h 203370"/>
                    <a:gd name="connsiteX9" fmla="*/ 1567 w 569446"/>
                    <a:gd name="connsiteY9" fmla="*/ 27853 h 203370"/>
                    <a:gd name="connsiteX10" fmla="*/ 115767 w 569446"/>
                    <a:gd name="connsiteY10" fmla="*/ 154534 h 203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69446" h="203370">
                      <a:moveTo>
                        <a:pt x="115767" y="154534"/>
                      </a:moveTo>
                      <a:cubicBezTo>
                        <a:pt x="263049" y="247610"/>
                        <a:pt x="457898" y="203692"/>
                        <a:pt x="550975" y="56409"/>
                      </a:cubicBezTo>
                      <a:cubicBezTo>
                        <a:pt x="556818" y="47165"/>
                        <a:pt x="562167" y="37646"/>
                        <a:pt x="567023" y="27853"/>
                      </a:cubicBezTo>
                      <a:cubicBezTo>
                        <a:pt x="572098" y="18882"/>
                        <a:pt x="568943" y="7498"/>
                        <a:pt x="559973" y="2423"/>
                      </a:cubicBezTo>
                      <a:cubicBezTo>
                        <a:pt x="551002" y="-2652"/>
                        <a:pt x="539618" y="503"/>
                        <a:pt x="534543" y="9473"/>
                      </a:cubicBezTo>
                      <a:cubicBezTo>
                        <a:pt x="534214" y="10104"/>
                        <a:pt x="533885" y="10735"/>
                        <a:pt x="533611" y="11394"/>
                      </a:cubicBezTo>
                      <a:cubicBezTo>
                        <a:pt x="465332" y="149075"/>
                        <a:pt x="298381" y="205338"/>
                        <a:pt x="160673" y="137060"/>
                      </a:cubicBezTo>
                      <a:cubicBezTo>
                        <a:pt x="106193" y="110039"/>
                        <a:pt x="62027" y="65901"/>
                        <a:pt x="35007" y="11394"/>
                      </a:cubicBezTo>
                      <a:cubicBezTo>
                        <a:pt x="30042" y="2368"/>
                        <a:pt x="18712" y="-951"/>
                        <a:pt x="9687" y="4015"/>
                      </a:cubicBezTo>
                      <a:cubicBezTo>
                        <a:pt x="1210" y="8650"/>
                        <a:pt x="-2301" y="18992"/>
                        <a:pt x="1567" y="27853"/>
                      </a:cubicBezTo>
                      <a:cubicBezTo>
                        <a:pt x="27298" y="79754"/>
                        <a:pt x="66800" y="123590"/>
                        <a:pt x="115767" y="154534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4" name="Freeform: Shape 223">
                  <a:extLst>
                    <a:ext uri="{FF2B5EF4-FFF2-40B4-BE49-F238E27FC236}">
                      <a16:creationId xmlns:a16="http://schemas.microsoft.com/office/drawing/2014/main" id="{D2E077C0-6013-E616-D4A4-A857388686BD}"/>
                    </a:ext>
                  </a:extLst>
                </p:cNvPr>
                <p:cNvSpPr/>
                <p:nvPr/>
              </p:nvSpPr>
              <p:spPr>
                <a:xfrm>
                  <a:off x="4166977" y="5583806"/>
                  <a:ext cx="312321" cy="122571"/>
                </a:xfrm>
                <a:custGeom>
                  <a:avLst/>
                  <a:gdLst>
                    <a:gd name="connsiteX0" fmla="*/ 156175 w 312321"/>
                    <a:gd name="connsiteY0" fmla="*/ 122570 h 122571"/>
                    <a:gd name="connsiteX1" fmla="*/ 310370 w 312321"/>
                    <a:gd name="connsiteY1" fmla="*/ 26970 h 122571"/>
                    <a:gd name="connsiteX2" fmla="*/ 301976 w 312321"/>
                    <a:gd name="connsiteY2" fmla="*/ 1952 h 122571"/>
                    <a:gd name="connsiteX3" fmla="*/ 276958 w 312321"/>
                    <a:gd name="connsiteY3" fmla="*/ 10346 h 122571"/>
                    <a:gd name="connsiteX4" fmla="*/ 96208 w 312321"/>
                    <a:gd name="connsiteY4" fmla="*/ 71190 h 122571"/>
                    <a:gd name="connsiteX5" fmla="*/ 35364 w 312321"/>
                    <a:gd name="connsiteY5" fmla="*/ 10346 h 122571"/>
                    <a:gd name="connsiteX6" fmla="*/ 10346 w 312321"/>
                    <a:gd name="connsiteY6" fmla="*/ 1952 h 122571"/>
                    <a:gd name="connsiteX7" fmla="*/ 1952 w 312321"/>
                    <a:gd name="connsiteY7" fmla="*/ 26970 h 122571"/>
                    <a:gd name="connsiteX8" fmla="*/ 156175 w 312321"/>
                    <a:gd name="connsiteY8" fmla="*/ 122570 h 122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2321" h="122571">
                      <a:moveTo>
                        <a:pt x="156175" y="122570"/>
                      </a:moveTo>
                      <a:cubicBezTo>
                        <a:pt x="221627" y="122790"/>
                        <a:pt x="281484" y="85702"/>
                        <a:pt x="310370" y="26970"/>
                      </a:cubicBezTo>
                      <a:cubicBezTo>
                        <a:pt x="314951" y="17753"/>
                        <a:pt x="311193" y="6533"/>
                        <a:pt x="301976" y="1952"/>
                      </a:cubicBezTo>
                      <a:cubicBezTo>
                        <a:pt x="292759" y="-2629"/>
                        <a:pt x="281539" y="1129"/>
                        <a:pt x="276958" y="10346"/>
                      </a:cubicBezTo>
                      <a:cubicBezTo>
                        <a:pt x="243847" y="77061"/>
                        <a:pt x="162923" y="104301"/>
                        <a:pt x="96208" y="71190"/>
                      </a:cubicBezTo>
                      <a:cubicBezTo>
                        <a:pt x="69819" y="58105"/>
                        <a:pt x="48449" y="36735"/>
                        <a:pt x="35364" y="10346"/>
                      </a:cubicBezTo>
                      <a:cubicBezTo>
                        <a:pt x="30783" y="1129"/>
                        <a:pt x="19563" y="-2629"/>
                        <a:pt x="10346" y="1952"/>
                      </a:cubicBezTo>
                      <a:cubicBezTo>
                        <a:pt x="1129" y="6533"/>
                        <a:pt x="-2629" y="17753"/>
                        <a:pt x="1952" y="26970"/>
                      </a:cubicBezTo>
                      <a:cubicBezTo>
                        <a:pt x="30865" y="85702"/>
                        <a:pt x="90722" y="122817"/>
                        <a:pt x="156175" y="122570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5C4AC2D9-B302-A427-9FD2-0E9B404479AF}"/>
                    </a:ext>
                  </a:extLst>
                </p:cNvPr>
                <p:cNvSpPr/>
                <p:nvPr/>
              </p:nvSpPr>
              <p:spPr>
                <a:xfrm>
                  <a:off x="3787172" y="5773504"/>
                  <a:ext cx="1072001" cy="356480"/>
                </a:xfrm>
                <a:custGeom>
                  <a:avLst/>
                  <a:gdLst>
                    <a:gd name="connsiteX0" fmla="*/ 1061495 w 1072001"/>
                    <a:gd name="connsiteY0" fmla="*/ 1974 h 356480"/>
                    <a:gd name="connsiteX1" fmla="*/ 1036257 w 1072001"/>
                    <a:gd name="connsiteY1" fmla="*/ 10450 h 356480"/>
                    <a:gd name="connsiteX2" fmla="*/ 1036257 w 1072001"/>
                    <a:gd name="connsiteY2" fmla="*/ 10478 h 356480"/>
                    <a:gd name="connsiteX3" fmla="*/ 746301 w 1072001"/>
                    <a:gd name="connsiteY3" fmla="*/ 280244 h 356480"/>
                    <a:gd name="connsiteX4" fmla="*/ 535980 w 1072001"/>
                    <a:gd name="connsiteY4" fmla="*/ 320103 h 356480"/>
                    <a:gd name="connsiteX5" fmla="*/ 333340 w 1072001"/>
                    <a:gd name="connsiteY5" fmla="*/ 283289 h 356480"/>
                    <a:gd name="connsiteX6" fmla="*/ 35702 w 1072001"/>
                    <a:gd name="connsiteY6" fmla="*/ 10478 h 356480"/>
                    <a:gd name="connsiteX7" fmla="*/ 10465 w 1072001"/>
                    <a:gd name="connsiteY7" fmla="*/ 1974 h 356480"/>
                    <a:gd name="connsiteX8" fmla="*/ 1961 w 1072001"/>
                    <a:gd name="connsiteY8" fmla="*/ 27212 h 356480"/>
                    <a:gd name="connsiteX9" fmla="*/ 326564 w 1072001"/>
                    <a:gd name="connsiteY9" fmla="*/ 320734 h 356480"/>
                    <a:gd name="connsiteX10" fmla="*/ 746767 w 1072001"/>
                    <a:gd name="connsiteY10" fmla="*/ 320212 h 356480"/>
                    <a:gd name="connsiteX11" fmla="*/ 854246 w 1072001"/>
                    <a:gd name="connsiteY11" fmla="*/ 266583 h 356480"/>
                    <a:gd name="connsiteX12" fmla="*/ 1069999 w 1072001"/>
                    <a:gd name="connsiteY12" fmla="*/ 27322 h 356480"/>
                    <a:gd name="connsiteX13" fmla="*/ 1061604 w 1072001"/>
                    <a:gd name="connsiteY13" fmla="*/ 2029 h 356480"/>
                    <a:gd name="connsiteX14" fmla="*/ 1061495 w 1072001"/>
                    <a:gd name="connsiteY14" fmla="*/ 1974 h 356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072001" h="356480">
                      <a:moveTo>
                        <a:pt x="1061495" y="1974"/>
                      </a:moveTo>
                      <a:cubicBezTo>
                        <a:pt x="1052195" y="-2662"/>
                        <a:pt x="1040893" y="1151"/>
                        <a:pt x="1036257" y="10450"/>
                      </a:cubicBezTo>
                      <a:cubicBezTo>
                        <a:pt x="1036257" y="10450"/>
                        <a:pt x="1036257" y="10478"/>
                        <a:pt x="1036257" y="10478"/>
                      </a:cubicBezTo>
                      <a:cubicBezTo>
                        <a:pt x="976017" y="132962"/>
                        <a:pt x="872790" y="228974"/>
                        <a:pt x="746301" y="280244"/>
                      </a:cubicBezTo>
                      <a:cubicBezTo>
                        <a:pt x="691437" y="302574"/>
                        <a:pt x="613722" y="319636"/>
                        <a:pt x="535980" y="320103"/>
                      </a:cubicBezTo>
                      <a:cubicBezTo>
                        <a:pt x="461913" y="320569"/>
                        <a:pt x="387847" y="305564"/>
                        <a:pt x="333340" y="283289"/>
                      </a:cubicBezTo>
                      <a:cubicBezTo>
                        <a:pt x="203422" y="232897"/>
                        <a:pt x="97178" y="135513"/>
                        <a:pt x="35702" y="10478"/>
                      </a:cubicBezTo>
                      <a:cubicBezTo>
                        <a:pt x="31094" y="1151"/>
                        <a:pt x="19792" y="-2635"/>
                        <a:pt x="10465" y="1974"/>
                      </a:cubicBezTo>
                      <a:cubicBezTo>
                        <a:pt x="1138" y="6583"/>
                        <a:pt x="-2647" y="17884"/>
                        <a:pt x="1961" y="27212"/>
                      </a:cubicBezTo>
                      <a:cubicBezTo>
                        <a:pt x="69060" y="162643"/>
                        <a:pt x="185070" y="267543"/>
                        <a:pt x="326564" y="320734"/>
                      </a:cubicBezTo>
                      <a:cubicBezTo>
                        <a:pt x="444988" y="364076"/>
                        <a:pt x="595260" y="372718"/>
                        <a:pt x="746767" y="320212"/>
                      </a:cubicBezTo>
                      <a:cubicBezTo>
                        <a:pt x="784322" y="306030"/>
                        <a:pt x="820340" y="288062"/>
                        <a:pt x="854246" y="266583"/>
                      </a:cubicBezTo>
                      <a:cubicBezTo>
                        <a:pt x="946719" y="208098"/>
                        <a:pt x="1021362" y="125336"/>
                        <a:pt x="1069999" y="27322"/>
                      </a:cubicBezTo>
                      <a:cubicBezTo>
                        <a:pt x="1074662" y="18022"/>
                        <a:pt x="1070904" y="6693"/>
                        <a:pt x="1061604" y="2029"/>
                      </a:cubicBezTo>
                      <a:cubicBezTo>
                        <a:pt x="1061577" y="2001"/>
                        <a:pt x="1061522" y="2001"/>
                        <a:pt x="1061495" y="1974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CBD5971D-BD11-3A62-9508-DD41D7B4D0C4}"/>
                    </a:ext>
                  </a:extLst>
                </p:cNvPr>
                <p:cNvSpPr/>
                <p:nvPr/>
              </p:nvSpPr>
              <p:spPr>
                <a:xfrm>
                  <a:off x="3914379" y="5710576"/>
                  <a:ext cx="817627" cy="280816"/>
                </a:xfrm>
                <a:custGeom>
                  <a:avLst/>
                  <a:gdLst>
                    <a:gd name="connsiteX0" fmla="*/ 166191 w 817627"/>
                    <a:gd name="connsiteY0" fmla="*/ 209524 h 280816"/>
                    <a:gd name="connsiteX1" fmla="*/ 317780 w 817627"/>
                    <a:gd name="connsiteY1" fmla="*/ 270478 h 280816"/>
                    <a:gd name="connsiteX2" fmla="*/ 499764 w 817627"/>
                    <a:gd name="connsiteY2" fmla="*/ 270478 h 280816"/>
                    <a:gd name="connsiteX3" fmla="*/ 815671 w 817627"/>
                    <a:gd name="connsiteY3" fmla="*/ 27183 h 280816"/>
                    <a:gd name="connsiteX4" fmla="*/ 807167 w 817627"/>
                    <a:gd name="connsiteY4" fmla="*/ 1973 h 280816"/>
                    <a:gd name="connsiteX5" fmla="*/ 781930 w 817627"/>
                    <a:gd name="connsiteY5" fmla="*/ 10477 h 280816"/>
                    <a:gd name="connsiteX6" fmla="*/ 519652 w 817627"/>
                    <a:gd name="connsiteY6" fmla="*/ 227190 h 280816"/>
                    <a:gd name="connsiteX7" fmla="*/ 285328 w 817627"/>
                    <a:gd name="connsiteY7" fmla="*/ 223514 h 280816"/>
                    <a:gd name="connsiteX8" fmla="*/ 35697 w 817627"/>
                    <a:gd name="connsiteY8" fmla="*/ 10477 h 280816"/>
                    <a:gd name="connsiteX9" fmla="*/ 10487 w 817627"/>
                    <a:gd name="connsiteY9" fmla="*/ 1973 h 280816"/>
                    <a:gd name="connsiteX10" fmla="*/ 1956 w 817627"/>
                    <a:gd name="connsiteY10" fmla="*/ 27183 h 280816"/>
                    <a:gd name="connsiteX11" fmla="*/ 166191 w 817627"/>
                    <a:gd name="connsiteY11" fmla="*/ 209524 h 280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17627" h="280816">
                      <a:moveTo>
                        <a:pt x="166191" y="209524"/>
                      </a:moveTo>
                      <a:cubicBezTo>
                        <a:pt x="212606" y="238904"/>
                        <a:pt x="263959" y="259560"/>
                        <a:pt x="317780" y="270478"/>
                      </a:cubicBezTo>
                      <a:cubicBezTo>
                        <a:pt x="408772" y="293740"/>
                        <a:pt x="499764" y="270478"/>
                        <a:pt x="499764" y="270478"/>
                      </a:cubicBezTo>
                      <a:cubicBezTo>
                        <a:pt x="636952" y="242470"/>
                        <a:pt x="753538" y="152684"/>
                        <a:pt x="815671" y="27183"/>
                      </a:cubicBezTo>
                      <a:cubicBezTo>
                        <a:pt x="820280" y="17856"/>
                        <a:pt x="816467" y="6582"/>
                        <a:pt x="807167" y="1973"/>
                      </a:cubicBezTo>
                      <a:cubicBezTo>
                        <a:pt x="797840" y="-2663"/>
                        <a:pt x="786538" y="1150"/>
                        <a:pt x="781930" y="10477"/>
                      </a:cubicBezTo>
                      <a:cubicBezTo>
                        <a:pt x="729617" y="116969"/>
                        <a:pt x="634099" y="195890"/>
                        <a:pt x="519652" y="227190"/>
                      </a:cubicBezTo>
                      <a:cubicBezTo>
                        <a:pt x="460399" y="240906"/>
                        <a:pt x="405865" y="258792"/>
                        <a:pt x="285328" y="223514"/>
                      </a:cubicBezTo>
                      <a:cubicBezTo>
                        <a:pt x="176313" y="189937"/>
                        <a:pt x="86007" y="112854"/>
                        <a:pt x="35697" y="10477"/>
                      </a:cubicBezTo>
                      <a:cubicBezTo>
                        <a:pt x="31089" y="1150"/>
                        <a:pt x="19787" y="-2663"/>
                        <a:pt x="10487" y="1973"/>
                      </a:cubicBezTo>
                      <a:cubicBezTo>
                        <a:pt x="1160" y="6582"/>
                        <a:pt x="-2653" y="17856"/>
                        <a:pt x="1956" y="27183"/>
                      </a:cubicBezTo>
                      <a:cubicBezTo>
                        <a:pt x="38962" y="101854"/>
                        <a:pt x="95773" y="164920"/>
                        <a:pt x="166191" y="209524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6AB8CFF3-24C1-6658-699C-970CD102B7FB}"/>
                    </a:ext>
                  </a:extLst>
                </p:cNvPr>
                <p:cNvSpPr/>
                <p:nvPr/>
              </p:nvSpPr>
              <p:spPr>
                <a:xfrm>
                  <a:off x="4107426" y="5411249"/>
                  <a:ext cx="431532" cy="67124"/>
                </a:xfrm>
                <a:custGeom>
                  <a:avLst/>
                  <a:gdLst>
                    <a:gd name="connsiteX0" fmla="*/ 0 w 431532"/>
                    <a:gd name="connsiteY0" fmla="*/ 14 h 67124"/>
                    <a:gd name="connsiteX1" fmla="*/ 18983 w 431532"/>
                    <a:gd name="connsiteY1" fmla="*/ 25334 h 67124"/>
                    <a:gd name="connsiteX2" fmla="*/ 95793 w 431532"/>
                    <a:gd name="connsiteY2" fmla="*/ 56908 h 67124"/>
                    <a:gd name="connsiteX3" fmla="*/ 280630 w 431532"/>
                    <a:gd name="connsiteY3" fmla="*/ 66454 h 67124"/>
                    <a:gd name="connsiteX4" fmla="*/ 371813 w 431532"/>
                    <a:gd name="connsiteY4" fmla="*/ 42397 h 67124"/>
                    <a:gd name="connsiteX5" fmla="*/ 412522 w 431532"/>
                    <a:gd name="connsiteY5" fmla="*/ 25334 h 67124"/>
                    <a:gd name="connsiteX6" fmla="*/ 431533 w 431532"/>
                    <a:gd name="connsiteY6" fmla="*/ 14 h 67124"/>
                    <a:gd name="connsiteX7" fmla="*/ 320022 w 431532"/>
                    <a:gd name="connsiteY7" fmla="*/ 7997 h 67124"/>
                    <a:gd name="connsiteX8" fmla="*/ 38103 w 431532"/>
                    <a:gd name="connsiteY8" fmla="*/ 508 h 67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1532" h="67124">
                      <a:moveTo>
                        <a:pt x="0" y="14"/>
                      </a:moveTo>
                      <a:lnTo>
                        <a:pt x="18983" y="25334"/>
                      </a:lnTo>
                      <a:cubicBezTo>
                        <a:pt x="18983" y="25334"/>
                        <a:pt x="74588" y="56497"/>
                        <a:pt x="95793" y="56908"/>
                      </a:cubicBezTo>
                      <a:cubicBezTo>
                        <a:pt x="116998" y="57320"/>
                        <a:pt x="260385" y="70158"/>
                        <a:pt x="280630" y="66454"/>
                      </a:cubicBezTo>
                      <a:cubicBezTo>
                        <a:pt x="300874" y="62751"/>
                        <a:pt x="369317" y="44509"/>
                        <a:pt x="371813" y="42397"/>
                      </a:cubicBezTo>
                      <a:cubicBezTo>
                        <a:pt x="374310" y="40284"/>
                        <a:pt x="412522" y="25334"/>
                        <a:pt x="412522" y="25334"/>
                      </a:cubicBezTo>
                      <a:lnTo>
                        <a:pt x="431533" y="14"/>
                      </a:lnTo>
                      <a:cubicBezTo>
                        <a:pt x="431533" y="14"/>
                        <a:pt x="349017" y="-699"/>
                        <a:pt x="320022" y="7997"/>
                      </a:cubicBezTo>
                      <a:cubicBezTo>
                        <a:pt x="291026" y="16693"/>
                        <a:pt x="38103" y="508"/>
                        <a:pt x="38103" y="508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544772C9-78C3-F2D8-0A30-489867DBC529}"/>
                    </a:ext>
                  </a:extLst>
                </p:cNvPr>
                <p:cNvSpPr/>
                <p:nvPr/>
              </p:nvSpPr>
              <p:spPr>
                <a:xfrm>
                  <a:off x="4034731" y="5305924"/>
                  <a:ext cx="574398" cy="105857"/>
                </a:xfrm>
                <a:custGeom>
                  <a:avLst/>
                  <a:gdLst>
                    <a:gd name="connsiteX0" fmla="*/ 0 w 574398"/>
                    <a:gd name="connsiteY0" fmla="*/ 0 h 105857"/>
                    <a:gd name="connsiteX1" fmla="*/ 34181 w 574398"/>
                    <a:gd name="connsiteY1" fmla="*/ 54014 h 105857"/>
                    <a:gd name="connsiteX2" fmla="*/ 129040 w 574398"/>
                    <a:gd name="connsiteY2" fmla="*/ 97905 h 105857"/>
                    <a:gd name="connsiteX3" fmla="*/ 377711 w 574398"/>
                    <a:gd name="connsiteY3" fmla="*/ 105284 h 105857"/>
                    <a:gd name="connsiteX4" fmla="*/ 503268 w 574398"/>
                    <a:gd name="connsiteY4" fmla="*/ 91568 h 105857"/>
                    <a:gd name="connsiteX5" fmla="*/ 543675 w 574398"/>
                    <a:gd name="connsiteY5" fmla="*/ 52642 h 105857"/>
                    <a:gd name="connsiteX6" fmla="*/ 574399 w 574398"/>
                    <a:gd name="connsiteY6" fmla="*/ 4197 h 105857"/>
                    <a:gd name="connsiteX7" fmla="*/ 122813 w 574398"/>
                    <a:gd name="connsiteY7" fmla="*/ 0 h 10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4398" h="105857">
                      <a:moveTo>
                        <a:pt x="0" y="0"/>
                      </a:moveTo>
                      <a:lnTo>
                        <a:pt x="34181" y="54014"/>
                      </a:lnTo>
                      <a:cubicBezTo>
                        <a:pt x="34181" y="54014"/>
                        <a:pt x="118479" y="97905"/>
                        <a:pt x="129040" y="97905"/>
                      </a:cubicBezTo>
                      <a:cubicBezTo>
                        <a:pt x="139602" y="97905"/>
                        <a:pt x="355930" y="108384"/>
                        <a:pt x="377711" y="105284"/>
                      </a:cubicBezTo>
                      <a:cubicBezTo>
                        <a:pt x="399492" y="102184"/>
                        <a:pt x="503268" y="91568"/>
                        <a:pt x="503268" y="91568"/>
                      </a:cubicBezTo>
                      <a:lnTo>
                        <a:pt x="543675" y="52642"/>
                      </a:lnTo>
                      <a:lnTo>
                        <a:pt x="574399" y="4197"/>
                      </a:lnTo>
                      <a:lnTo>
                        <a:pt x="122813" y="0"/>
                      </a:ln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B68B08DA-559D-067F-7F18-915859109758}"/>
                    </a:ext>
                  </a:extLst>
                </p:cNvPr>
                <p:cNvSpPr/>
                <p:nvPr/>
              </p:nvSpPr>
              <p:spPr>
                <a:xfrm>
                  <a:off x="4032784" y="5212025"/>
                  <a:ext cx="580707" cy="167390"/>
                </a:xfrm>
                <a:custGeom>
                  <a:avLst/>
                  <a:gdLst>
                    <a:gd name="connsiteX0" fmla="*/ 290368 w 580707"/>
                    <a:gd name="connsiteY0" fmla="*/ 167390 h 167390"/>
                    <a:gd name="connsiteX1" fmla="*/ 566032 w 580707"/>
                    <a:gd name="connsiteY1" fmla="*/ 110057 h 167390"/>
                    <a:gd name="connsiteX2" fmla="*/ 580708 w 580707"/>
                    <a:gd name="connsiteY2" fmla="*/ 83695 h 167390"/>
                    <a:gd name="connsiteX3" fmla="*/ 290368 w 580707"/>
                    <a:gd name="connsiteY3" fmla="*/ 0 h 167390"/>
                    <a:gd name="connsiteX4" fmla="*/ 0 w 580707"/>
                    <a:gd name="connsiteY4" fmla="*/ 83695 h 167390"/>
                    <a:gd name="connsiteX5" fmla="*/ 3621 w 580707"/>
                    <a:gd name="connsiteY5" fmla="*/ 97768 h 167390"/>
                    <a:gd name="connsiteX6" fmla="*/ 14594 w 580707"/>
                    <a:gd name="connsiteY6" fmla="*/ 110057 h 167390"/>
                    <a:gd name="connsiteX7" fmla="*/ 290368 w 580707"/>
                    <a:gd name="connsiteY7" fmla="*/ 167390 h 167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80707" h="167390">
                      <a:moveTo>
                        <a:pt x="290368" y="167390"/>
                      </a:moveTo>
                      <a:cubicBezTo>
                        <a:pt x="418777" y="167390"/>
                        <a:pt x="527737" y="143360"/>
                        <a:pt x="566032" y="110057"/>
                      </a:cubicBezTo>
                      <a:cubicBezTo>
                        <a:pt x="575551" y="101828"/>
                        <a:pt x="580708" y="92885"/>
                        <a:pt x="580708" y="83695"/>
                      </a:cubicBezTo>
                      <a:cubicBezTo>
                        <a:pt x="580708" y="37472"/>
                        <a:pt x="450708" y="0"/>
                        <a:pt x="290368" y="0"/>
                      </a:cubicBezTo>
                      <a:cubicBezTo>
                        <a:pt x="130028" y="0"/>
                        <a:pt x="0" y="37472"/>
                        <a:pt x="0" y="83695"/>
                      </a:cubicBezTo>
                      <a:cubicBezTo>
                        <a:pt x="192" y="88578"/>
                        <a:pt x="1427" y="93379"/>
                        <a:pt x="3621" y="97768"/>
                      </a:cubicBezTo>
                      <a:cubicBezTo>
                        <a:pt x="6693" y="102349"/>
                        <a:pt x="10369" y="106491"/>
                        <a:pt x="14594" y="110057"/>
                      </a:cubicBezTo>
                      <a:cubicBezTo>
                        <a:pt x="52998" y="143250"/>
                        <a:pt x="161931" y="167390"/>
                        <a:pt x="290368" y="167390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466FF68D-F396-DFC5-8A84-02D972D424C2}"/>
                    </a:ext>
                  </a:extLst>
                </p:cNvPr>
                <p:cNvSpPr/>
                <p:nvPr/>
              </p:nvSpPr>
              <p:spPr>
                <a:xfrm>
                  <a:off x="4068171" y="5358566"/>
                  <a:ext cx="510235" cy="90443"/>
                </a:xfrm>
                <a:custGeom>
                  <a:avLst/>
                  <a:gdLst>
                    <a:gd name="connsiteX0" fmla="*/ 254980 w 510235"/>
                    <a:gd name="connsiteY0" fmla="*/ 90443 h 90443"/>
                    <a:gd name="connsiteX1" fmla="*/ 470706 w 510235"/>
                    <a:gd name="connsiteY1" fmla="*/ 52697 h 90443"/>
                    <a:gd name="connsiteX2" fmla="*/ 510235 w 510235"/>
                    <a:gd name="connsiteY2" fmla="*/ 0 h 90443"/>
                    <a:gd name="connsiteX3" fmla="*/ 255118 w 510235"/>
                    <a:gd name="connsiteY3" fmla="*/ 41450 h 90443"/>
                    <a:gd name="connsiteX4" fmla="*/ 0 w 510235"/>
                    <a:gd name="connsiteY4" fmla="*/ 0 h 90443"/>
                    <a:gd name="connsiteX5" fmla="*/ 39529 w 510235"/>
                    <a:gd name="connsiteY5" fmla="*/ 52697 h 90443"/>
                    <a:gd name="connsiteX6" fmla="*/ 254980 w 510235"/>
                    <a:gd name="connsiteY6" fmla="*/ 90443 h 90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0235" h="90443">
                      <a:moveTo>
                        <a:pt x="254980" y="90443"/>
                      </a:moveTo>
                      <a:cubicBezTo>
                        <a:pt x="260467" y="90443"/>
                        <a:pt x="388849" y="86795"/>
                        <a:pt x="470706" y="52697"/>
                      </a:cubicBezTo>
                      <a:lnTo>
                        <a:pt x="510235" y="0"/>
                      </a:lnTo>
                      <a:cubicBezTo>
                        <a:pt x="454631" y="25731"/>
                        <a:pt x="360758" y="41450"/>
                        <a:pt x="255118" y="41450"/>
                      </a:cubicBezTo>
                      <a:cubicBezTo>
                        <a:pt x="149477" y="41450"/>
                        <a:pt x="55467" y="25731"/>
                        <a:pt x="0" y="0"/>
                      </a:cubicBezTo>
                      <a:lnTo>
                        <a:pt x="39529" y="52697"/>
                      </a:lnTo>
                      <a:cubicBezTo>
                        <a:pt x="121085" y="86685"/>
                        <a:pt x="249466" y="90306"/>
                        <a:pt x="254980" y="90443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5636A05E-3DAB-FEB6-0E9D-01CC1B1D565F}"/>
                    </a:ext>
                  </a:extLst>
                </p:cNvPr>
                <p:cNvSpPr/>
                <p:nvPr/>
              </p:nvSpPr>
              <p:spPr>
                <a:xfrm>
                  <a:off x="4126409" y="5436638"/>
                  <a:ext cx="393457" cy="76206"/>
                </a:xfrm>
                <a:custGeom>
                  <a:avLst/>
                  <a:gdLst>
                    <a:gd name="connsiteX0" fmla="*/ 346000 w 393457"/>
                    <a:gd name="connsiteY0" fmla="*/ 53630 h 76206"/>
                    <a:gd name="connsiteX1" fmla="*/ 363529 w 393457"/>
                    <a:gd name="connsiteY1" fmla="*/ 39914 h 76206"/>
                    <a:gd name="connsiteX2" fmla="*/ 393457 w 393457"/>
                    <a:gd name="connsiteY2" fmla="*/ 0 h 76206"/>
                    <a:gd name="connsiteX3" fmla="*/ 196907 w 393457"/>
                    <a:gd name="connsiteY3" fmla="*/ 29682 h 76206"/>
                    <a:gd name="connsiteX4" fmla="*/ 196550 w 393457"/>
                    <a:gd name="connsiteY4" fmla="*/ 29682 h 76206"/>
                    <a:gd name="connsiteX5" fmla="*/ 0 w 393457"/>
                    <a:gd name="connsiteY5" fmla="*/ 0 h 76206"/>
                    <a:gd name="connsiteX6" fmla="*/ 29956 w 393457"/>
                    <a:gd name="connsiteY6" fmla="*/ 39914 h 76206"/>
                    <a:gd name="connsiteX7" fmla="*/ 47457 w 393457"/>
                    <a:gd name="connsiteY7" fmla="*/ 53630 h 76206"/>
                    <a:gd name="connsiteX8" fmla="*/ 196742 w 393457"/>
                    <a:gd name="connsiteY8" fmla="*/ 76206 h 76206"/>
                    <a:gd name="connsiteX9" fmla="*/ 346000 w 393457"/>
                    <a:gd name="connsiteY9" fmla="*/ 53630 h 76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93457" h="76206">
                      <a:moveTo>
                        <a:pt x="346000" y="53630"/>
                      </a:moveTo>
                      <a:cubicBezTo>
                        <a:pt x="352940" y="50667"/>
                        <a:pt x="358975" y="45949"/>
                        <a:pt x="363529" y="39914"/>
                      </a:cubicBezTo>
                      <a:lnTo>
                        <a:pt x="393457" y="0"/>
                      </a:lnTo>
                      <a:cubicBezTo>
                        <a:pt x="309296" y="27075"/>
                        <a:pt x="202092" y="29572"/>
                        <a:pt x="196907" y="29682"/>
                      </a:cubicBezTo>
                      <a:lnTo>
                        <a:pt x="196550" y="29682"/>
                      </a:lnTo>
                      <a:cubicBezTo>
                        <a:pt x="191366" y="29682"/>
                        <a:pt x="84079" y="26938"/>
                        <a:pt x="0" y="0"/>
                      </a:cubicBezTo>
                      <a:lnTo>
                        <a:pt x="29956" y="39914"/>
                      </a:lnTo>
                      <a:cubicBezTo>
                        <a:pt x="34482" y="45949"/>
                        <a:pt x="40517" y="50667"/>
                        <a:pt x="47457" y="53630"/>
                      </a:cubicBezTo>
                      <a:cubicBezTo>
                        <a:pt x="79498" y="67346"/>
                        <a:pt x="134389" y="76206"/>
                        <a:pt x="196742" y="76206"/>
                      </a:cubicBezTo>
                      <a:cubicBezTo>
                        <a:pt x="259095" y="76206"/>
                        <a:pt x="313987" y="67236"/>
                        <a:pt x="346000" y="53630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E8CD143D-17E6-54EA-DB08-7CE558638A93}"/>
                    </a:ext>
                  </a:extLst>
                </p:cNvPr>
                <p:cNvSpPr/>
                <p:nvPr/>
              </p:nvSpPr>
              <p:spPr>
                <a:xfrm>
                  <a:off x="4084082" y="5885042"/>
                  <a:ext cx="486698" cy="486698"/>
                </a:xfrm>
                <a:custGeom>
                  <a:avLst/>
                  <a:gdLst>
                    <a:gd name="connsiteX0" fmla="*/ 243212 w 486698"/>
                    <a:gd name="connsiteY0" fmla="*/ 0 h 486698"/>
                    <a:gd name="connsiteX1" fmla="*/ 0 w 486698"/>
                    <a:gd name="connsiteY1" fmla="*/ 243486 h 486698"/>
                    <a:gd name="connsiteX2" fmla="*/ 243487 w 486698"/>
                    <a:gd name="connsiteY2" fmla="*/ 486698 h 486698"/>
                    <a:gd name="connsiteX3" fmla="*/ 486699 w 486698"/>
                    <a:gd name="connsiteY3" fmla="*/ 243267 h 486698"/>
                    <a:gd name="connsiteX4" fmla="*/ 243212 w 486698"/>
                    <a:gd name="connsiteY4" fmla="*/ 0 h 4866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6698" h="486698">
                      <a:moveTo>
                        <a:pt x="243212" y="0"/>
                      </a:moveTo>
                      <a:cubicBezTo>
                        <a:pt x="108823" y="82"/>
                        <a:pt x="-82" y="109097"/>
                        <a:pt x="0" y="243486"/>
                      </a:cubicBezTo>
                      <a:cubicBezTo>
                        <a:pt x="82" y="377876"/>
                        <a:pt x="109097" y="486781"/>
                        <a:pt x="243487" y="486698"/>
                      </a:cubicBezTo>
                      <a:cubicBezTo>
                        <a:pt x="377876" y="486616"/>
                        <a:pt x="486754" y="377656"/>
                        <a:pt x="486699" y="243267"/>
                      </a:cubicBezTo>
                      <a:cubicBezTo>
                        <a:pt x="486507" y="108905"/>
                        <a:pt x="377574" y="82"/>
                        <a:pt x="243212" y="0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A6BD0D58-C59A-94A1-3FBF-A9B5338AE989}"/>
                    </a:ext>
                  </a:extLst>
                </p:cNvPr>
                <p:cNvSpPr/>
                <p:nvPr/>
              </p:nvSpPr>
              <p:spPr>
                <a:xfrm>
                  <a:off x="4145996" y="6109929"/>
                  <a:ext cx="51517" cy="36923"/>
                </a:xfrm>
                <a:custGeom>
                  <a:avLst/>
                  <a:gdLst>
                    <a:gd name="connsiteX0" fmla="*/ 0 w 51517"/>
                    <a:gd name="connsiteY0" fmla="*/ 0 h 36923"/>
                    <a:gd name="connsiteX1" fmla="*/ 51517 w 51517"/>
                    <a:gd name="connsiteY1" fmla="*/ 0 h 36923"/>
                    <a:gd name="connsiteX2" fmla="*/ 51517 w 51517"/>
                    <a:gd name="connsiteY2" fmla="*/ 36924 h 36923"/>
                    <a:gd name="connsiteX3" fmla="*/ 0 w 51517"/>
                    <a:gd name="connsiteY3" fmla="*/ 36924 h 36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517" h="36923">
                      <a:moveTo>
                        <a:pt x="0" y="0"/>
                      </a:moveTo>
                      <a:lnTo>
                        <a:pt x="51517" y="0"/>
                      </a:lnTo>
                      <a:lnTo>
                        <a:pt x="51517" y="36924"/>
                      </a:lnTo>
                      <a:lnTo>
                        <a:pt x="0" y="36924"/>
                      </a:ln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900C0620-A0B9-B9BF-6258-235FF7F125FD}"/>
                    </a:ext>
                  </a:extLst>
                </p:cNvPr>
                <p:cNvSpPr/>
                <p:nvPr/>
              </p:nvSpPr>
              <p:spPr>
                <a:xfrm rot="18900000">
                  <a:off x="4198843" y="5992716"/>
                  <a:ext cx="36923" cy="51517"/>
                </a:xfrm>
                <a:custGeom>
                  <a:avLst/>
                  <a:gdLst>
                    <a:gd name="connsiteX0" fmla="*/ 0 w 36923"/>
                    <a:gd name="connsiteY0" fmla="*/ 0 h 51517"/>
                    <a:gd name="connsiteX1" fmla="*/ 36923 w 36923"/>
                    <a:gd name="connsiteY1" fmla="*/ 0 h 51517"/>
                    <a:gd name="connsiteX2" fmla="*/ 36923 w 36923"/>
                    <a:gd name="connsiteY2" fmla="*/ 51518 h 51517"/>
                    <a:gd name="connsiteX3" fmla="*/ 0 w 36923"/>
                    <a:gd name="connsiteY3" fmla="*/ 51518 h 515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923" h="51517">
                      <a:moveTo>
                        <a:pt x="0" y="0"/>
                      </a:moveTo>
                      <a:lnTo>
                        <a:pt x="36923" y="0"/>
                      </a:lnTo>
                      <a:lnTo>
                        <a:pt x="36923" y="51518"/>
                      </a:lnTo>
                      <a:lnTo>
                        <a:pt x="0" y="51518"/>
                      </a:ln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4D775C2E-276A-7C31-923A-D0B75910CADE}"/>
                    </a:ext>
                  </a:extLst>
                </p:cNvPr>
                <p:cNvSpPr/>
                <p:nvPr/>
              </p:nvSpPr>
              <p:spPr>
                <a:xfrm>
                  <a:off x="4308859" y="5947065"/>
                  <a:ext cx="36923" cy="51517"/>
                </a:xfrm>
                <a:custGeom>
                  <a:avLst/>
                  <a:gdLst>
                    <a:gd name="connsiteX0" fmla="*/ 0 w 36923"/>
                    <a:gd name="connsiteY0" fmla="*/ 0 h 51517"/>
                    <a:gd name="connsiteX1" fmla="*/ 36923 w 36923"/>
                    <a:gd name="connsiteY1" fmla="*/ 0 h 51517"/>
                    <a:gd name="connsiteX2" fmla="*/ 36923 w 36923"/>
                    <a:gd name="connsiteY2" fmla="*/ 51517 h 51517"/>
                    <a:gd name="connsiteX3" fmla="*/ 0 w 36923"/>
                    <a:gd name="connsiteY3" fmla="*/ 51517 h 515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923" h="51517">
                      <a:moveTo>
                        <a:pt x="0" y="0"/>
                      </a:moveTo>
                      <a:lnTo>
                        <a:pt x="36923" y="0"/>
                      </a:lnTo>
                      <a:lnTo>
                        <a:pt x="36923" y="51517"/>
                      </a:lnTo>
                      <a:lnTo>
                        <a:pt x="0" y="51517"/>
                      </a:ln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754BF330-3619-683A-9AB9-7C5ECF6450E8}"/>
                    </a:ext>
                  </a:extLst>
                </p:cNvPr>
                <p:cNvSpPr/>
                <p:nvPr/>
              </p:nvSpPr>
              <p:spPr>
                <a:xfrm>
                  <a:off x="4406188" y="5985102"/>
                  <a:ext cx="102568" cy="161832"/>
                </a:xfrm>
                <a:custGeom>
                  <a:avLst/>
                  <a:gdLst>
                    <a:gd name="connsiteX0" fmla="*/ 36265 w 102568"/>
                    <a:gd name="connsiteY0" fmla="*/ 2013 h 161832"/>
                    <a:gd name="connsiteX1" fmla="*/ 36018 w 102568"/>
                    <a:gd name="connsiteY1" fmla="*/ 2261 h 161832"/>
                    <a:gd name="connsiteX2" fmla="*/ 0 w 102568"/>
                    <a:gd name="connsiteY2" fmla="*/ 38443 h 161832"/>
                    <a:gd name="connsiteX3" fmla="*/ 26088 w 102568"/>
                    <a:gd name="connsiteY3" fmla="*/ 64559 h 161832"/>
                    <a:gd name="connsiteX4" fmla="*/ 51051 w 102568"/>
                    <a:gd name="connsiteY4" fmla="*/ 124909 h 161832"/>
                    <a:gd name="connsiteX5" fmla="*/ 51051 w 102568"/>
                    <a:gd name="connsiteY5" fmla="*/ 161832 h 161832"/>
                    <a:gd name="connsiteX6" fmla="*/ 102568 w 102568"/>
                    <a:gd name="connsiteY6" fmla="*/ 161832 h 161832"/>
                    <a:gd name="connsiteX7" fmla="*/ 102568 w 102568"/>
                    <a:gd name="connsiteY7" fmla="*/ 124827 h 161832"/>
                    <a:gd name="connsiteX8" fmla="*/ 62518 w 102568"/>
                    <a:gd name="connsiteY8" fmla="*/ 28129 h 161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2568" h="161832">
                      <a:moveTo>
                        <a:pt x="36265" y="2013"/>
                      </a:moveTo>
                      <a:cubicBezTo>
                        <a:pt x="36265" y="2013"/>
                        <a:pt x="31163" y="-2677"/>
                        <a:pt x="36018" y="2261"/>
                      </a:cubicBezTo>
                      <a:lnTo>
                        <a:pt x="0" y="38443"/>
                      </a:lnTo>
                      <a:lnTo>
                        <a:pt x="26088" y="64559"/>
                      </a:lnTo>
                      <a:cubicBezTo>
                        <a:pt x="41806" y="80771"/>
                        <a:pt x="50722" y="102332"/>
                        <a:pt x="51051" y="124909"/>
                      </a:cubicBezTo>
                      <a:lnTo>
                        <a:pt x="51051" y="161832"/>
                      </a:lnTo>
                      <a:lnTo>
                        <a:pt x="102568" y="161832"/>
                      </a:lnTo>
                      <a:lnTo>
                        <a:pt x="102568" y="124827"/>
                      </a:lnTo>
                      <a:cubicBezTo>
                        <a:pt x="102568" y="124827"/>
                        <a:pt x="102568" y="67082"/>
                        <a:pt x="62518" y="28129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F59F40F7-30CF-6B53-71B0-BFDF21765076}"/>
                    </a:ext>
                  </a:extLst>
                </p:cNvPr>
                <p:cNvSpPr/>
                <p:nvPr/>
              </p:nvSpPr>
              <p:spPr>
                <a:xfrm>
                  <a:off x="4300683" y="6074234"/>
                  <a:ext cx="105779" cy="80739"/>
                </a:xfrm>
                <a:custGeom>
                  <a:avLst/>
                  <a:gdLst>
                    <a:gd name="connsiteX0" fmla="*/ 99195 w 105779"/>
                    <a:gd name="connsiteY0" fmla="*/ 280 h 80739"/>
                    <a:gd name="connsiteX1" fmla="*/ 22578 w 105779"/>
                    <a:gd name="connsiteY1" fmla="*/ 27931 h 80739"/>
                    <a:gd name="connsiteX2" fmla="*/ 303 w 105779"/>
                    <a:gd name="connsiteY2" fmla="*/ 58161 h 80739"/>
                    <a:gd name="connsiteX3" fmla="*/ 30561 w 105779"/>
                    <a:gd name="connsiteY3" fmla="*/ 80437 h 80739"/>
                    <a:gd name="connsiteX4" fmla="*/ 50174 w 105779"/>
                    <a:gd name="connsiteY4" fmla="*/ 66336 h 80739"/>
                    <a:gd name="connsiteX5" fmla="*/ 104462 w 105779"/>
                    <a:gd name="connsiteY5" fmla="*/ 8290 h 80739"/>
                    <a:gd name="connsiteX6" fmla="*/ 104188 w 105779"/>
                    <a:gd name="connsiteY6" fmla="*/ 1322 h 80739"/>
                    <a:gd name="connsiteX7" fmla="*/ 99195 w 105779"/>
                    <a:gd name="connsiteY7" fmla="*/ 280 h 80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5779" h="80739">
                      <a:moveTo>
                        <a:pt x="99195" y="280"/>
                      </a:moveTo>
                      <a:lnTo>
                        <a:pt x="22578" y="27931"/>
                      </a:lnTo>
                      <a:cubicBezTo>
                        <a:pt x="8066" y="30126"/>
                        <a:pt x="-1892" y="43677"/>
                        <a:pt x="303" y="58161"/>
                      </a:cubicBezTo>
                      <a:cubicBezTo>
                        <a:pt x="2525" y="72673"/>
                        <a:pt x="16049" y="82631"/>
                        <a:pt x="30561" y="80437"/>
                      </a:cubicBezTo>
                      <a:cubicBezTo>
                        <a:pt x="38982" y="79147"/>
                        <a:pt x="46279" y="73907"/>
                        <a:pt x="50174" y="66336"/>
                      </a:cubicBezTo>
                      <a:lnTo>
                        <a:pt x="104462" y="8290"/>
                      </a:lnTo>
                      <a:cubicBezTo>
                        <a:pt x="106328" y="6288"/>
                        <a:pt x="106191" y="3160"/>
                        <a:pt x="104188" y="1322"/>
                      </a:cubicBezTo>
                      <a:cubicBezTo>
                        <a:pt x="102844" y="61"/>
                        <a:pt x="100924" y="-324"/>
                        <a:pt x="99195" y="28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DA91EEC-17E0-5667-EC2A-98FAA1D69478}"/>
                  </a:ext>
                </a:extLst>
              </p:cNvPr>
              <p:cNvSpPr txBox="1"/>
              <p:nvPr/>
            </p:nvSpPr>
            <p:spPr>
              <a:xfrm>
                <a:off x="1760614" y="2876128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Accelerometer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1D02DF0-D2EB-D22B-730A-71A52DBBF7C1}"/>
                </a:ext>
              </a:extLst>
            </p:cNvPr>
            <p:cNvGrpSpPr/>
            <p:nvPr/>
          </p:nvGrpSpPr>
          <p:grpSpPr>
            <a:xfrm>
              <a:off x="3723810" y="1952427"/>
              <a:ext cx="1236430" cy="767574"/>
              <a:chOff x="3704889" y="752514"/>
              <a:chExt cx="1236430" cy="767574"/>
            </a:xfrm>
          </p:grpSpPr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430A2AC-6923-670C-D11F-EF00500F6FF8}"/>
                  </a:ext>
                </a:extLst>
              </p:cNvPr>
              <p:cNvSpPr/>
              <p:nvPr/>
            </p:nvSpPr>
            <p:spPr>
              <a:xfrm>
                <a:off x="4667588" y="1017507"/>
                <a:ext cx="226149" cy="171312"/>
              </a:xfrm>
              <a:custGeom>
                <a:avLst/>
                <a:gdLst>
                  <a:gd name="connsiteX0" fmla="*/ 0 w 226149"/>
                  <a:gd name="connsiteY0" fmla="*/ 0 h 171312"/>
                  <a:gd name="connsiteX1" fmla="*/ 226149 w 226149"/>
                  <a:gd name="connsiteY1" fmla="*/ 0 h 171312"/>
                  <a:gd name="connsiteX2" fmla="*/ 226149 w 226149"/>
                  <a:gd name="connsiteY2" fmla="*/ 171313 h 171312"/>
                  <a:gd name="connsiteX3" fmla="*/ 0 w 226149"/>
                  <a:gd name="connsiteY3" fmla="*/ 171313 h 171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6149" h="171312">
                    <a:moveTo>
                      <a:pt x="0" y="0"/>
                    </a:moveTo>
                    <a:lnTo>
                      <a:pt x="226149" y="0"/>
                    </a:lnTo>
                    <a:lnTo>
                      <a:pt x="226149" y="171313"/>
                    </a:lnTo>
                    <a:lnTo>
                      <a:pt x="0" y="171313"/>
                    </a:lnTo>
                    <a:close/>
                  </a:path>
                </a:pathLst>
              </a:custGeom>
              <a:solidFill>
                <a:srgbClr val="F6AB1B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20CAD13-E9BC-CD4E-E321-767B632EDA4D}"/>
                  </a:ext>
                </a:extLst>
              </p:cNvPr>
              <p:cNvSpPr/>
              <p:nvPr/>
            </p:nvSpPr>
            <p:spPr>
              <a:xfrm>
                <a:off x="4685857" y="1227664"/>
                <a:ext cx="187305" cy="249000"/>
              </a:xfrm>
              <a:custGeom>
                <a:avLst/>
                <a:gdLst>
                  <a:gd name="connsiteX0" fmla="*/ 0 w 187305"/>
                  <a:gd name="connsiteY0" fmla="*/ 0 h 249000"/>
                  <a:gd name="connsiteX1" fmla="*/ 187306 w 187305"/>
                  <a:gd name="connsiteY1" fmla="*/ 0 h 249000"/>
                  <a:gd name="connsiteX2" fmla="*/ 187306 w 187305"/>
                  <a:gd name="connsiteY2" fmla="*/ 249000 h 249000"/>
                  <a:gd name="connsiteX3" fmla="*/ 0 w 187305"/>
                  <a:gd name="connsiteY3" fmla="*/ 249000 h 24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7305" h="249000">
                    <a:moveTo>
                      <a:pt x="0" y="0"/>
                    </a:moveTo>
                    <a:lnTo>
                      <a:pt x="187306" y="0"/>
                    </a:lnTo>
                    <a:lnTo>
                      <a:pt x="187306" y="249000"/>
                    </a:lnTo>
                    <a:lnTo>
                      <a:pt x="0" y="249000"/>
                    </a:lnTo>
                    <a:close/>
                  </a:path>
                </a:pathLst>
              </a:custGeom>
              <a:solidFill>
                <a:srgbClr val="B3B3B3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83AB49C-5ED8-4DE3-BAF4-F0B022AC2566}"/>
                  </a:ext>
                </a:extLst>
              </p:cNvPr>
              <p:cNvSpPr/>
              <p:nvPr/>
            </p:nvSpPr>
            <p:spPr>
              <a:xfrm>
                <a:off x="3704889" y="1355772"/>
                <a:ext cx="745684" cy="64930"/>
              </a:xfrm>
              <a:custGeom>
                <a:avLst/>
                <a:gdLst>
                  <a:gd name="connsiteX0" fmla="*/ 731776 w 745684"/>
                  <a:gd name="connsiteY0" fmla="*/ 26 h 64930"/>
                  <a:gd name="connsiteX1" fmla="*/ 664623 w 745684"/>
                  <a:gd name="connsiteY1" fmla="*/ 20655 h 64930"/>
                  <a:gd name="connsiteX2" fmla="*/ 612118 w 745684"/>
                  <a:gd name="connsiteY2" fmla="*/ 37114 h 64930"/>
                  <a:gd name="connsiteX3" fmla="*/ 559613 w 745684"/>
                  <a:gd name="connsiteY3" fmla="*/ 20655 h 64930"/>
                  <a:gd name="connsiteX4" fmla="*/ 492459 w 745684"/>
                  <a:gd name="connsiteY4" fmla="*/ 26 h 64930"/>
                  <a:gd name="connsiteX5" fmla="*/ 447773 w 745684"/>
                  <a:gd name="connsiteY5" fmla="*/ 8420 h 64930"/>
                  <a:gd name="connsiteX6" fmla="*/ 439845 w 745684"/>
                  <a:gd name="connsiteY6" fmla="*/ 12179 h 64930"/>
                  <a:gd name="connsiteX7" fmla="*/ 425306 w 745684"/>
                  <a:gd name="connsiteY7" fmla="*/ 20655 h 64930"/>
                  <a:gd name="connsiteX8" fmla="*/ 372828 w 745684"/>
                  <a:gd name="connsiteY8" fmla="*/ 37114 h 64930"/>
                  <a:gd name="connsiteX9" fmla="*/ 320351 w 745684"/>
                  <a:gd name="connsiteY9" fmla="*/ 20655 h 64930"/>
                  <a:gd name="connsiteX10" fmla="*/ 305702 w 745684"/>
                  <a:gd name="connsiteY10" fmla="*/ 12124 h 64930"/>
                  <a:gd name="connsiteX11" fmla="*/ 298021 w 745684"/>
                  <a:gd name="connsiteY11" fmla="*/ 8475 h 64930"/>
                  <a:gd name="connsiteX12" fmla="*/ 253198 w 745684"/>
                  <a:gd name="connsiteY12" fmla="*/ 26 h 64930"/>
                  <a:gd name="connsiteX13" fmla="*/ 186044 w 745684"/>
                  <a:gd name="connsiteY13" fmla="*/ 20655 h 64930"/>
                  <a:gd name="connsiteX14" fmla="*/ 133539 w 745684"/>
                  <a:gd name="connsiteY14" fmla="*/ 37114 h 64930"/>
                  <a:gd name="connsiteX15" fmla="*/ 81062 w 745684"/>
                  <a:gd name="connsiteY15" fmla="*/ 20655 h 64930"/>
                  <a:gd name="connsiteX16" fmla="*/ 13908 w 745684"/>
                  <a:gd name="connsiteY16" fmla="*/ 26 h 64930"/>
                  <a:gd name="connsiteX17" fmla="*/ 0 w 745684"/>
                  <a:gd name="connsiteY17" fmla="*/ 13934 h 64930"/>
                  <a:gd name="connsiteX18" fmla="*/ 13908 w 745684"/>
                  <a:gd name="connsiteY18" fmla="*/ 27842 h 64930"/>
                  <a:gd name="connsiteX19" fmla="*/ 66413 w 745684"/>
                  <a:gd name="connsiteY19" fmla="*/ 44301 h 64930"/>
                  <a:gd name="connsiteX20" fmla="*/ 133539 w 745684"/>
                  <a:gd name="connsiteY20" fmla="*/ 64930 h 64930"/>
                  <a:gd name="connsiteX21" fmla="*/ 200693 w 745684"/>
                  <a:gd name="connsiteY21" fmla="*/ 44301 h 64930"/>
                  <a:gd name="connsiteX22" fmla="*/ 253198 w 745684"/>
                  <a:gd name="connsiteY22" fmla="*/ 27842 h 64930"/>
                  <a:gd name="connsiteX23" fmla="*/ 305675 w 745684"/>
                  <a:gd name="connsiteY23" fmla="*/ 44301 h 64930"/>
                  <a:gd name="connsiteX24" fmla="*/ 372828 w 745684"/>
                  <a:gd name="connsiteY24" fmla="*/ 64930 h 64930"/>
                  <a:gd name="connsiteX25" fmla="*/ 439982 w 745684"/>
                  <a:gd name="connsiteY25" fmla="*/ 44301 h 64930"/>
                  <a:gd name="connsiteX26" fmla="*/ 492459 w 745684"/>
                  <a:gd name="connsiteY26" fmla="*/ 27842 h 64930"/>
                  <a:gd name="connsiteX27" fmla="*/ 544964 w 745684"/>
                  <a:gd name="connsiteY27" fmla="*/ 44301 h 64930"/>
                  <a:gd name="connsiteX28" fmla="*/ 612118 w 745684"/>
                  <a:gd name="connsiteY28" fmla="*/ 64930 h 64930"/>
                  <a:gd name="connsiteX29" fmla="*/ 679271 w 745684"/>
                  <a:gd name="connsiteY29" fmla="*/ 44301 h 64930"/>
                  <a:gd name="connsiteX30" fmla="*/ 731776 w 745684"/>
                  <a:gd name="connsiteY30" fmla="*/ 27842 h 64930"/>
                  <a:gd name="connsiteX31" fmla="*/ 745684 w 745684"/>
                  <a:gd name="connsiteY31" fmla="*/ 13934 h 64930"/>
                  <a:gd name="connsiteX32" fmla="*/ 731776 w 745684"/>
                  <a:gd name="connsiteY32" fmla="*/ 26 h 6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45684" h="64930">
                    <a:moveTo>
                      <a:pt x="731776" y="26"/>
                    </a:moveTo>
                    <a:cubicBezTo>
                      <a:pt x="697898" y="26"/>
                      <a:pt x="680204" y="10999"/>
                      <a:pt x="664623" y="20655"/>
                    </a:cubicBezTo>
                    <a:cubicBezTo>
                      <a:pt x="650358" y="29488"/>
                      <a:pt x="638068" y="37114"/>
                      <a:pt x="612118" y="37114"/>
                    </a:cubicBezTo>
                    <a:cubicBezTo>
                      <a:pt x="586167" y="37114"/>
                      <a:pt x="573878" y="29488"/>
                      <a:pt x="559613" y="20655"/>
                    </a:cubicBezTo>
                    <a:cubicBezTo>
                      <a:pt x="544032" y="10972"/>
                      <a:pt x="526338" y="26"/>
                      <a:pt x="492459" y="26"/>
                    </a:cubicBezTo>
                    <a:cubicBezTo>
                      <a:pt x="477152" y="-306"/>
                      <a:pt x="461928" y="2553"/>
                      <a:pt x="447773" y="8420"/>
                    </a:cubicBezTo>
                    <a:cubicBezTo>
                      <a:pt x="445222" y="9847"/>
                      <a:pt x="442561" y="11103"/>
                      <a:pt x="439845" y="12179"/>
                    </a:cubicBezTo>
                    <a:cubicBezTo>
                      <a:pt x="434605" y="14922"/>
                      <a:pt x="429860" y="17830"/>
                      <a:pt x="425306" y="20655"/>
                    </a:cubicBezTo>
                    <a:cubicBezTo>
                      <a:pt x="411068" y="29488"/>
                      <a:pt x="398779" y="37114"/>
                      <a:pt x="372828" y="37114"/>
                    </a:cubicBezTo>
                    <a:cubicBezTo>
                      <a:pt x="346878" y="37114"/>
                      <a:pt x="334588" y="29488"/>
                      <a:pt x="320351" y="20655"/>
                    </a:cubicBezTo>
                    <a:cubicBezTo>
                      <a:pt x="315770" y="17912"/>
                      <a:pt x="310997" y="14867"/>
                      <a:pt x="305702" y="12124"/>
                    </a:cubicBezTo>
                    <a:cubicBezTo>
                      <a:pt x="303069" y="11084"/>
                      <a:pt x="300490" y="9866"/>
                      <a:pt x="298021" y="8475"/>
                    </a:cubicBezTo>
                    <a:cubicBezTo>
                      <a:pt x="283839" y="2572"/>
                      <a:pt x="268559" y="-308"/>
                      <a:pt x="253198" y="26"/>
                    </a:cubicBezTo>
                    <a:cubicBezTo>
                      <a:pt x="219319" y="26"/>
                      <a:pt x="201625" y="10999"/>
                      <a:pt x="186044" y="20655"/>
                    </a:cubicBezTo>
                    <a:cubicBezTo>
                      <a:pt x="171807" y="29488"/>
                      <a:pt x="159490" y="37114"/>
                      <a:pt x="133539" y="37114"/>
                    </a:cubicBezTo>
                    <a:cubicBezTo>
                      <a:pt x="107588" y="37114"/>
                      <a:pt x="95299" y="29488"/>
                      <a:pt x="81062" y="20655"/>
                    </a:cubicBezTo>
                    <a:cubicBezTo>
                      <a:pt x="65480" y="10972"/>
                      <a:pt x="47787" y="26"/>
                      <a:pt x="13908" y="26"/>
                    </a:cubicBezTo>
                    <a:cubicBezTo>
                      <a:pt x="6227" y="26"/>
                      <a:pt x="0" y="6253"/>
                      <a:pt x="0" y="13934"/>
                    </a:cubicBezTo>
                    <a:cubicBezTo>
                      <a:pt x="0" y="21615"/>
                      <a:pt x="6227" y="27842"/>
                      <a:pt x="13908" y="27842"/>
                    </a:cubicBezTo>
                    <a:cubicBezTo>
                      <a:pt x="39859" y="27842"/>
                      <a:pt x="52148" y="35468"/>
                      <a:pt x="66413" y="44301"/>
                    </a:cubicBezTo>
                    <a:cubicBezTo>
                      <a:pt x="81994" y="53985"/>
                      <a:pt x="99688" y="64930"/>
                      <a:pt x="133539" y="64930"/>
                    </a:cubicBezTo>
                    <a:cubicBezTo>
                      <a:pt x="167390" y="64930"/>
                      <a:pt x="185111" y="53958"/>
                      <a:pt x="200693" y="44301"/>
                    </a:cubicBezTo>
                    <a:cubicBezTo>
                      <a:pt x="214930" y="35468"/>
                      <a:pt x="227247" y="27842"/>
                      <a:pt x="253198" y="27842"/>
                    </a:cubicBezTo>
                    <a:cubicBezTo>
                      <a:pt x="279148" y="27842"/>
                      <a:pt x="291438" y="35468"/>
                      <a:pt x="305675" y="44301"/>
                    </a:cubicBezTo>
                    <a:cubicBezTo>
                      <a:pt x="321284" y="53985"/>
                      <a:pt x="338950" y="64930"/>
                      <a:pt x="372828" y="64930"/>
                    </a:cubicBezTo>
                    <a:cubicBezTo>
                      <a:pt x="406707" y="64930"/>
                      <a:pt x="424373" y="53958"/>
                      <a:pt x="439982" y="44301"/>
                    </a:cubicBezTo>
                    <a:cubicBezTo>
                      <a:pt x="454219" y="35468"/>
                      <a:pt x="466509" y="27842"/>
                      <a:pt x="492459" y="27842"/>
                    </a:cubicBezTo>
                    <a:cubicBezTo>
                      <a:pt x="518410" y="27842"/>
                      <a:pt x="530864" y="35468"/>
                      <a:pt x="544964" y="44301"/>
                    </a:cubicBezTo>
                    <a:cubicBezTo>
                      <a:pt x="560573" y="53985"/>
                      <a:pt x="578239" y="64930"/>
                      <a:pt x="612118" y="64930"/>
                    </a:cubicBezTo>
                    <a:cubicBezTo>
                      <a:pt x="645996" y="64930"/>
                      <a:pt x="663690" y="53958"/>
                      <a:pt x="679271" y="44301"/>
                    </a:cubicBezTo>
                    <a:cubicBezTo>
                      <a:pt x="693509" y="35468"/>
                      <a:pt x="705826" y="27842"/>
                      <a:pt x="731776" y="27842"/>
                    </a:cubicBezTo>
                    <a:cubicBezTo>
                      <a:pt x="739457" y="27842"/>
                      <a:pt x="745684" y="21615"/>
                      <a:pt x="745684" y="13934"/>
                    </a:cubicBezTo>
                    <a:cubicBezTo>
                      <a:pt x="745684" y="6253"/>
                      <a:pt x="739457" y="26"/>
                      <a:pt x="731776" y="26"/>
                    </a:cubicBez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2B30B78D-39DA-D4E6-135C-9AF52F24021D}"/>
                  </a:ext>
                </a:extLst>
              </p:cNvPr>
              <p:cNvSpPr/>
              <p:nvPr/>
            </p:nvSpPr>
            <p:spPr>
              <a:xfrm>
                <a:off x="3704889" y="1262120"/>
                <a:ext cx="745684" cy="64930"/>
              </a:xfrm>
              <a:custGeom>
                <a:avLst/>
                <a:gdLst>
                  <a:gd name="connsiteX0" fmla="*/ 731776 w 745684"/>
                  <a:gd name="connsiteY0" fmla="*/ 26 h 64930"/>
                  <a:gd name="connsiteX1" fmla="*/ 664623 w 745684"/>
                  <a:gd name="connsiteY1" fmla="*/ 20655 h 64930"/>
                  <a:gd name="connsiteX2" fmla="*/ 612118 w 745684"/>
                  <a:gd name="connsiteY2" fmla="*/ 37114 h 64930"/>
                  <a:gd name="connsiteX3" fmla="*/ 559613 w 745684"/>
                  <a:gd name="connsiteY3" fmla="*/ 20655 h 64930"/>
                  <a:gd name="connsiteX4" fmla="*/ 492459 w 745684"/>
                  <a:gd name="connsiteY4" fmla="*/ 26 h 64930"/>
                  <a:gd name="connsiteX5" fmla="*/ 447773 w 745684"/>
                  <a:gd name="connsiteY5" fmla="*/ 8420 h 64930"/>
                  <a:gd name="connsiteX6" fmla="*/ 439845 w 745684"/>
                  <a:gd name="connsiteY6" fmla="*/ 12179 h 64930"/>
                  <a:gd name="connsiteX7" fmla="*/ 425306 w 745684"/>
                  <a:gd name="connsiteY7" fmla="*/ 20655 h 64930"/>
                  <a:gd name="connsiteX8" fmla="*/ 372828 w 745684"/>
                  <a:gd name="connsiteY8" fmla="*/ 37114 h 64930"/>
                  <a:gd name="connsiteX9" fmla="*/ 320351 w 745684"/>
                  <a:gd name="connsiteY9" fmla="*/ 20655 h 64930"/>
                  <a:gd name="connsiteX10" fmla="*/ 305702 w 745684"/>
                  <a:gd name="connsiteY10" fmla="*/ 12124 h 64930"/>
                  <a:gd name="connsiteX11" fmla="*/ 298021 w 745684"/>
                  <a:gd name="connsiteY11" fmla="*/ 8475 h 64930"/>
                  <a:gd name="connsiteX12" fmla="*/ 253198 w 745684"/>
                  <a:gd name="connsiteY12" fmla="*/ 26 h 64930"/>
                  <a:gd name="connsiteX13" fmla="*/ 186044 w 745684"/>
                  <a:gd name="connsiteY13" fmla="*/ 20655 h 64930"/>
                  <a:gd name="connsiteX14" fmla="*/ 133539 w 745684"/>
                  <a:gd name="connsiteY14" fmla="*/ 37114 h 64930"/>
                  <a:gd name="connsiteX15" fmla="*/ 81062 w 745684"/>
                  <a:gd name="connsiteY15" fmla="*/ 20655 h 64930"/>
                  <a:gd name="connsiteX16" fmla="*/ 13908 w 745684"/>
                  <a:gd name="connsiteY16" fmla="*/ 26 h 64930"/>
                  <a:gd name="connsiteX17" fmla="*/ 0 w 745684"/>
                  <a:gd name="connsiteY17" fmla="*/ 13934 h 64930"/>
                  <a:gd name="connsiteX18" fmla="*/ 13908 w 745684"/>
                  <a:gd name="connsiteY18" fmla="*/ 27842 h 64930"/>
                  <a:gd name="connsiteX19" fmla="*/ 66413 w 745684"/>
                  <a:gd name="connsiteY19" fmla="*/ 44301 h 64930"/>
                  <a:gd name="connsiteX20" fmla="*/ 133539 w 745684"/>
                  <a:gd name="connsiteY20" fmla="*/ 64930 h 64930"/>
                  <a:gd name="connsiteX21" fmla="*/ 200693 w 745684"/>
                  <a:gd name="connsiteY21" fmla="*/ 44301 h 64930"/>
                  <a:gd name="connsiteX22" fmla="*/ 253198 w 745684"/>
                  <a:gd name="connsiteY22" fmla="*/ 27842 h 64930"/>
                  <a:gd name="connsiteX23" fmla="*/ 305675 w 745684"/>
                  <a:gd name="connsiteY23" fmla="*/ 44301 h 64930"/>
                  <a:gd name="connsiteX24" fmla="*/ 372828 w 745684"/>
                  <a:gd name="connsiteY24" fmla="*/ 64930 h 64930"/>
                  <a:gd name="connsiteX25" fmla="*/ 439982 w 745684"/>
                  <a:gd name="connsiteY25" fmla="*/ 44301 h 64930"/>
                  <a:gd name="connsiteX26" fmla="*/ 492459 w 745684"/>
                  <a:gd name="connsiteY26" fmla="*/ 27842 h 64930"/>
                  <a:gd name="connsiteX27" fmla="*/ 544964 w 745684"/>
                  <a:gd name="connsiteY27" fmla="*/ 44301 h 64930"/>
                  <a:gd name="connsiteX28" fmla="*/ 612118 w 745684"/>
                  <a:gd name="connsiteY28" fmla="*/ 64930 h 64930"/>
                  <a:gd name="connsiteX29" fmla="*/ 679271 w 745684"/>
                  <a:gd name="connsiteY29" fmla="*/ 44301 h 64930"/>
                  <a:gd name="connsiteX30" fmla="*/ 731776 w 745684"/>
                  <a:gd name="connsiteY30" fmla="*/ 27842 h 64930"/>
                  <a:gd name="connsiteX31" fmla="*/ 745684 w 745684"/>
                  <a:gd name="connsiteY31" fmla="*/ 13934 h 64930"/>
                  <a:gd name="connsiteX32" fmla="*/ 731776 w 745684"/>
                  <a:gd name="connsiteY32" fmla="*/ 26 h 6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45684" h="64930">
                    <a:moveTo>
                      <a:pt x="731776" y="26"/>
                    </a:moveTo>
                    <a:cubicBezTo>
                      <a:pt x="697898" y="26"/>
                      <a:pt x="680204" y="10999"/>
                      <a:pt x="664623" y="20655"/>
                    </a:cubicBezTo>
                    <a:cubicBezTo>
                      <a:pt x="650358" y="29488"/>
                      <a:pt x="638068" y="37114"/>
                      <a:pt x="612118" y="37114"/>
                    </a:cubicBezTo>
                    <a:cubicBezTo>
                      <a:pt x="586167" y="37114"/>
                      <a:pt x="573878" y="29488"/>
                      <a:pt x="559613" y="20655"/>
                    </a:cubicBezTo>
                    <a:cubicBezTo>
                      <a:pt x="544032" y="10972"/>
                      <a:pt x="526338" y="26"/>
                      <a:pt x="492459" y="26"/>
                    </a:cubicBezTo>
                    <a:cubicBezTo>
                      <a:pt x="477152" y="-306"/>
                      <a:pt x="461928" y="2553"/>
                      <a:pt x="447773" y="8420"/>
                    </a:cubicBezTo>
                    <a:cubicBezTo>
                      <a:pt x="445222" y="9847"/>
                      <a:pt x="442561" y="11103"/>
                      <a:pt x="439845" y="12179"/>
                    </a:cubicBezTo>
                    <a:cubicBezTo>
                      <a:pt x="434605" y="14922"/>
                      <a:pt x="429860" y="17830"/>
                      <a:pt x="425306" y="20655"/>
                    </a:cubicBezTo>
                    <a:cubicBezTo>
                      <a:pt x="411068" y="29488"/>
                      <a:pt x="398779" y="37114"/>
                      <a:pt x="372828" y="37114"/>
                    </a:cubicBezTo>
                    <a:cubicBezTo>
                      <a:pt x="346878" y="37114"/>
                      <a:pt x="334588" y="29488"/>
                      <a:pt x="320351" y="20655"/>
                    </a:cubicBezTo>
                    <a:cubicBezTo>
                      <a:pt x="315770" y="17912"/>
                      <a:pt x="310997" y="14867"/>
                      <a:pt x="305702" y="12124"/>
                    </a:cubicBezTo>
                    <a:cubicBezTo>
                      <a:pt x="303069" y="11084"/>
                      <a:pt x="300490" y="9866"/>
                      <a:pt x="298021" y="8475"/>
                    </a:cubicBezTo>
                    <a:cubicBezTo>
                      <a:pt x="283839" y="2572"/>
                      <a:pt x="268559" y="-309"/>
                      <a:pt x="253198" y="26"/>
                    </a:cubicBezTo>
                    <a:cubicBezTo>
                      <a:pt x="219319" y="26"/>
                      <a:pt x="201625" y="10999"/>
                      <a:pt x="186044" y="20655"/>
                    </a:cubicBezTo>
                    <a:cubicBezTo>
                      <a:pt x="171807" y="29488"/>
                      <a:pt x="159490" y="37114"/>
                      <a:pt x="133539" y="37114"/>
                    </a:cubicBezTo>
                    <a:cubicBezTo>
                      <a:pt x="107588" y="37114"/>
                      <a:pt x="95299" y="29488"/>
                      <a:pt x="81062" y="20655"/>
                    </a:cubicBezTo>
                    <a:cubicBezTo>
                      <a:pt x="65480" y="10972"/>
                      <a:pt x="47787" y="26"/>
                      <a:pt x="13908" y="26"/>
                    </a:cubicBezTo>
                    <a:cubicBezTo>
                      <a:pt x="6227" y="26"/>
                      <a:pt x="0" y="6253"/>
                      <a:pt x="0" y="13934"/>
                    </a:cubicBezTo>
                    <a:cubicBezTo>
                      <a:pt x="0" y="21615"/>
                      <a:pt x="6227" y="27842"/>
                      <a:pt x="13908" y="27842"/>
                    </a:cubicBezTo>
                    <a:cubicBezTo>
                      <a:pt x="39859" y="27842"/>
                      <a:pt x="52148" y="35468"/>
                      <a:pt x="66413" y="44301"/>
                    </a:cubicBezTo>
                    <a:cubicBezTo>
                      <a:pt x="81994" y="53985"/>
                      <a:pt x="99688" y="64930"/>
                      <a:pt x="133539" y="64930"/>
                    </a:cubicBezTo>
                    <a:cubicBezTo>
                      <a:pt x="167390" y="64930"/>
                      <a:pt x="185111" y="53957"/>
                      <a:pt x="200693" y="44301"/>
                    </a:cubicBezTo>
                    <a:cubicBezTo>
                      <a:pt x="214930" y="35468"/>
                      <a:pt x="227247" y="27842"/>
                      <a:pt x="253198" y="27842"/>
                    </a:cubicBezTo>
                    <a:cubicBezTo>
                      <a:pt x="279148" y="27842"/>
                      <a:pt x="291438" y="35468"/>
                      <a:pt x="305675" y="44301"/>
                    </a:cubicBezTo>
                    <a:cubicBezTo>
                      <a:pt x="321284" y="53985"/>
                      <a:pt x="338950" y="64930"/>
                      <a:pt x="372828" y="64930"/>
                    </a:cubicBezTo>
                    <a:cubicBezTo>
                      <a:pt x="406707" y="64930"/>
                      <a:pt x="424373" y="53957"/>
                      <a:pt x="439982" y="44301"/>
                    </a:cubicBezTo>
                    <a:cubicBezTo>
                      <a:pt x="454219" y="35468"/>
                      <a:pt x="466509" y="27842"/>
                      <a:pt x="492459" y="27842"/>
                    </a:cubicBezTo>
                    <a:cubicBezTo>
                      <a:pt x="518410" y="27842"/>
                      <a:pt x="530864" y="35468"/>
                      <a:pt x="544964" y="44301"/>
                    </a:cubicBezTo>
                    <a:cubicBezTo>
                      <a:pt x="560573" y="53985"/>
                      <a:pt x="578239" y="64930"/>
                      <a:pt x="612118" y="64930"/>
                    </a:cubicBezTo>
                    <a:cubicBezTo>
                      <a:pt x="645996" y="64930"/>
                      <a:pt x="663690" y="53957"/>
                      <a:pt x="679271" y="44301"/>
                    </a:cubicBezTo>
                    <a:cubicBezTo>
                      <a:pt x="693509" y="35468"/>
                      <a:pt x="705826" y="27842"/>
                      <a:pt x="731776" y="27842"/>
                    </a:cubicBezTo>
                    <a:cubicBezTo>
                      <a:pt x="739457" y="27842"/>
                      <a:pt x="745684" y="21615"/>
                      <a:pt x="745684" y="13934"/>
                    </a:cubicBezTo>
                    <a:cubicBezTo>
                      <a:pt x="745684" y="6253"/>
                      <a:pt x="739457" y="26"/>
                      <a:pt x="731776" y="26"/>
                    </a:cubicBez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4AE9A9C0-48F9-2AD5-118C-74DFED5E1BC2}"/>
                  </a:ext>
                </a:extLst>
              </p:cNvPr>
              <p:cNvSpPr/>
              <p:nvPr/>
            </p:nvSpPr>
            <p:spPr>
              <a:xfrm>
                <a:off x="3704889" y="1451704"/>
                <a:ext cx="745684" cy="64956"/>
              </a:xfrm>
              <a:custGeom>
                <a:avLst/>
                <a:gdLst>
                  <a:gd name="connsiteX0" fmla="*/ 731776 w 745684"/>
                  <a:gd name="connsiteY0" fmla="*/ 25 h 64956"/>
                  <a:gd name="connsiteX1" fmla="*/ 664623 w 745684"/>
                  <a:gd name="connsiteY1" fmla="*/ 20654 h 64956"/>
                  <a:gd name="connsiteX2" fmla="*/ 612118 w 745684"/>
                  <a:gd name="connsiteY2" fmla="*/ 37113 h 64956"/>
                  <a:gd name="connsiteX3" fmla="*/ 559613 w 745684"/>
                  <a:gd name="connsiteY3" fmla="*/ 20654 h 64956"/>
                  <a:gd name="connsiteX4" fmla="*/ 492459 w 745684"/>
                  <a:gd name="connsiteY4" fmla="*/ 25 h 64956"/>
                  <a:gd name="connsiteX5" fmla="*/ 447773 w 745684"/>
                  <a:gd name="connsiteY5" fmla="*/ 8419 h 64956"/>
                  <a:gd name="connsiteX6" fmla="*/ 439845 w 745684"/>
                  <a:gd name="connsiteY6" fmla="*/ 12177 h 64956"/>
                  <a:gd name="connsiteX7" fmla="*/ 425306 w 745684"/>
                  <a:gd name="connsiteY7" fmla="*/ 20654 h 64956"/>
                  <a:gd name="connsiteX8" fmla="*/ 372828 w 745684"/>
                  <a:gd name="connsiteY8" fmla="*/ 37113 h 64956"/>
                  <a:gd name="connsiteX9" fmla="*/ 320351 w 745684"/>
                  <a:gd name="connsiteY9" fmla="*/ 20654 h 64956"/>
                  <a:gd name="connsiteX10" fmla="*/ 305702 w 745684"/>
                  <a:gd name="connsiteY10" fmla="*/ 12122 h 64956"/>
                  <a:gd name="connsiteX11" fmla="*/ 298021 w 745684"/>
                  <a:gd name="connsiteY11" fmla="*/ 8501 h 64956"/>
                  <a:gd name="connsiteX12" fmla="*/ 253198 w 745684"/>
                  <a:gd name="connsiteY12" fmla="*/ 25 h 64956"/>
                  <a:gd name="connsiteX13" fmla="*/ 186044 w 745684"/>
                  <a:gd name="connsiteY13" fmla="*/ 20654 h 64956"/>
                  <a:gd name="connsiteX14" fmla="*/ 133539 w 745684"/>
                  <a:gd name="connsiteY14" fmla="*/ 37113 h 64956"/>
                  <a:gd name="connsiteX15" fmla="*/ 81062 w 745684"/>
                  <a:gd name="connsiteY15" fmla="*/ 20654 h 64956"/>
                  <a:gd name="connsiteX16" fmla="*/ 13908 w 745684"/>
                  <a:gd name="connsiteY16" fmla="*/ 25 h 64956"/>
                  <a:gd name="connsiteX17" fmla="*/ 0 w 745684"/>
                  <a:gd name="connsiteY17" fmla="*/ 13933 h 64956"/>
                  <a:gd name="connsiteX18" fmla="*/ 13908 w 745684"/>
                  <a:gd name="connsiteY18" fmla="*/ 27841 h 64956"/>
                  <a:gd name="connsiteX19" fmla="*/ 66413 w 745684"/>
                  <a:gd name="connsiteY19" fmla="*/ 44300 h 64956"/>
                  <a:gd name="connsiteX20" fmla="*/ 133539 w 745684"/>
                  <a:gd name="connsiteY20" fmla="*/ 64956 h 64956"/>
                  <a:gd name="connsiteX21" fmla="*/ 200693 w 745684"/>
                  <a:gd name="connsiteY21" fmla="*/ 44300 h 64956"/>
                  <a:gd name="connsiteX22" fmla="*/ 253198 w 745684"/>
                  <a:gd name="connsiteY22" fmla="*/ 27841 h 64956"/>
                  <a:gd name="connsiteX23" fmla="*/ 305675 w 745684"/>
                  <a:gd name="connsiteY23" fmla="*/ 44300 h 64956"/>
                  <a:gd name="connsiteX24" fmla="*/ 372828 w 745684"/>
                  <a:gd name="connsiteY24" fmla="*/ 64956 h 64956"/>
                  <a:gd name="connsiteX25" fmla="*/ 439982 w 745684"/>
                  <a:gd name="connsiteY25" fmla="*/ 44300 h 64956"/>
                  <a:gd name="connsiteX26" fmla="*/ 492459 w 745684"/>
                  <a:gd name="connsiteY26" fmla="*/ 27841 h 64956"/>
                  <a:gd name="connsiteX27" fmla="*/ 544964 w 745684"/>
                  <a:gd name="connsiteY27" fmla="*/ 44300 h 64956"/>
                  <a:gd name="connsiteX28" fmla="*/ 612118 w 745684"/>
                  <a:gd name="connsiteY28" fmla="*/ 64956 h 64956"/>
                  <a:gd name="connsiteX29" fmla="*/ 679271 w 745684"/>
                  <a:gd name="connsiteY29" fmla="*/ 44300 h 64956"/>
                  <a:gd name="connsiteX30" fmla="*/ 731776 w 745684"/>
                  <a:gd name="connsiteY30" fmla="*/ 27841 h 64956"/>
                  <a:gd name="connsiteX31" fmla="*/ 745684 w 745684"/>
                  <a:gd name="connsiteY31" fmla="*/ 13933 h 64956"/>
                  <a:gd name="connsiteX32" fmla="*/ 731776 w 745684"/>
                  <a:gd name="connsiteY32" fmla="*/ 25 h 6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45684" h="64956">
                    <a:moveTo>
                      <a:pt x="731776" y="25"/>
                    </a:moveTo>
                    <a:cubicBezTo>
                      <a:pt x="697898" y="25"/>
                      <a:pt x="680204" y="10998"/>
                      <a:pt x="664623" y="20654"/>
                    </a:cubicBezTo>
                    <a:cubicBezTo>
                      <a:pt x="650358" y="29487"/>
                      <a:pt x="638068" y="37113"/>
                      <a:pt x="612118" y="37113"/>
                    </a:cubicBezTo>
                    <a:cubicBezTo>
                      <a:pt x="586167" y="37113"/>
                      <a:pt x="573878" y="29459"/>
                      <a:pt x="559613" y="20654"/>
                    </a:cubicBezTo>
                    <a:cubicBezTo>
                      <a:pt x="544032" y="10998"/>
                      <a:pt x="526338" y="25"/>
                      <a:pt x="492459" y="25"/>
                    </a:cubicBezTo>
                    <a:cubicBezTo>
                      <a:pt x="477152" y="-291"/>
                      <a:pt x="461928" y="2568"/>
                      <a:pt x="447773" y="8419"/>
                    </a:cubicBezTo>
                    <a:cubicBezTo>
                      <a:pt x="445222" y="9856"/>
                      <a:pt x="442561" y="11113"/>
                      <a:pt x="439845" y="12177"/>
                    </a:cubicBezTo>
                    <a:cubicBezTo>
                      <a:pt x="434605" y="14920"/>
                      <a:pt x="429860" y="17856"/>
                      <a:pt x="425306" y="20654"/>
                    </a:cubicBezTo>
                    <a:cubicBezTo>
                      <a:pt x="411068" y="29487"/>
                      <a:pt x="398779" y="37113"/>
                      <a:pt x="372828" y="37113"/>
                    </a:cubicBezTo>
                    <a:cubicBezTo>
                      <a:pt x="346878" y="37113"/>
                      <a:pt x="334588" y="29459"/>
                      <a:pt x="320351" y="20654"/>
                    </a:cubicBezTo>
                    <a:cubicBezTo>
                      <a:pt x="315770" y="17910"/>
                      <a:pt x="310997" y="14893"/>
                      <a:pt x="305702" y="12122"/>
                    </a:cubicBezTo>
                    <a:cubicBezTo>
                      <a:pt x="303069" y="11080"/>
                      <a:pt x="300490" y="9870"/>
                      <a:pt x="298021" y="8501"/>
                    </a:cubicBezTo>
                    <a:cubicBezTo>
                      <a:pt x="283839" y="2587"/>
                      <a:pt x="268559" y="-302"/>
                      <a:pt x="253198" y="25"/>
                    </a:cubicBezTo>
                    <a:cubicBezTo>
                      <a:pt x="219319" y="25"/>
                      <a:pt x="201625" y="10998"/>
                      <a:pt x="186044" y="20654"/>
                    </a:cubicBezTo>
                    <a:cubicBezTo>
                      <a:pt x="171807" y="29487"/>
                      <a:pt x="159490" y="37113"/>
                      <a:pt x="133539" y="37113"/>
                    </a:cubicBezTo>
                    <a:cubicBezTo>
                      <a:pt x="107588" y="37113"/>
                      <a:pt x="95299" y="29459"/>
                      <a:pt x="81062" y="20654"/>
                    </a:cubicBezTo>
                    <a:cubicBezTo>
                      <a:pt x="65480" y="10998"/>
                      <a:pt x="47787" y="25"/>
                      <a:pt x="13908" y="25"/>
                    </a:cubicBezTo>
                    <a:cubicBezTo>
                      <a:pt x="6227" y="25"/>
                      <a:pt x="0" y="6252"/>
                      <a:pt x="0" y="13933"/>
                    </a:cubicBezTo>
                    <a:cubicBezTo>
                      <a:pt x="0" y="21614"/>
                      <a:pt x="6227" y="27841"/>
                      <a:pt x="13908" y="27841"/>
                    </a:cubicBezTo>
                    <a:cubicBezTo>
                      <a:pt x="39859" y="27841"/>
                      <a:pt x="52148" y="35467"/>
                      <a:pt x="66413" y="44300"/>
                    </a:cubicBezTo>
                    <a:cubicBezTo>
                      <a:pt x="81994" y="53984"/>
                      <a:pt x="99688" y="64956"/>
                      <a:pt x="133539" y="64956"/>
                    </a:cubicBezTo>
                    <a:cubicBezTo>
                      <a:pt x="167390" y="64956"/>
                      <a:pt x="185111" y="53984"/>
                      <a:pt x="200693" y="44300"/>
                    </a:cubicBezTo>
                    <a:cubicBezTo>
                      <a:pt x="214930" y="35467"/>
                      <a:pt x="227247" y="27841"/>
                      <a:pt x="253198" y="27841"/>
                    </a:cubicBezTo>
                    <a:cubicBezTo>
                      <a:pt x="279148" y="27841"/>
                      <a:pt x="291438" y="35467"/>
                      <a:pt x="305675" y="44300"/>
                    </a:cubicBezTo>
                    <a:cubicBezTo>
                      <a:pt x="321284" y="53984"/>
                      <a:pt x="338950" y="64956"/>
                      <a:pt x="372828" y="64956"/>
                    </a:cubicBezTo>
                    <a:cubicBezTo>
                      <a:pt x="406707" y="64956"/>
                      <a:pt x="424373" y="53984"/>
                      <a:pt x="439982" y="44300"/>
                    </a:cubicBezTo>
                    <a:cubicBezTo>
                      <a:pt x="454219" y="35467"/>
                      <a:pt x="466509" y="27841"/>
                      <a:pt x="492459" y="27841"/>
                    </a:cubicBezTo>
                    <a:cubicBezTo>
                      <a:pt x="518410" y="27841"/>
                      <a:pt x="530864" y="35494"/>
                      <a:pt x="544964" y="44300"/>
                    </a:cubicBezTo>
                    <a:cubicBezTo>
                      <a:pt x="560573" y="53984"/>
                      <a:pt x="578239" y="64956"/>
                      <a:pt x="612118" y="64956"/>
                    </a:cubicBezTo>
                    <a:cubicBezTo>
                      <a:pt x="645996" y="64956"/>
                      <a:pt x="663690" y="53984"/>
                      <a:pt x="679271" y="44300"/>
                    </a:cubicBezTo>
                    <a:cubicBezTo>
                      <a:pt x="693509" y="35494"/>
                      <a:pt x="705826" y="27841"/>
                      <a:pt x="731776" y="27841"/>
                    </a:cubicBezTo>
                    <a:cubicBezTo>
                      <a:pt x="739457" y="27841"/>
                      <a:pt x="745684" y="21614"/>
                      <a:pt x="745684" y="13933"/>
                    </a:cubicBezTo>
                    <a:cubicBezTo>
                      <a:pt x="745684" y="6252"/>
                      <a:pt x="739457" y="25"/>
                      <a:pt x="731776" y="25"/>
                    </a:cubicBez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E43C59F4-9ED6-28D2-1406-4F82A0543845}"/>
                  </a:ext>
                </a:extLst>
              </p:cNvPr>
              <p:cNvSpPr/>
              <p:nvPr/>
            </p:nvSpPr>
            <p:spPr>
              <a:xfrm>
                <a:off x="4170218" y="1356781"/>
                <a:ext cx="280355" cy="64909"/>
              </a:xfrm>
              <a:custGeom>
                <a:avLst/>
                <a:gdLst>
                  <a:gd name="connsiteX0" fmla="*/ 266447 w 280355"/>
                  <a:gd name="connsiteY0" fmla="*/ 5 h 64909"/>
                  <a:gd name="connsiteX1" fmla="*/ 199294 w 280355"/>
                  <a:gd name="connsiteY1" fmla="*/ 20634 h 64909"/>
                  <a:gd name="connsiteX2" fmla="*/ 146789 w 280355"/>
                  <a:gd name="connsiteY2" fmla="*/ 37093 h 64909"/>
                  <a:gd name="connsiteX3" fmla="*/ 94284 w 280355"/>
                  <a:gd name="connsiteY3" fmla="*/ 20634 h 64909"/>
                  <a:gd name="connsiteX4" fmla="*/ 27130 w 280355"/>
                  <a:gd name="connsiteY4" fmla="*/ 5 h 64909"/>
                  <a:gd name="connsiteX5" fmla="*/ 0 w 280355"/>
                  <a:gd name="connsiteY5" fmla="*/ 2748 h 64909"/>
                  <a:gd name="connsiteX6" fmla="*/ 0 w 280355"/>
                  <a:gd name="connsiteY6" fmla="*/ 31552 h 64909"/>
                  <a:gd name="connsiteX7" fmla="*/ 27130 w 280355"/>
                  <a:gd name="connsiteY7" fmla="*/ 27821 h 64909"/>
                  <a:gd name="connsiteX8" fmla="*/ 79635 w 280355"/>
                  <a:gd name="connsiteY8" fmla="*/ 44280 h 64909"/>
                  <a:gd name="connsiteX9" fmla="*/ 146789 w 280355"/>
                  <a:gd name="connsiteY9" fmla="*/ 64909 h 64909"/>
                  <a:gd name="connsiteX10" fmla="*/ 213942 w 280355"/>
                  <a:gd name="connsiteY10" fmla="*/ 44280 h 64909"/>
                  <a:gd name="connsiteX11" fmla="*/ 266447 w 280355"/>
                  <a:gd name="connsiteY11" fmla="*/ 27821 h 64909"/>
                  <a:gd name="connsiteX12" fmla="*/ 280355 w 280355"/>
                  <a:gd name="connsiteY12" fmla="*/ 13913 h 64909"/>
                  <a:gd name="connsiteX13" fmla="*/ 266447 w 280355"/>
                  <a:gd name="connsiteY13" fmla="*/ 5 h 64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0355" h="64909">
                    <a:moveTo>
                      <a:pt x="266447" y="5"/>
                    </a:moveTo>
                    <a:cubicBezTo>
                      <a:pt x="232569" y="5"/>
                      <a:pt x="214875" y="10978"/>
                      <a:pt x="199294" y="20634"/>
                    </a:cubicBezTo>
                    <a:cubicBezTo>
                      <a:pt x="185029" y="29467"/>
                      <a:pt x="172739" y="37093"/>
                      <a:pt x="146789" y="37093"/>
                    </a:cubicBezTo>
                    <a:cubicBezTo>
                      <a:pt x="120838" y="37093"/>
                      <a:pt x="108549" y="29467"/>
                      <a:pt x="94284" y="20634"/>
                    </a:cubicBezTo>
                    <a:cubicBezTo>
                      <a:pt x="78703" y="10950"/>
                      <a:pt x="61009" y="5"/>
                      <a:pt x="27130" y="5"/>
                    </a:cubicBezTo>
                    <a:cubicBezTo>
                      <a:pt x="18023" y="-77"/>
                      <a:pt x="8915" y="842"/>
                      <a:pt x="0" y="2748"/>
                    </a:cubicBezTo>
                    <a:lnTo>
                      <a:pt x="0" y="31552"/>
                    </a:lnTo>
                    <a:cubicBezTo>
                      <a:pt x="8806" y="28902"/>
                      <a:pt x="17941" y="27643"/>
                      <a:pt x="27130" y="27821"/>
                    </a:cubicBezTo>
                    <a:cubicBezTo>
                      <a:pt x="53081" y="27821"/>
                      <a:pt x="65535" y="35447"/>
                      <a:pt x="79635" y="44280"/>
                    </a:cubicBezTo>
                    <a:cubicBezTo>
                      <a:pt x="95244" y="53964"/>
                      <a:pt x="112910" y="64909"/>
                      <a:pt x="146789" y="64909"/>
                    </a:cubicBezTo>
                    <a:cubicBezTo>
                      <a:pt x="180667" y="64909"/>
                      <a:pt x="198361" y="53936"/>
                      <a:pt x="213942" y="44280"/>
                    </a:cubicBezTo>
                    <a:cubicBezTo>
                      <a:pt x="228180" y="35447"/>
                      <a:pt x="240496" y="27821"/>
                      <a:pt x="266447" y="27821"/>
                    </a:cubicBezTo>
                    <a:cubicBezTo>
                      <a:pt x="274128" y="27821"/>
                      <a:pt x="280355" y="21594"/>
                      <a:pt x="280355" y="13913"/>
                    </a:cubicBezTo>
                    <a:cubicBezTo>
                      <a:pt x="280355" y="6232"/>
                      <a:pt x="274128" y="5"/>
                      <a:pt x="266447" y="5"/>
                    </a:cubicBez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DE71F8C-7FCE-85B8-B3D0-76C094E19414}"/>
                  </a:ext>
                </a:extLst>
              </p:cNvPr>
              <p:cNvSpPr/>
              <p:nvPr/>
            </p:nvSpPr>
            <p:spPr>
              <a:xfrm>
                <a:off x="4008424" y="1093960"/>
                <a:ext cx="138613" cy="356177"/>
              </a:xfrm>
              <a:custGeom>
                <a:avLst/>
                <a:gdLst>
                  <a:gd name="connsiteX0" fmla="*/ 69321 w 138613"/>
                  <a:gd name="connsiteY0" fmla="*/ 356177 h 356177"/>
                  <a:gd name="connsiteX1" fmla="*/ 138614 w 138613"/>
                  <a:gd name="connsiteY1" fmla="*/ 339252 h 356177"/>
                  <a:gd name="connsiteX2" fmla="*/ 138614 w 138613"/>
                  <a:gd name="connsiteY2" fmla="*/ 0 h 356177"/>
                  <a:gd name="connsiteX3" fmla="*/ 69321 w 138613"/>
                  <a:gd name="connsiteY3" fmla="*/ 11549 h 356177"/>
                  <a:gd name="connsiteX4" fmla="*/ 0 w 138613"/>
                  <a:gd name="connsiteY4" fmla="*/ 0 h 356177"/>
                  <a:gd name="connsiteX5" fmla="*/ 0 w 138613"/>
                  <a:gd name="connsiteY5" fmla="*/ 339252 h 356177"/>
                  <a:gd name="connsiteX6" fmla="*/ 69321 w 138613"/>
                  <a:gd name="connsiteY6" fmla="*/ 356177 h 35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613" h="356177">
                    <a:moveTo>
                      <a:pt x="69321" y="356177"/>
                    </a:moveTo>
                    <a:cubicBezTo>
                      <a:pt x="107726" y="356177"/>
                      <a:pt x="138614" y="348606"/>
                      <a:pt x="138614" y="339252"/>
                    </a:cubicBezTo>
                    <a:lnTo>
                      <a:pt x="138614" y="0"/>
                    </a:lnTo>
                    <a:cubicBezTo>
                      <a:pt x="119796" y="10095"/>
                      <a:pt x="86493" y="11549"/>
                      <a:pt x="69321" y="11549"/>
                    </a:cubicBezTo>
                    <a:cubicBezTo>
                      <a:pt x="52148" y="11549"/>
                      <a:pt x="18818" y="10095"/>
                      <a:pt x="0" y="0"/>
                    </a:cubicBezTo>
                    <a:lnTo>
                      <a:pt x="0" y="339252"/>
                    </a:lnTo>
                    <a:cubicBezTo>
                      <a:pt x="0" y="348606"/>
                      <a:pt x="31026" y="356177"/>
                      <a:pt x="69321" y="356177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2CA8AE40-ECAB-377B-5B61-03AEE34C3ECE}"/>
                  </a:ext>
                </a:extLst>
              </p:cNvPr>
              <p:cNvSpPr/>
              <p:nvPr/>
            </p:nvSpPr>
            <p:spPr>
              <a:xfrm>
                <a:off x="4008424" y="752514"/>
                <a:ext cx="932895" cy="767574"/>
              </a:xfrm>
              <a:custGeom>
                <a:avLst/>
                <a:gdLst>
                  <a:gd name="connsiteX0" fmla="*/ 847155 w 932895"/>
                  <a:gd name="connsiteY0" fmla="*/ 219867 h 767574"/>
                  <a:gd name="connsiteX1" fmla="*/ 790700 w 932895"/>
                  <a:gd name="connsiteY1" fmla="*/ 219867 h 767574"/>
                  <a:gd name="connsiteX2" fmla="*/ 790700 w 932895"/>
                  <a:gd name="connsiteY2" fmla="*/ 121743 h 767574"/>
                  <a:gd name="connsiteX3" fmla="*/ 668957 w 932895"/>
                  <a:gd name="connsiteY3" fmla="*/ 0 h 767574"/>
                  <a:gd name="connsiteX4" fmla="*/ 173645 w 932895"/>
                  <a:gd name="connsiteY4" fmla="*/ 0 h 767574"/>
                  <a:gd name="connsiteX5" fmla="*/ 51929 w 932895"/>
                  <a:gd name="connsiteY5" fmla="*/ 121743 h 767574"/>
                  <a:gd name="connsiteX6" fmla="*/ 51929 w 932895"/>
                  <a:gd name="connsiteY6" fmla="*/ 326304 h 767574"/>
                  <a:gd name="connsiteX7" fmla="*/ 0 w 932895"/>
                  <a:gd name="connsiteY7" fmla="*/ 342763 h 767574"/>
                  <a:gd name="connsiteX8" fmla="*/ 69321 w 932895"/>
                  <a:gd name="connsiteY8" fmla="*/ 359688 h 767574"/>
                  <a:gd name="connsiteX9" fmla="*/ 138614 w 932895"/>
                  <a:gd name="connsiteY9" fmla="*/ 342763 h 767574"/>
                  <a:gd name="connsiteX10" fmla="*/ 86685 w 932895"/>
                  <a:gd name="connsiteY10" fmla="*/ 326304 h 767574"/>
                  <a:gd name="connsiteX11" fmla="*/ 86685 w 932895"/>
                  <a:gd name="connsiteY11" fmla="*/ 121743 h 767574"/>
                  <a:gd name="connsiteX12" fmla="*/ 173645 w 932895"/>
                  <a:gd name="connsiteY12" fmla="*/ 34784 h 767574"/>
                  <a:gd name="connsiteX13" fmla="*/ 668957 w 932895"/>
                  <a:gd name="connsiteY13" fmla="*/ 34784 h 767574"/>
                  <a:gd name="connsiteX14" fmla="*/ 755916 w 932895"/>
                  <a:gd name="connsiteY14" fmla="*/ 121743 h 767574"/>
                  <a:gd name="connsiteX15" fmla="*/ 755916 w 932895"/>
                  <a:gd name="connsiteY15" fmla="*/ 219867 h 767574"/>
                  <a:gd name="connsiteX16" fmla="*/ 699516 w 932895"/>
                  <a:gd name="connsiteY16" fmla="*/ 219867 h 767574"/>
                  <a:gd name="connsiteX17" fmla="*/ 613709 w 932895"/>
                  <a:gd name="connsiteY17" fmla="*/ 305678 h 767574"/>
                  <a:gd name="connsiteX18" fmla="*/ 615409 w 932895"/>
                  <a:gd name="connsiteY18" fmla="*/ 322655 h 767574"/>
                  <a:gd name="connsiteX19" fmla="*/ 659301 w 932895"/>
                  <a:gd name="connsiteY19" fmla="*/ 540301 h 767574"/>
                  <a:gd name="connsiteX20" fmla="*/ 659301 w 932895"/>
                  <a:gd name="connsiteY20" fmla="*/ 709611 h 767574"/>
                  <a:gd name="connsiteX21" fmla="*/ 717264 w 932895"/>
                  <a:gd name="connsiteY21" fmla="*/ 767575 h 767574"/>
                  <a:gd name="connsiteX22" fmla="*/ 829324 w 932895"/>
                  <a:gd name="connsiteY22" fmla="*/ 767575 h 767574"/>
                  <a:gd name="connsiteX23" fmla="*/ 887288 w 932895"/>
                  <a:gd name="connsiteY23" fmla="*/ 709611 h 767574"/>
                  <a:gd name="connsiteX24" fmla="*/ 887288 w 932895"/>
                  <a:gd name="connsiteY24" fmla="*/ 540301 h 767574"/>
                  <a:gd name="connsiteX25" fmla="*/ 931179 w 932895"/>
                  <a:gd name="connsiteY25" fmla="*/ 322655 h 767574"/>
                  <a:gd name="connsiteX26" fmla="*/ 864108 w 932895"/>
                  <a:gd name="connsiteY26" fmla="*/ 221571 h 767574"/>
                  <a:gd name="connsiteX27" fmla="*/ 847155 w 932895"/>
                  <a:gd name="connsiteY27" fmla="*/ 219867 h 767574"/>
                  <a:gd name="connsiteX28" fmla="*/ 733258 w 932895"/>
                  <a:gd name="connsiteY28" fmla="*/ 686760 h 767574"/>
                  <a:gd name="connsiteX29" fmla="*/ 690107 w 932895"/>
                  <a:gd name="connsiteY29" fmla="*/ 686760 h 767574"/>
                  <a:gd name="connsiteX30" fmla="*/ 690107 w 932895"/>
                  <a:gd name="connsiteY30" fmla="*/ 643774 h 767574"/>
                  <a:gd name="connsiteX31" fmla="*/ 733258 w 932895"/>
                  <a:gd name="connsiteY31" fmla="*/ 643774 h 767574"/>
                  <a:gd name="connsiteX32" fmla="*/ 733258 w 932895"/>
                  <a:gd name="connsiteY32" fmla="*/ 613544 h 767574"/>
                  <a:gd name="connsiteX33" fmla="*/ 690107 w 932895"/>
                  <a:gd name="connsiteY33" fmla="*/ 613544 h 767574"/>
                  <a:gd name="connsiteX34" fmla="*/ 690107 w 932895"/>
                  <a:gd name="connsiteY34" fmla="*/ 570394 h 767574"/>
                  <a:gd name="connsiteX35" fmla="*/ 733258 w 932895"/>
                  <a:gd name="connsiteY35" fmla="*/ 570394 h 767574"/>
                  <a:gd name="connsiteX36" fmla="*/ 733258 w 932895"/>
                  <a:gd name="connsiteY36" fmla="*/ 540301 h 767574"/>
                  <a:gd name="connsiteX37" fmla="*/ 690107 w 932895"/>
                  <a:gd name="connsiteY37" fmla="*/ 540301 h 767574"/>
                  <a:gd name="connsiteX38" fmla="*/ 690107 w 932895"/>
                  <a:gd name="connsiteY38" fmla="*/ 497178 h 767574"/>
                  <a:gd name="connsiteX39" fmla="*/ 733258 w 932895"/>
                  <a:gd name="connsiteY39" fmla="*/ 497178 h 767574"/>
                  <a:gd name="connsiteX40" fmla="*/ 794870 w 932895"/>
                  <a:gd name="connsiteY40" fmla="*/ 686760 h 767574"/>
                  <a:gd name="connsiteX41" fmla="*/ 751637 w 932895"/>
                  <a:gd name="connsiteY41" fmla="*/ 686760 h 767574"/>
                  <a:gd name="connsiteX42" fmla="*/ 751637 w 932895"/>
                  <a:gd name="connsiteY42" fmla="*/ 643774 h 767574"/>
                  <a:gd name="connsiteX43" fmla="*/ 794760 w 932895"/>
                  <a:gd name="connsiteY43" fmla="*/ 643774 h 767574"/>
                  <a:gd name="connsiteX44" fmla="*/ 794870 w 932895"/>
                  <a:gd name="connsiteY44" fmla="*/ 613544 h 767574"/>
                  <a:gd name="connsiteX45" fmla="*/ 751637 w 932895"/>
                  <a:gd name="connsiteY45" fmla="*/ 613544 h 767574"/>
                  <a:gd name="connsiteX46" fmla="*/ 751637 w 932895"/>
                  <a:gd name="connsiteY46" fmla="*/ 570394 h 767574"/>
                  <a:gd name="connsiteX47" fmla="*/ 794760 w 932895"/>
                  <a:gd name="connsiteY47" fmla="*/ 570394 h 767574"/>
                  <a:gd name="connsiteX48" fmla="*/ 794870 w 932895"/>
                  <a:gd name="connsiteY48" fmla="*/ 540301 h 767574"/>
                  <a:gd name="connsiteX49" fmla="*/ 751637 w 932895"/>
                  <a:gd name="connsiteY49" fmla="*/ 540301 h 767574"/>
                  <a:gd name="connsiteX50" fmla="*/ 751637 w 932895"/>
                  <a:gd name="connsiteY50" fmla="*/ 497178 h 767574"/>
                  <a:gd name="connsiteX51" fmla="*/ 794760 w 932895"/>
                  <a:gd name="connsiteY51" fmla="*/ 497178 h 767574"/>
                  <a:gd name="connsiteX52" fmla="*/ 856482 w 932895"/>
                  <a:gd name="connsiteY52" fmla="*/ 686760 h 767574"/>
                  <a:gd name="connsiteX53" fmla="*/ 813359 w 932895"/>
                  <a:gd name="connsiteY53" fmla="*/ 686760 h 767574"/>
                  <a:gd name="connsiteX54" fmla="*/ 813359 w 932895"/>
                  <a:gd name="connsiteY54" fmla="*/ 643774 h 767574"/>
                  <a:gd name="connsiteX55" fmla="*/ 856482 w 932895"/>
                  <a:gd name="connsiteY55" fmla="*/ 643774 h 767574"/>
                  <a:gd name="connsiteX56" fmla="*/ 856482 w 932895"/>
                  <a:gd name="connsiteY56" fmla="*/ 613544 h 767574"/>
                  <a:gd name="connsiteX57" fmla="*/ 813359 w 932895"/>
                  <a:gd name="connsiteY57" fmla="*/ 613544 h 767574"/>
                  <a:gd name="connsiteX58" fmla="*/ 813359 w 932895"/>
                  <a:gd name="connsiteY58" fmla="*/ 570394 h 767574"/>
                  <a:gd name="connsiteX59" fmla="*/ 856482 w 932895"/>
                  <a:gd name="connsiteY59" fmla="*/ 570394 h 767574"/>
                  <a:gd name="connsiteX60" fmla="*/ 856482 w 932895"/>
                  <a:gd name="connsiteY60" fmla="*/ 540301 h 767574"/>
                  <a:gd name="connsiteX61" fmla="*/ 813359 w 932895"/>
                  <a:gd name="connsiteY61" fmla="*/ 540301 h 767574"/>
                  <a:gd name="connsiteX62" fmla="*/ 813359 w 932895"/>
                  <a:gd name="connsiteY62" fmla="*/ 497178 h 767574"/>
                  <a:gd name="connsiteX63" fmla="*/ 856482 w 932895"/>
                  <a:gd name="connsiteY63" fmla="*/ 497178 h 767574"/>
                  <a:gd name="connsiteX64" fmla="*/ 868799 w 932895"/>
                  <a:gd name="connsiteY64" fmla="*/ 414717 h 767574"/>
                  <a:gd name="connsiteX65" fmla="*/ 677790 w 932895"/>
                  <a:gd name="connsiteY65" fmla="*/ 414717 h 767574"/>
                  <a:gd name="connsiteX66" fmla="*/ 677790 w 932895"/>
                  <a:gd name="connsiteY66" fmla="*/ 282220 h 767574"/>
                  <a:gd name="connsiteX67" fmla="*/ 868799 w 932895"/>
                  <a:gd name="connsiteY67" fmla="*/ 282220 h 767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932895" h="767574">
                    <a:moveTo>
                      <a:pt x="847155" y="219867"/>
                    </a:moveTo>
                    <a:lnTo>
                      <a:pt x="790700" y="219867"/>
                    </a:lnTo>
                    <a:lnTo>
                      <a:pt x="790700" y="121743"/>
                    </a:lnTo>
                    <a:cubicBezTo>
                      <a:pt x="790618" y="54538"/>
                      <a:pt x="736165" y="77"/>
                      <a:pt x="668957" y="0"/>
                    </a:cubicBezTo>
                    <a:lnTo>
                      <a:pt x="173645" y="0"/>
                    </a:lnTo>
                    <a:cubicBezTo>
                      <a:pt x="106436" y="77"/>
                      <a:pt x="51984" y="54543"/>
                      <a:pt x="51929" y="121743"/>
                    </a:cubicBezTo>
                    <a:lnTo>
                      <a:pt x="51929" y="326304"/>
                    </a:lnTo>
                    <a:cubicBezTo>
                      <a:pt x="22055" y="328196"/>
                      <a:pt x="0" y="334835"/>
                      <a:pt x="0" y="342763"/>
                    </a:cubicBezTo>
                    <a:cubicBezTo>
                      <a:pt x="0" y="352117"/>
                      <a:pt x="31026" y="359688"/>
                      <a:pt x="69321" y="359688"/>
                    </a:cubicBezTo>
                    <a:cubicBezTo>
                      <a:pt x="107616" y="359688"/>
                      <a:pt x="138614" y="352117"/>
                      <a:pt x="138614" y="342763"/>
                    </a:cubicBezTo>
                    <a:cubicBezTo>
                      <a:pt x="138614" y="334890"/>
                      <a:pt x="116668" y="328251"/>
                      <a:pt x="86685" y="326304"/>
                    </a:cubicBezTo>
                    <a:lnTo>
                      <a:pt x="86685" y="121743"/>
                    </a:lnTo>
                    <a:cubicBezTo>
                      <a:pt x="86740" y="73743"/>
                      <a:pt x="125639" y="34844"/>
                      <a:pt x="173645" y="34784"/>
                    </a:cubicBezTo>
                    <a:lnTo>
                      <a:pt x="668957" y="34784"/>
                    </a:lnTo>
                    <a:cubicBezTo>
                      <a:pt x="716963" y="34844"/>
                      <a:pt x="755861" y="73743"/>
                      <a:pt x="755916" y="121743"/>
                    </a:cubicBezTo>
                    <a:lnTo>
                      <a:pt x="755916" y="219867"/>
                    </a:lnTo>
                    <a:lnTo>
                      <a:pt x="699516" y="219867"/>
                    </a:lnTo>
                    <a:cubicBezTo>
                      <a:pt x="652113" y="219870"/>
                      <a:pt x="613709" y="258289"/>
                      <a:pt x="613709" y="305678"/>
                    </a:cubicBezTo>
                    <a:cubicBezTo>
                      <a:pt x="613709" y="311381"/>
                      <a:pt x="614285" y="317067"/>
                      <a:pt x="615409" y="322655"/>
                    </a:cubicBezTo>
                    <a:lnTo>
                      <a:pt x="659301" y="540301"/>
                    </a:lnTo>
                    <a:lnTo>
                      <a:pt x="659301" y="709611"/>
                    </a:lnTo>
                    <a:cubicBezTo>
                      <a:pt x="659301" y="741624"/>
                      <a:pt x="685252" y="767575"/>
                      <a:pt x="717264" y="767575"/>
                    </a:cubicBezTo>
                    <a:lnTo>
                      <a:pt x="829324" y="767575"/>
                    </a:lnTo>
                    <a:cubicBezTo>
                      <a:pt x="861337" y="767575"/>
                      <a:pt x="887288" y="741624"/>
                      <a:pt x="887288" y="709611"/>
                    </a:cubicBezTo>
                    <a:lnTo>
                      <a:pt x="887288" y="540301"/>
                    </a:lnTo>
                    <a:lnTo>
                      <a:pt x="931179" y="322655"/>
                    </a:lnTo>
                    <a:cubicBezTo>
                      <a:pt x="940561" y="276221"/>
                      <a:pt x="910551" y="230964"/>
                      <a:pt x="864108" y="221571"/>
                    </a:cubicBezTo>
                    <a:cubicBezTo>
                      <a:pt x="858539" y="220441"/>
                      <a:pt x="852861" y="219870"/>
                      <a:pt x="847155" y="219867"/>
                    </a:cubicBezTo>
                    <a:close/>
                    <a:moveTo>
                      <a:pt x="733258" y="686760"/>
                    </a:moveTo>
                    <a:lnTo>
                      <a:pt x="690107" y="686760"/>
                    </a:lnTo>
                    <a:lnTo>
                      <a:pt x="690107" y="643774"/>
                    </a:lnTo>
                    <a:lnTo>
                      <a:pt x="733258" y="643774"/>
                    </a:lnTo>
                    <a:close/>
                    <a:moveTo>
                      <a:pt x="733258" y="613544"/>
                    </a:moveTo>
                    <a:lnTo>
                      <a:pt x="690107" y="613544"/>
                    </a:lnTo>
                    <a:lnTo>
                      <a:pt x="690107" y="570394"/>
                    </a:lnTo>
                    <a:lnTo>
                      <a:pt x="733258" y="570394"/>
                    </a:lnTo>
                    <a:close/>
                    <a:moveTo>
                      <a:pt x="733258" y="540301"/>
                    </a:moveTo>
                    <a:lnTo>
                      <a:pt x="690107" y="540301"/>
                    </a:lnTo>
                    <a:lnTo>
                      <a:pt x="690107" y="497178"/>
                    </a:lnTo>
                    <a:lnTo>
                      <a:pt x="733258" y="497178"/>
                    </a:lnTo>
                    <a:close/>
                    <a:moveTo>
                      <a:pt x="794870" y="686760"/>
                    </a:moveTo>
                    <a:lnTo>
                      <a:pt x="751637" y="686760"/>
                    </a:lnTo>
                    <a:lnTo>
                      <a:pt x="751637" y="643774"/>
                    </a:lnTo>
                    <a:lnTo>
                      <a:pt x="794760" y="643774"/>
                    </a:lnTo>
                    <a:close/>
                    <a:moveTo>
                      <a:pt x="794870" y="613544"/>
                    </a:moveTo>
                    <a:lnTo>
                      <a:pt x="751637" y="613544"/>
                    </a:lnTo>
                    <a:lnTo>
                      <a:pt x="751637" y="570394"/>
                    </a:lnTo>
                    <a:lnTo>
                      <a:pt x="794760" y="570394"/>
                    </a:lnTo>
                    <a:close/>
                    <a:moveTo>
                      <a:pt x="794870" y="540301"/>
                    </a:moveTo>
                    <a:lnTo>
                      <a:pt x="751637" y="540301"/>
                    </a:lnTo>
                    <a:lnTo>
                      <a:pt x="751637" y="497178"/>
                    </a:lnTo>
                    <a:lnTo>
                      <a:pt x="794760" y="497178"/>
                    </a:lnTo>
                    <a:close/>
                    <a:moveTo>
                      <a:pt x="856482" y="686760"/>
                    </a:moveTo>
                    <a:lnTo>
                      <a:pt x="813359" y="686760"/>
                    </a:lnTo>
                    <a:lnTo>
                      <a:pt x="813359" y="643774"/>
                    </a:lnTo>
                    <a:lnTo>
                      <a:pt x="856482" y="643774"/>
                    </a:lnTo>
                    <a:close/>
                    <a:moveTo>
                      <a:pt x="856482" y="613544"/>
                    </a:moveTo>
                    <a:lnTo>
                      <a:pt x="813359" y="613544"/>
                    </a:lnTo>
                    <a:lnTo>
                      <a:pt x="813359" y="570394"/>
                    </a:lnTo>
                    <a:lnTo>
                      <a:pt x="856482" y="570394"/>
                    </a:lnTo>
                    <a:close/>
                    <a:moveTo>
                      <a:pt x="856482" y="540301"/>
                    </a:moveTo>
                    <a:lnTo>
                      <a:pt x="813359" y="540301"/>
                    </a:lnTo>
                    <a:lnTo>
                      <a:pt x="813359" y="497178"/>
                    </a:lnTo>
                    <a:lnTo>
                      <a:pt x="856482" y="497178"/>
                    </a:lnTo>
                    <a:close/>
                    <a:moveTo>
                      <a:pt x="868799" y="414717"/>
                    </a:moveTo>
                    <a:lnTo>
                      <a:pt x="677790" y="414717"/>
                    </a:lnTo>
                    <a:lnTo>
                      <a:pt x="677790" y="282220"/>
                    </a:lnTo>
                    <a:lnTo>
                      <a:pt x="868799" y="282220"/>
                    </a:ln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58C32B-58CA-0E90-7660-D44AC0060123}"/>
                </a:ext>
              </a:extLst>
            </p:cNvPr>
            <p:cNvSpPr txBox="1"/>
            <p:nvPr/>
          </p:nvSpPr>
          <p:spPr>
            <a:xfrm>
              <a:off x="3532309" y="2876128"/>
              <a:ext cx="1629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Flow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6B7612-DDB9-B3D5-7AC2-22A493C89E0D}"/>
                </a:ext>
              </a:extLst>
            </p:cNvPr>
            <p:cNvSpPr txBox="1"/>
            <p:nvPr/>
          </p:nvSpPr>
          <p:spPr>
            <a:xfrm>
              <a:off x="3532309" y="4780282"/>
              <a:ext cx="1629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Moisture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989389B-6794-47F9-E87D-43463AE171B0}"/>
                </a:ext>
              </a:extLst>
            </p:cNvPr>
            <p:cNvGrpSpPr/>
            <p:nvPr/>
          </p:nvGrpSpPr>
          <p:grpSpPr>
            <a:xfrm>
              <a:off x="10273408" y="3668023"/>
              <a:ext cx="1629396" cy="1507830"/>
              <a:chOff x="10273408" y="3779995"/>
              <a:chExt cx="1629396" cy="1507830"/>
            </a:xfrm>
          </p:grpSpPr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B1113C71-2E57-887D-8E4E-FDC5B92E3722}"/>
                  </a:ext>
                </a:extLst>
              </p:cNvPr>
              <p:cNvSpPr txBox="1"/>
              <p:nvPr/>
            </p:nvSpPr>
            <p:spPr>
              <a:xfrm>
                <a:off x="10273408" y="4918493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Temperature</a:t>
                </a:r>
              </a:p>
            </p:txBody>
          </p: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A62BAAB1-CC90-24BB-22C2-18898AEDD9D8}"/>
                  </a:ext>
                </a:extLst>
              </p:cNvPr>
              <p:cNvGrpSpPr/>
              <p:nvPr/>
            </p:nvGrpSpPr>
            <p:grpSpPr>
              <a:xfrm>
                <a:off x="10607890" y="3779995"/>
                <a:ext cx="960431" cy="1000287"/>
                <a:chOff x="7112966" y="2186961"/>
                <a:chExt cx="960431" cy="1000287"/>
              </a:xfrm>
            </p:grpSpPr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7510CB1E-043F-7B7D-E56D-8644DB2BBECE}"/>
                    </a:ext>
                  </a:extLst>
                </p:cNvPr>
                <p:cNvSpPr/>
                <p:nvPr/>
              </p:nvSpPr>
              <p:spPr>
                <a:xfrm>
                  <a:off x="7337771" y="2561737"/>
                  <a:ext cx="510704" cy="182026"/>
                </a:xfrm>
                <a:custGeom>
                  <a:avLst/>
                  <a:gdLst>
                    <a:gd name="connsiteX0" fmla="*/ 104152 w 510704"/>
                    <a:gd name="connsiteY0" fmla="*/ 138284 h 182026"/>
                    <a:gd name="connsiteX1" fmla="*/ 494372 w 510704"/>
                    <a:gd name="connsiteY1" fmla="*/ 50175 h 182026"/>
                    <a:gd name="connsiteX2" fmla="*/ 508665 w 510704"/>
                    <a:gd name="connsiteY2" fmla="*/ 24743 h 182026"/>
                    <a:gd name="connsiteX3" fmla="*/ 501971 w 510704"/>
                    <a:gd name="connsiteY3" fmla="*/ 2043 h 182026"/>
                    <a:gd name="connsiteX4" fmla="*/ 479284 w 510704"/>
                    <a:gd name="connsiteY4" fmla="*/ 8731 h 182026"/>
                    <a:gd name="connsiteX5" fmla="*/ 478708 w 510704"/>
                    <a:gd name="connsiteY5" fmla="*/ 9875 h 182026"/>
                    <a:gd name="connsiteX6" fmla="*/ 144450 w 510704"/>
                    <a:gd name="connsiteY6" fmla="*/ 122582 h 182026"/>
                    <a:gd name="connsiteX7" fmla="*/ 31731 w 510704"/>
                    <a:gd name="connsiteY7" fmla="*/ 9875 h 182026"/>
                    <a:gd name="connsiteX8" fmla="*/ 9292 w 510704"/>
                    <a:gd name="connsiteY8" fmla="*/ 2318 h 182026"/>
                    <a:gd name="connsiteX9" fmla="*/ 1748 w 510704"/>
                    <a:gd name="connsiteY9" fmla="*/ 24743 h 182026"/>
                    <a:gd name="connsiteX10" fmla="*/ 104152 w 510704"/>
                    <a:gd name="connsiteY10" fmla="*/ 138284 h 182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10704" h="182026">
                      <a:moveTo>
                        <a:pt x="104152" y="138284"/>
                      </a:moveTo>
                      <a:cubicBezTo>
                        <a:pt x="236237" y="221705"/>
                        <a:pt x="410951" y="182258"/>
                        <a:pt x="494372" y="50175"/>
                      </a:cubicBezTo>
                      <a:cubicBezTo>
                        <a:pt x="499584" y="41949"/>
                        <a:pt x="504330" y="33461"/>
                        <a:pt x="508665" y="24743"/>
                      </a:cubicBezTo>
                      <a:cubicBezTo>
                        <a:pt x="513081" y="16629"/>
                        <a:pt x="510091" y="6465"/>
                        <a:pt x="501971" y="2043"/>
                      </a:cubicBezTo>
                      <a:cubicBezTo>
                        <a:pt x="493851" y="-2379"/>
                        <a:pt x="483701" y="614"/>
                        <a:pt x="479284" y="8731"/>
                      </a:cubicBezTo>
                      <a:cubicBezTo>
                        <a:pt x="479065" y="9104"/>
                        <a:pt x="478873" y="9486"/>
                        <a:pt x="478708" y="9875"/>
                      </a:cubicBezTo>
                      <a:cubicBezTo>
                        <a:pt x="417535" y="133305"/>
                        <a:pt x="267866" y="183767"/>
                        <a:pt x="144450" y="122582"/>
                      </a:cubicBezTo>
                      <a:cubicBezTo>
                        <a:pt x="95566" y="98349"/>
                        <a:pt x="55954" y="58759"/>
                        <a:pt x="31731" y="9875"/>
                      </a:cubicBezTo>
                      <a:cubicBezTo>
                        <a:pt x="27617" y="1596"/>
                        <a:pt x="17577" y="-1789"/>
                        <a:pt x="9292" y="2318"/>
                      </a:cubicBezTo>
                      <a:cubicBezTo>
                        <a:pt x="1035" y="6424"/>
                        <a:pt x="-2366" y="16464"/>
                        <a:pt x="1748" y="24743"/>
                      </a:cubicBezTo>
                      <a:cubicBezTo>
                        <a:pt x="24819" y="71263"/>
                        <a:pt x="60260" y="110540"/>
                        <a:pt x="104152" y="138284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523FD0A6-EB4C-205A-ED07-CBEB1B7FB7B0}"/>
                    </a:ext>
                  </a:extLst>
                </p:cNvPr>
                <p:cNvSpPr/>
                <p:nvPr/>
              </p:nvSpPr>
              <p:spPr>
                <a:xfrm>
                  <a:off x="7452684" y="2504705"/>
                  <a:ext cx="280577" cy="110470"/>
                </a:xfrm>
                <a:custGeom>
                  <a:avLst/>
                  <a:gdLst>
                    <a:gd name="connsiteX0" fmla="*/ 140307 w 280577"/>
                    <a:gd name="connsiteY0" fmla="*/ 110469 h 110470"/>
                    <a:gd name="connsiteX1" fmla="*/ 278537 w 280577"/>
                    <a:gd name="connsiteY1" fmla="*/ 24744 h 110470"/>
                    <a:gd name="connsiteX2" fmla="*/ 271843 w 280577"/>
                    <a:gd name="connsiteY2" fmla="*/ 2044 h 110470"/>
                    <a:gd name="connsiteX3" fmla="*/ 249157 w 280577"/>
                    <a:gd name="connsiteY3" fmla="*/ 8732 h 110470"/>
                    <a:gd name="connsiteX4" fmla="*/ 248581 w 280577"/>
                    <a:gd name="connsiteY4" fmla="*/ 9876 h 110470"/>
                    <a:gd name="connsiteX5" fmla="*/ 86541 w 280577"/>
                    <a:gd name="connsiteY5" fmla="*/ 64417 h 110470"/>
                    <a:gd name="connsiteX6" fmla="*/ 32006 w 280577"/>
                    <a:gd name="connsiteY6" fmla="*/ 9876 h 110470"/>
                    <a:gd name="connsiteX7" fmla="*/ 9868 w 280577"/>
                    <a:gd name="connsiteY7" fmla="*/ 1477 h 110470"/>
                    <a:gd name="connsiteX8" fmla="*/ 1474 w 280577"/>
                    <a:gd name="connsiteY8" fmla="*/ 23601 h 110470"/>
                    <a:gd name="connsiteX9" fmla="*/ 2050 w 280577"/>
                    <a:gd name="connsiteY9" fmla="*/ 24744 h 110470"/>
                    <a:gd name="connsiteX10" fmla="*/ 140307 w 280577"/>
                    <a:gd name="connsiteY10" fmla="*/ 110469 h 110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80577" h="110470">
                      <a:moveTo>
                        <a:pt x="140307" y="110469"/>
                      </a:moveTo>
                      <a:cubicBezTo>
                        <a:pt x="198984" y="110678"/>
                        <a:pt x="252641" y="77403"/>
                        <a:pt x="278537" y="24744"/>
                      </a:cubicBezTo>
                      <a:cubicBezTo>
                        <a:pt x="282953" y="16630"/>
                        <a:pt x="279964" y="6466"/>
                        <a:pt x="271843" y="2044"/>
                      </a:cubicBezTo>
                      <a:cubicBezTo>
                        <a:pt x="263724" y="-2378"/>
                        <a:pt x="253574" y="615"/>
                        <a:pt x="249157" y="8732"/>
                      </a:cubicBezTo>
                      <a:cubicBezTo>
                        <a:pt x="248938" y="9105"/>
                        <a:pt x="248746" y="9487"/>
                        <a:pt x="248581" y="9876"/>
                      </a:cubicBezTo>
                      <a:cubicBezTo>
                        <a:pt x="218900" y="69681"/>
                        <a:pt x="146342" y="94101"/>
                        <a:pt x="86541" y="64417"/>
                      </a:cubicBezTo>
                      <a:cubicBezTo>
                        <a:pt x="62894" y="52678"/>
                        <a:pt x="43747" y="33523"/>
                        <a:pt x="32006" y="9876"/>
                      </a:cubicBezTo>
                      <a:cubicBezTo>
                        <a:pt x="28220" y="1446"/>
                        <a:pt x="18317" y="-2315"/>
                        <a:pt x="9868" y="1477"/>
                      </a:cubicBezTo>
                      <a:cubicBezTo>
                        <a:pt x="1447" y="5265"/>
                        <a:pt x="-2312" y="15171"/>
                        <a:pt x="1474" y="23601"/>
                      </a:cubicBezTo>
                      <a:cubicBezTo>
                        <a:pt x="1666" y="23987"/>
                        <a:pt x="1858" y="24371"/>
                        <a:pt x="2050" y="24744"/>
                      </a:cubicBezTo>
                      <a:cubicBezTo>
                        <a:pt x="27973" y="77378"/>
                        <a:pt x="81630" y="110642"/>
                        <a:pt x="140307" y="110469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592FB377-4598-8B83-936C-C3D81647A616}"/>
                    </a:ext>
                  </a:extLst>
                </p:cNvPr>
                <p:cNvSpPr/>
                <p:nvPr/>
              </p:nvSpPr>
              <p:spPr>
                <a:xfrm>
                  <a:off x="7112966" y="2675348"/>
                  <a:ext cx="960431" cy="319361"/>
                </a:xfrm>
                <a:custGeom>
                  <a:avLst/>
                  <a:gdLst>
                    <a:gd name="connsiteX0" fmla="*/ 951115 w 960431"/>
                    <a:gd name="connsiteY0" fmla="*/ 1767 h 319361"/>
                    <a:gd name="connsiteX1" fmla="*/ 928511 w 960431"/>
                    <a:gd name="connsiteY1" fmla="*/ 9363 h 319361"/>
                    <a:gd name="connsiteX2" fmla="*/ 928483 w 960431"/>
                    <a:gd name="connsiteY2" fmla="*/ 9394 h 319361"/>
                    <a:gd name="connsiteX3" fmla="*/ 668565 w 960431"/>
                    <a:gd name="connsiteY3" fmla="*/ 251207 h 319361"/>
                    <a:gd name="connsiteX4" fmla="*/ 480025 w 960431"/>
                    <a:gd name="connsiteY4" fmla="*/ 286868 h 319361"/>
                    <a:gd name="connsiteX5" fmla="*/ 298370 w 960431"/>
                    <a:gd name="connsiteY5" fmla="*/ 253950 h 319361"/>
                    <a:gd name="connsiteX6" fmla="*/ 31539 w 960431"/>
                    <a:gd name="connsiteY6" fmla="*/ 9421 h 319361"/>
                    <a:gd name="connsiteX7" fmla="*/ 8524 w 960431"/>
                    <a:gd name="connsiteY7" fmla="*/ 3092 h 319361"/>
                    <a:gd name="connsiteX8" fmla="*/ 1364 w 960431"/>
                    <a:gd name="connsiteY8" fmla="*/ 24399 h 319361"/>
                    <a:gd name="connsiteX9" fmla="*/ 292308 w 960431"/>
                    <a:gd name="connsiteY9" fmla="*/ 287307 h 319361"/>
                    <a:gd name="connsiteX10" fmla="*/ 668977 w 960431"/>
                    <a:gd name="connsiteY10" fmla="*/ 286841 h 319361"/>
                    <a:gd name="connsiteX11" fmla="*/ 958713 w 960431"/>
                    <a:gd name="connsiteY11" fmla="*/ 24262 h 319361"/>
                    <a:gd name="connsiteX12" fmla="*/ 951115 w 960431"/>
                    <a:gd name="connsiteY12" fmla="*/ 1767 h 3193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431" h="319361">
                      <a:moveTo>
                        <a:pt x="951115" y="1767"/>
                      </a:moveTo>
                      <a:cubicBezTo>
                        <a:pt x="942775" y="-2380"/>
                        <a:pt x="932653" y="1021"/>
                        <a:pt x="928511" y="9363"/>
                      </a:cubicBezTo>
                      <a:cubicBezTo>
                        <a:pt x="928483" y="9374"/>
                        <a:pt x="928483" y="9383"/>
                        <a:pt x="928483" y="9394"/>
                      </a:cubicBezTo>
                      <a:cubicBezTo>
                        <a:pt x="874470" y="119177"/>
                        <a:pt x="781969" y="205258"/>
                        <a:pt x="668565" y="251207"/>
                      </a:cubicBezTo>
                      <a:cubicBezTo>
                        <a:pt x="619380" y="271232"/>
                        <a:pt x="549703" y="286512"/>
                        <a:pt x="480025" y="286868"/>
                      </a:cubicBezTo>
                      <a:cubicBezTo>
                        <a:pt x="413640" y="287280"/>
                        <a:pt x="347199" y="273811"/>
                        <a:pt x="298370" y="253950"/>
                      </a:cubicBezTo>
                      <a:cubicBezTo>
                        <a:pt x="181921" y="208797"/>
                        <a:pt x="86678" y="121508"/>
                        <a:pt x="31539" y="9421"/>
                      </a:cubicBezTo>
                      <a:cubicBezTo>
                        <a:pt x="26931" y="1320"/>
                        <a:pt x="16644" y="-1511"/>
                        <a:pt x="8524" y="3092"/>
                      </a:cubicBezTo>
                      <a:cubicBezTo>
                        <a:pt x="1062" y="7336"/>
                        <a:pt x="-2010" y="16507"/>
                        <a:pt x="1364" y="24399"/>
                      </a:cubicBezTo>
                      <a:cubicBezTo>
                        <a:pt x="61522" y="145731"/>
                        <a:pt x="165517" y="239685"/>
                        <a:pt x="292308" y="287307"/>
                      </a:cubicBezTo>
                      <a:cubicBezTo>
                        <a:pt x="398442" y="326151"/>
                        <a:pt x="533161" y="333942"/>
                        <a:pt x="668977" y="286841"/>
                      </a:cubicBezTo>
                      <a:cubicBezTo>
                        <a:pt x="795273" y="239054"/>
                        <a:pt x="898775" y="145237"/>
                        <a:pt x="958713" y="24262"/>
                      </a:cubicBezTo>
                      <a:cubicBezTo>
                        <a:pt x="962773" y="15950"/>
                        <a:pt x="959399" y="5913"/>
                        <a:pt x="951115" y="1767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96F2D49B-E891-22B2-B66C-2EE94C1FBC39}"/>
                    </a:ext>
                  </a:extLst>
                </p:cNvPr>
                <p:cNvSpPr/>
                <p:nvPr/>
              </p:nvSpPr>
              <p:spPr>
                <a:xfrm>
                  <a:off x="7226157" y="2618078"/>
                  <a:ext cx="732968" cy="252591"/>
                </a:xfrm>
                <a:custGeom>
                  <a:avLst/>
                  <a:gdLst>
                    <a:gd name="connsiteX0" fmla="*/ 149381 w 732968"/>
                    <a:gd name="connsiteY0" fmla="*/ 188682 h 252591"/>
                    <a:gd name="connsiteX1" fmla="*/ 285252 w 732968"/>
                    <a:gd name="connsiteY1" fmla="*/ 243326 h 252591"/>
                    <a:gd name="connsiteX2" fmla="*/ 448390 w 732968"/>
                    <a:gd name="connsiteY2" fmla="*/ 243326 h 252591"/>
                    <a:gd name="connsiteX3" fmla="*/ 731598 w 732968"/>
                    <a:gd name="connsiteY3" fmla="*/ 25214 h 252591"/>
                    <a:gd name="connsiteX4" fmla="*/ 722737 w 732968"/>
                    <a:gd name="connsiteY4" fmla="*/ 3066 h 252591"/>
                    <a:gd name="connsiteX5" fmla="*/ 701423 w 732968"/>
                    <a:gd name="connsiteY5" fmla="*/ 10236 h 252591"/>
                    <a:gd name="connsiteX6" fmla="*/ 466303 w 732968"/>
                    <a:gd name="connsiteY6" fmla="*/ 204510 h 252591"/>
                    <a:gd name="connsiteX7" fmla="*/ 256256 w 732968"/>
                    <a:gd name="connsiteY7" fmla="*/ 201218 h 252591"/>
                    <a:gd name="connsiteX8" fmla="*/ 32384 w 732968"/>
                    <a:gd name="connsiteY8" fmla="*/ 10236 h 252591"/>
                    <a:gd name="connsiteX9" fmla="*/ 10246 w 732968"/>
                    <a:gd name="connsiteY9" fmla="*/ 1365 h 252591"/>
                    <a:gd name="connsiteX10" fmla="*/ 1358 w 732968"/>
                    <a:gd name="connsiteY10" fmla="*/ 23514 h 252591"/>
                    <a:gd name="connsiteX11" fmla="*/ 2209 w 732968"/>
                    <a:gd name="connsiteY11" fmla="*/ 25214 h 252591"/>
                    <a:gd name="connsiteX12" fmla="*/ 149381 w 732968"/>
                    <a:gd name="connsiteY12" fmla="*/ 188682 h 2525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32968" h="252591">
                      <a:moveTo>
                        <a:pt x="149381" y="188682"/>
                      </a:moveTo>
                      <a:cubicBezTo>
                        <a:pt x="190968" y="215016"/>
                        <a:pt x="237026" y="233533"/>
                        <a:pt x="285252" y="243326"/>
                      </a:cubicBezTo>
                      <a:cubicBezTo>
                        <a:pt x="366835" y="264174"/>
                        <a:pt x="448390" y="243326"/>
                        <a:pt x="448390" y="243326"/>
                      </a:cubicBezTo>
                      <a:cubicBezTo>
                        <a:pt x="571395" y="218226"/>
                        <a:pt x="675911" y="137713"/>
                        <a:pt x="731598" y="25214"/>
                      </a:cubicBezTo>
                      <a:cubicBezTo>
                        <a:pt x="735274" y="16647"/>
                        <a:pt x="731296" y="6733"/>
                        <a:pt x="722737" y="3066"/>
                      </a:cubicBezTo>
                      <a:cubicBezTo>
                        <a:pt x="714837" y="-314"/>
                        <a:pt x="705675" y="2775"/>
                        <a:pt x="701423" y="10236"/>
                      </a:cubicBezTo>
                      <a:cubicBezTo>
                        <a:pt x="654542" y="105722"/>
                        <a:pt x="568926" y="176474"/>
                        <a:pt x="466303" y="204510"/>
                      </a:cubicBezTo>
                      <a:cubicBezTo>
                        <a:pt x="413195" y="216772"/>
                        <a:pt x="364311" y="232847"/>
                        <a:pt x="256256" y="201218"/>
                      </a:cubicBezTo>
                      <a:cubicBezTo>
                        <a:pt x="158489" y="171153"/>
                        <a:pt x="77482" y="102038"/>
                        <a:pt x="32384" y="10236"/>
                      </a:cubicBezTo>
                      <a:cubicBezTo>
                        <a:pt x="28708" y="1669"/>
                        <a:pt x="18805" y="-2300"/>
                        <a:pt x="10246" y="1365"/>
                      </a:cubicBezTo>
                      <a:cubicBezTo>
                        <a:pt x="1660" y="5033"/>
                        <a:pt x="-2291" y="14949"/>
                        <a:pt x="1358" y="23514"/>
                      </a:cubicBezTo>
                      <a:cubicBezTo>
                        <a:pt x="1605" y="24098"/>
                        <a:pt x="1907" y="24663"/>
                        <a:pt x="2209" y="25214"/>
                      </a:cubicBezTo>
                      <a:cubicBezTo>
                        <a:pt x="35347" y="92162"/>
                        <a:pt x="86260" y="148713"/>
                        <a:pt x="149381" y="188682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7F35EEC8-C527-F99D-3375-E3E7F0F2165F}"/>
                    </a:ext>
                  </a:extLst>
                </p:cNvPr>
                <p:cNvSpPr/>
                <p:nvPr/>
              </p:nvSpPr>
              <p:spPr>
                <a:xfrm>
                  <a:off x="7398114" y="2367038"/>
                  <a:ext cx="389699" cy="60620"/>
                </a:xfrm>
                <a:custGeom>
                  <a:avLst/>
                  <a:gdLst>
                    <a:gd name="connsiteX0" fmla="*/ 0 w 389699"/>
                    <a:gd name="connsiteY0" fmla="*/ 14 h 60620"/>
                    <a:gd name="connsiteX1" fmla="*/ 17145 w 389699"/>
                    <a:gd name="connsiteY1" fmla="*/ 22864 h 60620"/>
                    <a:gd name="connsiteX2" fmla="*/ 86466 w 389699"/>
                    <a:gd name="connsiteY2" fmla="*/ 51394 h 60620"/>
                    <a:gd name="connsiteX3" fmla="*/ 253445 w 389699"/>
                    <a:gd name="connsiteY3" fmla="*/ 60007 h 60620"/>
                    <a:gd name="connsiteX4" fmla="*/ 335741 w 389699"/>
                    <a:gd name="connsiteY4" fmla="*/ 38309 h 60620"/>
                    <a:gd name="connsiteX5" fmla="*/ 372527 w 389699"/>
                    <a:gd name="connsiteY5" fmla="*/ 22864 h 60620"/>
                    <a:gd name="connsiteX6" fmla="*/ 389699 w 389699"/>
                    <a:gd name="connsiteY6" fmla="*/ 14 h 60620"/>
                    <a:gd name="connsiteX7" fmla="*/ 288941 w 389699"/>
                    <a:gd name="connsiteY7" fmla="*/ 7228 h 60620"/>
                    <a:gd name="connsiteX8" fmla="*/ 34290 w 389699"/>
                    <a:gd name="connsiteY8" fmla="*/ 452 h 60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9699" h="60620">
                      <a:moveTo>
                        <a:pt x="0" y="14"/>
                      </a:moveTo>
                      <a:lnTo>
                        <a:pt x="17145" y="22864"/>
                      </a:lnTo>
                      <a:cubicBezTo>
                        <a:pt x="17145" y="22864"/>
                        <a:pt x="67373" y="51037"/>
                        <a:pt x="86466" y="51394"/>
                      </a:cubicBezTo>
                      <a:cubicBezTo>
                        <a:pt x="105558" y="51750"/>
                        <a:pt x="235093" y="63381"/>
                        <a:pt x="253445" y="60007"/>
                      </a:cubicBezTo>
                      <a:cubicBezTo>
                        <a:pt x="271796" y="56633"/>
                        <a:pt x="333546" y="40174"/>
                        <a:pt x="335741" y="38309"/>
                      </a:cubicBezTo>
                      <a:cubicBezTo>
                        <a:pt x="337935" y="36443"/>
                        <a:pt x="372527" y="22864"/>
                        <a:pt x="372527" y="22864"/>
                      </a:cubicBezTo>
                      <a:lnTo>
                        <a:pt x="389699" y="14"/>
                      </a:lnTo>
                      <a:cubicBezTo>
                        <a:pt x="389699" y="14"/>
                        <a:pt x="315167" y="-645"/>
                        <a:pt x="288941" y="7228"/>
                      </a:cubicBezTo>
                      <a:cubicBezTo>
                        <a:pt x="262716" y="15101"/>
                        <a:pt x="34290" y="452"/>
                        <a:pt x="34290" y="452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20E47856-4067-F487-ED33-123F8C96C476}"/>
                    </a:ext>
                  </a:extLst>
                </p:cNvPr>
                <p:cNvSpPr/>
                <p:nvPr/>
              </p:nvSpPr>
              <p:spPr>
                <a:xfrm>
                  <a:off x="7332469" y="2271863"/>
                  <a:ext cx="518903" cy="95704"/>
                </a:xfrm>
                <a:custGeom>
                  <a:avLst/>
                  <a:gdLst>
                    <a:gd name="connsiteX0" fmla="*/ 0 w 518903"/>
                    <a:gd name="connsiteY0" fmla="*/ 27 h 95704"/>
                    <a:gd name="connsiteX1" fmla="*/ 30888 w 518903"/>
                    <a:gd name="connsiteY1" fmla="*/ 48884 h 95704"/>
                    <a:gd name="connsiteX2" fmla="*/ 116559 w 518903"/>
                    <a:gd name="connsiteY2" fmla="*/ 88523 h 95704"/>
                    <a:gd name="connsiteX3" fmla="*/ 341200 w 518903"/>
                    <a:gd name="connsiteY3" fmla="*/ 95189 h 95704"/>
                    <a:gd name="connsiteX4" fmla="*/ 454631 w 518903"/>
                    <a:gd name="connsiteY4" fmla="*/ 82817 h 95704"/>
                    <a:gd name="connsiteX5" fmla="*/ 491115 w 518903"/>
                    <a:gd name="connsiteY5" fmla="*/ 47677 h 95704"/>
                    <a:gd name="connsiteX6" fmla="*/ 518904 w 518903"/>
                    <a:gd name="connsiteY6" fmla="*/ 3786 h 95704"/>
                    <a:gd name="connsiteX7" fmla="*/ 110962 w 518903"/>
                    <a:gd name="connsiteY7" fmla="*/ 0 h 95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8903" h="95704">
                      <a:moveTo>
                        <a:pt x="0" y="27"/>
                      </a:moveTo>
                      <a:lnTo>
                        <a:pt x="30888" y="48884"/>
                      </a:lnTo>
                      <a:cubicBezTo>
                        <a:pt x="30888" y="48884"/>
                        <a:pt x="107012" y="88578"/>
                        <a:pt x="116559" y="88523"/>
                      </a:cubicBezTo>
                      <a:cubicBezTo>
                        <a:pt x="126105" y="88468"/>
                        <a:pt x="321558" y="97987"/>
                        <a:pt x="341200" y="95189"/>
                      </a:cubicBezTo>
                      <a:cubicBezTo>
                        <a:pt x="360841" y="92391"/>
                        <a:pt x="454631" y="82817"/>
                        <a:pt x="454631" y="82817"/>
                      </a:cubicBezTo>
                      <a:lnTo>
                        <a:pt x="491115" y="47677"/>
                      </a:lnTo>
                      <a:lnTo>
                        <a:pt x="518904" y="3786"/>
                      </a:lnTo>
                      <a:lnTo>
                        <a:pt x="110962" y="0"/>
                      </a:ln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BBA1949D-D6A7-A6BF-0ECF-EDB24363BF84}"/>
                    </a:ext>
                  </a:extLst>
                </p:cNvPr>
                <p:cNvSpPr/>
                <p:nvPr/>
              </p:nvSpPr>
              <p:spPr>
                <a:xfrm>
                  <a:off x="7330687" y="2186961"/>
                  <a:ext cx="524582" cy="151205"/>
                </a:xfrm>
                <a:custGeom>
                  <a:avLst/>
                  <a:gdLst>
                    <a:gd name="connsiteX0" fmla="*/ 262304 w 524582"/>
                    <a:gd name="connsiteY0" fmla="*/ 151205 h 151205"/>
                    <a:gd name="connsiteX1" fmla="*/ 511305 w 524582"/>
                    <a:gd name="connsiteY1" fmla="*/ 99414 h 151205"/>
                    <a:gd name="connsiteX2" fmla="*/ 524582 w 524582"/>
                    <a:gd name="connsiteY2" fmla="*/ 75603 h 151205"/>
                    <a:gd name="connsiteX3" fmla="*/ 262304 w 524582"/>
                    <a:gd name="connsiteY3" fmla="*/ 0 h 151205"/>
                    <a:gd name="connsiteX4" fmla="*/ 0 w 524582"/>
                    <a:gd name="connsiteY4" fmla="*/ 75603 h 151205"/>
                    <a:gd name="connsiteX5" fmla="*/ 3264 w 524582"/>
                    <a:gd name="connsiteY5" fmla="*/ 88331 h 151205"/>
                    <a:gd name="connsiteX6" fmla="*/ 13277 w 524582"/>
                    <a:gd name="connsiteY6" fmla="*/ 99304 h 151205"/>
                    <a:gd name="connsiteX7" fmla="*/ 262304 w 524582"/>
                    <a:gd name="connsiteY7" fmla="*/ 151205 h 151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4582" h="151205">
                      <a:moveTo>
                        <a:pt x="262304" y="151205"/>
                      </a:moveTo>
                      <a:cubicBezTo>
                        <a:pt x="378315" y="151205"/>
                        <a:pt x="476713" y="129507"/>
                        <a:pt x="511305" y="99414"/>
                      </a:cubicBezTo>
                      <a:cubicBezTo>
                        <a:pt x="519919" y="91925"/>
                        <a:pt x="524582" y="83915"/>
                        <a:pt x="524582" y="75603"/>
                      </a:cubicBezTo>
                      <a:cubicBezTo>
                        <a:pt x="524582" y="33851"/>
                        <a:pt x="407146" y="0"/>
                        <a:pt x="262304" y="0"/>
                      </a:cubicBezTo>
                      <a:cubicBezTo>
                        <a:pt x="117463" y="0"/>
                        <a:pt x="0" y="33851"/>
                        <a:pt x="0" y="75603"/>
                      </a:cubicBezTo>
                      <a:cubicBezTo>
                        <a:pt x="164" y="80030"/>
                        <a:pt x="1289" y="84370"/>
                        <a:pt x="3264" y="88331"/>
                      </a:cubicBezTo>
                      <a:cubicBezTo>
                        <a:pt x="6062" y="92438"/>
                        <a:pt x="9436" y="96130"/>
                        <a:pt x="13277" y="99304"/>
                      </a:cubicBezTo>
                      <a:cubicBezTo>
                        <a:pt x="47869" y="129507"/>
                        <a:pt x="146294" y="151205"/>
                        <a:pt x="262304" y="151205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625B33F5-F68F-530B-77E8-CD0AB2CDD2F8}"/>
                    </a:ext>
                  </a:extLst>
                </p:cNvPr>
                <p:cNvSpPr/>
                <p:nvPr/>
              </p:nvSpPr>
              <p:spPr>
                <a:xfrm>
                  <a:off x="7362398" y="2319457"/>
                  <a:ext cx="461022" cy="81692"/>
                </a:xfrm>
                <a:custGeom>
                  <a:avLst/>
                  <a:gdLst>
                    <a:gd name="connsiteX0" fmla="*/ 230594 w 461022"/>
                    <a:gd name="connsiteY0" fmla="*/ 81692 h 81692"/>
                    <a:gd name="connsiteX1" fmla="*/ 425361 w 461022"/>
                    <a:gd name="connsiteY1" fmla="*/ 47594 h 81692"/>
                    <a:gd name="connsiteX2" fmla="*/ 461022 w 461022"/>
                    <a:gd name="connsiteY2" fmla="*/ 0 h 81692"/>
                    <a:gd name="connsiteX3" fmla="*/ 230456 w 461022"/>
                    <a:gd name="connsiteY3" fmla="*/ 37417 h 81692"/>
                    <a:gd name="connsiteX4" fmla="*/ 0 w 461022"/>
                    <a:gd name="connsiteY4" fmla="*/ 0 h 81692"/>
                    <a:gd name="connsiteX5" fmla="*/ 35662 w 461022"/>
                    <a:gd name="connsiteY5" fmla="*/ 47594 h 81692"/>
                    <a:gd name="connsiteX6" fmla="*/ 230594 w 461022"/>
                    <a:gd name="connsiteY6" fmla="*/ 81692 h 81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61022" h="81692">
                      <a:moveTo>
                        <a:pt x="230594" y="81692"/>
                      </a:moveTo>
                      <a:cubicBezTo>
                        <a:pt x="235559" y="81692"/>
                        <a:pt x="351514" y="78373"/>
                        <a:pt x="425361" y="47594"/>
                      </a:cubicBezTo>
                      <a:lnTo>
                        <a:pt x="461022" y="0"/>
                      </a:lnTo>
                      <a:cubicBezTo>
                        <a:pt x="410794" y="23235"/>
                        <a:pt x="326002" y="37417"/>
                        <a:pt x="230456" y="37417"/>
                      </a:cubicBezTo>
                      <a:cubicBezTo>
                        <a:pt x="134911" y="37417"/>
                        <a:pt x="50338" y="23235"/>
                        <a:pt x="0" y="0"/>
                      </a:cubicBezTo>
                      <a:lnTo>
                        <a:pt x="35662" y="47594"/>
                      </a:lnTo>
                      <a:cubicBezTo>
                        <a:pt x="109646" y="78373"/>
                        <a:pt x="225601" y="81555"/>
                        <a:pt x="230594" y="81692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DBF25044-C1EF-1F21-A754-4775B12C70A1}"/>
                    </a:ext>
                  </a:extLst>
                </p:cNvPr>
                <p:cNvSpPr/>
                <p:nvPr/>
              </p:nvSpPr>
              <p:spPr>
                <a:xfrm>
                  <a:off x="7415259" y="2389903"/>
                  <a:ext cx="355436" cy="68909"/>
                </a:xfrm>
                <a:custGeom>
                  <a:avLst/>
                  <a:gdLst>
                    <a:gd name="connsiteX0" fmla="*/ 312561 w 355436"/>
                    <a:gd name="connsiteY0" fmla="*/ 48500 h 68909"/>
                    <a:gd name="connsiteX1" fmla="*/ 328388 w 355436"/>
                    <a:gd name="connsiteY1" fmla="*/ 36073 h 68909"/>
                    <a:gd name="connsiteX2" fmla="*/ 355437 w 355436"/>
                    <a:gd name="connsiteY2" fmla="*/ 0 h 68909"/>
                    <a:gd name="connsiteX3" fmla="*/ 177869 w 355436"/>
                    <a:gd name="connsiteY3" fmla="*/ 26828 h 68909"/>
                    <a:gd name="connsiteX4" fmla="*/ 177567 w 355436"/>
                    <a:gd name="connsiteY4" fmla="*/ 26828 h 68909"/>
                    <a:gd name="connsiteX5" fmla="*/ 0 w 355436"/>
                    <a:gd name="connsiteY5" fmla="*/ 0 h 68909"/>
                    <a:gd name="connsiteX6" fmla="*/ 27048 w 355436"/>
                    <a:gd name="connsiteY6" fmla="*/ 36073 h 68909"/>
                    <a:gd name="connsiteX7" fmla="*/ 42877 w 355436"/>
                    <a:gd name="connsiteY7" fmla="*/ 48500 h 68909"/>
                    <a:gd name="connsiteX8" fmla="*/ 177732 w 355436"/>
                    <a:gd name="connsiteY8" fmla="*/ 68909 h 68909"/>
                    <a:gd name="connsiteX9" fmla="*/ 312561 w 355436"/>
                    <a:gd name="connsiteY9" fmla="*/ 48500 h 68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55436" h="68909">
                      <a:moveTo>
                        <a:pt x="312561" y="48500"/>
                      </a:moveTo>
                      <a:cubicBezTo>
                        <a:pt x="318842" y="45828"/>
                        <a:pt x="324301" y="41540"/>
                        <a:pt x="328388" y="36073"/>
                      </a:cubicBezTo>
                      <a:lnTo>
                        <a:pt x="355437" y="0"/>
                      </a:lnTo>
                      <a:cubicBezTo>
                        <a:pt x="279395" y="24469"/>
                        <a:pt x="182615" y="26719"/>
                        <a:pt x="177869" y="26828"/>
                      </a:cubicBezTo>
                      <a:lnTo>
                        <a:pt x="177567" y="26828"/>
                      </a:lnTo>
                      <a:cubicBezTo>
                        <a:pt x="172877" y="26828"/>
                        <a:pt x="76069" y="24469"/>
                        <a:pt x="0" y="0"/>
                      </a:cubicBezTo>
                      <a:lnTo>
                        <a:pt x="27048" y="36073"/>
                      </a:lnTo>
                      <a:cubicBezTo>
                        <a:pt x="31136" y="41535"/>
                        <a:pt x="36595" y="45820"/>
                        <a:pt x="42877" y="48500"/>
                      </a:cubicBezTo>
                      <a:cubicBezTo>
                        <a:pt x="71817" y="60817"/>
                        <a:pt x="121387" y="68909"/>
                        <a:pt x="177732" y="68909"/>
                      </a:cubicBezTo>
                      <a:cubicBezTo>
                        <a:pt x="234077" y="68909"/>
                        <a:pt x="283647" y="60817"/>
                        <a:pt x="312561" y="48500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E9948CB9-B1E8-1F86-8241-46C136AD4E12}"/>
                    </a:ext>
                  </a:extLst>
                </p:cNvPr>
                <p:cNvSpPr/>
                <p:nvPr/>
              </p:nvSpPr>
              <p:spPr>
                <a:xfrm>
                  <a:off x="7546000" y="2709380"/>
                  <a:ext cx="68179" cy="298856"/>
                </a:xfrm>
                <a:custGeom>
                  <a:avLst/>
                  <a:gdLst>
                    <a:gd name="connsiteX0" fmla="*/ 0 w 68179"/>
                    <a:gd name="connsiteY0" fmla="*/ 30720 h 298856"/>
                    <a:gd name="connsiteX1" fmla="*/ 0 w 68179"/>
                    <a:gd name="connsiteY1" fmla="*/ 258406 h 298856"/>
                    <a:gd name="connsiteX2" fmla="*/ 51681 w 68179"/>
                    <a:gd name="connsiteY2" fmla="*/ 286770 h 298856"/>
                    <a:gd name="connsiteX3" fmla="*/ 68141 w 68179"/>
                    <a:gd name="connsiteY3" fmla="*/ 179072 h 298856"/>
                    <a:gd name="connsiteX4" fmla="*/ 64273 w 68179"/>
                    <a:gd name="connsiteY4" fmla="*/ 161 h 298856"/>
                    <a:gd name="connsiteX5" fmla="*/ 0 w 68179"/>
                    <a:gd name="connsiteY5" fmla="*/ 30720 h 298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8179" h="298856">
                      <a:moveTo>
                        <a:pt x="0" y="30720"/>
                      </a:moveTo>
                      <a:lnTo>
                        <a:pt x="0" y="258406"/>
                      </a:lnTo>
                      <a:cubicBezTo>
                        <a:pt x="0" y="258406"/>
                        <a:pt x="36814" y="325614"/>
                        <a:pt x="51681" y="286770"/>
                      </a:cubicBezTo>
                      <a:cubicBezTo>
                        <a:pt x="66550" y="247927"/>
                        <a:pt x="67647" y="189524"/>
                        <a:pt x="68141" y="179072"/>
                      </a:cubicBezTo>
                      <a:cubicBezTo>
                        <a:pt x="68635" y="168621"/>
                        <a:pt x="64273" y="2904"/>
                        <a:pt x="64273" y="161"/>
                      </a:cubicBezTo>
                      <a:cubicBezTo>
                        <a:pt x="64273" y="-2583"/>
                        <a:pt x="0" y="30720"/>
                        <a:pt x="0" y="30720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433595CF-A08C-11D4-8805-98BF4C95A6C7}"/>
                    </a:ext>
                  </a:extLst>
                </p:cNvPr>
                <p:cNvSpPr/>
                <p:nvPr/>
              </p:nvSpPr>
              <p:spPr>
                <a:xfrm>
                  <a:off x="7509145" y="2642771"/>
                  <a:ext cx="167692" cy="544477"/>
                </a:xfrm>
                <a:custGeom>
                  <a:avLst/>
                  <a:gdLst>
                    <a:gd name="connsiteX0" fmla="*/ 130838 w 167692"/>
                    <a:gd name="connsiteY0" fmla="*/ 391208 h 544477"/>
                    <a:gd name="connsiteX1" fmla="*/ 130838 w 167692"/>
                    <a:gd name="connsiteY1" fmla="*/ 46991 h 544477"/>
                    <a:gd name="connsiteX2" fmla="*/ 83846 w 167692"/>
                    <a:gd name="connsiteY2" fmla="*/ 0 h 544477"/>
                    <a:gd name="connsiteX3" fmla="*/ 36856 w 167692"/>
                    <a:gd name="connsiteY3" fmla="*/ 46991 h 544477"/>
                    <a:gd name="connsiteX4" fmla="*/ 36856 w 167692"/>
                    <a:gd name="connsiteY4" fmla="*/ 97329 h 544477"/>
                    <a:gd name="connsiteX5" fmla="*/ 83846 w 167692"/>
                    <a:gd name="connsiteY5" fmla="*/ 97329 h 544477"/>
                    <a:gd name="connsiteX6" fmla="*/ 90073 w 167692"/>
                    <a:gd name="connsiteY6" fmla="*/ 103556 h 544477"/>
                    <a:gd name="connsiteX7" fmla="*/ 83846 w 167692"/>
                    <a:gd name="connsiteY7" fmla="*/ 109783 h 544477"/>
                    <a:gd name="connsiteX8" fmla="*/ 36856 w 167692"/>
                    <a:gd name="connsiteY8" fmla="*/ 109783 h 544477"/>
                    <a:gd name="connsiteX9" fmla="*/ 36856 w 167692"/>
                    <a:gd name="connsiteY9" fmla="*/ 169009 h 544477"/>
                    <a:gd name="connsiteX10" fmla="*/ 83846 w 167692"/>
                    <a:gd name="connsiteY10" fmla="*/ 169009 h 544477"/>
                    <a:gd name="connsiteX11" fmla="*/ 90073 w 167692"/>
                    <a:gd name="connsiteY11" fmla="*/ 175236 h 544477"/>
                    <a:gd name="connsiteX12" fmla="*/ 83846 w 167692"/>
                    <a:gd name="connsiteY12" fmla="*/ 181463 h 544477"/>
                    <a:gd name="connsiteX13" fmla="*/ 36856 w 167692"/>
                    <a:gd name="connsiteY13" fmla="*/ 181463 h 544477"/>
                    <a:gd name="connsiteX14" fmla="*/ 36856 w 167692"/>
                    <a:gd name="connsiteY14" fmla="*/ 240798 h 544477"/>
                    <a:gd name="connsiteX15" fmla="*/ 83846 w 167692"/>
                    <a:gd name="connsiteY15" fmla="*/ 240798 h 544477"/>
                    <a:gd name="connsiteX16" fmla="*/ 90485 w 167692"/>
                    <a:gd name="connsiteY16" fmla="*/ 246586 h 544477"/>
                    <a:gd name="connsiteX17" fmla="*/ 84669 w 167692"/>
                    <a:gd name="connsiteY17" fmla="*/ 253225 h 544477"/>
                    <a:gd name="connsiteX18" fmla="*/ 83846 w 167692"/>
                    <a:gd name="connsiteY18" fmla="*/ 253225 h 544477"/>
                    <a:gd name="connsiteX19" fmla="*/ 36856 w 167692"/>
                    <a:gd name="connsiteY19" fmla="*/ 253225 h 544477"/>
                    <a:gd name="connsiteX20" fmla="*/ 36856 w 167692"/>
                    <a:gd name="connsiteY20" fmla="*/ 312560 h 544477"/>
                    <a:gd name="connsiteX21" fmla="*/ 83846 w 167692"/>
                    <a:gd name="connsiteY21" fmla="*/ 312560 h 544477"/>
                    <a:gd name="connsiteX22" fmla="*/ 90485 w 167692"/>
                    <a:gd name="connsiteY22" fmla="*/ 318348 h 544477"/>
                    <a:gd name="connsiteX23" fmla="*/ 84669 w 167692"/>
                    <a:gd name="connsiteY23" fmla="*/ 324987 h 544477"/>
                    <a:gd name="connsiteX24" fmla="*/ 83846 w 167692"/>
                    <a:gd name="connsiteY24" fmla="*/ 324987 h 544477"/>
                    <a:gd name="connsiteX25" fmla="*/ 36856 w 167692"/>
                    <a:gd name="connsiteY25" fmla="*/ 324987 h 544477"/>
                    <a:gd name="connsiteX26" fmla="*/ 36856 w 167692"/>
                    <a:gd name="connsiteY26" fmla="*/ 391208 h 544477"/>
                    <a:gd name="connsiteX27" fmla="*/ 14416 w 167692"/>
                    <a:gd name="connsiteY27" fmla="*/ 507629 h 544477"/>
                    <a:gd name="connsiteX28" fmla="*/ 130838 w 167692"/>
                    <a:gd name="connsiteY28" fmla="*/ 530069 h 544477"/>
                    <a:gd name="connsiteX29" fmla="*/ 153277 w 167692"/>
                    <a:gd name="connsiteY29" fmla="*/ 413647 h 544477"/>
                    <a:gd name="connsiteX30" fmla="*/ 130838 w 167692"/>
                    <a:gd name="connsiteY30" fmla="*/ 391208 h 544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67692" h="544477">
                      <a:moveTo>
                        <a:pt x="130838" y="391208"/>
                      </a:moveTo>
                      <a:lnTo>
                        <a:pt x="130838" y="46991"/>
                      </a:lnTo>
                      <a:cubicBezTo>
                        <a:pt x="130838" y="21038"/>
                        <a:pt x="109797" y="0"/>
                        <a:pt x="83846" y="0"/>
                      </a:cubicBezTo>
                      <a:cubicBezTo>
                        <a:pt x="57896" y="0"/>
                        <a:pt x="36856" y="21038"/>
                        <a:pt x="36856" y="46991"/>
                      </a:cubicBezTo>
                      <a:lnTo>
                        <a:pt x="36856" y="97329"/>
                      </a:lnTo>
                      <a:lnTo>
                        <a:pt x="83846" y="97329"/>
                      </a:lnTo>
                      <a:cubicBezTo>
                        <a:pt x="87275" y="97329"/>
                        <a:pt x="90073" y="100116"/>
                        <a:pt x="90073" y="103556"/>
                      </a:cubicBezTo>
                      <a:cubicBezTo>
                        <a:pt x="90073" y="106985"/>
                        <a:pt x="87275" y="109783"/>
                        <a:pt x="83846" y="109783"/>
                      </a:cubicBezTo>
                      <a:lnTo>
                        <a:pt x="36856" y="109783"/>
                      </a:lnTo>
                      <a:lnTo>
                        <a:pt x="36856" y="169009"/>
                      </a:lnTo>
                      <a:lnTo>
                        <a:pt x="83846" y="169009"/>
                      </a:lnTo>
                      <a:cubicBezTo>
                        <a:pt x="87275" y="169009"/>
                        <a:pt x="90073" y="171807"/>
                        <a:pt x="90073" y="175236"/>
                      </a:cubicBezTo>
                      <a:cubicBezTo>
                        <a:pt x="90073" y="178665"/>
                        <a:pt x="87275" y="181463"/>
                        <a:pt x="83846" y="181463"/>
                      </a:cubicBezTo>
                      <a:lnTo>
                        <a:pt x="36856" y="181463"/>
                      </a:lnTo>
                      <a:lnTo>
                        <a:pt x="36856" y="240798"/>
                      </a:lnTo>
                      <a:lnTo>
                        <a:pt x="83846" y="240798"/>
                      </a:lnTo>
                      <a:cubicBezTo>
                        <a:pt x="87275" y="240579"/>
                        <a:pt x="90238" y="243157"/>
                        <a:pt x="90485" y="246586"/>
                      </a:cubicBezTo>
                      <a:cubicBezTo>
                        <a:pt x="90704" y="250043"/>
                        <a:pt x="88098" y="253005"/>
                        <a:pt x="84669" y="253225"/>
                      </a:cubicBezTo>
                      <a:cubicBezTo>
                        <a:pt x="84395" y="253252"/>
                        <a:pt x="84121" y="253252"/>
                        <a:pt x="83846" y="253225"/>
                      </a:cubicBezTo>
                      <a:lnTo>
                        <a:pt x="36856" y="253225"/>
                      </a:lnTo>
                      <a:lnTo>
                        <a:pt x="36856" y="312560"/>
                      </a:lnTo>
                      <a:lnTo>
                        <a:pt x="83846" y="312560"/>
                      </a:lnTo>
                      <a:cubicBezTo>
                        <a:pt x="87275" y="312341"/>
                        <a:pt x="90238" y="314919"/>
                        <a:pt x="90485" y="318348"/>
                      </a:cubicBezTo>
                      <a:cubicBezTo>
                        <a:pt x="90704" y="321805"/>
                        <a:pt x="88098" y="324768"/>
                        <a:pt x="84669" y="324987"/>
                      </a:cubicBezTo>
                      <a:cubicBezTo>
                        <a:pt x="84395" y="325014"/>
                        <a:pt x="84121" y="325014"/>
                        <a:pt x="83846" y="324987"/>
                      </a:cubicBezTo>
                      <a:lnTo>
                        <a:pt x="36856" y="324987"/>
                      </a:lnTo>
                      <a:lnTo>
                        <a:pt x="36856" y="391208"/>
                      </a:lnTo>
                      <a:cubicBezTo>
                        <a:pt x="-1494" y="417158"/>
                        <a:pt x="-11535" y="469279"/>
                        <a:pt x="14416" y="507629"/>
                      </a:cubicBezTo>
                      <a:cubicBezTo>
                        <a:pt x="40367" y="545952"/>
                        <a:pt x="92488" y="556019"/>
                        <a:pt x="130838" y="530069"/>
                      </a:cubicBezTo>
                      <a:cubicBezTo>
                        <a:pt x="169188" y="504090"/>
                        <a:pt x="179227" y="451970"/>
                        <a:pt x="153277" y="413647"/>
                      </a:cubicBezTo>
                      <a:cubicBezTo>
                        <a:pt x="147297" y="404814"/>
                        <a:pt x="139671" y="397188"/>
                        <a:pt x="130838" y="391208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EF590F2-505D-D710-F86E-683987B2D597}"/>
                </a:ext>
              </a:extLst>
            </p:cNvPr>
            <p:cNvGrpSpPr/>
            <p:nvPr/>
          </p:nvGrpSpPr>
          <p:grpSpPr>
            <a:xfrm>
              <a:off x="131218" y="3753298"/>
              <a:ext cx="1629396" cy="1396316"/>
              <a:chOff x="131218" y="3753298"/>
              <a:chExt cx="1629396" cy="1396316"/>
            </a:xfrm>
          </p:grpSpPr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88F79BF6-1C0E-7B9D-4C20-534D25A3F8FC}"/>
                  </a:ext>
                </a:extLst>
              </p:cNvPr>
              <p:cNvSpPr txBox="1"/>
              <p:nvPr/>
            </p:nvSpPr>
            <p:spPr>
              <a:xfrm>
                <a:off x="131218" y="4780282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Light</a:t>
                </a: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3AD29BB4-0851-7F2C-E213-9478F16BAFF2}"/>
                  </a:ext>
                </a:extLst>
              </p:cNvPr>
              <p:cNvGrpSpPr/>
              <p:nvPr/>
            </p:nvGrpSpPr>
            <p:grpSpPr>
              <a:xfrm>
                <a:off x="459398" y="3753298"/>
                <a:ext cx="942269" cy="984972"/>
                <a:chOff x="5526075" y="2194505"/>
                <a:chExt cx="942269" cy="984972"/>
              </a:xfrm>
            </p:grpSpPr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7D6B5614-A896-C176-960C-D48148068637}"/>
                    </a:ext>
                  </a:extLst>
                </p:cNvPr>
                <p:cNvSpPr/>
                <p:nvPr/>
              </p:nvSpPr>
              <p:spPr>
                <a:xfrm>
                  <a:off x="5747525" y="2561305"/>
                  <a:ext cx="500639" cy="179233"/>
                </a:xfrm>
                <a:custGeom>
                  <a:avLst/>
                  <a:gdLst>
                    <a:gd name="connsiteX0" fmla="*/ 101587 w 500639"/>
                    <a:gd name="connsiteY0" fmla="*/ 136330 h 179233"/>
                    <a:gd name="connsiteX1" fmla="*/ 484208 w 500639"/>
                    <a:gd name="connsiteY1" fmla="*/ 49977 h 179233"/>
                    <a:gd name="connsiteX2" fmla="*/ 498254 w 500639"/>
                    <a:gd name="connsiteY2" fmla="*/ 24983 h 179233"/>
                    <a:gd name="connsiteX3" fmla="*/ 492685 w 500639"/>
                    <a:gd name="connsiteY3" fmla="*/ 2379 h 179233"/>
                    <a:gd name="connsiteX4" fmla="*/ 470081 w 500639"/>
                    <a:gd name="connsiteY4" fmla="*/ 7940 h 179233"/>
                    <a:gd name="connsiteX5" fmla="*/ 468874 w 500639"/>
                    <a:gd name="connsiteY5" fmla="*/ 10389 h 179233"/>
                    <a:gd name="connsiteX6" fmla="*/ 141117 w 500639"/>
                    <a:gd name="connsiteY6" fmla="*/ 120907 h 179233"/>
                    <a:gd name="connsiteX7" fmla="*/ 30593 w 500639"/>
                    <a:gd name="connsiteY7" fmla="*/ 10389 h 179233"/>
                    <a:gd name="connsiteX8" fmla="*/ 8016 w 500639"/>
                    <a:gd name="connsiteY8" fmla="*/ 4700 h 179233"/>
                    <a:gd name="connsiteX9" fmla="*/ 1186 w 500639"/>
                    <a:gd name="connsiteY9" fmla="*/ 24956 h 179233"/>
                    <a:gd name="connsiteX10" fmla="*/ 101587 w 500639"/>
                    <a:gd name="connsiteY10" fmla="*/ 136330 h 179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00639" h="179233">
                      <a:moveTo>
                        <a:pt x="101587" y="136330"/>
                      </a:moveTo>
                      <a:cubicBezTo>
                        <a:pt x="231093" y="218132"/>
                        <a:pt x="402406" y="179483"/>
                        <a:pt x="484208" y="49977"/>
                      </a:cubicBezTo>
                      <a:cubicBezTo>
                        <a:pt x="489311" y="41892"/>
                        <a:pt x="494002" y="33550"/>
                        <a:pt x="498254" y="24983"/>
                      </a:cubicBezTo>
                      <a:cubicBezTo>
                        <a:pt x="502972" y="17206"/>
                        <a:pt x="500476" y="7087"/>
                        <a:pt x="492685" y="2379"/>
                      </a:cubicBezTo>
                      <a:cubicBezTo>
                        <a:pt x="484922" y="-2325"/>
                        <a:pt x="474799" y="163"/>
                        <a:pt x="470081" y="7940"/>
                      </a:cubicBezTo>
                      <a:cubicBezTo>
                        <a:pt x="469615" y="8722"/>
                        <a:pt x="469203" y="9542"/>
                        <a:pt x="468874" y="10389"/>
                      </a:cubicBezTo>
                      <a:cubicBezTo>
                        <a:pt x="408880" y="131417"/>
                        <a:pt x="262146" y="180899"/>
                        <a:pt x="141117" y="120907"/>
                      </a:cubicBezTo>
                      <a:cubicBezTo>
                        <a:pt x="93165" y="97149"/>
                        <a:pt x="54349" y="58327"/>
                        <a:pt x="30593" y="10389"/>
                      </a:cubicBezTo>
                      <a:cubicBezTo>
                        <a:pt x="25930" y="2585"/>
                        <a:pt x="15834" y="37"/>
                        <a:pt x="8016" y="4700"/>
                      </a:cubicBezTo>
                      <a:cubicBezTo>
                        <a:pt x="1076" y="8850"/>
                        <a:pt x="-1832" y="17442"/>
                        <a:pt x="1186" y="24956"/>
                      </a:cubicBezTo>
                      <a:cubicBezTo>
                        <a:pt x="23817" y="70575"/>
                        <a:pt x="58546" y="109104"/>
                        <a:pt x="101587" y="136330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A4EA16B7-0623-4930-4CC7-4CF581FB542F}"/>
                    </a:ext>
                  </a:extLst>
                </p:cNvPr>
                <p:cNvSpPr/>
                <p:nvPr/>
              </p:nvSpPr>
              <p:spPr>
                <a:xfrm>
                  <a:off x="5860539" y="2507820"/>
                  <a:ext cx="273437" cy="106587"/>
                </a:xfrm>
                <a:custGeom>
                  <a:avLst/>
                  <a:gdLst>
                    <a:gd name="connsiteX0" fmla="*/ 136705 w 273437"/>
                    <a:gd name="connsiteY0" fmla="*/ 106586 h 106587"/>
                    <a:gd name="connsiteX1" fmla="*/ 272274 w 273437"/>
                    <a:gd name="connsiteY1" fmla="*/ 22535 h 106587"/>
                    <a:gd name="connsiteX2" fmla="*/ 263057 w 273437"/>
                    <a:gd name="connsiteY2" fmla="*/ 1165 h 106587"/>
                    <a:gd name="connsiteX3" fmla="*/ 242894 w 273437"/>
                    <a:gd name="connsiteY3" fmla="*/ 7941 h 106587"/>
                    <a:gd name="connsiteX4" fmla="*/ 84090 w 273437"/>
                    <a:gd name="connsiteY4" fmla="*/ 61480 h 106587"/>
                    <a:gd name="connsiteX5" fmla="*/ 30543 w 273437"/>
                    <a:gd name="connsiteY5" fmla="*/ 7941 h 106587"/>
                    <a:gd name="connsiteX6" fmla="*/ 7939 w 273437"/>
                    <a:gd name="connsiteY6" fmla="*/ 2380 h 106587"/>
                    <a:gd name="connsiteX7" fmla="*/ 1163 w 273437"/>
                    <a:gd name="connsiteY7" fmla="*/ 22535 h 106587"/>
                    <a:gd name="connsiteX8" fmla="*/ 136705 w 273437"/>
                    <a:gd name="connsiteY8" fmla="*/ 106586 h 1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3437" h="106587">
                      <a:moveTo>
                        <a:pt x="136705" y="106586"/>
                      </a:moveTo>
                      <a:cubicBezTo>
                        <a:pt x="194257" y="106792"/>
                        <a:pt x="246872" y="74167"/>
                        <a:pt x="272274" y="22535"/>
                      </a:cubicBezTo>
                      <a:cubicBezTo>
                        <a:pt x="275621" y="14086"/>
                        <a:pt x="271506" y="4517"/>
                        <a:pt x="263057" y="1165"/>
                      </a:cubicBezTo>
                      <a:cubicBezTo>
                        <a:pt x="255568" y="-1803"/>
                        <a:pt x="247064" y="1064"/>
                        <a:pt x="242894" y="7941"/>
                      </a:cubicBezTo>
                      <a:cubicBezTo>
                        <a:pt x="213816" y="66580"/>
                        <a:pt x="142712" y="90550"/>
                        <a:pt x="84090" y="61480"/>
                      </a:cubicBezTo>
                      <a:cubicBezTo>
                        <a:pt x="60855" y="49970"/>
                        <a:pt x="42064" y="31162"/>
                        <a:pt x="30543" y="7941"/>
                      </a:cubicBezTo>
                      <a:cubicBezTo>
                        <a:pt x="25825" y="164"/>
                        <a:pt x="15730" y="-2327"/>
                        <a:pt x="7939" y="2380"/>
                      </a:cubicBezTo>
                      <a:cubicBezTo>
                        <a:pt x="1054" y="6542"/>
                        <a:pt x="-1799" y="15062"/>
                        <a:pt x="1163" y="22535"/>
                      </a:cubicBezTo>
                      <a:cubicBezTo>
                        <a:pt x="26565" y="74156"/>
                        <a:pt x="79180" y="106781"/>
                        <a:pt x="136705" y="106586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354E9B49-557A-4E8E-C8E9-9ADC868DB811}"/>
                    </a:ext>
                  </a:extLst>
                </p:cNvPr>
                <p:cNvSpPr/>
                <p:nvPr/>
              </p:nvSpPr>
              <p:spPr>
                <a:xfrm>
                  <a:off x="5526075" y="2673392"/>
                  <a:ext cx="942269" cy="313217"/>
                </a:xfrm>
                <a:custGeom>
                  <a:avLst/>
                  <a:gdLst>
                    <a:gd name="connsiteX0" fmla="*/ 933097 w 942269"/>
                    <a:gd name="connsiteY0" fmla="*/ 1749 h 313217"/>
                    <a:gd name="connsiteX1" fmla="*/ 911015 w 942269"/>
                    <a:gd name="connsiteY1" fmla="*/ 9087 h 313217"/>
                    <a:gd name="connsiteX2" fmla="*/ 910932 w 942269"/>
                    <a:gd name="connsiteY2" fmla="*/ 9238 h 313217"/>
                    <a:gd name="connsiteX3" fmla="*/ 656061 w 942269"/>
                    <a:gd name="connsiteY3" fmla="*/ 246360 h 313217"/>
                    <a:gd name="connsiteX4" fmla="*/ 471142 w 942269"/>
                    <a:gd name="connsiteY4" fmla="*/ 281418 h 313217"/>
                    <a:gd name="connsiteX5" fmla="*/ 293026 w 942269"/>
                    <a:gd name="connsiteY5" fmla="*/ 249049 h 313217"/>
                    <a:gd name="connsiteX6" fmla="*/ 31380 w 942269"/>
                    <a:gd name="connsiteY6" fmla="*/ 9238 h 313217"/>
                    <a:gd name="connsiteX7" fmla="*/ 9215 w 942269"/>
                    <a:gd name="connsiteY7" fmla="*/ 1763 h 313217"/>
                    <a:gd name="connsiteX8" fmla="*/ 1726 w 942269"/>
                    <a:gd name="connsiteY8" fmla="*/ 23942 h 313217"/>
                    <a:gd name="connsiteX9" fmla="*/ 287019 w 942269"/>
                    <a:gd name="connsiteY9" fmla="*/ 281803 h 313217"/>
                    <a:gd name="connsiteX10" fmla="*/ 656391 w 942269"/>
                    <a:gd name="connsiteY10" fmla="*/ 281336 h 313217"/>
                    <a:gd name="connsiteX11" fmla="*/ 940531 w 942269"/>
                    <a:gd name="connsiteY11" fmla="*/ 23859 h 313217"/>
                    <a:gd name="connsiteX12" fmla="*/ 933152 w 942269"/>
                    <a:gd name="connsiteY12" fmla="*/ 1779 h 313217"/>
                    <a:gd name="connsiteX13" fmla="*/ 933097 w 942269"/>
                    <a:gd name="connsiteY13" fmla="*/ 1749 h 313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42269" h="313217">
                      <a:moveTo>
                        <a:pt x="933097" y="1749"/>
                      </a:moveTo>
                      <a:cubicBezTo>
                        <a:pt x="924977" y="-2324"/>
                        <a:pt x="915074" y="959"/>
                        <a:pt x="911015" y="9087"/>
                      </a:cubicBezTo>
                      <a:cubicBezTo>
                        <a:pt x="910987" y="9137"/>
                        <a:pt x="910960" y="9189"/>
                        <a:pt x="910932" y="9238"/>
                      </a:cubicBezTo>
                      <a:cubicBezTo>
                        <a:pt x="857961" y="116881"/>
                        <a:pt x="767243" y="201290"/>
                        <a:pt x="656061" y="246360"/>
                      </a:cubicBezTo>
                      <a:cubicBezTo>
                        <a:pt x="607809" y="266002"/>
                        <a:pt x="539503" y="281007"/>
                        <a:pt x="471142" y="281418"/>
                      </a:cubicBezTo>
                      <a:cubicBezTo>
                        <a:pt x="406046" y="281830"/>
                        <a:pt x="340922" y="268635"/>
                        <a:pt x="293026" y="249049"/>
                      </a:cubicBezTo>
                      <a:cubicBezTo>
                        <a:pt x="178827" y="204746"/>
                        <a:pt x="85448" y="119158"/>
                        <a:pt x="31380" y="9238"/>
                      </a:cubicBezTo>
                      <a:cubicBezTo>
                        <a:pt x="27320" y="1050"/>
                        <a:pt x="17389" y="-2297"/>
                        <a:pt x="9215" y="1763"/>
                      </a:cubicBezTo>
                      <a:cubicBezTo>
                        <a:pt x="1012" y="5823"/>
                        <a:pt x="-2334" y="15753"/>
                        <a:pt x="1726" y="23942"/>
                      </a:cubicBezTo>
                      <a:cubicBezTo>
                        <a:pt x="60732" y="142942"/>
                        <a:pt x="162697" y="235086"/>
                        <a:pt x="287019" y="281803"/>
                      </a:cubicBezTo>
                      <a:cubicBezTo>
                        <a:pt x="391123" y="319878"/>
                        <a:pt x="523208" y="327504"/>
                        <a:pt x="656391" y="281336"/>
                      </a:cubicBezTo>
                      <a:cubicBezTo>
                        <a:pt x="780246" y="234482"/>
                        <a:pt x="881744" y="142503"/>
                        <a:pt x="940531" y="23859"/>
                      </a:cubicBezTo>
                      <a:cubicBezTo>
                        <a:pt x="944591" y="15726"/>
                        <a:pt x="941299" y="5842"/>
                        <a:pt x="933152" y="1779"/>
                      </a:cubicBezTo>
                      <a:cubicBezTo>
                        <a:pt x="933152" y="1771"/>
                        <a:pt x="933124" y="1760"/>
                        <a:pt x="933097" y="1749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F2A7EF12-42A0-0459-BB7E-8D127BA1E8E5}"/>
                    </a:ext>
                  </a:extLst>
                </p:cNvPr>
                <p:cNvSpPr/>
                <p:nvPr/>
              </p:nvSpPr>
              <p:spPr>
                <a:xfrm>
                  <a:off x="5638025" y="2617976"/>
                  <a:ext cx="718631" cy="246969"/>
                </a:xfrm>
                <a:custGeom>
                  <a:avLst/>
                  <a:gdLst>
                    <a:gd name="connsiteX0" fmla="*/ 145963 w 718631"/>
                    <a:gd name="connsiteY0" fmla="*/ 184312 h 246969"/>
                    <a:gd name="connsiteX1" fmla="*/ 279228 w 718631"/>
                    <a:gd name="connsiteY1" fmla="*/ 237887 h 246969"/>
                    <a:gd name="connsiteX2" fmla="*/ 439184 w 718631"/>
                    <a:gd name="connsiteY2" fmla="*/ 237887 h 246969"/>
                    <a:gd name="connsiteX3" fmla="*/ 716905 w 718631"/>
                    <a:gd name="connsiteY3" fmla="*/ 23917 h 246969"/>
                    <a:gd name="connsiteX4" fmla="*/ 709417 w 718631"/>
                    <a:gd name="connsiteY4" fmla="*/ 1725 h 246969"/>
                    <a:gd name="connsiteX5" fmla="*/ 687224 w 718631"/>
                    <a:gd name="connsiteY5" fmla="*/ 9214 h 246969"/>
                    <a:gd name="connsiteX6" fmla="*/ 456795 w 718631"/>
                    <a:gd name="connsiteY6" fmla="*/ 199729 h 246969"/>
                    <a:gd name="connsiteX7" fmla="*/ 250836 w 718631"/>
                    <a:gd name="connsiteY7" fmla="*/ 196519 h 246969"/>
                    <a:gd name="connsiteX8" fmla="*/ 31380 w 718631"/>
                    <a:gd name="connsiteY8" fmla="*/ 9214 h 246969"/>
                    <a:gd name="connsiteX9" fmla="*/ 9215 w 718631"/>
                    <a:gd name="connsiteY9" fmla="*/ 1738 h 246969"/>
                    <a:gd name="connsiteX10" fmla="*/ 1726 w 718631"/>
                    <a:gd name="connsiteY10" fmla="*/ 23917 h 246969"/>
                    <a:gd name="connsiteX11" fmla="*/ 145963 w 718631"/>
                    <a:gd name="connsiteY11" fmla="*/ 184312 h 246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18631" h="246969">
                      <a:moveTo>
                        <a:pt x="145963" y="184312"/>
                      </a:moveTo>
                      <a:cubicBezTo>
                        <a:pt x="186755" y="210126"/>
                        <a:pt x="231908" y="228286"/>
                        <a:pt x="279228" y="237887"/>
                      </a:cubicBezTo>
                      <a:cubicBezTo>
                        <a:pt x="359192" y="258324"/>
                        <a:pt x="439184" y="237887"/>
                        <a:pt x="439184" y="237887"/>
                      </a:cubicBezTo>
                      <a:cubicBezTo>
                        <a:pt x="559830" y="213253"/>
                        <a:pt x="662316" y="134276"/>
                        <a:pt x="716905" y="23917"/>
                      </a:cubicBezTo>
                      <a:cubicBezTo>
                        <a:pt x="720965" y="15720"/>
                        <a:pt x="717619" y="5785"/>
                        <a:pt x="709417" y="1725"/>
                      </a:cubicBezTo>
                      <a:cubicBezTo>
                        <a:pt x="701214" y="-2335"/>
                        <a:pt x="691284" y="1017"/>
                        <a:pt x="687224" y="9214"/>
                      </a:cubicBezTo>
                      <a:cubicBezTo>
                        <a:pt x="641275" y="102817"/>
                        <a:pt x="557361" y="172187"/>
                        <a:pt x="456795" y="199729"/>
                      </a:cubicBezTo>
                      <a:cubicBezTo>
                        <a:pt x="404674" y="211744"/>
                        <a:pt x="356778" y="227518"/>
                        <a:pt x="250836" y="196519"/>
                      </a:cubicBezTo>
                      <a:cubicBezTo>
                        <a:pt x="154988" y="167003"/>
                        <a:pt x="75600" y="99224"/>
                        <a:pt x="31380" y="9214"/>
                      </a:cubicBezTo>
                      <a:cubicBezTo>
                        <a:pt x="27320" y="1025"/>
                        <a:pt x="17389" y="-2321"/>
                        <a:pt x="9215" y="1738"/>
                      </a:cubicBezTo>
                      <a:cubicBezTo>
                        <a:pt x="1013" y="5798"/>
                        <a:pt x="-2334" y="15729"/>
                        <a:pt x="1726" y="23917"/>
                      </a:cubicBezTo>
                      <a:cubicBezTo>
                        <a:pt x="34205" y="89589"/>
                        <a:pt x="84104" y="145084"/>
                        <a:pt x="145963" y="184312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CA82E1F3-F762-EA21-0FC3-1B01E053DB34}"/>
                    </a:ext>
                  </a:extLst>
                </p:cNvPr>
                <p:cNvSpPr/>
                <p:nvPr/>
              </p:nvSpPr>
              <p:spPr>
                <a:xfrm>
                  <a:off x="5806125" y="2371072"/>
                  <a:ext cx="382210" cy="59479"/>
                </a:xfrm>
                <a:custGeom>
                  <a:avLst/>
                  <a:gdLst>
                    <a:gd name="connsiteX0" fmla="*/ 0 w 382210"/>
                    <a:gd name="connsiteY0" fmla="*/ 12 h 59479"/>
                    <a:gd name="connsiteX1" fmla="*/ 16816 w 382210"/>
                    <a:gd name="connsiteY1" fmla="*/ 22452 h 59479"/>
                    <a:gd name="connsiteX2" fmla="*/ 84792 w 382210"/>
                    <a:gd name="connsiteY2" fmla="*/ 50432 h 59479"/>
                    <a:gd name="connsiteX3" fmla="*/ 248534 w 382210"/>
                    <a:gd name="connsiteY3" fmla="*/ 58882 h 59479"/>
                    <a:gd name="connsiteX4" fmla="*/ 329294 w 382210"/>
                    <a:gd name="connsiteY4" fmla="*/ 37567 h 59479"/>
                    <a:gd name="connsiteX5" fmla="*/ 365367 w 382210"/>
                    <a:gd name="connsiteY5" fmla="*/ 22452 h 59479"/>
                    <a:gd name="connsiteX6" fmla="*/ 382210 w 382210"/>
                    <a:gd name="connsiteY6" fmla="*/ 12 h 59479"/>
                    <a:gd name="connsiteX7" fmla="*/ 283455 w 382210"/>
                    <a:gd name="connsiteY7" fmla="*/ 7117 h 59479"/>
                    <a:gd name="connsiteX8" fmla="*/ 33824 w 382210"/>
                    <a:gd name="connsiteY8" fmla="*/ 451 h 59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2210" h="59479">
                      <a:moveTo>
                        <a:pt x="0" y="12"/>
                      </a:moveTo>
                      <a:lnTo>
                        <a:pt x="16816" y="22452"/>
                      </a:lnTo>
                      <a:cubicBezTo>
                        <a:pt x="16816" y="22452"/>
                        <a:pt x="66193" y="50049"/>
                        <a:pt x="84792" y="50432"/>
                      </a:cubicBezTo>
                      <a:cubicBezTo>
                        <a:pt x="103391" y="50817"/>
                        <a:pt x="230539" y="62173"/>
                        <a:pt x="248534" y="58882"/>
                      </a:cubicBezTo>
                      <a:cubicBezTo>
                        <a:pt x="266529" y="55590"/>
                        <a:pt x="327099" y="39405"/>
                        <a:pt x="329294" y="37567"/>
                      </a:cubicBezTo>
                      <a:cubicBezTo>
                        <a:pt x="331489" y="35729"/>
                        <a:pt x="365367" y="22452"/>
                        <a:pt x="365367" y="22452"/>
                      </a:cubicBezTo>
                      <a:lnTo>
                        <a:pt x="382210" y="12"/>
                      </a:lnTo>
                      <a:cubicBezTo>
                        <a:pt x="382210" y="12"/>
                        <a:pt x="309104" y="-618"/>
                        <a:pt x="283455" y="7117"/>
                      </a:cubicBezTo>
                      <a:cubicBezTo>
                        <a:pt x="257806" y="14853"/>
                        <a:pt x="33824" y="451"/>
                        <a:pt x="33824" y="451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714FA15A-8323-B86A-0AF4-56103B219EC2}"/>
                    </a:ext>
                  </a:extLst>
                </p:cNvPr>
                <p:cNvSpPr/>
                <p:nvPr/>
              </p:nvSpPr>
              <p:spPr>
                <a:xfrm>
                  <a:off x="5741743" y="2277788"/>
                  <a:ext cx="508616" cy="93744"/>
                </a:xfrm>
                <a:custGeom>
                  <a:avLst/>
                  <a:gdLst>
                    <a:gd name="connsiteX0" fmla="*/ 0 w 508616"/>
                    <a:gd name="connsiteY0" fmla="*/ 0 h 93744"/>
                    <a:gd name="connsiteX1" fmla="*/ 30175 w 508616"/>
                    <a:gd name="connsiteY1" fmla="*/ 47841 h 93744"/>
                    <a:gd name="connsiteX2" fmla="*/ 114199 w 508616"/>
                    <a:gd name="connsiteY2" fmla="*/ 86685 h 93744"/>
                    <a:gd name="connsiteX3" fmla="*/ 334479 w 508616"/>
                    <a:gd name="connsiteY3" fmla="*/ 93241 h 93744"/>
                    <a:gd name="connsiteX4" fmla="*/ 445715 w 508616"/>
                    <a:gd name="connsiteY4" fmla="*/ 81116 h 93744"/>
                    <a:gd name="connsiteX5" fmla="*/ 481377 w 508616"/>
                    <a:gd name="connsiteY5" fmla="*/ 46634 h 93744"/>
                    <a:gd name="connsiteX6" fmla="*/ 508617 w 508616"/>
                    <a:gd name="connsiteY6" fmla="*/ 3703 h 93744"/>
                    <a:gd name="connsiteX7" fmla="*/ 108576 w 508616"/>
                    <a:gd name="connsiteY7" fmla="*/ 0 h 93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8616" h="93744">
                      <a:moveTo>
                        <a:pt x="0" y="0"/>
                      </a:moveTo>
                      <a:lnTo>
                        <a:pt x="30175" y="47841"/>
                      </a:lnTo>
                      <a:cubicBezTo>
                        <a:pt x="30175" y="47841"/>
                        <a:pt x="104845" y="86767"/>
                        <a:pt x="114199" y="86685"/>
                      </a:cubicBezTo>
                      <a:cubicBezTo>
                        <a:pt x="123554" y="86603"/>
                        <a:pt x="315194" y="95985"/>
                        <a:pt x="334479" y="93241"/>
                      </a:cubicBezTo>
                      <a:cubicBezTo>
                        <a:pt x="353763" y="90498"/>
                        <a:pt x="445715" y="81116"/>
                        <a:pt x="445715" y="81116"/>
                      </a:cubicBezTo>
                      <a:lnTo>
                        <a:pt x="481377" y="46634"/>
                      </a:lnTo>
                      <a:lnTo>
                        <a:pt x="508617" y="3703"/>
                      </a:lnTo>
                      <a:lnTo>
                        <a:pt x="108576" y="0"/>
                      </a:ln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BC0F43EC-F242-1FD2-F453-71D9A48A20C8}"/>
                    </a:ext>
                  </a:extLst>
                </p:cNvPr>
                <p:cNvSpPr/>
                <p:nvPr/>
              </p:nvSpPr>
              <p:spPr>
                <a:xfrm>
                  <a:off x="5740014" y="2194505"/>
                  <a:ext cx="514377" cy="148187"/>
                </a:xfrm>
                <a:custGeom>
                  <a:avLst/>
                  <a:gdLst>
                    <a:gd name="connsiteX0" fmla="*/ 257230 w 514377"/>
                    <a:gd name="connsiteY0" fmla="*/ 148188 h 148187"/>
                    <a:gd name="connsiteX1" fmla="*/ 501375 w 514377"/>
                    <a:gd name="connsiteY1" fmla="*/ 97411 h 148187"/>
                    <a:gd name="connsiteX2" fmla="*/ 514377 w 514377"/>
                    <a:gd name="connsiteY2" fmla="*/ 74066 h 148187"/>
                    <a:gd name="connsiteX3" fmla="*/ 257175 w 514377"/>
                    <a:gd name="connsiteY3" fmla="*/ 0 h 148187"/>
                    <a:gd name="connsiteX4" fmla="*/ 0 w 514377"/>
                    <a:gd name="connsiteY4" fmla="*/ 74066 h 148187"/>
                    <a:gd name="connsiteX5" fmla="*/ 3182 w 514377"/>
                    <a:gd name="connsiteY5" fmla="*/ 86521 h 148187"/>
                    <a:gd name="connsiteX6" fmla="*/ 13003 w 514377"/>
                    <a:gd name="connsiteY6" fmla="*/ 97493 h 148187"/>
                    <a:gd name="connsiteX7" fmla="*/ 257230 w 514377"/>
                    <a:gd name="connsiteY7" fmla="*/ 148188 h 148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4377" h="148187">
                      <a:moveTo>
                        <a:pt x="257230" y="148188"/>
                      </a:moveTo>
                      <a:cubicBezTo>
                        <a:pt x="370990" y="148188"/>
                        <a:pt x="467524" y="126900"/>
                        <a:pt x="501375" y="97411"/>
                      </a:cubicBezTo>
                      <a:cubicBezTo>
                        <a:pt x="509824" y="90059"/>
                        <a:pt x="514377" y="82214"/>
                        <a:pt x="514377" y="74066"/>
                      </a:cubicBezTo>
                      <a:cubicBezTo>
                        <a:pt x="514377" y="33110"/>
                        <a:pt x="399163" y="0"/>
                        <a:pt x="257175" y="0"/>
                      </a:cubicBezTo>
                      <a:cubicBezTo>
                        <a:pt x="115187" y="0"/>
                        <a:pt x="0" y="33193"/>
                        <a:pt x="0" y="74066"/>
                      </a:cubicBezTo>
                      <a:cubicBezTo>
                        <a:pt x="137" y="78398"/>
                        <a:pt x="1235" y="82647"/>
                        <a:pt x="3182" y="86521"/>
                      </a:cubicBezTo>
                      <a:cubicBezTo>
                        <a:pt x="5925" y="90630"/>
                        <a:pt x="9217" y="94325"/>
                        <a:pt x="13003" y="97493"/>
                      </a:cubicBezTo>
                      <a:cubicBezTo>
                        <a:pt x="46936" y="126983"/>
                        <a:pt x="143470" y="148188"/>
                        <a:pt x="257230" y="148188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F8C7FCEF-E72F-0466-0290-6CE9FF0F7E8E}"/>
                    </a:ext>
                  </a:extLst>
                </p:cNvPr>
                <p:cNvSpPr/>
                <p:nvPr/>
              </p:nvSpPr>
              <p:spPr>
                <a:xfrm>
                  <a:off x="5771150" y="2324450"/>
                  <a:ext cx="452216" cy="80074"/>
                </a:xfrm>
                <a:custGeom>
                  <a:avLst/>
                  <a:gdLst>
                    <a:gd name="connsiteX0" fmla="*/ 226095 w 452216"/>
                    <a:gd name="connsiteY0" fmla="*/ 80074 h 80074"/>
                    <a:gd name="connsiteX1" fmla="*/ 417214 w 452216"/>
                    <a:gd name="connsiteY1" fmla="*/ 46634 h 80074"/>
                    <a:gd name="connsiteX2" fmla="*/ 452217 w 452216"/>
                    <a:gd name="connsiteY2" fmla="*/ 0 h 80074"/>
                    <a:gd name="connsiteX3" fmla="*/ 226095 w 452216"/>
                    <a:gd name="connsiteY3" fmla="*/ 36704 h 80074"/>
                    <a:gd name="connsiteX4" fmla="*/ 0 w 452216"/>
                    <a:gd name="connsiteY4" fmla="*/ 0 h 80074"/>
                    <a:gd name="connsiteX5" fmla="*/ 35003 w 452216"/>
                    <a:gd name="connsiteY5" fmla="*/ 46634 h 80074"/>
                    <a:gd name="connsiteX6" fmla="*/ 226095 w 452216"/>
                    <a:gd name="connsiteY6" fmla="*/ 80074 h 80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52216" h="80074">
                      <a:moveTo>
                        <a:pt x="226095" y="80074"/>
                      </a:moveTo>
                      <a:cubicBezTo>
                        <a:pt x="230978" y="80074"/>
                        <a:pt x="344711" y="76837"/>
                        <a:pt x="417214" y="46634"/>
                      </a:cubicBezTo>
                      <a:lnTo>
                        <a:pt x="452217" y="0"/>
                      </a:lnTo>
                      <a:cubicBezTo>
                        <a:pt x="402839" y="22796"/>
                        <a:pt x="319802" y="36704"/>
                        <a:pt x="226095" y="36704"/>
                      </a:cubicBezTo>
                      <a:cubicBezTo>
                        <a:pt x="132387" y="36704"/>
                        <a:pt x="49241" y="22796"/>
                        <a:pt x="0" y="0"/>
                      </a:cubicBezTo>
                      <a:lnTo>
                        <a:pt x="35003" y="46634"/>
                      </a:lnTo>
                      <a:cubicBezTo>
                        <a:pt x="107479" y="76837"/>
                        <a:pt x="221212" y="79964"/>
                        <a:pt x="226095" y="80074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7F89D9FE-29C9-6317-2DDA-ADE7ACCBC7A7}"/>
                    </a:ext>
                  </a:extLst>
                </p:cNvPr>
                <p:cNvSpPr/>
                <p:nvPr/>
              </p:nvSpPr>
              <p:spPr>
                <a:xfrm>
                  <a:off x="5822941" y="2393524"/>
                  <a:ext cx="348551" cy="67564"/>
                </a:xfrm>
                <a:custGeom>
                  <a:avLst/>
                  <a:gdLst>
                    <a:gd name="connsiteX0" fmla="*/ 306525 w 348551"/>
                    <a:gd name="connsiteY0" fmla="*/ 47567 h 67564"/>
                    <a:gd name="connsiteX1" fmla="*/ 322024 w 348551"/>
                    <a:gd name="connsiteY1" fmla="*/ 35360 h 67564"/>
                    <a:gd name="connsiteX2" fmla="*/ 348551 w 348551"/>
                    <a:gd name="connsiteY2" fmla="*/ 0 h 67564"/>
                    <a:gd name="connsiteX3" fmla="*/ 174440 w 348551"/>
                    <a:gd name="connsiteY3" fmla="*/ 26307 h 67564"/>
                    <a:gd name="connsiteX4" fmla="*/ 174138 w 348551"/>
                    <a:gd name="connsiteY4" fmla="*/ 26307 h 67564"/>
                    <a:gd name="connsiteX5" fmla="*/ 0 w 348551"/>
                    <a:gd name="connsiteY5" fmla="*/ 0 h 67564"/>
                    <a:gd name="connsiteX6" fmla="*/ 26554 w 348551"/>
                    <a:gd name="connsiteY6" fmla="*/ 35360 h 67564"/>
                    <a:gd name="connsiteX7" fmla="*/ 42053 w 348551"/>
                    <a:gd name="connsiteY7" fmla="*/ 47567 h 67564"/>
                    <a:gd name="connsiteX8" fmla="*/ 174276 w 348551"/>
                    <a:gd name="connsiteY8" fmla="*/ 67565 h 67564"/>
                    <a:gd name="connsiteX9" fmla="*/ 306525 w 348551"/>
                    <a:gd name="connsiteY9" fmla="*/ 47567 h 67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8551" h="67564">
                      <a:moveTo>
                        <a:pt x="306525" y="47567"/>
                      </a:moveTo>
                      <a:cubicBezTo>
                        <a:pt x="312670" y="44925"/>
                        <a:pt x="318019" y="40717"/>
                        <a:pt x="322024" y="35360"/>
                      </a:cubicBezTo>
                      <a:lnTo>
                        <a:pt x="348551" y="0"/>
                      </a:lnTo>
                      <a:cubicBezTo>
                        <a:pt x="273991" y="24003"/>
                        <a:pt x="179049" y="26198"/>
                        <a:pt x="174440" y="26307"/>
                      </a:cubicBezTo>
                      <a:lnTo>
                        <a:pt x="174138" y="26307"/>
                      </a:lnTo>
                      <a:cubicBezTo>
                        <a:pt x="169530" y="26307"/>
                        <a:pt x="74588" y="24003"/>
                        <a:pt x="0" y="0"/>
                      </a:cubicBezTo>
                      <a:lnTo>
                        <a:pt x="26554" y="35360"/>
                      </a:lnTo>
                      <a:cubicBezTo>
                        <a:pt x="30559" y="40717"/>
                        <a:pt x="35909" y="44925"/>
                        <a:pt x="42053" y="47567"/>
                      </a:cubicBezTo>
                      <a:cubicBezTo>
                        <a:pt x="70418" y="59610"/>
                        <a:pt x="119055" y="67565"/>
                        <a:pt x="174276" y="67565"/>
                      </a:cubicBezTo>
                      <a:cubicBezTo>
                        <a:pt x="229496" y="67565"/>
                        <a:pt x="278161" y="59610"/>
                        <a:pt x="306525" y="47567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7" name="Freeform: Shape 196">
                  <a:extLst>
                    <a:ext uri="{FF2B5EF4-FFF2-40B4-BE49-F238E27FC236}">
                      <a16:creationId xmlns:a16="http://schemas.microsoft.com/office/drawing/2014/main" id="{6A1AA0AA-68D1-E208-7EE8-8C321DD55C9A}"/>
                    </a:ext>
                  </a:extLst>
                </p:cNvPr>
                <p:cNvSpPr/>
                <p:nvPr/>
              </p:nvSpPr>
              <p:spPr>
                <a:xfrm>
                  <a:off x="5862792" y="2782250"/>
                  <a:ext cx="266639" cy="387717"/>
                </a:xfrm>
                <a:custGeom>
                  <a:avLst/>
                  <a:gdLst>
                    <a:gd name="connsiteX0" fmla="*/ 121477 w 266639"/>
                    <a:gd name="connsiteY0" fmla="*/ 1000 h 387717"/>
                    <a:gd name="connsiteX1" fmla="*/ 40003 w 266639"/>
                    <a:gd name="connsiteY1" fmla="*/ 35509 h 387717"/>
                    <a:gd name="connsiteX2" fmla="*/ 364 w 266639"/>
                    <a:gd name="connsiteY2" fmla="*/ 107600 h 387717"/>
                    <a:gd name="connsiteX3" fmla="*/ 17235 w 266639"/>
                    <a:gd name="connsiteY3" fmla="*/ 194450 h 387717"/>
                    <a:gd name="connsiteX4" fmla="*/ 60742 w 266639"/>
                    <a:gd name="connsiteY4" fmla="*/ 261604 h 387717"/>
                    <a:gd name="connsiteX5" fmla="*/ 86418 w 266639"/>
                    <a:gd name="connsiteY5" fmla="*/ 355558 h 387717"/>
                    <a:gd name="connsiteX6" fmla="*/ 137634 w 266639"/>
                    <a:gd name="connsiteY6" fmla="*/ 386392 h 387717"/>
                    <a:gd name="connsiteX7" fmla="*/ 178151 w 266639"/>
                    <a:gd name="connsiteY7" fmla="*/ 365983 h 387717"/>
                    <a:gd name="connsiteX8" fmla="*/ 189124 w 266639"/>
                    <a:gd name="connsiteY8" fmla="*/ 303328 h 387717"/>
                    <a:gd name="connsiteX9" fmla="*/ 230272 w 266639"/>
                    <a:gd name="connsiteY9" fmla="*/ 231511 h 387717"/>
                    <a:gd name="connsiteX10" fmla="*/ 263190 w 266639"/>
                    <a:gd name="connsiteY10" fmla="*/ 155771 h 387717"/>
                    <a:gd name="connsiteX11" fmla="*/ 250050 w 266639"/>
                    <a:gd name="connsiteY11" fmla="*/ 66343 h 387717"/>
                    <a:gd name="connsiteX12" fmla="*/ 165642 w 266639"/>
                    <a:gd name="connsiteY12" fmla="*/ 1000 h 387717"/>
                    <a:gd name="connsiteX13" fmla="*/ 121477 w 266639"/>
                    <a:gd name="connsiteY13" fmla="*/ 1000 h 387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66639" h="387717">
                      <a:moveTo>
                        <a:pt x="121477" y="1000"/>
                      </a:moveTo>
                      <a:cubicBezTo>
                        <a:pt x="87708" y="8352"/>
                        <a:pt x="48069" y="22945"/>
                        <a:pt x="40003" y="35509"/>
                      </a:cubicBezTo>
                      <a:cubicBezTo>
                        <a:pt x="31938" y="48073"/>
                        <a:pt x="-376" y="84283"/>
                        <a:pt x="364" y="107600"/>
                      </a:cubicBezTo>
                      <a:cubicBezTo>
                        <a:pt x="1105" y="130918"/>
                        <a:pt x="-5561" y="169460"/>
                        <a:pt x="17235" y="194450"/>
                      </a:cubicBezTo>
                      <a:cubicBezTo>
                        <a:pt x="40031" y="219441"/>
                        <a:pt x="61867" y="246077"/>
                        <a:pt x="60742" y="261604"/>
                      </a:cubicBezTo>
                      <a:cubicBezTo>
                        <a:pt x="59617" y="277130"/>
                        <a:pt x="82688" y="329251"/>
                        <a:pt x="86418" y="355558"/>
                      </a:cubicBezTo>
                      <a:cubicBezTo>
                        <a:pt x="90149" y="381865"/>
                        <a:pt x="112671" y="391522"/>
                        <a:pt x="137634" y="386392"/>
                      </a:cubicBezTo>
                      <a:cubicBezTo>
                        <a:pt x="162597" y="381262"/>
                        <a:pt x="175353" y="371277"/>
                        <a:pt x="178151" y="365983"/>
                      </a:cubicBezTo>
                      <a:cubicBezTo>
                        <a:pt x="180949" y="360688"/>
                        <a:pt x="184598" y="310570"/>
                        <a:pt x="189124" y="303328"/>
                      </a:cubicBezTo>
                      <a:cubicBezTo>
                        <a:pt x="193650" y="296086"/>
                        <a:pt x="225828" y="238095"/>
                        <a:pt x="230272" y="231511"/>
                      </a:cubicBezTo>
                      <a:cubicBezTo>
                        <a:pt x="234716" y="224927"/>
                        <a:pt x="258746" y="182819"/>
                        <a:pt x="263190" y="155771"/>
                      </a:cubicBezTo>
                      <a:cubicBezTo>
                        <a:pt x="267634" y="128723"/>
                        <a:pt x="271420" y="91278"/>
                        <a:pt x="250050" y="66343"/>
                      </a:cubicBezTo>
                      <a:cubicBezTo>
                        <a:pt x="228681" y="41407"/>
                        <a:pt x="179577" y="3249"/>
                        <a:pt x="165642" y="1000"/>
                      </a:cubicBezTo>
                      <a:cubicBezTo>
                        <a:pt x="151707" y="-1250"/>
                        <a:pt x="121477" y="1000"/>
                        <a:pt x="121477" y="1000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8" name="Freeform: Shape 197">
                  <a:extLst>
                    <a:ext uri="{FF2B5EF4-FFF2-40B4-BE49-F238E27FC236}">
                      <a16:creationId xmlns:a16="http://schemas.microsoft.com/office/drawing/2014/main" id="{8A337A59-384B-AAE1-8E2F-E0730ECFB2BE}"/>
                    </a:ext>
                  </a:extLst>
                </p:cNvPr>
                <p:cNvSpPr/>
                <p:nvPr/>
              </p:nvSpPr>
              <p:spPr>
                <a:xfrm>
                  <a:off x="5853857" y="2773786"/>
                  <a:ext cx="286569" cy="405691"/>
                </a:xfrm>
                <a:custGeom>
                  <a:avLst/>
                  <a:gdLst>
                    <a:gd name="connsiteX0" fmla="*/ 143387 w 286569"/>
                    <a:gd name="connsiteY0" fmla="*/ 0 h 405691"/>
                    <a:gd name="connsiteX1" fmla="*/ 0 w 286569"/>
                    <a:gd name="connsiteY1" fmla="*/ 143305 h 405691"/>
                    <a:gd name="connsiteX2" fmla="*/ 40545 w 286569"/>
                    <a:gd name="connsiteY2" fmla="*/ 243212 h 405691"/>
                    <a:gd name="connsiteX3" fmla="*/ 40545 w 286569"/>
                    <a:gd name="connsiteY3" fmla="*/ 243212 h 405691"/>
                    <a:gd name="connsiteX4" fmla="*/ 40545 w 286569"/>
                    <a:gd name="connsiteY4" fmla="*/ 243212 h 405691"/>
                    <a:gd name="connsiteX5" fmla="*/ 40545 w 286569"/>
                    <a:gd name="connsiteY5" fmla="*/ 243212 h 405691"/>
                    <a:gd name="connsiteX6" fmla="*/ 82077 w 286569"/>
                    <a:gd name="connsiteY6" fmla="*/ 338840 h 405691"/>
                    <a:gd name="connsiteX7" fmla="*/ 143277 w 286569"/>
                    <a:gd name="connsiteY7" fmla="*/ 405692 h 405691"/>
                    <a:gd name="connsiteX8" fmla="*/ 204506 w 286569"/>
                    <a:gd name="connsiteY8" fmla="*/ 338840 h 405691"/>
                    <a:gd name="connsiteX9" fmla="*/ 246038 w 286569"/>
                    <a:gd name="connsiteY9" fmla="*/ 243212 h 405691"/>
                    <a:gd name="connsiteX10" fmla="*/ 246038 w 286569"/>
                    <a:gd name="connsiteY10" fmla="*/ 243212 h 405691"/>
                    <a:gd name="connsiteX11" fmla="*/ 246038 w 286569"/>
                    <a:gd name="connsiteY11" fmla="*/ 243212 h 405691"/>
                    <a:gd name="connsiteX12" fmla="*/ 246038 w 286569"/>
                    <a:gd name="connsiteY12" fmla="*/ 243212 h 405691"/>
                    <a:gd name="connsiteX13" fmla="*/ 243130 w 286569"/>
                    <a:gd name="connsiteY13" fmla="*/ 40545 h 405691"/>
                    <a:gd name="connsiteX14" fmla="*/ 143168 w 286569"/>
                    <a:gd name="connsiteY14" fmla="*/ 0 h 405691"/>
                    <a:gd name="connsiteX15" fmla="*/ 154963 w 286569"/>
                    <a:gd name="connsiteY15" fmla="*/ 388026 h 405691"/>
                    <a:gd name="connsiteX16" fmla="*/ 154963 w 286569"/>
                    <a:gd name="connsiteY16" fmla="*/ 388026 h 405691"/>
                    <a:gd name="connsiteX17" fmla="*/ 148133 w 286569"/>
                    <a:gd name="connsiteY17" fmla="*/ 381716 h 405691"/>
                    <a:gd name="connsiteX18" fmla="*/ 137160 w 286569"/>
                    <a:gd name="connsiteY18" fmla="*/ 381716 h 405691"/>
                    <a:gd name="connsiteX19" fmla="*/ 130357 w 286569"/>
                    <a:gd name="connsiteY19" fmla="*/ 387779 h 405691"/>
                    <a:gd name="connsiteX20" fmla="*/ 130357 w 286569"/>
                    <a:gd name="connsiteY20" fmla="*/ 387779 h 405691"/>
                    <a:gd name="connsiteX21" fmla="*/ 99715 w 286569"/>
                    <a:gd name="connsiteY21" fmla="*/ 360923 h 405691"/>
                    <a:gd name="connsiteX22" fmla="*/ 187141 w 286569"/>
                    <a:gd name="connsiteY22" fmla="*/ 360923 h 405691"/>
                    <a:gd name="connsiteX23" fmla="*/ 154936 w 286569"/>
                    <a:gd name="connsiteY23" fmla="*/ 388026 h 405691"/>
                    <a:gd name="connsiteX24" fmla="*/ 189912 w 286569"/>
                    <a:gd name="connsiteY24" fmla="*/ 344134 h 405691"/>
                    <a:gd name="connsiteX25" fmla="*/ 96753 w 286569"/>
                    <a:gd name="connsiteY25" fmla="*/ 344134 h 405691"/>
                    <a:gd name="connsiteX26" fmla="*/ 96753 w 286569"/>
                    <a:gd name="connsiteY26" fmla="*/ 337030 h 405691"/>
                    <a:gd name="connsiteX27" fmla="*/ 95299 w 286569"/>
                    <a:gd name="connsiteY27" fmla="*/ 328388 h 405691"/>
                    <a:gd name="connsiteX28" fmla="*/ 191311 w 286569"/>
                    <a:gd name="connsiteY28" fmla="*/ 328388 h 405691"/>
                    <a:gd name="connsiteX29" fmla="*/ 189884 w 286569"/>
                    <a:gd name="connsiteY29" fmla="*/ 337030 h 405691"/>
                    <a:gd name="connsiteX30" fmla="*/ 190022 w 286569"/>
                    <a:gd name="connsiteY30" fmla="*/ 344217 h 405691"/>
                    <a:gd name="connsiteX31" fmla="*/ 234023 w 286569"/>
                    <a:gd name="connsiteY31" fmla="*/ 231663 h 405691"/>
                    <a:gd name="connsiteX32" fmla="*/ 206591 w 286569"/>
                    <a:gd name="connsiteY32" fmla="*/ 271906 h 405691"/>
                    <a:gd name="connsiteX33" fmla="*/ 194466 w 286569"/>
                    <a:gd name="connsiteY33" fmla="*/ 311573 h 405691"/>
                    <a:gd name="connsiteX34" fmla="*/ 92364 w 286569"/>
                    <a:gd name="connsiteY34" fmla="*/ 311573 h 405691"/>
                    <a:gd name="connsiteX35" fmla="*/ 80239 w 286569"/>
                    <a:gd name="connsiteY35" fmla="*/ 271906 h 405691"/>
                    <a:gd name="connsiteX36" fmla="*/ 52807 w 286569"/>
                    <a:gd name="connsiteY36" fmla="*/ 231663 h 405691"/>
                    <a:gd name="connsiteX37" fmla="*/ 54837 w 286569"/>
                    <a:gd name="connsiteY37" fmla="*/ 52450 h 405691"/>
                    <a:gd name="connsiteX38" fmla="*/ 234050 w 286569"/>
                    <a:gd name="connsiteY38" fmla="*/ 54480 h 405691"/>
                    <a:gd name="connsiteX39" fmla="*/ 234050 w 286569"/>
                    <a:gd name="connsiteY39" fmla="*/ 231663 h 4056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86569" h="405691">
                      <a:moveTo>
                        <a:pt x="143387" y="0"/>
                      </a:moveTo>
                      <a:cubicBezTo>
                        <a:pt x="64218" y="-27"/>
                        <a:pt x="27" y="64136"/>
                        <a:pt x="0" y="143305"/>
                      </a:cubicBezTo>
                      <a:cubicBezTo>
                        <a:pt x="0" y="180612"/>
                        <a:pt x="14539" y="216439"/>
                        <a:pt x="40545" y="243212"/>
                      </a:cubicBezTo>
                      <a:lnTo>
                        <a:pt x="40545" y="243212"/>
                      </a:lnTo>
                      <a:lnTo>
                        <a:pt x="40545" y="243212"/>
                      </a:lnTo>
                      <a:lnTo>
                        <a:pt x="40545" y="243212"/>
                      </a:lnTo>
                      <a:cubicBezTo>
                        <a:pt x="43041" y="246092"/>
                        <a:pt x="83860" y="293550"/>
                        <a:pt x="82077" y="338840"/>
                      </a:cubicBezTo>
                      <a:cubicBezTo>
                        <a:pt x="80239" y="385475"/>
                        <a:pt x="107424" y="405692"/>
                        <a:pt x="143277" y="405692"/>
                      </a:cubicBezTo>
                      <a:cubicBezTo>
                        <a:pt x="179131" y="405692"/>
                        <a:pt x="206371" y="385557"/>
                        <a:pt x="204506" y="338840"/>
                      </a:cubicBezTo>
                      <a:cubicBezTo>
                        <a:pt x="202723" y="293550"/>
                        <a:pt x="243541" y="246092"/>
                        <a:pt x="246038" y="243212"/>
                      </a:cubicBezTo>
                      <a:lnTo>
                        <a:pt x="246038" y="243212"/>
                      </a:lnTo>
                      <a:lnTo>
                        <a:pt x="246038" y="243212"/>
                      </a:lnTo>
                      <a:lnTo>
                        <a:pt x="246038" y="243212"/>
                      </a:lnTo>
                      <a:cubicBezTo>
                        <a:pt x="301204" y="186428"/>
                        <a:pt x="299887" y="95683"/>
                        <a:pt x="243130" y="40545"/>
                      </a:cubicBezTo>
                      <a:cubicBezTo>
                        <a:pt x="216356" y="14512"/>
                        <a:pt x="180503" y="-27"/>
                        <a:pt x="143168" y="0"/>
                      </a:cubicBezTo>
                      <a:close/>
                      <a:moveTo>
                        <a:pt x="154963" y="388026"/>
                      </a:moveTo>
                      <a:lnTo>
                        <a:pt x="154963" y="388026"/>
                      </a:lnTo>
                      <a:cubicBezTo>
                        <a:pt x="154689" y="384460"/>
                        <a:pt x="151699" y="381716"/>
                        <a:pt x="148133" y="381716"/>
                      </a:cubicBezTo>
                      <a:lnTo>
                        <a:pt x="137160" y="381716"/>
                      </a:lnTo>
                      <a:cubicBezTo>
                        <a:pt x="133676" y="381744"/>
                        <a:pt x="130768" y="384322"/>
                        <a:pt x="130357" y="387779"/>
                      </a:cubicBezTo>
                      <a:lnTo>
                        <a:pt x="130357" y="387779"/>
                      </a:lnTo>
                      <a:cubicBezTo>
                        <a:pt x="115763" y="385584"/>
                        <a:pt x="103803" y="375105"/>
                        <a:pt x="99715" y="360923"/>
                      </a:cubicBezTo>
                      <a:lnTo>
                        <a:pt x="187141" y="360923"/>
                      </a:lnTo>
                      <a:cubicBezTo>
                        <a:pt x="182834" y="375626"/>
                        <a:pt x="170133" y="386297"/>
                        <a:pt x="154936" y="388026"/>
                      </a:cubicBezTo>
                      <a:close/>
                      <a:moveTo>
                        <a:pt x="189912" y="344134"/>
                      </a:moveTo>
                      <a:lnTo>
                        <a:pt x="96753" y="344134"/>
                      </a:lnTo>
                      <a:cubicBezTo>
                        <a:pt x="96753" y="341885"/>
                        <a:pt x="96753" y="339526"/>
                        <a:pt x="96753" y="337030"/>
                      </a:cubicBezTo>
                      <a:cubicBezTo>
                        <a:pt x="96259" y="334012"/>
                        <a:pt x="95765" y="331132"/>
                        <a:pt x="95299" y="328388"/>
                      </a:cubicBezTo>
                      <a:lnTo>
                        <a:pt x="191311" y="328388"/>
                      </a:lnTo>
                      <a:cubicBezTo>
                        <a:pt x="190845" y="331132"/>
                        <a:pt x="190378" y="333875"/>
                        <a:pt x="189884" y="337030"/>
                      </a:cubicBezTo>
                      <a:cubicBezTo>
                        <a:pt x="190022" y="339745"/>
                        <a:pt x="190022" y="341967"/>
                        <a:pt x="190022" y="344217"/>
                      </a:cubicBezTo>
                      <a:close/>
                      <a:moveTo>
                        <a:pt x="234023" y="231663"/>
                      </a:moveTo>
                      <a:cubicBezTo>
                        <a:pt x="220498" y="250043"/>
                        <a:pt x="212324" y="260604"/>
                        <a:pt x="206591" y="271906"/>
                      </a:cubicBezTo>
                      <a:cubicBezTo>
                        <a:pt x="201296" y="282303"/>
                        <a:pt x="198032" y="293303"/>
                        <a:pt x="194466" y="311573"/>
                      </a:cubicBezTo>
                      <a:lnTo>
                        <a:pt x="92364" y="311573"/>
                      </a:lnTo>
                      <a:cubicBezTo>
                        <a:pt x="88797" y="293303"/>
                        <a:pt x="85533" y="282303"/>
                        <a:pt x="80239" y="271906"/>
                      </a:cubicBezTo>
                      <a:cubicBezTo>
                        <a:pt x="74450" y="260604"/>
                        <a:pt x="66276" y="249960"/>
                        <a:pt x="52807" y="231663"/>
                      </a:cubicBezTo>
                      <a:cubicBezTo>
                        <a:pt x="3868" y="181627"/>
                        <a:pt x="4773" y="101361"/>
                        <a:pt x="54837" y="52450"/>
                      </a:cubicBezTo>
                      <a:cubicBezTo>
                        <a:pt x="104872" y="3511"/>
                        <a:pt x="185111" y="4417"/>
                        <a:pt x="234050" y="54480"/>
                      </a:cubicBezTo>
                      <a:cubicBezTo>
                        <a:pt x="282193" y="103720"/>
                        <a:pt x="282193" y="182423"/>
                        <a:pt x="234050" y="231663"/>
                      </a:cubicBezTo>
                      <a:close/>
                    </a:path>
                  </a:pathLst>
                </a:custGeom>
                <a:solidFill>
                  <a:srgbClr val="DD9527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105C20BD-0EE7-66DB-FC64-05ADA990C82B}"/>
                    </a:ext>
                  </a:extLst>
                </p:cNvPr>
                <p:cNvSpPr/>
                <p:nvPr/>
              </p:nvSpPr>
              <p:spPr>
                <a:xfrm>
                  <a:off x="5886046" y="2809157"/>
                  <a:ext cx="135669" cy="161388"/>
                </a:xfrm>
                <a:custGeom>
                  <a:avLst/>
                  <a:gdLst>
                    <a:gd name="connsiteX0" fmla="*/ 129084 w 135669"/>
                    <a:gd name="connsiteY0" fmla="*/ 2376 h 161388"/>
                    <a:gd name="connsiteX1" fmla="*/ 2348 w 135669"/>
                    <a:gd name="connsiteY1" fmla="*/ 84507 h 161388"/>
                    <a:gd name="connsiteX2" fmla="*/ 12498 w 135669"/>
                    <a:gd name="connsiteY2" fmla="*/ 156955 h 161388"/>
                    <a:gd name="connsiteX3" fmla="*/ 23772 w 135669"/>
                    <a:gd name="connsiteY3" fmla="*/ 160412 h 161388"/>
                    <a:gd name="connsiteX4" fmla="*/ 27229 w 135669"/>
                    <a:gd name="connsiteY4" fmla="*/ 149137 h 161388"/>
                    <a:gd name="connsiteX5" fmla="*/ 64426 w 135669"/>
                    <a:gd name="connsiteY5" fmla="*/ 27257 h 161388"/>
                    <a:gd name="connsiteX6" fmla="*/ 125600 w 135669"/>
                    <a:gd name="connsiteY6" fmla="*/ 18671 h 161388"/>
                    <a:gd name="connsiteX7" fmla="*/ 135475 w 135669"/>
                    <a:gd name="connsiteY7" fmla="*/ 12279 h 161388"/>
                    <a:gd name="connsiteX8" fmla="*/ 129084 w 135669"/>
                    <a:gd name="connsiteY8" fmla="*/ 2376 h 161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5669" h="161388">
                      <a:moveTo>
                        <a:pt x="129084" y="2376"/>
                      </a:moveTo>
                      <a:cubicBezTo>
                        <a:pt x="71394" y="-9941"/>
                        <a:pt x="14665" y="26845"/>
                        <a:pt x="2348" y="84507"/>
                      </a:cubicBezTo>
                      <a:cubicBezTo>
                        <a:pt x="-2892" y="109114"/>
                        <a:pt x="702" y="134763"/>
                        <a:pt x="12498" y="156955"/>
                      </a:cubicBezTo>
                      <a:cubicBezTo>
                        <a:pt x="14665" y="161015"/>
                        <a:pt x="19712" y="162579"/>
                        <a:pt x="23772" y="160412"/>
                      </a:cubicBezTo>
                      <a:cubicBezTo>
                        <a:pt x="27832" y="158245"/>
                        <a:pt x="29396" y="153197"/>
                        <a:pt x="27229" y="149137"/>
                      </a:cubicBezTo>
                      <a:cubicBezTo>
                        <a:pt x="3856" y="105191"/>
                        <a:pt x="20508" y="50629"/>
                        <a:pt x="64426" y="27257"/>
                      </a:cubicBezTo>
                      <a:cubicBezTo>
                        <a:pt x="83190" y="17272"/>
                        <a:pt x="104834" y="14227"/>
                        <a:pt x="125600" y="18671"/>
                      </a:cubicBezTo>
                      <a:cubicBezTo>
                        <a:pt x="130099" y="19631"/>
                        <a:pt x="134515" y="16778"/>
                        <a:pt x="135475" y="12279"/>
                      </a:cubicBezTo>
                      <a:cubicBezTo>
                        <a:pt x="136463" y="7753"/>
                        <a:pt x="133582" y="3336"/>
                        <a:pt x="129084" y="23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8FF5CC2-E823-C5EB-92E9-4007903C3387}"/>
                </a:ext>
              </a:extLst>
            </p:cNvPr>
            <p:cNvSpPr txBox="1"/>
            <p:nvPr/>
          </p:nvSpPr>
          <p:spPr>
            <a:xfrm>
              <a:off x="8644012" y="4780282"/>
              <a:ext cx="1629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Proximity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7FF8B6D-7CEC-D3B9-5875-DAA1AF8B1C5C}"/>
                </a:ext>
              </a:extLst>
            </p:cNvPr>
            <p:cNvGrpSpPr/>
            <p:nvPr/>
          </p:nvGrpSpPr>
          <p:grpSpPr>
            <a:xfrm>
              <a:off x="8967925" y="3668023"/>
              <a:ext cx="964378" cy="1157712"/>
              <a:chOff x="8967925" y="3668023"/>
              <a:chExt cx="964378" cy="1157712"/>
            </a:xfrm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BF85BFF3-63F5-8410-C05D-FB2E99C5D25F}"/>
                  </a:ext>
                </a:extLst>
              </p:cNvPr>
              <p:cNvSpPr/>
              <p:nvPr/>
            </p:nvSpPr>
            <p:spPr>
              <a:xfrm>
                <a:off x="9193889" y="4059761"/>
                <a:ext cx="512434" cy="182176"/>
              </a:xfrm>
              <a:custGeom>
                <a:avLst/>
                <a:gdLst>
                  <a:gd name="connsiteX0" fmla="*/ 104694 w 512434"/>
                  <a:gd name="connsiteY0" fmla="*/ 138276 h 182176"/>
                  <a:gd name="connsiteX1" fmla="*/ 496368 w 512434"/>
                  <a:gd name="connsiteY1" fmla="*/ 49835 h 182176"/>
                  <a:gd name="connsiteX2" fmla="*/ 510688 w 512434"/>
                  <a:gd name="connsiteY2" fmla="*/ 24323 h 182176"/>
                  <a:gd name="connsiteX3" fmla="*/ 503061 w 512434"/>
                  <a:gd name="connsiteY3" fmla="*/ 1774 h 182176"/>
                  <a:gd name="connsiteX4" fmla="*/ 480512 w 512434"/>
                  <a:gd name="connsiteY4" fmla="*/ 9373 h 182176"/>
                  <a:gd name="connsiteX5" fmla="*/ 145019 w 512434"/>
                  <a:gd name="connsiteY5" fmla="*/ 122475 h 182176"/>
                  <a:gd name="connsiteX6" fmla="*/ 31917 w 512434"/>
                  <a:gd name="connsiteY6" fmla="*/ 9373 h 182176"/>
                  <a:gd name="connsiteX7" fmla="*/ 9368 w 512434"/>
                  <a:gd name="connsiteY7" fmla="*/ 1746 h 182176"/>
                  <a:gd name="connsiteX8" fmla="*/ 1742 w 512434"/>
                  <a:gd name="connsiteY8" fmla="*/ 24268 h 182176"/>
                  <a:gd name="connsiteX9" fmla="*/ 104694 w 512434"/>
                  <a:gd name="connsiteY9" fmla="*/ 138276 h 182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434" h="182176">
                    <a:moveTo>
                      <a:pt x="104694" y="138276"/>
                    </a:moveTo>
                    <a:cubicBezTo>
                      <a:pt x="237273" y="221998"/>
                      <a:pt x="412618" y="182413"/>
                      <a:pt x="496368" y="49835"/>
                    </a:cubicBezTo>
                    <a:cubicBezTo>
                      <a:pt x="501580" y="41578"/>
                      <a:pt x="506353" y="33074"/>
                      <a:pt x="510688" y="24323"/>
                    </a:cubicBezTo>
                    <a:cubicBezTo>
                      <a:pt x="514802" y="15984"/>
                      <a:pt x="511401" y="5889"/>
                      <a:pt x="503061" y="1774"/>
                    </a:cubicBezTo>
                    <a:cubicBezTo>
                      <a:pt x="494750" y="-2368"/>
                      <a:pt x="484627" y="1033"/>
                      <a:pt x="480512" y="9373"/>
                    </a:cubicBezTo>
                    <a:cubicBezTo>
                      <a:pt x="419092" y="133255"/>
                      <a:pt x="268902" y="183895"/>
                      <a:pt x="145019" y="122475"/>
                    </a:cubicBezTo>
                    <a:cubicBezTo>
                      <a:pt x="95971" y="98170"/>
                      <a:pt x="56249" y="58421"/>
                      <a:pt x="31917" y="9373"/>
                    </a:cubicBezTo>
                    <a:cubicBezTo>
                      <a:pt x="27802" y="1033"/>
                      <a:pt x="17707" y="-2368"/>
                      <a:pt x="9368" y="1746"/>
                    </a:cubicBezTo>
                    <a:cubicBezTo>
                      <a:pt x="1056" y="5834"/>
                      <a:pt x="-2373" y="15929"/>
                      <a:pt x="1742" y="24268"/>
                    </a:cubicBezTo>
                    <a:cubicBezTo>
                      <a:pt x="24949" y="70985"/>
                      <a:pt x="60556" y="110432"/>
                      <a:pt x="104694" y="138276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5B0BE2-DFB5-89C7-DDA3-DE1909BDAFBF}"/>
                  </a:ext>
                </a:extLst>
              </p:cNvPr>
              <p:cNvSpPr/>
              <p:nvPr/>
            </p:nvSpPr>
            <p:spPr>
              <a:xfrm>
                <a:off x="9309510" y="4002538"/>
                <a:ext cx="281187" cy="110324"/>
              </a:xfrm>
              <a:custGeom>
                <a:avLst/>
                <a:gdLst>
                  <a:gd name="connsiteX0" fmla="*/ 140690 w 281187"/>
                  <a:gd name="connsiteY0" fmla="*/ 110322 h 110324"/>
                  <a:gd name="connsiteX1" fmla="*/ 279441 w 281187"/>
                  <a:gd name="connsiteY1" fmla="*/ 24296 h 110324"/>
                  <a:gd name="connsiteX2" fmla="*/ 271815 w 281187"/>
                  <a:gd name="connsiteY2" fmla="*/ 1746 h 110324"/>
                  <a:gd name="connsiteX3" fmla="*/ 249265 w 281187"/>
                  <a:gd name="connsiteY3" fmla="*/ 9372 h 110324"/>
                  <a:gd name="connsiteX4" fmla="*/ 86703 w 281187"/>
                  <a:gd name="connsiteY4" fmla="*/ 64154 h 110324"/>
                  <a:gd name="connsiteX5" fmla="*/ 31922 w 281187"/>
                  <a:gd name="connsiteY5" fmla="*/ 9372 h 110324"/>
                  <a:gd name="connsiteX6" fmla="*/ 9373 w 281187"/>
                  <a:gd name="connsiteY6" fmla="*/ 1746 h 110324"/>
                  <a:gd name="connsiteX7" fmla="*/ 1746 w 281187"/>
                  <a:gd name="connsiteY7" fmla="*/ 24296 h 110324"/>
                  <a:gd name="connsiteX8" fmla="*/ 140690 w 281187"/>
                  <a:gd name="connsiteY8" fmla="*/ 110322 h 11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1187" h="110324">
                    <a:moveTo>
                      <a:pt x="140690" y="110322"/>
                    </a:moveTo>
                    <a:cubicBezTo>
                      <a:pt x="199586" y="110542"/>
                      <a:pt x="253435" y="77157"/>
                      <a:pt x="279441" y="24296"/>
                    </a:cubicBezTo>
                    <a:cubicBezTo>
                      <a:pt x="283555" y="15956"/>
                      <a:pt x="280154" y="5861"/>
                      <a:pt x="271815" y="1746"/>
                    </a:cubicBezTo>
                    <a:cubicBezTo>
                      <a:pt x="263475" y="-2368"/>
                      <a:pt x="253380" y="1033"/>
                      <a:pt x="249265" y="9372"/>
                    </a:cubicBezTo>
                    <a:cubicBezTo>
                      <a:pt x="219502" y="69394"/>
                      <a:pt x="146725" y="93918"/>
                      <a:pt x="86703" y="64154"/>
                    </a:cubicBezTo>
                    <a:cubicBezTo>
                      <a:pt x="62947" y="52358"/>
                      <a:pt x="43690" y="33129"/>
                      <a:pt x="31922" y="9372"/>
                    </a:cubicBezTo>
                    <a:cubicBezTo>
                      <a:pt x="27807" y="1033"/>
                      <a:pt x="17712" y="-2368"/>
                      <a:pt x="9373" y="1746"/>
                    </a:cubicBezTo>
                    <a:cubicBezTo>
                      <a:pt x="1033" y="5861"/>
                      <a:pt x="-2368" y="15956"/>
                      <a:pt x="1746" y="24296"/>
                    </a:cubicBezTo>
                    <a:cubicBezTo>
                      <a:pt x="27779" y="77212"/>
                      <a:pt x="81738" y="110624"/>
                      <a:pt x="140690" y="110322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4AA92A3B-62AA-4D84-59F9-DEAB57704A17}"/>
                  </a:ext>
                </a:extLst>
              </p:cNvPr>
              <p:cNvSpPr/>
              <p:nvPr/>
            </p:nvSpPr>
            <p:spPr>
              <a:xfrm>
                <a:off x="8967925" y="4173263"/>
                <a:ext cx="964378" cy="320606"/>
              </a:xfrm>
              <a:custGeom>
                <a:avLst/>
                <a:gdLst>
                  <a:gd name="connsiteX0" fmla="*/ 955038 w 964378"/>
                  <a:gd name="connsiteY0" fmla="*/ 1758 h 320606"/>
                  <a:gd name="connsiteX1" fmla="*/ 932324 w 964378"/>
                  <a:gd name="connsiteY1" fmla="*/ 9411 h 320606"/>
                  <a:gd name="connsiteX2" fmla="*/ 671473 w 964378"/>
                  <a:gd name="connsiteY2" fmla="*/ 252102 h 320606"/>
                  <a:gd name="connsiteX3" fmla="*/ 482192 w 964378"/>
                  <a:gd name="connsiteY3" fmla="*/ 287984 h 320606"/>
                  <a:gd name="connsiteX4" fmla="*/ 299907 w 964378"/>
                  <a:gd name="connsiteY4" fmla="*/ 254846 h 320606"/>
                  <a:gd name="connsiteX5" fmla="*/ 32115 w 964378"/>
                  <a:gd name="connsiteY5" fmla="*/ 9411 h 320606"/>
                  <a:gd name="connsiteX6" fmla="*/ 9402 w 964378"/>
                  <a:gd name="connsiteY6" fmla="*/ 1785 h 320606"/>
                  <a:gd name="connsiteX7" fmla="*/ 1775 w 964378"/>
                  <a:gd name="connsiteY7" fmla="*/ 24472 h 320606"/>
                  <a:gd name="connsiteX8" fmla="*/ 293817 w 964378"/>
                  <a:gd name="connsiteY8" fmla="*/ 288450 h 320606"/>
                  <a:gd name="connsiteX9" fmla="*/ 671830 w 964378"/>
                  <a:gd name="connsiteY9" fmla="*/ 287984 h 320606"/>
                  <a:gd name="connsiteX10" fmla="*/ 962609 w 964378"/>
                  <a:gd name="connsiteY10" fmla="*/ 24472 h 320606"/>
                  <a:gd name="connsiteX11" fmla="*/ 955038 w 964378"/>
                  <a:gd name="connsiteY11" fmla="*/ 1758 h 32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64378" h="320606">
                    <a:moveTo>
                      <a:pt x="955038" y="1758"/>
                    </a:moveTo>
                    <a:cubicBezTo>
                      <a:pt x="946643" y="-2384"/>
                      <a:pt x="936494" y="1045"/>
                      <a:pt x="932324" y="9411"/>
                    </a:cubicBezTo>
                    <a:cubicBezTo>
                      <a:pt x="878118" y="119606"/>
                      <a:pt x="785288" y="205990"/>
                      <a:pt x="671473" y="252102"/>
                    </a:cubicBezTo>
                    <a:cubicBezTo>
                      <a:pt x="622095" y="272210"/>
                      <a:pt x="552199" y="287545"/>
                      <a:pt x="482192" y="287984"/>
                    </a:cubicBezTo>
                    <a:cubicBezTo>
                      <a:pt x="415587" y="288395"/>
                      <a:pt x="348900" y="274871"/>
                      <a:pt x="299907" y="254846"/>
                    </a:cubicBezTo>
                    <a:cubicBezTo>
                      <a:pt x="183019" y="209500"/>
                      <a:pt x="87446" y="121910"/>
                      <a:pt x="32115" y="9411"/>
                    </a:cubicBezTo>
                    <a:cubicBezTo>
                      <a:pt x="27946" y="1045"/>
                      <a:pt x="17796" y="-2384"/>
                      <a:pt x="9402" y="1785"/>
                    </a:cubicBezTo>
                    <a:cubicBezTo>
                      <a:pt x="1035" y="5928"/>
                      <a:pt x="-2394" y="16105"/>
                      <a:pt x="1775" y="24472"/>
                    </a:cubicBezTo>
                    <a:cubicBezTo>
                      <a:pt x="62153" y="146270"/>
                      <a:pt x="166532" y="240636"/>
                      <a:pt x="293817" y="288450"/>
                    </a:cubicBezTo>
                    <a:cubicBezTo>
                      <a:pt x="400335" y="327431"/>
                      <a:pt x="535548" y="335221"/>
                      <a:pt x="671830" y="287984"/>
                    </a:cubicBezTo>
                    <a:cubicBezTo>
                      <a:pt x="798538" y="240005"/>
                      <a:pt x="902423" y="145858"/>
                      <a:pt x="962609" y="24472"/>
                    </a:cubicBezTo>
                    <a:cubicBezTo>
                      <a:pt x="966751" y="16105"/>
                      <a:pt x="963377" y="5955"/>
                      <a:pt x="955038" y="1758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5B9051B-8553-7B8E-0B3C-A09AF7AEA83D}"/>
                  </a:ext>
                </a:extLst>
              </p:cNvPr>
              <p:cNvSpPr/>
              <p:nvPr/>
            </p:nvSpPr>
            <p:spPr>
              <a:xfrm>
                <a:off x="9082416" y="4116671"/>
                <a:ext cx="735593" cy="252626"/>
              </a:xfrm>
              <a:custGeom>
                <a:avLst/>
                <a:gdLst>
                  <a:gd name="connsiteX0" fmla="*/ 149534 w 735593"/>
                  <a:gd name="connsiteY0" fmla="*/ 188460 h 252626"/>
                  <a:gd name="connsiteX1" fmla="*/ 285899 w 735593"/>
                  <a:gd name="connsiteY1" fmla="*/ 243324 h 252626"/>
                  <a:gd name="connsiteX2" fmla="*/ 449640 w 735593"/>
                  <a:gd name="connsiteY2" fmla="*/ 243324 h 252626"/>
                  <a:gd name="connsiteX3" fmla="*/ 733835 w 735593"/>
                  <a:gd name="connsiteY3" fmla="*/ 24444 h 252626"/>
                  <a:gd name="connsiteX4" fmla="*/ 726182 w 735593"/>
                  <a:gd name="connsiteY4" fmla="*/ 1758 h 252626"/>
                  <a:gd name="connsiteX5" fmla="*/ 703496 w 735593"/>
                  <a:gd name="connsiteY5" fmla="*/ 9411 h 252626"/>
                  <a:gd name="connsiteX6" fmla="*/ 467581 w 735593"/>
                  <a:gd name="connsiteY6" fmla="*/ 204398 h 252626"/>
                  <a:gd name="connsiteX7" fmla="*/ 256766 w 735593"/>
                  <a:gd name="connsiteY7" fmla="*/ 201079 h 252626"/>
                  <a:gd name="connsiteX8" fmla="*/ 32098 w 735593"/>
                  <a:gd name="connsiteY8" fmla="*/ 9411 h 252626"/>
                  <a:gd name="connsiteX9" fmla="*/ 9411 w 735593"/>
                  <a:gd name="connsiteY9" fmla="*/ 1758 h 252626"/>
                  <a:gd name="connsiteX10" fmla="*/ 1758 w 735593"/>
                  <a:gd name="connsiteY10" fmla="*/ 24444 h 252626"/>
                  <a:gd name="connsiteX11" fmla="*/ 149534 w 735593"/>
                  <a:gd name="connsiteY11" fmla="*/ 188460 h 252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5593" h="252626">
                    <a:moveTo>
                      <a:pt x="149534" y="188460"/>
                    </a:moveTo>
                    <a:cubicBezTo>
                      <a:pt x="191286" y="214877"/>
                      <a:pt x="237481" y="233476"/>
                      <a:pt x="285899" y="243324"/>
                    </a:cubicBezTo>
                    <a:cubicBezTo>
                      <a:pt x="367756" y="264255"/>
                      <a:pt x="449640" y="243324"/>
                      <a:pt x="449640" y="243324"/>
                    </a:cubicBezTo>
                    <a:cubicBezTo>
                      <a:pt x="573084" y="218141"/>
                      <a:pt x="677956" y="137354"/>
                      <a:pt x="733835" y="24444"/>
                    </a:cubicBezTo>
                    <a:cubicBezTo>
                      <a:pt x="737978" y="16077"/>
                      <a:pt x="734549" y="5900"/>
                      <a:pt x="726182" y="1758"/>
                    </a:cubicBezTo>
                    <a:cubicBezTo>
                      <a:pt x="717815" y="-2384"/>
                      <a:pt x="707638" y="1045"/>
                      <a:pt x="703496" y="9411"/>
                    </a:cubicBezTo>
                    <a:cubicBezTo>
                      <a:pt x="656450" y="105231"/>
                      <a:pt x="570533" y="176226"/>
                      <a:pt x="467581" y="204398"/>
                    </a:cubicBezTo>
                    <a:cubicBezTo>
                      <a:pt x="414280" y="216688"/>
                      <a:pt x="365205" y="232818"/>
                      <a:pt x="256766" y="201079"/>
                    </a:cubicBezTo>
                    <a:cubicBezTo>
                      <a:pt x="158641" y="170903"/>
                      <a:pt x="77360" y="101555"/>
                      <a:pt x="32098" y="9411"/>
                    </a:cubicBezTo>
                    <a:cubicBezTo>
                      <a:pt x="27955" y="1045"/>
                      <a:pt x="17778" y="-2384"/>
                      <a:pt x="9411" y="1758"/>
                    </a:cubicBezTo>
                    <a:cubicBezTo>
                      <a:pt x="1045" y="5900"/>
                      <a:pt x="-2384" y="16077"/>
                      <a:pt x="1758" y="24444"/>
                    </a:cubicBezTo>
                    <a:cubicBezTo>
                      <a:pt x="35060" y="91625"/>
                      <a:pt x="86166" y="148354"/>
                      <a:pt x="149534" y="188460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E1F418E5-F9DB-8657-8E04-A49F1EAC2D81}"/>
                  </a:ext>
                </a:extLst>
              </p:cNvPr>
              <p:cNvSpPr/>
              <p:nvPr/>
            </p:nvSpPr>
            <p:spPr>
              <a:xfrm>
                <a:off x="9256118" y="3847333"/>
                <a:ext cx="388135" cy="60403"/>
              </a:xfrm>
              <a:custGeom>
                <a:avLst/>
                <a:gdLst>
                  <a:gd name="connsiteX0" fmla="*/ 0 w 388135"/>
                  <a:gd name="connsiteY0" fmla="*/ 12 h 60403"/>
                  <a:gd name="connsiteX1" fmla="*/ 17063 w 388135"/>
                  <a:gd name="connsiteY1" fmla="*/ 22808 h 60403"/>
                  <a:gd name="connsiteX2" fmla="*/ 86109 w 388135"/>
                  <a:gd name="connsiteY2" fmla="*/ 51228 h 60403"/>
                  <a:gd name="connsiteX3" fmla="*/ 252402 w 388135"/>
                  <a:gd name="connsiteY3" fmla="*/ 59787 h 60403"/>
                  <a:gd name="connsiteX4" fmla="*/ 334424 w 388135"/>
                  <a:gd name="connsiteY4" fmla="*/ 38170 h 60403"/>
                  <a:gd name="connsiteX5" fmla="*/ 371045 w 388135"/>
                  <a:gd name="connsiteY5" fmla="*/ 22808 h 60403"/>
                  <a:gd name="connsiteX6" fmla="*/ 388135 w 388135"/>
                  <a:gd name="connsiteY6" fmla="*/ 12 h 60403"/>
                  <a:gd name="connsiteX7" fmla="*/ 287817 w 388135"/>
                  <a:gd name="connsiteY7" fmla="*/ 7227 h 60403"/>
                  <a:gd name="connsiteX8" fmla="*/ 34208 w 388135"/>
                  <a:gd name="connsiteY8" fmla="*/ 451 h 60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8135" h="60403">
                    <a:moveTo>
                      <a:pt x="0" y="12"/>
                    </a:moveTo>
                    <a:lnTo>
                      <a:pt x="17063" y="22808"/>
                    </a:lnTo>
                    <a:cubicBezTo>
                      <a:pt x="17063" y="22808"/>
                      <a:pt x="67099" y="50844"/>
                      <a:pt x="86109" y="51228"/>
                    </a:cubicBezTo>
                    <a:cubicBezTo>
                      <a:pt x="105119" y="51612"/>
                      <a:pt x="234242" y="63161"/>
                      <a:pt x="252402" y="59787"/>
                    </a:cubicBezTo>
                    <a:cubicBezTo>
                      <a:pt x="270562" y="56412"/>
                      <a:pt x="332174" y="40036"/>
                      <a:pt x="334424" y="38170"/>
                    </a:cubicBezTo>
                    <a:cubicBezTo>
                      <a:pt x="336673" y="36305"/>
                      <a:pt x="371045" y="22808"/>
                      <a:pt x="371045" y="22808"/>
                    </a:cubicBezTo>
                    <a:lnTo>
                      <a:pt x="388135" y="12"/>
                    </a:lnTo>
                    <a:cubicBezTo>
                      <a:pt x="388135" y="12"/>
                      <a:pt x="313905" y="-619"/>
                      <a:pt x="287817" y="7227"/>
                    </a:cubicBezTo>
                    <a:cubicBezTo>
                      <a:pt x="261729" y="15072"/>
                      <a:pt x="34208" y="451"/>
                      <a:pt x="34208" y="451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22787A0E-A0EE-1DA1-0298-E70FCF53CF1B}"/>
                  </a:ext>
                </a:extLst>
              </p:cNvPr>
              <p:cNvSpPr/>
              <p:nvPr/>
            </p:nvSpPr>
            <p:spPr>
              <a:xfrm>
                <a:off x="9190720" y="3752596"/>
                <a:ext cx="516764" cy="95211"/>
              </a:xfrm>
              <a:custGeom>
                <a:avLst/>
                <a:gdLst>
                  <a:gd name="connsiteX0" fmla="*/ 0 w 516764"/>
                  <a:gd name="connsiteY0" fmla="*/ 0 h 95211"/>
                  <a:gd name="connsiteX1" fmla="*/ 30751 w 516764"/>
                  <a:gd name="connsiteY1" fmla="*/ 48582 h 95211"/>
                  <a:gd name="connsiteX2" fmla="*/ 116092 w 516764"/>
                  <a:gd name="connsiteY2" fmla="*/ 88057 h 95211"/>
                  <a:gd name="connsiteX3" fmla="*/ 339800 w 516764"/>
                  <a:gd name="connsiteY3" fmla="*/ 94695 h 95211"/>
                  <a:gd name="connsiteX4" fmla="*/ 452765 w 516764"/>
                  <a:gd name="connsiteY4" fmla="*/ 82378 h 95211"/>
                  <a:gd name="connsiteX5" fmla="*/ 489085 w 516764"/>
                  <a:gd name="connsiteY5" fmla="*/ 47375 h 95211"/>
                  <a:gd name="connsiteX6" fmla="*/ 516764 w 516764"/>
                  <a:gd name="connsiteY6" fmla="*/ 3786 h 95211"/>
                  <a:gd name="connsiteX7" fmla="*/ 110496 w 516764"/>
                  <a:gd name="connsiteY7" fmla="*/ 0 h 9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6764" h="95211">
                    <a:moveTo>
                      <a:pt x="0" y="0"/>
                    </a:moveTo>
                    <a:lnTo>
                      <a:pt x="30751" y="48582"/>
                    </a:lnTo>
                    <a:cubicBezTo>
                      <a:pt x="30751" y="48582"/>
                      <a:pt x="106573" y="88112"/>
                      <a:pt x="116092" y="88057"/>
                    </a:cubicBezTo>
                    <a:cubicBezTo>
                      <a:pt x="125611" y="88002"/>
                      <a:pt x="320214" y="97493"/>
                      <a:pt x="339800" y="94695"/>
                    </a:cubicBezTo>
                    <a:cubicBezTo>
                      <a:pt x="359387" y="91897"/>
                      <a:pt x="452765" y="82378"/>
                      <a:pt x="452765" y="82378"/>
                    </a:cubicBezTo>
                    <a:lnTo>
                      <a:pt x="489085" y="47375"/>
                    </a:lnTo>
                    <a:lnTo>
                      <a:pt x="516764" y="3786"/>
                    </a:lnTo>
                    <a:lnTo>
                      <a:pt x="110496" y="0"/>
                    </a:ln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257F6AA5-00A0-5B30-3AE8-651E3A8E3036}"/>
                  </a:ext>
                </a:extLst>
              </p:cNvPr>
              <p:cNvSpPr/>
              <p:nvPr/>
            </p:nvSpPr>
            <p:spPr>
              <a:xfrm>
                <a:off x="9188992" y="3668023"/>
                <a:ext cx="522414" cy="150601"/>
              </a:xfrm>
              <a:custGeom>
                <a:avLst/>
                <a:gdLst>
                  <a:gd name="connsiteX0" fmla="*/ 261207 w 522414"/>
                  <a:gd name="connsiteY0" fmla="*/ 150602 h 150601"/>
                  <a:gd name="connsiteX1" fmla="*/ 509220 w 522414"/>
                  <a:gd name="connsiteY1" fmla="*/ 99002 h 150601"/>
                  <a:gd name="connsiteX2" fmla="*/ 522415 w 522414"/>
                  <a:gd name="connsiteY2" fmla="*/ 75301 h 150601"/>
                  <a:gd name="connsiteX3" fmla="*/ 261207 w 522414"/>
                  <a:gd name="connsiteY3" fmla="*/ 0 h 150601"/>
                  <a:gd name="connsiteX4" fmla="*/ 0 w 522414"/>
                  <a:gd name="connsiteY4" fmla="*/ 75301 h 150601"/>
                  <a:gd name="connsiteX5" fmla="*/ 3264 w 522414"/>
                  <a:gd name="connsiteY5" fmla="*/ 87947 h 150601"/>
                  <a:gd name="connsiteX6" fmla="*/ 13222 w 522414"/>
                  <a:gd name="connsiteY6" fmla="*/ 98920 h 150601"/>
                  <a:gd name="connsiteX7" fmla="*/ 261207 w 522414"/>
                  <a:gd name="connsiteY7" fmla="*/ 150602 h 15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2414" h="150601">
                    <a:moveTo>
                      <a:pt x="261207" y="150602"/>
                    </a:moveTo>
                    <a:cubicBezTo>
                      <a:pt x="376751" y="150602"/>
                      <a:pt x="474766" y="128958"/>
                      <a:pt x="509220" y="99002"/>
                    </a:cubicBezTo>
                    <a:cubicBezTo>
                      <a:pt x="517779" y="91541"/>
                      <a:pt x="522415" y="83586"/>
                      <a:pt x="522415" y="75301"/>
                    </a:cubicBezTo>
                    <a:cubicBezTo>
                      <a:pt x="522415" y="33714"/>
                      <a:pt x="405472" y="0"/>
                      <a:pt x="261207" y="0"/>
                    </a:cubicBezTo>
                    <a:cubicBezTo>
                      <a:pt x="116943" y="0"/>
                      <a:pt x="0" y="33714"/>
                      <a:pt x="0" y="75301"/>
                    </a:cubicBezTo>
                    <a:cubicBezTo>
                      <a:pt x="164" y="79690"/>
                      <a:pt x="1289" y="84024"/>
                      <a:pt x="3264" y="87947"/>
                    </a:cubicBezTo>
                    <a:cubicBezTo>
                      <a:pt x="6035" y="92062"/>
                      <a:pt x="9409" y="95765"/>
                      <a:pt x="13222" y="98920"/>
                    </a:cubicBezTo>
                    <a:cubicBezTo>
                      <a:pt x="47649" y="128958"/>
                      <a:pt x="145664" y="150602"/>
                      <a:pt x="261207" y="150602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7803D679-33CA-C5EE-827E-BD4A7B9C138C}"/>
                  </a:ext>
                </a:extLst>
              </p:cNvPr>
              <p:cNvSpPr/>
              <p:nvPr/>
            </p:nvSpPr>
            <p:spPr>
              <a:xfrm>
                <a:off x="9220676" y="3799971"/>
                <a:ext cx="459266" cy="81335"/>
              </a:xfrm>
              <a:custGeom>
                <a:avLst/>
                <a:gdLst>
                  <a:gd name="connsiteX0" fmla="*/ 229524 w 459266"/>
                  <a:gd name="connsiteY0" fmla="*/ 81336 h 81335"/>
                  <a:gd name="connsiteX1" fmla="*/ 423605 w 459266"/>
                  <a:gd name="connsiteY1" fmla="*/ 47375 h 81335"/>
                  <a:gd name="connsiteX2" fmla="*/ 459267 w 459266"/>
                  <a:gd name="connsiteY2" fmla="*/ 0 h 81335"/>
                  <a:gd name="connsiteX3" fmla="*/ 229634 w 459266"/>
                  <a:gd name="connsiteY3" fmla="*/ 37280 h 81335"/>
                  <a:gd name="connsiteX4" fmla="*/ 0 w 459266"/>
                  <a:gd name="connsiteY4" fmla="*/ 0 h 81335"/>
                  <a:gd name="connsiteX5" fmla="*/ 35662 w 459266"/>
                  <a:gd name="connsiteY5" fmla="*/ 47375 h 81335"/>
                  <a:gd name="connsiteX6" fmla="*/ 229524 w 459266"/>
                  <a:gd name="connsiteY6" fmla="*/ 81336 h 8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9266" h="81335">
                    <a:moveTo>
                      <a:pt x="229524" y="81336"/>
                    </a:moveTo>
                    <a:cubicBezTo>
                      <a:pt x="234489" y="81336"/>
                      <a:pt x="349978" y="78071"/>
                      <a:pt x="423605" y="47375"/>
                    </a:cubicBezTo>
                    <a:lnTo>
                      <a:pt x="459267" y="0"/>
                    </a:lnTo>
                    <a:cubicBezTo>
                      <a:pt x="409258" y="23125"/>
                      <a:pt x="324850" y="37280"/>
                      <a:pt x="229634" y="37280"/>
                    </a:cubicBezTo>
                    <a:cubicBezTo>
                      <a:pt x="134417" y="37280"/>
                      <a:pt x="50036" y="23125"/>
                      <a:pt x="0" y="0"/>
                    </a:cubicBezTo>
                    <a:lnTo>
                      <a:pt x="35662" y="47375"/>
                    </a:lnTo>
                    <a:cubicBezTo>
                      <a:pt x="109070" y="78071"/>
                      <a:pt x="224558" y="81116"/>
                      <a:pt x="229524" y="81336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964A804A-E49F-CB95-423C-8299A62E7371}"/>
                  </a:ext>
                </a:extLst>
              </p:cNvPr>
              <p:cNvSpPr/>
              <p:nvPr/>
            </p:nvSpPr>
            <p:spPr>
              <a:xfrm>
                <a:off x="9273318" y="3870142"/>
                <a:ext cx="353982" cy="68607"/>
              </a:xfrm>
              <a:custGeom>
                <a:avLst/>
                <a:gdLst>
                  <a:gd name="connsiteX0" fmla="*/ 311298 w 353982"/>
                  <a:gd name="connsiteY0" fmla="*/ 48308 h 68607"/>
                  <a:gd name="connsiteX1" fmla="*/ 327044 w 353982"/>
                  <a:gd name="connsiteY1" fmla="*/ 35908 h 68607"/>
                  <a:gd name="connsiteX2" fmla="*/ 353983 w 353982"/>
                  <a:gd name="connsiteY2" fmla="*/ 0 h 68607"/>
                  <a:gd name="connsiteX3" fmla="*/ 177156 w 353982"/>
                  <a:gd name="connsiteY3" fmla="*/ 26691 h 68607"/>
                  <a:gd name="connsiteX4" fmla="*/ 176854 w 353982"/>
                  <a:gd name="connsiteY4" fmla="*/ 26691 h 68607"/>
                  <a:gd name="connsiteX5" fmla="*/ 0 w 353982"/>
                  <a:gd name="connsiteY5" fmla="*/ 0 h 68607"/>
                  <a:gd name="connsiteX6" fmla="*/ 26966 w 353982"/>
                  <a:gd name="connsiteY6" fmla="*/ 35908 h 68607"/>
                  <a:gd name="connsiteX7" fmla="*/ 42711 w 353982"/>
                  <a:gd name="connsiteY7" fmla="*/ 48308 h 68607"/>
                  <a:gd name="connsiteX8" fmla="*/ 177128 w 353982"/>
                  <a:gd name="connsiteY8" fmla="*/ 68607 h 68607"/>
                  <a:gd name="connsiteX9" fmla="*/ 311298 w 353982"/>
                  <a:gd name="connsiteY9" fmla="*/ 48308 h 6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3982" h="68607">
                    <a:moveTo>
                      <a:pt x="311298" y="48308"/>
                    </a:moveTo>
                    <a:cubicBezTo>
                      <a:pt x="317553" y="45647"/>
                      <a:pt x="322984" y="41367"/>
                      <a:pt x="327044" y="35908"/>
                    </a:cubicBezTo>
                    <a:lnTo>
                      <a:pt x="353983" y="0"/>
                    </a:lnTo>
                    <a:cubicBezTo>
                      <a:pt x="278270" y="24360"/>
                      <a:pt x="181819" y="26609"/>
                      <a:pt x="177156" y="26691"/>
                    </a:cubicBezTo>
                    <a:lnTo>
                      <a:pt x="176854" y="26691"/>
                    </a:lnTo>
                    <a:cubicBezTo>
                      <a:pt x="172163" y="26691"/>
                      <a:pt x="75740" y="24360"/>
                      <a:pt x="0" y="0"/>
                    </a:cubicBezTo>
                    <a:lnTo>
                      <a:pt x="26966" y="35908"/>
                    </a:lnTo>
                    <a:cubicBezTo>
                      <a:pt x="31025" y="41367"/>
                      <a:pt x="36457" y="45647"/>
                      <a:pt x="42711" y="48308"/>
                    </a:cubicBezTo>
                    <a:cubicBezTo>
                      <a:pt x="71515" y="60542"/>
                      <a:pt x="120920" y="68607"/>
                      <a:pt x="177128" y="68607"/>
                    </a:cubicBezTo>
                    <a:cubicBezTo>
                      <a:pt x="233336" y="68607"/>
                      <a:pt x="282357" y="60542"/>
                      <a:pt x="311298" y="48308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E3992F0-C218-6A6B-A11D-07478886DB75}"/>
                  </a:ext>
                </a:extLst>
              </p:cNvPr>
              <p:cNvGrpSpPr/>
              <p:nvPr/>
            </p:nvGrpSpPr>
            <p:grpSpPr>
              <a:xfrm>
                <a:off x="9314620" y="4194479"/>
                <a:ext cx="335174" cy="631256"/>
                <a:chOff x="9314620" y="4194479"/>
                <a:chExt cx="335174" cy="631256"/>
              </a:xfrm>
            </p:grpSpPr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D5DC1FDA-0A51-B6E8-DA9F-199578D1F289}"/>
                    </a:ext>
                  </a:extLst>
                </p:cNvPr>
                <p:cNvSpPr/>
                <p:nvPr/>
              </p:nvSpPr>
              <p:spPr>
                <a:xfrm rot="19505400">
                  <a:off x="9393679" y="4194479"/>
                  <a:ext cx="120810" cy="120810"/>
                </a:xfrm>
                <a:custGeom>
                  <a:avLst/>
                  <a:gdLst>
                    <a:gd name="connsiteX0" fmla="*/ 120810 w 120810"/>
                    <a:gd name="connsiteY0" fmla="*/ 60405 h 120810"/>
                    <a:gd name="connsiteX1" fmla="*/ 60405 w 120810"/>
                    <a:gd name="connsiteY1" fmla="*/ 120810 h 120810"/>
                    <a:gd name="connsiteX2" fmla="*/ 0 w 120810"/>
                    <a:gd name="connsiteY2" fmla="*/ 60405 h 120810"/>
                    <a:gd name="connsiteX3" fmla="*/ 60405 w 120810"/>
                    <a:gd name="connsiteY3" fmla="*/ 0 h 120810"/>
                    <a:gd name="connsiteX4" fmla="*/ 120810 w 120810"/>
                    <a:gd name="connsiteY4" fmla="*/ 60405 h 120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10" h="120810">
                      <a:moveTo>
                        <a:pt x="120810" y="60405"/>
                      </a:moveTo>
                      <a:cubicBezTo>
                        <a:pt x="120810" y="93766"/>
                        <a:pt x="93766" y="120810"/>
                        <a:pt x="60405" y="120810"/>
                      </a:cubicBezTo>
                      <a:cubicBezTo>
                        <a:pt x="27044" y="120810"/>
                        <a:pt x="0" y="93766"/>
                        <a:pt x="0" y="60405"/>
                      </a:cubicBezTo>
                      <a:cubicBezTo>
                        <a:pt x="0" y="27044"/>
                        <a:pt x="27044" y="0"/>
                        <a:pt x="60405" y="0"/>
                      </a:cubicBezTo>
                      <a:cubicBezTo>
                        <a:pt x="93766" y="0"/>
                        <a:pt x="120810" y="27044"/>
                        <a:pt x="120810" y="60405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69914B26-2A23-3153-B4B4-34995CD449E7}"/>
                    </a:ext>
                  </a:extLst>
                </p:cNvPr>
                <p:cNvSpPr/>
                <p:nvPr/>
              </p:nvSpPr>
              <p:spPr>
                <a:xfrm>
                  <a:off x="9314620" y="4326144"/>
                  <a:ext cx="335174" cy="499591"/>
                </a:xfrm>
                <a:custGeom>
                  <a:avLst/>
                  <a:gdLst>
                    <a:gd name="connsiteX0" fmla="*/ 317919 w 335174"/>
                    <a:gd name="connsiteY0" fmla="*/ 118095 h 499591"/>
                    <a:gd name="connsiteX1" fmla="*/ 204159 w 335174"/>
                    <a:gd name="connsiteY1" fmla="*/ 81363 h 499591"/>
                    <a:gd name="connsiteX2" fmla="*/ 200017 w 335174"/>
                    <a:gd name="connsiteY2" fmla="*/ 75109 h 499591"/>
                    <a:gd name="connsiteX3" fmla="*/ 200017 w 335174"/>
                    <a:gd name="connsiteY3" fmla="*/ 54206 h 499591"/>
                    <a:gd name="connsiteX4" fmla="*/ 145784 w 335174"/>
                    <a:gd name="connsiteY4" fmla="*/ 0 h 499591"/>
                    <a:gd name="connsiteX5" fmla="*/ 133412 w 335174"/>
                    <a:gd name="connsiteY5" fmla="*/ 0 h 499591"/>
                    <a:gd name="connsiteX6" fmla="*/ 111466 w 335174"/>
                    <a:gd name="connsiteY6" fmla="*/ 4663 h 499591"/>
                    <a:gd name="connsiteX7" fmla="*/ 103017 w 335174"/>
                    <a:gd name="connsiteY7" fmla="*/ 8230 h 499591"/>
                    <a:gd name="connsiteX8" fmla="*/ 24260 w 335174"/>
                    <a:gd name="connsiteY8" fmla="*/ 60707 h 499591"/>
                    <a:gd name="connsiteX9" fmla="*/ 13287 w 335174"/>
                    <a:gd name="connsiteY9" fmla="*/ 78812 h 499591"/>
                    <a:gd name="connsiteX10" fmla="*/ 147 w 335174"/>
                    <a:gd name="connsiteY10" fmla="*/ 204807 h 499591"/>
                    <a:gd name="connsiteX11" fmla="*/ 22203 w 335174"/>
                    <a:gd name="connsiteY11" fmla="*/ 232239 h 499591"/>
                    <a:gd name="connsiteX12" fmla="*/ 22285 w 335174"/>
                    <a:gd name="connsiteY12" fmla="*/ 232239 h 499591"/>
                    <a:gd name="connsiteX13" fmla="*/ 25028 w 335174"/>
                    <a:gd name="connsiteY13" fmla="*/ 232239 h 499591"/>
                    <a:gd name="connsiteX14" fmla="*/ 49717 w 335174"/>
                    <a:gd name="connsiteY14" fmla="*/ 209965 h 499591"/>
                    <a:gd name="connsiteX15" fmla="*/ 61622 w 335174"/>
                    <a:gd name="connsiteY15" fmla="*/ 95573 h 499591"/>
                    <a:gd name="connsiteX16" fmla="*/ 79261 w 335174"/>
                    <a:gd name="connsiteY16" fmla="*/ 83832 h 499591"/>
                    <a:gd name="connsiteX17" fmla="*/ 79261 w 335174"/>
                    <a:gd name="connsiteY17" fmla="*/ 193972 h 499591"/>
                    <a:gd name="connsiteX18" fmla="*/ 80166 w 335174"/>
                    <a:gd name="connsiteY18" fmla="*/ 202860 h 499591"/>
                    <a:gd name="connsiteX19" fmla="*/ 80166 w 335174"/>
                    <a:gd name="connsiteY19" fmla="*/ 205795 h 499591"/>
                    <a:gd name="connsiteX20" fmla="*/ 84967 w 335174"/>
                    <a:gd name="connsiteY20" fmla="*/ 308528 h 499591"/>
                    <a:gd name="connsiteX21" fmla="*/ 24617 w 335174"/>
                    <a:gd name="connsiteY21" fmla="*/ 394801 h 499591"/>
                    <a:gd name="connsiteX22" fmla="*/ 31996 w 335174"/>
                    <a:gd name="connsiteY22" fmla="*/ 436306 h 499591"/>
                    <a:gd name="connsiteX23" fmla="*/ 73528 w 335174"/>
                    <a:gd name="connsiteY23" fmla="*/ 428927 h 499591"/>
                    <a:gd name="connsiteX24" fmla="*/ 139529 w 335174"/>
                    <a:gd name="connsiteY24" fmla="*/ 334342 h 499591"/>
                    <a:gd name="connsiteX25" fmla="*/ 144851 w 335174"/>
                    <a:gd name="connsiteY25" fmla="*/ 315907 h 499591"/>
                    <a:gd name="connsiteX26" fmla="*/ 141257 w 335174"/>
                    <a:gd name="connsiteY26" fmla="*/ 238878 h 499591"/>
                    <a:gd name="connsiteX27" fmla="*/ 151490 w 335174"/>
                    <a:gd name="connsiteY27" fmla="*/ 238878 h 499591"/>
                    <a:gd name="connsiteX28" fmla="*/ 190278 w 335174"/>
                    <a:gd name="connsiteY28" fmla="*/ 327484 h 499591"/>
                    <a:gd name="connsiteX29" fmla="*/ 196067 w 335174"/>
                    <a:gd name="connsiteY29" fmla="*/ 470980 h 499591"/>
                    <a:gd name="connsiteX30" fmla="*/ 225830 w 335174"/>
                    <a:gd name="connsiteY30" fmla="*/ 499592 h 499591"/>
                    <a:gd name="connsiteX31" fmla="*/ 227065 w 335174"/>
                    <a:gd name="connsiteY31" fmla="*/ 499592 h 499591"/>
                    <a:gd name="connsiteX32" fmla="*/ 255649 w 335174"/>
                    <a:gd name="connsiteY32" fmla="*/ 468594 h 499591"/>
                    <a:gd name="connsiteX33" fmla="*/ 249641 w 335174"/>
                    <a:gd name="connsiteY33" fmla="*/ 319500 h 499591"/>
                    <a:gd name="connsiteX34" fmla="*/ 247172 w 335174"/>
                    <a:gd name="connsiteY34" fmla="*/ 308747 h 499591"/>
                    <a:gd name="connsiteX35" fmla="*/ 199523 w 335174"/>
                    <a:gd name="connsiteY35" fmla="*/ 199952 h 499591"/>
                    <a:gd name="connsiteX36" fmla="*/ 199989 w 335174"/>
                    <a:gd name="connsiteY36" fmla="*/ 193999 h 499591"/>
                    <a:gd name="connsiteX37" fmla="*/ 199989 w 335174"/>
                    <a:gd name="connsiteY37" fmla="*/ 132304 h 499591"/>
                    <a:gd name="connsiteX38" fmla="*/ 302667 w 335174"/>
                    <a:gd name="connsiteY38" fmla="*/ 165415 h 499591"/>
                    <a:gd name="connsiteX39" fmla="*/ 310293 w 335174"/>
                    <a:gd name="connsiteY39" fmla="*/ 166622 h 499591"/>
                    <a:gd name="connsiteX40" fmla="*/ 335174 w 335174"/>
                    <a:gd name="connsiteY40" fmla="*/ 141851 h 499591"/>
                    <a:gd name="connsiteX41" fmla="*/ 317919 w 335174"/>
                    <a:gd name="connsiteY41" fmla="*/ 118150 h 4995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335174" h="499591">
                      <a:moveTo>
                        <a:pt x="317919" y="118095"/>
                      </a:moveTo>
                      <a:lnTo>
                        <a:pt x="204159" y="81363"/>
                      </a:lnTo>
                      <a:lnTo>
                        <a:pt x="200017" y="75109"/>
                      </a:lnTo>
                      <a:lnTo>
                        <a:pt x="200017" y="54206"/>
                      </a:lnTo>
                      <a:cubicBezTo>
                        <a:pt x="199934" y="24305"/>
                        <a:pt x="175684" y="82"/>
                        <a:pt x="145784" y="0"/>
                      </a:cubicBezTo>
                      <a:lnTo>
                        <a:pt x="133412" y="0"/>
                      </a:lnTo>
                      <a:cubicBezTo>
                        <a:pt x="125840" y="0"/>
                        <a:pt x="118379" y="1591"/>
                        <a:pt x="111466" y="4663"/>
                      </a:cubicBezTo>
                      <a:cubicBezTo>
                        <a:pt x="108449" y="5322"/>
                        <a:pt x="105596" y="6529"/>
                        <a:pt x="103017" y="8230"/>
                      </a:cubicBezTo>
                      <a:lnTo>
                        <a:pt x="24260" y="60707"/>
                      </a:lnTo>
                      <a:cubicBezTo>
                        <a:pt x="18060" y="64795"/>
                        <a:pt x="14028" y="71433"/>
                        <a:pt x="13287" y="78812"/>
                      </a:cubicBezTo>
                      <a:lnTo>
                        <a:pt x="147" y="204807"/>
                      </a:lnTo>
                      <a:cubicBezTo>
                        <a:pt x="-1334" y="218468"/>
                        <a:pt x="8541" y="230758"/>
                        <a:pt x="22203" y="232239"/>
                      </a:cubicBezTo>
                      <a:cubicBezTo>
                        <a:pt x="22230" y="232239"/>
                        <a:pt x="22257" y="232239"/>
                        <a:pt x="22285" y="232239"/>
                      </a:cubicBezTo>
                      <a:cubicBezTo>
                        <a:pt x="23163" y="232239"/>
                        <a:pt x="24040" y="232239"/>
                        <a:pt x="25028" y="232239"/>
                      </a:cubicBezTo>
                      <a:cubicBezTo>
                        <a:pt x="37729" y="232212"/>
                        <a:pt x="48372" y="222610"/>
                        <a:pt x="49717" y="209965"/>
                      </a:cubicBezTo>
                      <a:lnTo>
                        <a:pt x="61622" y="95573"/>
                      </a:lnTo>
                      <a:lnTo>
                        <a:pt x="79261" y="83832"/>
                      </a:lnTo>
                      <a:lnTo>
                        <a:pt x="79261" y="193972"/>
                      </a:lnTo>
                      <a:cubicBezTo>
                        <a:pt x="79261" y="196962"/>
                        <a:pt x="79563" y="199925"/>
                        <a:pt x="80166" y="202860"/>
                      </a:cubicBezTo>
                      <a:cubicBezTo>
                        <a:pt x="80166" y="203820"/>
                        <a:pt x="80166" y="204807"/>
                        <a:pt x="80166" y="205795"/>
                      </a:cubicBezTo>
                      <a:lnTo>
                        <a:pt x="84967" y="308528"/>
                      </a:lnTo>
                      <a:lnTo>
                        <a:pt x="24617" y="394801"/>
                      </a:lnTo>
                      <a:cubicBezTo>
                        <a:pt x="15180" y="408298"/>
                        <a:pt x="18499" y="426897"/>
                        <a:pt x="31996" y="436306"/>
                      </a:cubicBezTo>
                      <a:cubicBezTo>
                        <a:pt x="45520" y="445743"/>
                        <a:pt x="64091" y="442423"/>
                        <a:pt x="73528" y="428927"/>
                      </a:cubicBezTo>
                      <a:lnTo>
                        <a:pt x="139529" y="334342"/>
                      </a:lnTo>
                      <a:cubicBezTo>
                        <a:pt x="143287" y="328964"/>
                        <a:pt x="145153" y="322463"/>
                        <a:pt x="144851" y="315907"/>
                      </a:cubicBezTo>
                      <a:lnTo>
                        <a:pt x="141257" y="238878"/>
                      </a:lnTo>
                      <a:lnTo>
                        <a:pt x="151490" y="238878"/>
                      </a:lnTo>
                      <a:lnTo>
                        <a:pt x="190278" y="327484"/>
                      </a:lnTo>
                      <a:lnTo>
                        <a:pt x="196067" y="470980"/>
                      </a:lnTo>
                      <a:cubicBezTo>
                        <a:pt x="196725" y="486945"/>
                        <a:pt x="209837" y="499564"/>
                        <a:pt x="225830" y="499592"/>
                      </a:cubicBezTo>
                      <a:lnTo>
                        <a:pt x="227065" y="499592"/>
                      </a:lnTo>
                      <a:cubicBezTo>
                        <a:pt x="243524" y="498934"/>
                        <a:pt x="256307" y="485053"/>
                        <a:pt x="255649" y="468594"/>
                      </a:cubicBezTo>
                      <a:lnTo>
                        <a:pt x="249641" y="319500"/>
                      </a:lnTo>
                      <a:cubicBezTo>
                        <a:pt x="249504" y="315798"/>
                        <a:pt x="248654" y="312149"/>
                        <a:pt x="247172" y="308747"/>
                      </a:cubicBezTo>
                      <a:lnTo>
                        <a:pt x="199523" y="199952"/>
                      </a:lnTo>
                      <a:cubicBezTo>
                        <a:pt x="199825" y="197977"/>
                        <a:pt x="199962" y="196002"/>
                        <a:pt x="199989" y="193999"/>
                      </a:cubicBezTo>
                      <a:lnTo>
                        <a:pt x="199989" y="132304"/>
                      </a:lnTo>
                      <a:lnTo>
                        <a:pt x="302667" y="165415"/>
                      </a:lnTo>
                      <a:cubicBezTo>
                        <a:pt x="305136" y="166211"/>
                        <a:pt x="307715" y="166622"/>
                        <a:pt x="310293" y="166622"/>
                      </a:cubicBezTo>
                      <a:cubicBezTo>
                        <a:pt x="324009" y="166649"/>
                        <a:pt x="335147" y="155567"/>
                        <a:pt x="335174" y="141851"/>
                      </a:cubicBezTo>
                      <a:cubicBezTo>
                        <a:pt x="335202" y="131043"/>
                        <a:pt x="328234" y="121442"/>
                        <a:pt x="317919" y="118150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24F7267-8E7B-22C2-6F82-A4D62D8C6038}"/>
                </a:ext>
              </a:extLst>
            </p:cNvPr>
            <p:cNvGrpSpPr/>
            <p:nvPr/>
          </p:nvGrpSpPr>
          <p:grpSpPr>
            <a:xfrm>
              <a:off x="6910698" y="3718341"/>
              <a:ext cx="1629396" cy="1431273"/>
              <a:chOff x="6910698" y="3718341"/>
              <a:chExt cx="1629396" cy="1431273"/>
            </a:xfrm>
          </p:grpSpPr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70AAA61-CF65-2648-4ADF-26E90F97C9ED}"/>
                  </a:ext>
                </a:extLst>
              </p:cNvPr>
              <p:cNvSpPr txBox="1"/>
              <p:nvPr/>
            </p:nvSpPr>
            <p:spPr>
              <a:xfrm>
                <a:off x="6910698" y="4780282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Pressure</a:t>
                </a:r>
              </a:p>
            </p:txBody>
          </p: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C21C0DCE-7C49-3E5E-9EC2-E67F0E7AE07E}"/>
                  </a:ext>
                </a:extLst>
              </p:cNvPr>
              <p:cNvGrpSpPr/>
              <p:nvPr/>
            </p:nvGrpSpPr>
            <p:grpSpPr>
              <a:xfrm>
                <a:off x="7242121" y="3718341"/>
                <a:ext cx="920131" cy="982745"/>
                <a:chOff x="7242121" y="3612786"/>
                <a:chExt cx="920131" cy="982745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B2FB1C38-6D4E-290E-0AE8-3F8680F37F27}"/>
                    </a:ext>
                  </a:extLst>
                </p:cNvPr>
                <p:cNvGrpSpPr/>
                <p:nvPr/>
              </p:nvGrpSpPr>
              <p:grpSpPr>
                <a:xfrm>
                  <a:off x="7242121" y="3612786"/>
                  <a:ext cx="920131" cy="469180"/>
                  <a:chOff x="7242121" y="3827391"/>
                  <a:chExt cx="920131" cy="469180"/>
                </a:xfrm>
              </p:grpSpPr>
              <p:sp>
                <p:nvSpPr>
                  <p:cNvPr id="170" name="Freeform: Shape 169">
                    <a:extLst>
                      <a:ext uri="{FF2B5EF4-FFF2-40B4-BE49-F238E27FC236}">
                        <a16:creationId xmlns:a16="http://schemas.microsoft.com/office/drawing/2014/main" id="{EE026326-1654-A18A-648D-52F00EF4E15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57982" y="4067778"/>
                    <a:ext cx="488351" cy="173423"/>
                  </a:xfrm>
                  <a:custGeom>
                    <a:avLst/>
                    <a:gdLst>
                      <a:gd name="connsiteX0" fmla="*/ 99498 w 488351"/>
                      <a:gd name="connsiteY0" fmla="*/ 131545 h 173423"/>
                      <a:gd name="connsiteX1" fmla="*/ 473176 w 488351"/>
                      <a:gd name="connsiteY1" fmla="*/ 47136 h 173423"/>
                      <a:gd name="connsiteX2" fmla="*/ 486837 w 488351"/>
                      <a:gd name="connsiteY2" fmla="*/ 22804 h 173423"/>
                      <a:gd name="connsiteX3" fmla="*/ 479101 w 488351"/>
                      <a:gd name="connsiteY3" fmla="*/ 1517 h 173423"/>
                      <a:gd name="connsiteX4" fmla="*/ 458143 w 488351"/>
                      <a:gd name="connsiteY4" fmla="*/ 8567 h 173423"/>
                      <a:gd name="connsiteX5" fmla="*/ 138040 w 488351"/>
                      <a:gd name="connsiteY5" fmla="*/ 116402 h 173423"/>
                      <a:gd name="connsiteX6" fmla="*/ 30204 w 488351"/>
                      <a:gd name="connsiteY6" fmla="*/ 8567 h 173423"/>
                      <a:gd name="connsiteX7" fmla="*/ 8561 w 488351"/>
                      <a:gd name="connsiteY7" fmla="*/ 1846 h 173423"/>
                      <a:gd name="connsiteX8" fmla="*/ 1510 w 488351"/>
                      <a:gd name="connsiteY8" fmla="*/ 22804 h 173423"/>
                      <a:gd name="connsiteX9" fmla="*/ 99498 w 488351"/>
                      <a:gd name="connsiteY9" fmla="*/ 131545 h 173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88351" h="173423">
                        <a:moveTo>
                          <a:pt x="99498" y="131545"/>
                        </a:moveTo>
                        <a:cubicBezTo>
                          <a:pt x="225987" y="211427"/>
                          <a:pt x="393295" y="173626"/>
                          <a:pt x="473176" y="47136"/>
                        </a:cubicBezTo>
                        <a:cubicBezTo>
                          <a:pt x="478142" y="39264"/>
                          <a:pt x="482695" y="31143"/>
                          <a:pt x="486837" y="22804"/>
                        </a:cubicBezTo>
                        <a:cubicBezTo>
                          <a:pt x="490596" y="14794"/>
                          <a:pt x="487112" y="5248"/>
                          <a:pt x="479101" y="1517"/>
                        </a:cubicBezTo>
                        <a:cubicBezTo>
                          <a:pt x="471366" y="-2104"/>
                          <a:pt x="462121" y="995"/>
                          <a:pt x="458143" y="8567"/>
                        </a:cubicBezTo>
                        <a:cubicBezTo>
                          <a:pt x="399522" y="126744"/>
                          <a:pt x="256189" y="175025"/>
                          <a:pt x="138040" y="116402"/>
                        </a:cubicBezTo>
                        <a:cubicBezTo>
                          <a:pt x="91268" y="93195"/>
                          <a:pt x="53412" y="55311"/>
                          <a:pt x="30204" y="8567"/>
                        </a:cubicBezTo>
                        <a:cubicBezTo>
                          <a:pt x="26089" y="722"/>
                          <a:pt x="16406" y="-2269"/>
                          <a:pt x="8561" y="1846"/>
                        </a:cubicBezTo>
                        <a:cubicBezTo>
                          <a:pt x="989" y="5824"/>
                          <a:pt x="-2111" y="15041"/>
                          <a:pt x="1510" y="22804"/>
                        </a:cubicBezTo>
                        <a:cubicBezTo>
                          <a:pt x="23593" y="67354"/>
                          <a:pt x="57499" y="104963"/>
                          <a:pt x="99498" y="131545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71" name="Freeform: Shape 170">
                    <a:extLst>
                      <a:ext uri="{FF2B5EF4-FFF2-40B4-BE49-F238E27FC236}">
                        <a16:creationId xmlns:a16="http://schemas.microsoft.com/office/drawing/2014/main" id="{4CEC6790-A6C0-E1A0-2693-2C452098488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568156" y="4191019"/>
                    <a:ext cx="268265" cy="105552"/>
                  </a:xfrm>
                  <a:custGeom>
                    <a:avLst/>
                    <a:gdLst>
                      <a:gd name="connsiteX0" fmla="*/ 134234 w 268265"/>
                      <a:gd name="connsiteY0" fmla="*/ 105552 h 105552"/>
                      <a:gd name="connsiteX1" fmla="*/ 266594 w 268265"/>
                      <a:gd name="connsiteY1" fmla="*/ 23475 h 105552"/>
                      <a:gd name="connsiteX2" fmla="*/ 259379 w 268265"/>
                      <a:gd name="connsiteY2" fmla="*/ 2023 h 105552"/>
                      <a:gd name="connsiteX3" fmla="*/ 237927 w 268265"/>
                      <a:gd name="connsiteY3" fmla="*/ 9238 h 105552"/>
                      <a:gd name="connsiteX4" fmla="*/ 82717 w 268265"/>
                      <a:gd name="connsiteY4" fmla="*/ 61413 h 105552"/>
                      <a:gd name="connsiteX5" fmla="*/ 30541 w 268265"/>
                      <a:gd name="connsiteY5" fmla="*/ 9238 h 105552"/>
                      <a:gd name="connsiteX6" fmla="*/ 9254 w 268265"/>
                      <a:gd name="connsiteY6" fmla="*/ 1502 h 105552"/>
                      <a:gd name="connsiteX7" fmla="*/ 1519 w 268265"/>
                      <a:gd name="connsiteY7" fmla="*/ 22817 h 105552"/>
                      <a:gd name="connsiteX8" fmla="*/ 1848 w 268265"/>
                      <a:gd name="connsiteY8" fmla="*/ 23475 h 105552"/>
                      <a:gd name="connsiteX9" fmla="*/ 134234 w 268265"/>
                      <a:gd name="connsiteY9" fmla="*/ 105552 h 105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68265" h="105552">
                        <a:moveTo>
                          <a:pt x="134234" y="105552"/>
                        </a:moveTo>
                        <a:cubicBezTo>
                          <a:pt x="190415" y="105771"/>
                          <a:pt x="241795" y="73895"/>
                          <a:pt x="266594" y="23475"/>
                        </a:cubicBezTo>
                        <a:cubicBezTo>
                          <a:pt x="270516" y="15547"/>
                          <a:pt x="267307" y="5946"/>
                          <a:pt x="259379" y="2023"/>
                        </a:cubicBezTo>
                        <a:cubicBezTo>
                          <a:pt x="251451" y="-1899"/>
                          <a:pt x="241850" y="1310"/>
                          <a:pt x="237927" y="9238"/>
                        </a:cubicBezTo>
                        <a:cubicBezTo>
                          <a:pt x="209480" y="66516"/>
                          <a:pt x="139968" y="89861"/>
                          <a:pt x="82717" y="61413"/>
                        </a:cubicBezTo>
                        <a:cubicBezTo>
                          <a:pt x="60086" y="50166"/>
                          <a:pt x="41789" y="31842"/>
                          <a:pt x="30541" y="9238"/>
                        </a:cubicBezTo>
                        <a:cubicBezTo>
                          <a:pt x="26783" y="1228"/>
                          <a:pt x="17265" y="-2229"/>
                          <a:pt x="9254" y="1502"/>
                        </a:cubicBezTo>
                        <a:cubicBezTo>
                          <a:pt x="1217" y="5260"/>
                          <a:pt x="-2240" y="14779"/>
                          <a:pt x="1519" y="22817"/>
                        </a:cubicBezTo>
                        <a:cubicBezTo>
                          <a:pt x="1628" y="23036"/>
                          <a:pt x="1738" y="23255"/>
                          <a:pt x="1848" y="23475"/>
                        </a:cubicBezTo>
                        <a:cubicBezTo>
                          <a:pt x="26646" y="73895"/>
                          <a:pt x="78054" y="105743"/>
                          <a:pt x="134234" y="105552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72" name="Freeform: Shape 171">
                    <a:extLst>
                      <a:ext uri="{FF2B5EF4-FFF2-40B4-BE49-F238E27FC236}">
                        <a16:creationId xmlns:a16="http://schemas.microsoft.com/office/drawing/2014/main" id="{12C1BF42-2412-1786-F76B-E65C9120A1B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242121" y="3827391"/>
                    <a:ext cx="920131" cy="305915"/>
                  </a:xfrm>
                  <a:custGeom>
                    <a:avLst/>
                    <a:gdLst>
                      <a:gd name="connsiteX0" fmla="*/ 911157 w 920131"/>
                      <a:gd name="connsiteY0" fmla="*/ 1704 h 305915"/>
                      <a:gd name="connsiteX1" fmla="*/ 889486 w 920131"/>
                      <a:gd name="connsiteY1" fmla="*/ 8973 h 305915"/>
                      <a:gd name="connsiteX2" fmla="*/ 889486 w 920131"/>
                      <a:gd name="connsiteY2" fmla="*/ 9001 h 305915"/>
                      <a:gd name="connsiteX3" fmla="*/ 640596 w 920131"/>
                      <a:gd name="connsiteY3" fmla="*/ 240555 h 305915"/>
                      <a:gd name="connsiteX4" fmla="*/ 460066 w 920131"/>
                      <a:gd name="connsiteY4" fmla="*/ 274790 h 305915"/>
                      <a:gd name="connsiteX5" fmla="*/ 286147 w 920131"/>
                      <a:gd name="connsiteY5" fmla="*/ 243161 h 305915"/>
                      <a:gd name="connsiteX6" fmla="*/ 30645 w 920131"/>
                      <a:gd name="connsiteY6" fmla="*/ 9001 h 305915"/>
                      <a:gd name="connsiteX7" fmla="*/ 9001 w 920131"/>
                      <a:gd name="connsiteY7" fmla="*/ 1677 h 305915"/>
                      <a:gd name="connsiteX8" fmla="*/ 1677 w 920131"/>
                      <a:gd name="connsiteY8" fmla="*/ 23348 h 305915"/>
                      <a:gd name="connsiteX9" fmla="*/ 280331 w 920131"/>
                      <a:gd name="connsiteY9" fmla="*/ 275229 h 305915"/>
                      <a:gd name="connsiteX10" fmla="*/ 641007 w 920131"/>
                      <a:gd name="connsiteY10" fmla="*/ 274790 h 305915"/>
                      <a:gd name="connsiteX11" fmla="*/ 918455 w 920131"/>
                      <a:gd name="connsiteY11" fmla="*/ 23348 h 305915"/>
                      <a:gd name="connsiteX12" fmla="*/ 911157 w 920131"/>
                      <a:gd name="connsiteY12" fmla="*/ 1704 h 3059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920131" h="305915">
                        <a:moveTo>
                          <a:pt x="911157" y="1704"/>
                        </a:moveTo>
                        <a:cubicBezTo>
                          <a:pt x="903175" y="-2273"/>
                          <a:pt x="893464" y="991"/>
                          <a:pt x="889486" y="8973"/>
                        </a:cubicBezTo>
                        <a:cubicBezTo>
                          <a:pt x="889486" y="9001"/>
                          <a:pt x="889486" y="9001"/>
                          <a:pt x="889486" y="9001"/>
                        </a:cubicBezTo>
                        <a:cubicBezTo>
                          <a:pt x="837777" y="114120"/>
                          <a:pt x="749172" y="196554"/>
                          <a:pt x="640596" y="240555"/>
                        </a:cubicBezTo>
                        <a:cubicBezTo>
                          <a:pt x="593495" y="259757"/>
                          <a:pt x="526808" y="274350"/>
                          <a:pt x="460066" y="274790"/>
                        </a:cubicBezTo>
                        <a:cubicBezTo>
                          <a:pt x="396478" y="275174"/>
                          <a:pt x="332891" y="262281"/>
                          <a:pt x="286147" y="243161"/>
                        </a:cubicBezTo>
                        <a:cubicBezTo>
                          <a:pt x="174636" y="199928"/>
                          <a:pt x="83424" y="116343"/>
                          <a:pt x="30645" y="9001"/>
                        </a:cubicBezTo>
                        <a:cubicBezTo>
                          <a:pt x="26695" y="991"/>
                          <a:pt x="16984" y="-2273"/>
                          <a:pt x="9001" y="1677"/>
                        </a:cubicBezTo>
                        <a:cubicBezTo>
                          <a:pt x="991" y="5654"/>
                          <a:pt x="-2273" y="15338"/>
                          <a:pt x="1677" y="23348"/>
                        </a:cubicBezTo>
                        <a:cubicBezTo>
                          <a:pt x="59284" y="139577"/>
                          <a:pt x="158890" y="229609"/>
                          <a:pt x="280331" y="275229"/>
                        </a:cubicBezTo>
                        <a:cubicBezTo>
                          <a:pt x="381967" y="312426"/>
                          <a:pt x="510952" y="319860"/>
                          <a:pt x="641007" y="274790"/>
                        </a:cubicBezTo>
                        <a:cubicBezTo>
                          <a:pt x="761928" y="229006"/>
                          <a:pt x="861039" y="139194"/>
                          <a:pt x="918455" y="23348"/>
                        </a:cubicBezTo>
                        <a:cubicBezTo>
                          <a:pt x="922405" y="15365"/>
                          <a:pt x="919140" y="5682"/>
                          <a:pt x="911157" y="1704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73" name="Freeform: Shape 172">
                    <a:extLst>
                      <a:ext uri="{FF2B5EF4-FFF2-40B4-BE49-F238E27FC236}">
                        <a16:creationId xmlns:a16="http://schemas.microsoft.com/office/drawing/2014/main" id="{825B31DC-2A9E-37C3-01F4-99C2F3D63EA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351245" y="3946378"/>
                    <a:ext cx="701910" cy="241041"/>
                  </a:xfrm>
                  <a:custGeom>
                    <a:avLst/>
                    <a:gdLst>
                      <a:gd name="connsiteX0" fmla="*/ 142760 w 701910"/>
                      <a:gd name="connsiteY0" fmla="*/ 179865 h 241041"/>
                      <a:gd name="connsiteX1" fmla="*/ 272870 w 701910"/>
                      <a:gd name="connsiteY1" fmla="*/ 232178 h 241041"/>
                      <a:gd name="connsiteX2" fmla="*/ 429067 w 701910"/>
                      <a:gd name="connsiteY2" fmla="*/ 232178 h 241041"/>
                      <a:gd name="connsiteX3" fmla="*/ 700233 w 701910"/>
                      <a:gd name="connsiteY3" fmla="*/ 23338 h 241041"/>
                      <a:gd name="connsiteX4" fmla="*/ 692936 w 701910"/>
                      <a:gd name="connsiteY4" fmla="*/ 1694 h 241041"/>
                      <a:gd name="connsiteX5" fmla="*/ 671265 w 701910"/>
                      <a:gd name="connsiteY5" fmla="*/ 8991 h 241041"/>
                      <a:gd name="connsiteX6" fmla="*/ 446130 w 701910"/>
                      <a:gd name="connsiteY6" fmla="*/ 195007 h 241041"/>
                      <a:gd name="connsiteX7" fmla="*/ 244999 w 701910"/>
                      <a:gd name="connsiteY7" fmla="*/ 191853 h 241041"/>
                      <a:gd name="connsiteX8" fmla="*/ 30645 w 701910"/>
                      <a:gd name="connsiteY8" fmla="*/ 8991 h 241041"/>
                      <a:gd name="connsiteX9" fmla="*/ 9001 w 701910"/>
                      <a:gd name="connsiteY9" fmla="*/ 1694 h 241041"/>
                      <a:gd name="connsiteX10" fmla="*/ 1677 w 701910"/>
                      <a:gd name="connsiteY10" fmla="*/ 23338 h 241041"/>
                      <a:gd name="connsiteX11" fmla="*/ 142760 w 701910"/>
                      <a:gd name="connsiteY11" fmla="*/ 179865 h 241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01910" h="241041">
                        <a:moveTo>
                          <a:pt x="142760" y="179865"/>
                        </a:moveTo>
                        <a:cubicBezTo>
                          <a:pt x="182591" y="205075"/>
                          <a:pt x="226674" y="222796"/>
                          <a:pt x="272870" y="232178"/>
                        </a:cubicBezTo>
                        <a:cubicBezTo>
                          <a:pt x="350969" y="252121"/>
                          <a:pt x="429067" y="232178"/>
                          <a:pt x="429067" y="232178"/>
                        </a:cubicBezTo>
                        <a:cubicBezTo>
                          <a:pt x="546833" y="208147"/>
                          <a:pt x="646933" y="131063"/>
                          <a:pt x="700233" y="23338"/>
                        </a:cubicBezTo>
                        <a:cubicBezTo>
                          <a:pt x="704183" y="15328"/>
                          <a:pt x="700919" y="5644"/>
                          <a:pt x="692936" y="1694"/>
                        </a:cubicBezTo>
                        <a:cubicBezTo>
                          <a:pt x="684926" y="-2283"/>
                          <a:pt x="675215" y="981"/>
                          <a:pt x="671265" y="8991"/>
                        </a:cubicBezTo>
                        <a:cubicBezTo>
                          <a:pt x="626359" y="100422"/>
                          <a:pt x="544392" y="168151"/>
                          <a:pt x="446130" y="195007"/>
                        </a:cubicBezTo>
                        <a:cubicBezTo>
                          <a:pt x="395298" y="206748"/>
                          <a:pt x="348472" y="222137"/>
                          <a:pt x="244999" y="191853"/>
                        </a:cubicBezTo>
                        <a:cubicBezTo>
                          <a:pt x="151401" y="163049"/>
                          <a:pt x="73823" y="96883"/>
                          <a:pt x="30645" y="8991"/>
                        </a:cubicBezTo>
                        <a:cubicBezTo>
                          <a:pt x="26695" y="981"/>
                          <a:pt x="16984" y="-2283"/>
                          <a:pt x="9001" y="1694"/>
                        </a:cubicBezTo>
                        <a:cubicBezTo>
                          <a:pt x="991" y="5644"/>
                          <a:pt x="-2273" y="15328"/>
                          <a:pt x="1677" y="23338"/>
                        </a:cubicBezTo>
                        <a:cubicBezTo>
                          <a:pt x="33498" y="87447"/>
                          <a:pt x="82300" y="141597"/>
                          <a:pt x="142760" y="179865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3E131F8C-A814-7DAD-2771-A4AD1FA89928}"/>
                    </a:ext>
                  </a:extLst>
                </p:cNvPr>
                <p:cNvGrpSpPr/>
                <p:nvPr/>
              </p:nvGrpSpPr>
              <p:grpSpPr>
                <a:xfrm rot="10800000">
                  <a:off x="7455244" y="4339344"/>
                  <a:ext cx="493776" cy="256187"/>
                  <a:chOff x="7380534" y="1409225"/>
                  <a:chExt cx="493776" cy="256187"/>
                </a:xfrm>
              </p:grpSpPr>
              <p:sp>
                <p:nvSpPr>
                  <p:cNvPr id="165" name="Freeform: Shape 164">
                    <a:extLst>
                      <a:ext uri="{FF2B5EF4-FFF2-40B4-BE49-F238E27FC236}">
                        <a16:creationId xmlns:a16="http://schemas.microsoft.com/office/drawing/2014/main" id="{B85E1F1E-4CB8-8224-D227-6F766AF9D32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43984" y="1438563"/>
                    <a:ext cx="366985" cy="57155"/>
                  </a:xfrm>
                  <a:custGeom>
                    <a:avLst/>
                    <a:gdLst>
                      <a:gd name="connsiteX0" fmla="*/ 0 w 366985"/>
                      <a:gd name="connsiteY0" fmla="*/ 0 h 57155"/>
                      <a:gd name="connsiteX1" fmla="*/ 16157 w 366985"/>
                      <a:gd name="connsiteY1" fmla="*/ 21534 h 57155"/>
                      <a:gd name="connsiteX2" fmla="*/ 81418 w 366985"/>
                      <a:gd name="connsiteY2" fmla="*/ 48390 h 57155"/>
                      <a:gd name="connsiteX3" fmla="*/ 238631 w 366985"/>
                      <a:gd name="connsiteY3" fmla="*/ 56620 h 57155"/>
                      <a:gd name="connsiteX4" fmla="*/ 316181 w 366985"/>
                      <a:gd name="connsiteY4" fmla="*/ 36156 h 57155"/>
                      <a:gd name="connsiteX5" fmla="*/ 350828 w 366985"/>
                      <a:gd name="connsiteY5" fmla="*/ 21644 h 57155"/>
                      <a:gd name="connsiteX6" fmla="*/ 366985 w 366985"/>
                      <a:gd name="connsiteY6" fmla="*/ 110 h 57155"/>
                      <a:gd name="connsiteX7" fmla="*/ 272125 w 366985"/>
                      <a:gd name="connsiteY7" fmla="*/ 6913 h 57155"/>
                      <a:gd name="connsiteX8" fmla="*/ 32342 w 366985"/>
                      <a:gd name="connsiteY8" fmla="*/ 521 h 571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6985" h="57155">
                        <a:moveTo>
                          <a:pt x="0" y="0"/>
                        </a:moveTo>
                        <a:lnTo>
                          <a:pt x="16157" y="21534"/>
                        </a:lnTo>
                        <a:cubicBezTo>
                          <a:pt x="16157" y="21534"/>
                          <a:pt x="63450" y="48033"/>
                          <a:pt x="81418" y="48390"/>
                        </a:cubicBezTo>
                        <a:cubicBezTo>
                          <a:pt x="99386" y="48747"/>
                          <a:pt x="221321" y="59665"/>
                          <a:pt x="238631" y="56620"/>
                        </a:cubicBezTo>
                        <a:cubicBezTo>
                          <a:pt x="255940" y="53575"/>
                          <a:pt x="314069" y="37938"/>
                          <a:pt x="316181" y="36156"/>
                        </a:cubicBezTo>
                        <a:cubicBezTo>
                          <a:pt x="318294" y="34372"/>
                          <a:pt x="350828" y="21644"/>
                          <a:pt x="350828" y="21644"/>
                        </a:cubicBezTo>
                        <a:lnTo>
                          <a:pt x="366985" y="110"/>
                        </a:lnTo>
                        <a:cubicBezTo>
                          <a:pt x="366985" y="110"/>
                          <a:pt x="296787" y="-494"/>
                          <a:pt x="272125" y="6913"/>
                        </a:cubicBezTo>
                        <a:cubicBezTo>
                          <a:pt x="247464" y="14319"/>
                          <a:pt x="32342" y="521"/>
                          <a:pt x="32342" y="521"/>
                        </a:cubicBezTo>
                        <a:close/>
                      </a:path>
                    </a:pathLst>
                  </a:custGeom>
                  <a:solidFill>
                    <a:srgbClr val="1E5B7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66" name="Freeform: Shape 165">
                    <a:extLst>
                      <a:ext uri="{FF2B5EF4-FFF2-40B4-BE49-F238E27FC236}">
                        <a16:creationId xmlns:a16="http://schemas.microsoft.com/office/drawing/2014/main" id="{5B1E7D96-8C3A-851F-4B82-D59DB02A280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384238" y="1495310"/>
                    <a:ext cx="488536" cy="90001"/>
                  </a:xfrm>
                  <a:custGeom>
                    <a:avLst/>
                    <a:gdLst>
                      <a:gd name="connsiteX0" fmla="*/ 0 w 488536"/>
                      <a:gd name="connsiteY0" fmla="*/ 0 h 90001"/>
                      <a:gd name="connsiteX1" fmla="*/ 29050 w 488536"/>
                      <a:gd name="connsiteY1" fmla="*/ 45921 h 90001"/>
                      <a:gd name="connsiteX2" fmla="*/ 109728 w 488536"/>
                      <a:gd name="connsiteY2" fmla="*/ 83229 h 90001"/>
                      <a:gd name="connsiteX3" fmla="*/ 321228 w 488536"/>
                      <a:gd name="connsiteY3" fmla="*/ 89511 h 90001"/>
                      <a:gd name="connsiteX4" fmla="*/ 428049 w 488536"/>
                      <a:gd name="connsiteY4" fmla="*/ 77879 h 90001"/>
                      <a:gd name="connsiteX5" fmla="*/ 462394 w 488536"/>
                      <a:gd name="connsiteY5" fmla="*/ 44769 h 90001"/>
                      <a:gd name="connsiteX6" fmla="*/ 488536 w 488536"/>
                      <a:gd name="connsiteY6" fmla="*/ 3621 h 90001"/>
                      <a:gd name="connsiteX7" fmla="*/ 104488 w 488536"/>
                      <a:gd name="connsiteY7" fmla="*/ 55 h 900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88536" h="90001">
                        <a:moveTo>
                          <a:pt x="0" y="0"/>
                        </a:moveTo>
                        <a:lnTo>
                          <a:pt x="29050" y="45921"/>
                        </a:lnTo>
                        <a:cubicBezTo>
                          <a:pt x="29050" y="45921"/>
                          <a:pt x="100758" y="83311"/>
                          <a:pt x="109728" y="83229"/>
                        </a:cubicBezTo>
                        <a:cubicBezTo>
                          <a:pt x="118698" y="83147"/>
                          <a:pt x="302739" y="92172"/>
                          <a:pt x="321228" y="89511"/>
                        </a:cubicBezTo>
                        <a:cubicBezTo>
                          <a:pt x="339717" y="86850"/>
                          <a:pt x="428049" y="77879"/>
                          <a:pt x="428049" y="77879"/>
                        </a:cubicBezTo>
                        <a:lnTo>
                          <a:pt x="462394" y="44769"/>
                        </a:lnTo>
                        <a:lnTo>
                          <a:pt x="488536" y="3621"/>
                        </a:lnTo>
                        <a:lnTo>
                          <a:pt x="104488" y="55"/>
                        </a:lnTo>
                        <a:close/>
                      </a:path>
                    </a:pathLst>
                  </a:custGeom>
                  <a:solidFill>
                    <a:srgbClr val="3A78A4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C95F90D0-1946-E9DA-67BB-9D390FEA398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380534" y="1522903"/>
                    <a:ext cx="493776" cy="142509"/>
                  </a:xfrm>
                  <a:custGeom>
                    <a:avLst/>
                    <a:gdLst>
                      <a:gd name="connsiteX0" fmla="*/ 246833 w 493776"/>
                      <a:gd name="connsiteY0" fmla="*/ 142509 h 142509"/>
                      <a:gd name="connsiteX1" fmla="*/ 481294 w 493776"/>
                      <a:gd name="connsiteY1" fmla="*/ 93735 h 142509"/>
                      <a:gd name="connsiteX2" fmla="*/ 493776 w 493776"/>
                      <a:gd name="connsiteY2" fmla="*/ 71323 h 142509"/>
                      <a:gd name="connsiteX3" fmla="*/ 246888 w 493776"/>
                      <a:gd name="connsiteY3" fmla="*/ 0 h 142509"/>
                      <a:gd name="connsiteX4" fmla="*/ 0 w 493776"/>
                      <a:gd name="connsiteY4" fmla="*/ 71323 h 142509"/>
                      <a:gd name="connsiteX5" fmla="*/ 3073 w 493776"/>
                      <a:gd name="connsiteY5" fmla="*/ 83311 h 142509"/>
                      <a:gd name="connsiteX6" fmla="*/ 12509 w 493776"/>
                      <a:gd name="connsiteY6" fmla="*/ 93735 h 142509"/>
                      <a:gd name="connsiteX7" fmla="*/ 246833 w 493776"/>
                      <a:gd name="connsiteY7" fmla="*/ 142509 h 142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93776" h="142509">
                        <a:moveTo>
                          <a:pt x="246833" y="142509"/>
                        </a:moveTo>
                        <a:cubicBezTo>
                          <a:pt x="356068" y="142509"/>
                          <a:pt x="448733" y="122072"/>
                          <a:pt x="481294" y="93735"/>
                        </a:cubicBezTo>
                        <a:cubicBezTo>
                          <a:pt x="489524" y="86713"/>
                          <a:pt x="493776" y="79169"/>
                          <a:pt x="493776" y="71323"/>
                        </a:cubicBezTo>
                        <a:cubicBezTo>
                          <a:pt x="493776" y="32013"/>
                          <a:pt x="383225" y="0"/>
                          <a:pt x="246888" y="0"/>
                        </a:cubicBezTo>
                        <a:cubicBezTo>
                          <a:pt x="110551" y="0"/>
                          <a:pt x="0" y="31876"/>
                          <a:pt x="0" y="71323"/>
                        </a:cubicBezTo>
                        <a:cubicBezTo>
                          <a:pt x="165" y="75493"/>
                          <a:pt x="1207" y="79580"/>
                          <a:pt x="3073" y="83311"/>
                        </a:cubicBezTo>
                        <a:cubicBezTo>
                          <a:pt x="5706" y="87206"/>
                          <a:pt x="8888" y="90717"/>
                          <a:pt x="12509" y="93735"/>
                        </a:cubicBezTo>
                        <a:cubicBezTo>
                          <a:pt x="44933" y="122072"/>
                          <a:pt x="137599" y="142509"/>
                          <a:pt x="246833" y="142509"/>
                        </a:cubicBezTo>
                        <a:close/>
                      </a:path>
                    </a:pathLst>
                  </a:custGeom>
                  <a:solidFill>
                    <a:srgbClr val="1E5B7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29AD4D57-8430-B60A-AD01-D3903B45738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10380" y="1463623"/>
                    <a:ext cx="434193" cy="76919"/>
                  </a:xfrm>
                  <a:custGeom>
                    <a:avLst/>
                    <a:gdLst>
                      <a:gd name="connsiteX0" fmla="*/ 217097 w 434193"/>
                      <a:gd name="connsiteY0" fmla="*/ 76919 h 76919"/>
                      <a:gd name="connsiteX1" fmla="*/ 400590 w 434193"/>
                      <a:gd name="connsiteY1" fmla="*/ 44824 h 76919"/>
                      <a:gd name="connsiteX2" fmla="*/ 434194 w 434193"/>
                      <a:gd name="connsiteY2" fmla="*/ 0 h 76919"/>
                      <a:gd name="connsiteX3" fmla="*/ 217097 w 434193"/>
                      <a:gd name="connsiteY3" fmla="*/ 35250 h 76919"/>
                      <a:gd name="connsiteX4" fmla="*/ 0 w 434193"/>
                      <a:gd name="connsiteY4" fmla="*/ 0 h 76919"/>
                      <a:gd name="connsiteX5" fmla="*/ 33604 w 434193"/>
                      <a:gd name="connsiteY5" fmla="*/ 44824 h 76919"/>
                      <a:gd name="connsiteX6" fmla="*/ 217097 w 434193"/>
                      <a:gd name="connsiteY6" fmla="*/ 76919 h 76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34193" h="76919">
                        <a:moveTo>
                          <a:pt x="217097" y="76919"/>
                        </a:moveTo>
                        <a:cubicBezTo>
                          <a:pt x="221787" y="76919"/>
                          <a:pt x="330967" y="73820"/>
                          <a:pt x="400590" y="44824"/>
                        </a:cubicBezTo>
                        <a:lnTo>
                          <a:pt x="434194" y="0"/>
                        </a:lnTo>
                        <a:cubicBezTo>
                          <a:pt x="386900" y="21946"/>
                          <a:pt x="307074" y="35250"/>
                          <a:pt x="217097" y="35250"/>
                        </a:cubicBezTo>
                        <a:cubicBezTo>
                          <a:pt x="127119" y="35250"/>
                          <a:pt x="47265" y="21891"/>
                          <a:pt x="0" y="0"/>
                        </a:cubicBezTo>
                        <a:lnTo>
                          <a:pt x="33604" y="44824"/>
                        </a:lnTo>
                        <a:cubicBezTo>
                          <a:pt x="103226" y="73820"/>
                          <a:pt x="212351" y="76810"/>
                          <a:pt x="217097" y="76919"/>
                        </a:cubicBezTo>
                        <a:close/>
                      </a:path>
                    </a:pathLst>
                  </a:custGeom>
                  <a:solidFill>
                    <a:srgbClr val="3A78A4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69" name="Freeform: Shape 168">
                    <a:extLst>
                      <a:ext uri="{FF2B5EF4-FFF2-40B4-BE49-F238E27FC236}">
                        <a16:creationId xmlns:a16="http://schemas.microsoft.com/office/drawing/2014/main" id="{F13EFC67-8A66-F683-0D7A-94683DF8512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60170" y="1409225"/>
                    <a:ext cx="334670" cy="64959"/>
                  </a:xfrm>
                  <a:custGeom>
                    <a:avLst/>
                    <a:gdLst>
                      <a:gd name="connsiteX0" fmla="*/ 294291 w 334670"/>
                      <a:gd name="connsiteY0" fmla="*/ 45674 h 64959"/>
                      <a:gd name="connsiteX1" fmla="*/ 309186 w 334670"/>
                      <a:gd name="connsiteY1" fmla="*/ 33961 h 64959"/>
                      <a:gd name="connsiteX2" fmla="*/ 334670 w 334670"/>
                      <a:gd name="connsiteY2" fmla="*/ 0 h 64959"/>
                      <a:gd name="connsiteX3" fmla="*/ 167473 w 334670"/>
                      <a:gd name="connsiteY3" fmla="*/ 25238 h 64959"/>
                      <a:gd name="connsiteX4" fmla="*/ 167170 w 334670"/>
                      <a:gd name="connsiteY4" fmla="*/ 25238 h 64959"/>
                      <a:gd name="connsiteX5" fmla="*/ 0 w 334670"/>
                      <a:gd name="connsiteY5" fmla="*/ 0 h 64959"/>
                      <a:gd name="connsiteX6" fmla="*/ 25457 w 334670"/>
                      <a:gd name="connsiteY6" fmla="*/ 34043 h 64959"/>
                      <a:gd name="connsiteX7" fmla="*/ 40380 w 334670"/>
                      <a:gd name="connsiteY7" fmla="*/ 45757 h 64959"/>
                      <a:gd name="connsiteX8" fmla="*/ 167335 w 334670"/>
                      <a:gd name="connsiteY8" fmla="*/ 64959 h 64959"/>
                      <a:gd name="connsiteX9" fmla="*/ 294291 w 334670"/>
                      <a:gd name="connsiteY9" fmla="*/ 45674 h 64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4670" h="64959">
                        <a:moveTo>
                          <a:pt x="294291" y="45674"/>
                        </a:moveTo>
                        <a:cubicBezTo>
                          <a:pt x="300188" y="43150"/>
                          <a:pt x="305346" y="39118"/>
                          <a:pt x="309186" y="33961"/>
                        </a:cubicBezTo>
                        <a:lnTo>
                          <a:pt x="334670" y="0"/>
                        </a:lnTo>
                        <a:cubicBezTo>
                          <a:pt x="263073" y="23043"/>
                          <a:pt x="171889" y="25155"/>
                          <a:pt x="167473" y="25238"/>
                        </a:cubicBezTo>
                        <a:lnTo>
                          <a:pt x="167170" y="25238"/>
                        </a:lnTo>
                        <a:cubicBezTo>
                          <a:pt x="162754" y="25238"/>
                          <a:pt x="71598" y="23043"/>
                          <a:pt x="0" y="0"/>
                        </a:cubicBezTo>
                        <a:lnTo>
                          <a:pt x="25457" y="34043"/>
                        </a:lnTo>
                        <a:cubicBezTo>
                          <a:pt x="29325" y="39173"/>
                          <a:pt x="34455" y="43233"/>
                          <a:pt x="40380" y="45757"/>
                        </a:cubicBezTo>
                        <a:cubicBezTo>
                          <a:pt x="67620" y="57333"/>
                          <a:pt x="114446" y="64959"/>
                          <a:pt x="167335" y="64959"/>
                        </a:cubicBezTo>
                        <a:cubicBezTo>
                          <a:pt x="220224" y="64959"/>
                          <a:pt x="267078" y="57251"/>
                          <a:pt x="294291" y="45674"/>
                        </a:cubicBezTo>
                        <a:close/>
                      </a:path>
                    </a:pathLst>
                  </a:custGeom>
                  <a:solidFill>
                    <a:srgbClr val="3A78A4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8B929E76-B4E0-5863-0751-AAF4F35B53EF}"/>
                    </a:ext>
                  </a:extLst>
                </p:cNvPr>
                <p:cNvGrpSpPr/>
                <p:nvPr/>
              </p:nvGrpSpPr>
              <p:grpSpPr>
                <a:xfrm>
                  <a:off x="7481069" y="3984609"/>
                  <a:ext cx="453945" cy="424620"/>
                  <a:chOff x="7394962" y="1490022"/>
                  <a:chExt cx="453945" cy="424620"/>
                </a:xfrm>
              </p:grpSpPr>
              <p:sp>
                <p:nvSpPr>
                  <p:cNvPr id="162" name="Freeform: Shape 161">
                    <a:extLst>
                      <a:ext uri="{FF2B5EF4-FFF2-40B4-BE49-F238E27FC236}">
                        <a16:creationId xmlns:a16="http://schemas.microsoft.com/office/drawing/2014/main" id="{527425F9-00D6-F062-1315-B5109064CC38}"/>
                      </a:ext>
                    </a:extLst>
                  </p:cNvPr>
                  <p:cNvSpPr/>
                  <p:nvPr/>
                </p:nvSpPr>
                <p:spPr>
                  <a:xfrm>
                    <a:off x="7394962" y="1490022"/>
                    <a:ext cx="453944" cy="169447"/>
                  </a:xfrm>
                  <a:custGeom>
                    <a:avLst/>
                    <a:gdLst>
                      <a:gd name="connsiteX0" fmla="*/ 232267 w 453944"/>
                      <a:gd name="connsiteY0" fmla="*/ 0 h 169447"/>
                      <a:gd name="connsiteX1" fmla="*/ 0 w 453944"/>
                      <a:gd name="connsiteY1" fmla="*/ 81445 h 169447"/>
                      <a:gd name="connsiteX2" fmla="*/ 221623 w 453944"/>
                      <a:gd name="connsiteY2" fmla="*/ 169448 h 169447"/>
                      <a:gd name="connsiteX3" fmla="*/ 453945 w 453944"/>
                      <a:gd name="connsiteY3" fmla="*/ 88030 h 169447"/>
                      <a:gd name="connsiteX4" fmla="*/ 232267 w 453944"/>
                      <a:gd name="connsiteY4" fmla="*/ 0 h 1694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3944" h="169447">
                        <a:moveTo>
                          <a:pt x="232267" y="0"/>
                        </a:moveTo>
                        <a:lnTo>
                          <a:pt x="0" y="81445"/>
                        </a:lnTo>
                        <a:lnTo>
                          <a:pt x="221623" y="169448"/>
                        </a:lnTo>
                        <a:lnTo>
                          <a:pt x="453945" y="88030"/>
                        </a:lnTo>
                        <a:lnTo>
                          <a:pt x="232267" y="0"/>
                        </a:lnTo>
                        <a:close/>
                      </a:path>
                    </a:pathLst>
                  </a:custGeom>
                  <a:solidFill>
                    <a:srgbClr val="3A78A4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63" name="Freeform: Shape 162">
                    <a:extLst>
                      <a:ext uri="{FF2B5EF4-FFF2-40B4-BE49-F238E27FC236}">
                        <a16:creationId xmlns:a16="http://schemas.microsoft.com/office/drawing/2014/main" id="{E6BD4FFF-D4B3-7866-D1BD-E7BB06983B80}"/>
                      </a:ext>
                    </a:extLst>
                  </p:cNvPr>
                  <p:cNvSpPr/>
                  <p:nvPr/>
                </p:nvSpPr>
                <p:spPr>
                  <a:xfrm>
                    <a:off x="7616586" y="1578052"/>
                    <a:ext cx="232321" cy="336590"/>
                  </a:xfrm>
                  <a:custGeom>
                    <a:avLst/>
                    <a:gdLst>
                      <a:gd name="connsiteX0" fmla="*/ 0 w 232321"/>
                      <a:gd name="connsiteY0" fmla="*/ 151918 h 336590"/>
                      <a:gd name="connsiteX1" fmla="*/ 0 w 232321"/>
                      <a:gd name="connsiteY1" fmla="*/ 195864 h 336590"/>
                      <a:gd name="connsiteX2" fmla="*/ 0 w 232321"/>
                      <a:gd name="connsiteY2" fmla="*/ 336591 h 336590"/>
                      <a:gd name="connsiteX3" fmla="*/ 232321 w 232321"/>
                      <a:gd name="connsiteY3" fmla="*/ 248287 h 336590"/>
                      <a:gd name="connsiteX4" fmla="*/ 232321 w 232321"/>
                      <a:gd name="connsiteY4" fmla="*/ 0 h 336590"/>
                      <a:gd name="connsiteX5" fmla="*/ 0 w 232321"/>
                      <a:gd name="connsiteY5" fmla="*/ 81775 h 336590"/>
                      <a:gd name="connsiteX6" fmla="*/ 0 w 232321"/>
                      <a:gd name="connsiteY6" fmla="*/ 151918 h 3365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32321" h="336590">
                        <a:moveTo>
                          <a:pt x="0" y="151918"/>
                        </a:moveTo>
                        <a:lnTo>
                          <a:pt x="0" y="195864"/>
                        </a:lnTo>
                        <a:lnTo>
                          <a:pt x="0" y="336591"/>
                        </a:lnTo>
                        <a:lnTo>
                          <a:pt x="232321" y="248287"/>
                        </a:lnTo>
                        <a:lnTo>
                          <a:pt x="232321" y="0"/>
                        </a:lnTo>
                        <a:lnTo>
                          <a:pt x="0" y="81775"/>
                        </a:lnTo>
                        <a:lnTo>
                          <a:pt x="0" y="151918"/>
                        </a:lnTo>
                        <a:close/>
                      </a:path>
                    </a:pathLst>
                  </a:custGeom>
                  <a:solidFill>
                    <a:srgbClr val="BE2827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164" name="Freeform: Shape 163">
                    <a:extLst>
                      <a:ext uri="{FF2B5EF4-FFF2-40B4-BE49-F238E27FC236}">
                        <a16:creationId xmlns:a16="http://schemas.microsoft.com/office/drawing/2014/main" id="{2D7BD522-E362-A41B-E0A7-158B35C6E8E5}"/>
                      </a:ext>
                    </a:extLst>
                  </p:cNvPr>
                  <p:cNvSpPr/>
                  <p:nvPr/>
                </p:nvSpPr>
                <p:spPr>
                  <a:xfrm>
                    <a:off x="7396033" y="1571468"/>
                    <a:ext cx="220553" cy="343174"/>
                  </a:xfrm>
                  <a:custGeom>
                    <a:avLst/>
                    <a:gdLst>
                      <a:gd name="connsiteX0" fmla="*/ 0 w 220553"/>
                      <a:gd name="connsiteY0" fmla="*/ 158502 h 343174"/>
                      <a:gd name="connsiteX1" fmla="*/ 0 w 220553"/>
                      <a:gd name="connsiteY1" fmla="*/ 202448 h 343174"/>
                      <a:gd name="connsiteX2" fmla="*/ 0 w 220553"/>
                      <a:gd name="connsiteY2" fmla="*/ 255145 h 343174"/>
                      <a:gd name="connsiteX3" fmla="*/ 220553 w 220553"/>
                      <a:gd name="connsiteY3" fmla="*/ 343175 h 343174"/>
                      <a:gd name="connsiteX4" fmla="*/ 220553 w 220553"/>
                      <a:gd name="connsiteY4" fmla="*/ 202448 h 343174"/>
                      <a:gd name="connsiteX5" fmla="*/ 220553 w 220553"/>
                      <a:gd name="connsiteY5" fmla="*/ 158502 h 343174"/>
                      <a:gd name="connsiteX6" fmla="*/ 220553 w 220553"/>
                      <a:gd name="connsiteY6" fmla="*/ 88002 h 343174"/>
                      <a:gd name="connsiteX7" fmla="*/ 220553 w 220553"/>
                      <a:gd name="connsiteY7" fmla="*/ 88002 h 343174"/>
                      <a:gd name="connsiteX8" fmla="*/ 0 w 220553"/>
                      <a:gd name="connsiteY8" fmla="*/ 0 h 343174"/>
                      <a:gd name="connsiteX9" fmla="*/ 0 w 220553"/>
                      <a:gd name="connsiteY9" fmla="*/ 158502 h 3431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0553" h="343174">
                        <a:moveTo>
                          <a:pt x="0" y="158502"/>
                        </a:moveTo>
                        <a:lnTo>
                          <a:pt x="0" y="202448"/>
                        </a:lnTo>
                        <a:lnTo>
                          <a:pt x="0" y="255145"/>
                        </a:lnTo>
                        <a:lnTo>
                          <a:pt x="220553" y="343175"/>
                        </a:lnTo>
                        <a:lnTo>
                          <a:pt x="220553" y="202448"/>
                        </a:lnTo>
                        <a:lnTo>
                          <a:pt x="220553" y="158502"/>
                        </a:lnTo>
                        <a:lnTo>
                          <a:pt x="220553" y="88002"/>
                        </a:lnTo>
                        <a:lnTo>
                          <a:pt x="220553" y="88002"/>
                        </a:lnTo>
                        <a:lnTo>
                          <a:pt x="0" y="0"/>
                        </a:lnTo>
                        <a:lnTo>
                          <a:pt x="0" y="158502"/>
                        </a:lnTo>
                        <a:close/>
                      </a:path>
                    </a:pathLst>
                  </a:custGeom>
                  <a:solidFill>
                    <a:srgbClr val="E54035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75AA4AF-80A0-CEA4-F220-51E34145DC51}"/>
                </a:ext>
              </a:extLst>
            </p:cNvPr>
            <p:cNvGrpSpPr/>
            <p:nvPr/>
          </p:nvGrpSpPr>
          <p:grpSpPr>
            <a:xfrm>
              <a:off x="5304004" y="1967651"/>
              <a:ext cx="1629396" cy="1301136"/>
              <a:chOff x="5304004" y="1967651"/>
              <a:chExt cx="1629396" cy="1301136"/>
            </a:xfrm>
          </p:grpSpPr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F39610-E33D-738A-6A5D-81C95015CDC5}"/>
                  </a:ext>
                </a:extLst>
              </p:cNvPr>
              <p:cNvSpPr txBox="1"/>
              <p:nvPr/>
            </p:nvSpPr>
            <p:spPr>
              <a:xfrm>
                <a:off x="5304004" y="2899455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Gas</a:t>
                </a:r>
              </a:p>
            </p:txBody>
          </p: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D406661A-38E3-B0AA-1924-E7E4637112CC}"/>
                  </a:ext>
                </a:extLst>
              </p:cNvPr>
              <p:cNvGrpSpPr/>
              <p:nvPr/>
            </p:nvGrpSpPr>
            <p:grpSpPr>
              <a:xfrm>
                <a:off x="5677800" y="1967651"/>
                <a:ext cx="888018" cy="835167"/>
                <a:chOff x="3879229" y="2269476"/>
                <a:chExt cx="888018" cy="835167"/>
              </a:xfrm>
            </p:grpSpPr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2B3198D8-AC07-C537-CF62-8C026BF0E278}"/>
                    </a:ext>
                  </a:extLst>
                </p:cNvPr>
                <p:cNvSpPr/>
                <p:nvPr/>
              </p:nvSpPr>
              <p:spPr>
                <a:xfrm>
                  <a:off x="4143006" y="2435949"/>
                  <a:ext cx="360291" cy="56018"/>
                </a:xfrm>
                <a:custGeom>
                  <a:avLst/>
                  <a:gdLst>
                    <a:gd name="connsiteX0" fmla="*/ 0 w 360291"/>
                    <a:gd name="connsiteY0" fmla="*/ 12 h 56018"/>
                    <a:gd name="connsiteX1" fmla="*/ 15855 w 360291"/>
                    <a:gd name="connsiteY1" fmla="*/ 21162 h 56018"/>
                    <a:gd name="connsiteX2" fmla="*/ 79937 w 360291"/>
                    <a:gd name="connsiteY2" fmla="*/ 47524 h 56018"/>
                    <a:gd name="connsiteX3" fmla="*/ 234269 w 360291"/>
                    <a:gd name="connsiteY3" fmla="*/ 55480 h 56018"/>
                    <a:gd name="connsiteX4" fmla="*/ 310420 w 360291"/>
                    <a:gd name="connsiteY4" fmla="*/ 35427 h 56018"/>
                    <a:gd name="connsiteX5" fmla="*/ 344436 w 360291"/>
                    <a:gd name="connsiteY5" fmla="*/ 21162 h 56018"/>
                    <a:gd name="connsiteX6" fmla="*/ 360292 w 360291"/>
                    <a:gd name="connsiteY6" fmla="*/ 12 h 56018"/>
                    <a:gd name="connsiteX7" fmla="*/ 267023 w 360291"/>
                    <a:gd name="connsiteY7" fmla="*/ 6678 h 56018"/>
                    <a:gd name="connsiteX8" fmla="*/ 31601 w 360291"/>
                    <a:gd name="connsiteY8" fmla="*/ 424 h 56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291" h="56018">
                      <a:moveTo>
                        <a:pt x="0" y="12"/>
                      </a:moveTo>
                      <a:lnTo>
                        <a:pt x="15855" y="21162"/>
                      </a:lnTo>
                      <a:cubicBezTo>
                        <a:pt x="15855" y="21162"/>
                        <a:pt x="62271" y="47168"/>
                        <a:pt x="79937" y="47524"/>
                      </a:cubicBezTo>
                      <a:cubicBezTo>
                        <a:pt x="97603" y="47881"/>
                        <a:pt x="217316" y="58497"/>
                        <a:pt x="234269" y="55480"/>
                      </a:cubicBezTo>
                      <a:cubicBezTo>
                        <a:pt x="251222" y="52462"/>
                        <a:pt x="308335" y="37155"/>
                        <a:pt x="310420" y="35427"/>
                      </a:cubicBezTo>
                      <a:cubicBezTo>
                        <a:pt x="312505" y="33699"/>
                        <a:pt x="344436" y="21162"/>
                        <a:pt x="344436" y="21162"/>
                      </a:cubicBezTo>
                      <a:lnTo>
                        <a:pt x="360292" y="12"/>
                      </a:lnTo>
                      <a:cubicBezTo>
                        <a:pt x="360292" y="12"/>
                        <a:pt x="291383" y="-591"/>
                        <a:pt x="267023" y="6678"/>
                      </a:cubicBezTo>
                      <a:cubicBezTo>
                        <a:pt x="242663" y="13948"/>
                        <a:pt x="31601" y="424"/>
                        <a:pt x="31601" y="424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D46149BF-FC7A-03AF-5464-25F9AB9656F4}"/>
                    </a:ext>
                  </a:extLst>
                </p:cNvPr>
                <p:cNvSpPr/>
                <p:nvPr/>
              </p:nvSpPr>
              <p:spPr>
                <a:xfrm>
                  <a:off x="4082299" y="2347932"/>
                  <a:ext cx="479675" cy="88374"/>
                </a:xfrm>
                <a:custGeom>
                  <a:avLst/>
                  <a:gdLst>
                    <a:gd name="connsiteX0" fmla="*/ 0 w 479675"/>
                    <a:gd name="connsiteY0" fmla="*/ 0 h 88374"/>
                    <a:gd name="connsiteX1" fmla="*/ 28556 w 479675"/>
                    <a:gd name="connsiteY1" fmla="*/ 45098 h 88374"/>
                    <a:gd name="connsiteX2" fmla="*/ 107753 w 479675"/>
                    <a:gd name="connsiteY2" fmla="*/ 81747 h 88374"/>
                    <a:gd name="connsiteX3" fmla="*/ 315413 w 479675"/>
                    <a:gd name="connsiteY3" fmla="*/ 87892 h 88374"/>
                    <a:gd name="connsiteX4" fmla="*/ 420286 w 479675"/>
                    <a:gd name="connsiteY4" fmla="*/ 76480 h 88374"/>
                    <a:gd name="connsiteX5" fmla="*/ 454000 w 479675"/>
                    <a:gd name="connsiteY5" fmla="*/ 43974 h 88374"/>
                    <a:gd name="connsiteX6" fmla="*/ 479676 w 479675"/>
                    <a:gd name="connsiteY6" fmla="*/ 3511 h 88374"/>
                    <a:gd name="connsiteX7" fmla="*/ 102568 w 479675"/>
                    <a:gd name="connsiteY7" fmla="*/ 0 h 88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79675" h="88374">
                      <a:moveTo>
                        <a:pt x="0" y="0"/>
                      </a:moveTo>
                      <a:lnTo>
                        <a:pt x="28556" y="45098"/>
                      </a:lnTo>
                      <a:cubicBezTo>
                        <a:pt x="28556" y="45098"/>
                        <a:pt x="98920" y="81802"/>
                        <a:pt x="107753" y="81747"/>
                      </a:cubicBezTo>
                      <a:cubicBezTo>
                        <a:pt x="116586" y="81693"/>
                        <a:pt x="297226" y="90498"/>
                        <a:pt x="315413" y="87892"/>
                      </a:cubicBezTo>
                      <a:cubicBezTo>
                        <a:pt x="333601" y="85286"/>
                        <a:pt x="420286" y="76480"/>
                        <a:pt x="420286" y="76480"/>
                      </a:cubicBezTo>
                      <a:lnTo>
                        <a:pt x="454000" y="43974"/>
                      </a:lnTo>
                      <a:lnTo>
                        <a:pt x="479676" y="3511"/>
                      </a:lnTo>
                      <a:lnTo>
                        <a:pt x="102568" y="0"/>
                      </a:ln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1D6054D6-4F84-1F81-624C-1D8BCCC3468B}"/>
                    </a:ext>
                  </a:extLst>
                </p:cNvPr>
                <p:cNvSpPr/>
                <p:nvPr/>
              </p:nvSpPr>
              <p:spPr>
                <a:xfrm>
                  <a:off x="4080680" y="2269476"/>
                  <a:ext cx="484915" cy="139738"/>
                </a:xfrm>
                <a:custGeom>
                  <a:avLst/>
                  <a:gdLst>
                    <a:gd name="connsiteX0" fmla="*/ 242472 w 484915"/>
                    <a:gd name="connsiteY0" fmla="*/ 139739 h 139738"/>
                    <a:gd name="connsiteX1" fmla="*/ 472654 w 484915"/>
                    <a:gd name="connsiteY1" fmla="*/ 91870 h 139738"/>
                    <a:gd name="connsiteX2" fmla="*/ 484916 w 484915"/>
                    <a:gd name="connsiteY2" fmla="*/ 69924 h 139738"/>
                    <a:gd name="connsiteX3" fmla="*/ 242472 w 484915"/>
                    <a:gd name="connsiteY3" fmla="*/ 0 h 139738"/>
                    <a:gd name="connsiteX4" fmla="*/ 0 w 484915"/>
                    <a:gd name="connsiteY4" fmla="*/ 69924 h 139738"/>
                    <a:gd name="connsiteX5" fmla="*/ 3017 w 484915"/>
                    <a:gd name="connsiteY5" fmla="*/ 81665 h 139738"/>
                    <a:gd name="connsiteX6" fmla="*/ 12262 w 484915"/>
                    <a:gd name="connsiteY6" fmla="*/ 91925 h 139738"/>
                    <a:gd name="connsiteX7" fmla="*/ 242472 w 484915"/>
                    <a:gd name="connsiteY7" fmla="*/ 139739 h 139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4915" h="139738">
                      <a:moveTo>
                        <a:pt x="242472" y="139739"/>
                      </a:moveTo>
                      <a:cubicBezTo>
                        <a:pt x="349703" y="139739"/>
                        <a:pt x="440695" y="119686"/>
                        <a:pt x="472654" y="91870"/>
                      </a:cubicBezTo>
                      <a:cubicBezTo>
                        <a:pt x="480609" y="84957"/>
                        <a:pt x="484916" y="77550"/>
                        <a:pt x="484916" y="69924"/>
                      </a:cubicBezTo>
                      <a:cubicBezTo>
                        <a:pt x="484916" y="31300"/>
                        <a:pt x="376367" y="0"/>
                        <a:pt x="242472" y="0"/>
                      </a:cubicBezTo>
                      <a:cubicBezTo>
                        <a:pt x="108576" y="0"/>
                        <a:pt x="0" y="31300"/>
                        <a:pt x="0" y="69924"/>
                      </a:cubicBezTo>
                      <a:cubicBezTo>
                        <a:pt x="137" y="74011"/>
                        <a:pt x="1180" y="78017"/>
                        <a:pt x="3017" y="81665"/>
                      </a:cubicBezTo>
                      <a:cubicBezTo>
                        <a:pt x="5596" y="85506"/>
                        <a:pt x="8696" y="88962"/>
                        <a:pt x="12262" y="91925"/>
                      </a:cubicBezTo>
                      <a:cubicBezTo>
                        <a:pt x="44248" y="119686"/>
                        <a:pt x="135212" y="139739"/>
                        <a:pt x="242472" y="139739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4EBDDE6E-AD66-E98D-E784-7D6DF74ABD3E}"/>
                    </a:ext>
                  </a:extLst>
                </p:cNvPr>
                <p:cNvSpPr/>
                <p:nvPr/>
              </p:nvSpPr>
              <p:spPr>
                <a:xfrm>
                  <a:off x="4109923" y="2392015"/>
                  <a:ext cx="426293" cy="75410"/>
                </a:xfrm>
                <a:custGeom>
                  <a:avLst/>
                  <a:gdLst>
                    <a:gd name="connsiteX0" fmla="*/ 213229 w 426293"/>
                    <a:gd name="connsiteY0" fmla="*/ 75411 h 75410"/>
                    <a:gd name="connsiteX1" fmla="*/ 393375 w 426293"/>
                    <a:gd name="connsiteY1" fmla="*/ 43891 h 75410"/>
                    <a:gd name="connsiteX2" fmla="*/ 426293 w 426293"/>
                    <a:gd name="connsiteY2" fmla="*/ 0 h 75410"/>
                    <a:gd name="connsiteX3" fmla="*/ 213147 w 426293"/>
                    <a:gd name="connsiteY3" fmla="*/ 34619 h 75410"/>
                    <a:gd name="connsiteX4" fmla="*/ 0 w 426293"/>
                    <a:gd name="connsiteY4" fmla="*/ 0 h 75410"/>
                    <a:gd name="connsiteX5" fmla="*/ 32918 w 426293"/>
                    <a:gd name="connsiteY5" fmla="*/ 43891 h 75410"/>
                    <a:gd name="connsiteX6" fmla="*/ 213229 w 426293"/>
                    <a:gd name="connsiteY6" fmla="*/ 75411 h 75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6293" h="75410">
                      <a:moveTo>
                        <a:pt x="213229" y="75411"/>
                      </a:moveTo>
                      <a:cubicBezTo>
                        <a:pt x="217810" y="75411"/>
                        <a:pt x="325014" y="72366"/>
                        <a:pt x="393375" y="43891"/>
                      </a:cubicBezTo>
                      <a:lnTo>
                        <a:pt x="426293" y="0"/>
                      </a:lnTo>
                      <a:cubicBezTo>
                        <a:pt x="379851" y="21479"/>
                        <a:pt x="301478" y="34619"/>
                        <a:pt x="213147" y="34619"/>
                      </a:cubicBezTo>
                      <a:cubicBezTo>
                        <a:pt x="124816" y="34619"/>
                        <a:pt x="46415" y="21479"/>
                        <a:pt x="0" y="0"/>
                      </a:cubicBezTo>
                      <a:lnTo>
                        <a:pt x="32918" y="43891"/>
                      </a:lnTo>
                      <a:cubicBezTo>
                        <a:pt x="101498" y="72366"/>
                        <a:pt x="208621" y="75301"/>
                        <a:pt x="213229" y="75411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C84F8A55-A8CD-EBFF-3AF7-6C6BD60749EB}"/>
                    </a:ext>
                  </a:extLst>
                </p:cNvPr>
                <p:cNvSpPr/>
                <p:nvPr/>
              </p:nvSpPr>
              <p:spPr>
                <a:xfrm>
                  <a:off x="4158861" y="2456974"/>
                  <a:ext cx="328580" cy="63669"/>
                </a:xfrm>
                <a:custGeom>
                  <a:avLst/>
                  <a:gdLst>
                    <a:gd name="connsiteX0" fmla="*/ 288941 w 328580"/>
                    <a:gd name="connsiteY0" fmla="*/ 44824 h 63669"/>
                    <a:gd name="connsiteX1" fmla="*/ 303563 w 328580"/>
                    <a:gd name="connsiteY1" fmla="*/ 33330 h 63669"/>
                    <a:gd name="connsiteX2" fmla="*/ 328581 w 328580"/>
                    <a:gd name="connsiteY2" fmla="*/ 0 h 63669"/>
                    <a:gd name="connsiteX3" fmla="*/ 164428 w 328580"/>
                    <a:gd name="connsiteY3" fmla="*/ 24689 h 63669"/>
                    <a:gd name="connsiteX4" fmla="*/ 164126 w 328580"/>
                    <a:gd name="connsiteY4" fmla="*/ 24689 h 63669"/>
                    <a:gd name="connsiteX5" fmla="*/ 0 w 328580"/>
                    <a:gd name="connsiteY5" fmla="*/ 0 h 63669"/>
                    <a:gd name="connsiteX6" fmla="*/ 24991 w 328580"/>
                    <a:gd name="connsiteY6" fmla="*/ 33330 h 63669"/>
                    <a:gd name="connsiteX7" fmla="*/ 39639 w 328580"/>
                    <a:gd name="connsiteY7" fmla="*/ 44824 h 63669"/>
                    <a:gd name="connsiteX8" fmla="*/ 164290 w 328580"/>
                    <a:gd name="connsiteY8" fmla="*/ 63670 h 63669"/>
                    <a:gd name="connsiteX9" fmla="*/ 288941 w 328580"/>
                    <a:gd name="connsiteY9" fmla="*/ 44824 h 63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8580" h="63669">
                      <a:moveTo>
                        <a:pt x="288941" y="44824"/>
                      </a:moveTo>
                      <a:cubicBezTo>
                        <a:pt x="294757" y="42352"/>
                        <a:pt x="299804" y="38388"/>
                        <a:pt x="303563" y="33330"/>
                      </a:cubicBezTo>
                      <a:lnTo>
                        <a:pt x="328581" y="0"/>
                      </a:lnTo>
                      <a:cubicBezTo>
                        <a:pt x="258272" y="22604"/>
                        <a:pt x="168762" y="24689"/>
                        <a:pt x="164428" y="24689"/>
                      </a:cubicBezTo>
                      <a:lnTo>
                        <a:pt x="164126" y="24689"/>
                      </a:lnTo>
                      <a:cubicBezTo>
                        <a:pt x="159791" y="24689"/>
                        <a:pt x="70281" y="22522"/>
                        <a:pt x="0" y="0"/>
                      </a:cubicBezTo>
                      <a:lnTo>
                        <a:pt x="24991" y="33330"/>
                      </a:lnTo>
                      <a:cubicBezTo>
                        <a:pt x="28776" y="38380"/>
                        <a:pt x="33824" y="42344"/>
                        <a:pt x="39639" y="44824"/>
                      </a:cubicBezTo>
                      <a:cubicBezTo>
                        <a:pt x="66386" y="56181"/>
                        <a:pt x="112224" y="63670"/>
                        <a:pt x="164290" y="63670"/>
                      </a:cubicBezTo>
                      <a:cubicBezTo>
                        <a:pt x="216356" y="63670"/>
                        <a:pt x="262195" y="56263"/>
                        <a:pt x="288941" y="44824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E3E88744-3CE0-2713-33B5-5E78643F53C3}"/>
                    </a:ext>
                  </a:extLst>
                </p:cNvPr>
                <p:cNvSpPr/>
                <p:nvPr/>
              </p:nvSpPr>
              <p:spPr>
                <a:xfrm>
                  <a:off x="4086949" y="2615844"/>
                  <a:ext cx="472412" cy="168302"/>
                </a:xfrm>
                <a:custGeom>
                  <a:avLst/>
                  <a:gdLst>
                    <a:gd name="connsiteX0" fmla="*/ 96546 w 472412"/>
                    <a:gd name="connsiteY0" fmla="*/ 127876 h 168302"/>
                    <a:gd name="connsiteX1" fmla="*/ 457332 w 472412"/>
                    <a:gd name="connsiteY1" fmla="*/ 46379 h 168302"/>
                    <a:gd name="connsiteX2" fmla="*/ 470499 w 472412"/>
                    <a:gd name="connsiteY2" fmla="*/ 22921 h 168302"/>
                    <a:gd name="connsiteX3" fmla="*/ 464382 w 472412"/>
                    <a:gd name="connsiteY3" fmla="*/ 1914 h 168302"/>
                    <a:gd name="connsiteX4" fmla="*/ 443369 w 472412"/>
                    <a:gd name="connsiteY4" fmla="*/ 8031 h 168302"/>
                    <a:gd name="connsiteX5" fmla="*/ 442793 w 472412"/>
                    <a:gd name="connsiteY5" fmla="*/ 9205 h 168302"/>
                    <a:gd name="connsiteX6" fmla="*/ 133772 w 472412"/>
                    <a:gd name="connsiteY6" fmla="*/ 113356 h 168302"/>
                    <a:gd name="connsiteX7" fmla="*/ 29612 w 472412"/>
                    <a:gd name="connsiteY7" fmla="*/ 9205 h 168302"/>
                    <a:gd name="connsiteX8" fmla="*/ 9203 w 472412"/>
                    <a:gd name="connsiteY8" fmla="*/ 1332 h 168302"/>
                    <a:gd name="connsiteX9" fmla="*/ 1330 w 472412"/>
                    <a:gd name="connsiteY9" fmla="*/ 21747 h 168302"/>
                    <a:gd name="connsiteX10" fmla="*/ 1906 w 472412"/>
                    <a:gd name="connsiteY10" fmla="*/ 22921 h 168302"/>
                    <a:gd name="connsiteX11" fmla="*/ 96546 w 472412"/>
                    <a:gd name="connsiteY11" fmla="*/ 127876 h 168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72412" h="168302">
                      <a:moveTo>
                        <a:pt x="96546" y="127876"/>
                      </a:moveTo>
                      <a:cubicBezTo>
                        <a:pt x="218673" y="204988"/>
                        <a:pt x="380193" y="168503"/>
                        <a:pt x="457332" y="46379"/>
                      </a:cubicBezTo>
                      <a:cubicBezTo>
                        <a:pt x="462105" y="38791"/>
                        <a:pt x="466522" y="30962"/>
                        <a:pt x="470499" y="22921"/>
                      </a:cubicBezTo>
                      <a:cubicBezTo>
                        <a:pt x="474614" y="15433"/>
                        <a:pt x="471871" y="6026"/>
                        <a:pt x="464382" y="1914"/>
                      </a:cubicBezTo>
                      <a:cubicBezTo>
                        <a:pt x="456893" y="-2198"/>
                        <a:pt x="447484" y="540"/>
                        <a:pt x="443369" y="8031"/>
                      </a:cubicBezTo>
                      <a:cubicBezTo>
                        <a:pt x="443177" y="8413"/>
                        <a:pt x="442958" y="8805"/>
                        <a:pt x="442793" y="9205"/>
                      </a:cubicBezTo>
                      <a:cubicBezTo>
                        <a:pt x="386228" y="123303"/>
                        <a:pt x="247861" y="169930"/>
                        <a:pt x="133772" y="113356"/>
                      </a:cubicBezTo>
                      <a:cubicBezTo>
                        <a:pt x="88591" y="90958"/>
                        <a:pt x="51997" y="54375"/>
                        <a:pt x="29612" y="9205"/>
                      </a:cubicBezTo>
                      <a:cubicBezTo>
                        <a:pt x="26156" y="1393"/>
                        <a:pt x="17021" y="-2132"/>
                        <a:pt x="9203" y="1332"/>
                      </a:cubicBezTo>
                      <a:cubicBezTo>
                        <a:pt x="1385" y="4794"/>
                        <a:pt x="-2127" y="13935"/>
                        <a:pt x="1330" y="21747"/>
                      </a:cubicBezTo>
                      <a:cubicBezTo>
                        <a:pt x="1495" y="22145"/>
                        <a:pt x="1686" y="22537"/>
                        <a:pt x="1906" y="22921"/>
                      </a:cubicBezTo>
                      <a:cubicBezTo>
                        <a:pt x="23248" y="65913"/>
                        <a:pt x="55974" y="102216"/>
                        <a:pt x="96546" y="127876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E6B83B01-EAE7-0B2A-AB29-B5A03109B448}"/>
                    </a:ext>
                  </a:extLst>
                </p:cNvPr>
                <p:cNvSpPr/>
                <p:nvPr/>
              </p:nvSpPr>
              <p:spPr>
                <a:xfrm>
                  <a:off x="4193956" y="2563734"/>
                  <a:ext cx="258581" cy="101559"/>
                </a:xfrm>
                <a:custGeom>
                  <a:avLst/>
                  <a:gdLst>
                    <a:gd name="connsiteX0" fmla="*/ 129196 w 258581"/>
                    <a:gd name="connsiteY0" fmla="*/ 101558 h 101559"/>
                    <a:gd name="connsiteX1" fmla="*/ 256974 w 258581"/>
                    <a:gd name="connsiteY1" fmla="*/ 22307 h 101559"/>
                    <a:gd name="connsiteX2" fmla="*/ 249979 w 258581"/>
                    <a:gd name="connsiteY2" fmla="*/ 1610 h 101559"/>
                    <a:gd name="connsiteX3" fmla="*/ 229295 w 258581"/>
                    <a:gd name="connsiteY3" fmla="*/ 8591 h 101559"/>
                    <a:gd name="connsiteX4" fmla="*/ 79599 w 258581"/>
                    <a:gd name="connsiteY4" fmla="*/ 59137 h 101559"/>
                    <a:gd name="connsiteX5" fmla="*/ 29041 w 258581"/>
                    <a:gd name="connsiteY5" fmla="*/ 8591 h 101559"/>
                    <a:gd name="connsiteX6" fmla="*/ 8029 w 258581"/>
                    <a:gd name="connsiteY6" fmla="*/ 2474 h 101559"/>
                    <a:gd name="connsiteX7" fmla="*/ 1335 w 258581"/>
                    <a:gd name="connsiteY7" fmla="*/ 22307 h 101559"/>
                    <a:gd name="connsiteX8" fmla="*/ 129196 w 258581"/>
                    <a:gd name="connsiteY8" fmla="*/ 101558 h 101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8581" h="101559">
                      <a:moveTo>
                        <a:pt x="129196" y="101558"/>
                      </a:moveTo>
                      <a:cubicBezTo>
                        <a:pt x="183429" y="101745"/>
                        <a:pt x="233026" y="70982"/>
                        <a:pt x="256974" y="22307"/>
                      </a:cubicBezTo>
                      <a:cubicBezTo>
                        <a:pt x="260759" y="14665"/>
                        <a:pt x="257632" y="5398"/>
                        <a:pt x="249979" y="1610"/>
                      </a:cubicBezTo>
                      <a:cubicBezTo>
                        <a:pt x="242353" y="-2179"/>
                        <a:pt x="233081" y="949"/>
                        <a:pt x="229295" y="8591"/>
                      </a:cubicBezTo>
                      <a:cubicBezTo>
                        <a:pt x="201918" y="63888"/>
                        <a:pt x="134874" y="86520"/>
                        <a:pt x="79599" y="59137"/>
                      </a:cubicBezTo>
                      <a:cubicBezTo>
                        <a:pt x="57653" y="48277"/>
                        <a:pt x="39905" y="30520"/>
                        <a:pt x="29041" y="8591"/>
                      </a:cubicBezTo>
                      <a:cubicBezTo>
                        <a:pt x="24926" y="1099"/>
                        <a:pt x="15518" y="-1638"/>
                        <a:pt x="8029" y="2474"/>
                      </a:cubicBezTo>
                      <a:cubicBezTo>
                        <a:pt x="978" y="6342"/>
                        <a:pt x="-1929" y="14961"/>
                        <a:pt x="1335" y="22307"/>
                      </a:cubicBezTo>
                      <a:cubicBezTo>
                        <a:pt x="25283" y="71004"/>
                        <a:pt x="74935" y="101769"/>
                        <a:pt x="129196" y="101558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4A5FFAE7-F05C-3D5F-88F8-AF5763632B34}"/>
                    </a:ext>
                  </a:extLst>
                </p:cNvPr>
                <p:cNvSpPr/>
                <p:nvPr/>
              </p:nvSpPr>
              <p:spPr>
                <a:xfrm>
                  <a:off x="3879229" y="2720910"/>
                  <a:ext cx="888018" cy="295198"/>
                </a:xfrm>
                <a:custGeom>
                  <a:avLst/>
                  <a:gdLst>
                    <a:gd name="connsiteX0" fmla="*/ 879406 w 888018"/>
                    <a:gd name="connsiteY0" fmla="*/ 1633 h 295198"/>
                    <a:gd name="connsiteX1" fmla="*/ 858475 w 888018"/>
                    <a:gd name="connsiteY1" fmla="*/ 8667 h 295198"/>
                    <a:gd name="connsiteX2" fmla="*/ 858475 w 888018"/>
                    <a:gd name="connsiteY2" fmla="*/ 8683 h 295198"/>
                    <a:gd name="connsiteX3" fmla="*/ 618198 w 888018"/>
                    <a:gd name="connsiteY3" fmla="*/ 232227 h 295198"/>
                    <a:gd name="connsiteX4" fmla="*/ 443923 w 888018"/>
                    <a:gd name="connsiteY4" fmla="*/ 265145 h 295198"/>
                    <a:gd name="connsiteX5" fmla="*/ 276011 w 888018"/>
                    <a:gd name="connsiteY5" fmla="*/ 234641 h 295198"/>
                    <a:gd name="connsiteX6" fmla="*/ 29343 w 888018"/>
                    <a:gd name="connsiteY6" fmla="*/ 8574 h 295198"/>
                    <a:gd name="connsiteX7" fmla="*/ 8193 w 888018"/>
                    <a:gd name="connsiteY7" fmla="*/ 2272 h 295198"/>
                    <a:gd name="connsiteX8" fmla="*/ 1390 w 888018"/>
                    <a:gd name="connsiteY8" fmla="*/ 22427 h 295198"/>
                    <a:gd name="connsiteX9" fmla="*/ 270388 w 888018"/>
                    <a:gd name="connsiteY9" fmla="*/ 265584 h 295198"/>
                    <a:gd name="connsiteX10" fmla="*/ 618582 w 888018"/>
                    <a:gd name="connsiteY10" fmla="*/ 265145 h 295198"/>
                    <a:gd name="connsiteX11" fmla="*/ 707654 w 888018"/>
                    <a:gd name="connsiteY11" fmla="*/ 220705 h 295198"/>
                    <a:gd name="connsiteX12" fmla="*/ 886428 w 888018"/>
                    <a:gd name="connsiteY12" fmla="*/ 22427 h 295198"/>
                    <a:gd name="connsiteX13" fmla="*/ 879406 w 888018"/>
                    <a:gd name="connsiteY13" fmla="*/ 1633 h 29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88018" h="295198">
                      <a:moveTo>
                        <a:pt x="879406" y="1633"/>
                      </a:moveTo>
                      <a:cubicBezTo>
                        <a:pt x="871697" y="-2202"/>
                        <a:pt x="862315" y="947"/>
                        <a:pt x="858475" y="8667"/>
                      </a:cubicBezTo>
                      <a:cubicBezTo>
                        <a:pt x="858475" y="8672"/>
                        <a:pt x="858475" y="8678"/>
                        <a:pt x="858475" y="8683"/>
                      </a:cubicBezTo>
                      <a:cubicBezTo>
                        <a:pt x="808549" y="110182"/>
                        <a:pt x="723016" y="189762"/>
                        <a:pt x="618198" y="232227"/>
                      </a:cubicBezTo>
                      <a:cubicBezTo>
                        <a:pt x="572743" y="250743"/>
                        <a:pt x="508470" y="264871"/>
                        <a:pt x="443923" y="265145"/>
                      </a:cubicBezTo>
                      <a:cubicBezTo>
                        <a:pt x="382530" y="265529"/>
                        <a:pt x="321137" y="253075"/>
                        <a:pt x="276011" y="234641"/>
                      </a:cubicBezTo>
                      <a:cubicBezTo>
                        <a:pt x="168341" y="192889"/>
                        <a:pt x="80312" y="112212"/>
                        <a:pt x="29343" y="8574"/>
                      </a:cubicBezTo>
                      <a:cubicBezTo>
                        <a:pt x="25228" y="991"/>
                        <a:pt x="15764" y="-1829"/>
                        <a:pt x="8193" y="2272"/>
                      </a:cubicBezTo>
                      <a:cubicBezTo>
                        <a:pt x="978" y="6168"/>
                        <a:pt x="-1984" y="14965"/>
                        <a:pt x="1390" y="22427"/>
                      </a:cubicBezTo>
                      <a:cubicBezTo>
                        <a:pt x="57021" y="134623"/>
                        <a:pt x="153171" y="221528"/>
                        <a:pt x="270388" y="265584"/>
                      </a:cubicBezTo>
                      <a:cubicBezTo>
                        <a:pt x="368512" y="301493"/>
                        <a:pt x="493026" y="308652"/>
                        <a:pt x="618582" y="265145"/>
                      </a:cubicBezTo>
                      <a:cubicBezTo>
                        <a:pt x="649717" y="253404"/>
                        <a:pt x="679536" y="238508"/>
                        <a:pt x="707654" y="220705"/>
                      </a:cubicBezTo>
                      <a:cubicBezTo>
                        <a:pt x="784299" y="172233"/>
                        <a:pt x="846131" y="103653"/>
                        <a:pt x="886428" y="22427"/>
                      </a:cubicBezTo>
                      <a:cubicBezTo>
                        <a:pt x="890186" y="14743"/>
                        <a:pt x="887059" y="5460"/>
                        <a:pt x="879406" y="1633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2AA33778-BF67-343D-FC3A-28E88310D1A0}"/>
                    </a:ext>
                  </a:extLst>
                </p:cNvPr>
                <p:cNvSpPr/>
                <p:nvPr/>
              </p:nvSpPr>
              <p:spPr>
                <a:xfrm>
                  <a:off x="3984168" y="2668378"/>
                  <a:ext cx="677895" cy="233051"/>
                </a:xfrm>
                <a:custGeom>
                  <a:avLst/>
                  <a:gdLst>
                    <a:gd name="connsiteX0" fmla="*/ 137962 w 677895"/>
                    <a:gd name="connsiteY0" fmla="*/ 174015 h 233051"/>
                    <a:gd name="connsiteX1" fmla="*/ 263573 w 677895"/>
                    <a:gd name="connsiteY1" fmla="*/ 224517 h 233051"/>
                    <a:gd name="connsiteX2" fmla="*/ 414449 w 677895"/>
                    <a:gd name="connsiteY2" fmla="*/ 224517 h 233051"/>
                    <a:gd name="connsiteX3" fmla="*/ 676261 w 677895"/>
                    <a:gd name="connsiteY3" fmla="*/ 22920 h 233051"/>
                    <a:gd name="connsiteX4" fmla="*/ 669210 w 677895"/>
                    <a:gd name="connsiteY4" fmla="*/ 1989 h 233051"/>
                    <a:gd name="connsiteX5" fmla="*/ 648280 w 677895"/>
                    <a:gd name="connsiteY5" fmla="*/ 9039 h 233051"/>
                    <a:gd name="connsiteX6" fmla="*/ 430936 w 677895"/>
                    <a:gd name="connsiteY6" fmla="*/ 188664 h 233051"/>
                    <a:gd name="connsiteX7" fmla="*/ 236772 w 677895"/>
                    <a:gd name="connsiteY7" fmla="*/ 185619 h 233051"/>
                    <a:gd name="connsiteX8" fmla="*/ 29743 w 677895"/>
                    <a:gd name="connsiteY8" fmla="*/ 8984 h 233051"/>
                    <a:gd name="connsiteX9" fmla="*/ 8977 w 677895"/>
                    <a:gd name="connsiteY9" fmla="*/ 1482 h 233051"/>
                    <a:gd name="connsiteX10" fmla="*/ 1488 w 677895"/>
                    <a:gd name="connsiteY10" fmla="*/ 22239 h 233051"/>
                    <a:gd name="connsiteX11" fmla="*/ 1790 w 677895"/>
                    <a:gd name="connsiteY11" fmla="*/ 22865 h 233051"/>
                    <a:gd name="connsiteX12" fmla="*/ 137962 w 677895"/>
                    <a:gd name="connsiteY12" fmla="*/ 174015 h 233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77895" h="233051">
                      <a:moveTo>
                        <a:pt x="137962" y="174015"/>
                      </a:moveTo>
                      <a:cubicBezTo>
                        <a:pt x="176422" y="198347"/>
                        <a:pt x="218969" y="215465"/>
                        <a:pt x="263573" y="224517"/>
                      </a:cubicBezTo>
                      <a:cubicBezTo>
                        <a:pt x="338984" y="243720"/>
                        <a:pt x="414449" y="224517"/>
                        <a:pt x="414449" y="224517"/>
                      </a:cubicBezTo>
                      <a:cubicBezTo>
                        <a:pt x="528155" y="201310"/>
                        <a:pt x="624771" y="126914"/>
                        <a:pt x="676261" y="22920"/>
                      </a:cubicBezTo>
                      <a:cubicBezTo>
                        <a:pt x="680101" y="15192"/>
                        <a:pt x="676946" y="5821"/>
                        <a:pt x="669210" y="1989"/>
                      </a:cubicBezTo>
                      <a:cubicBezTo>
                        <a:pt x="661475" y="-1843"/>
                        <a:pt x="652120" y="1312"/>
                        <a:pt x="648280" y="9039"/>
                      </a:cubicBezTo>
                      <a:cubicBezTo>
                        <a:pt x="604937" y="97315"/>
                        <a:pt x="525796" y="162713"/>
                        <a:pt x="430936" y="188664"/>
                      </a:cubicBezTo>
                      <a:cubicBezTo>
                        <a:pt x="381860" y="199966"/>
                        <a:pt x="336652" y="214834"/>
                        <a:pt x="236772" y="185619"/>
                      </a:cubicBezTo>
                      <a:cubicBezTo>
                        <a:pt x="146356" y="157830"/>
                        <a:pt x="71439" y="93886"/>
                        <a:pt x="29743" y="8984"/>
                      </a:cubicBezTo>
                      <a:cubicBezTo>
                        <a:pt x="26095" y="1180"/>
                        <a:pt x="16795" y="-2181"/>
                        <a:pt x="8977" y="1482"/>
                      </a:cubicBezTo>
                      <a:cubicBezTo>
                        <a:pt x="1186" y="5141"/>
                        <a:pt x="-2188" y="14435"/>
                        <a:pt x="1488" y="22239"/>
                      </a:cubicBezTo>
                      <a:cubicBezTo>
                        <a:pt x="1570" y="22451"/>
                        <a:pt x="1680" y="22659"/>
                        <a:pt x="1790" y="22865"/>
                      </a:cubicBezTo>
                      <a:cubicBezTo>
                        <a:pt x="32486" y="84779"/>
                        <a:pt x="79587" y="137064"/>
                        <a:pt x="137962" y="174015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2502CF46-8901-5942-81B6-74D3FEB050BD}"/>
                    </a:ext>
                  </a:extLst>
                </p:cNvPr>
                <p:cNvSpPr/>
                <p:nvPr/>
              </p:nvSpPr>
              <p:spPr>
                <a:xfrm>
                  <a:off x="4087040" y="2859228"/>
                  <a:ext cx="476964" cy="238342"/>
                </a:xfrm>
                <a:custGeom>
                  <a:avLst/>
                  <a:gdLst>
                    <a:gd name="connsiteX0" fmla="*/ 142431 w 476964"/>
                    <a:gd name="connsiteY0" fmla="*/ 5413 h 238342"/>
                    <a:gd name="connsiteX1" fmla="*/ 39890 w 476964"/>
                    <a:gd name="connsiteY1" fmla="*/ 148060 h 238342"/>
                    <a:gd name="connsiteX2" fmla="*/ 283185 w 476964"/>
                    <a:gd name="connsiteY2" fmla="*/ 208410 h 238342"/>
                    <a:gd name="connsiteX3" fmla="*/ 431976 w 476964"/>
                    <a:gd name="connsiteY3" fmla="*/ 222483 h 238342"/>
                    <a:gd name="connsiteX4" fmla="*/ 448079 w 476964"/>
                    <a:gd name="connsiteY4" fmla="*/ 77724 h 238342"/>
                    <a:gd name="connsiteX5" fmla="*/ 259072 w 476964"/>
                    <a:gd name="connsiteY5" fmla="*/ 5331 h 238342"/>
                    <a:gd name="connsiteX6" fmla="*/ 142431 w 476964"/>
                    <a:gd name="connsiteY6" fmla="*/ 5413 h 238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6964" h="238342">
                      <a:moveTo>
                        <a:pt x="142431" y="5413"/>
                      </a:moveTo>
                      <a:cubicBezTo>
                        <a:pt x="29960" y="81811"/>
                        <a:pt x="-52583" y="107954"/>
                        <a:pt x="39890" y="148060"/>
                      </a:cubicBezTo>
                      <a:cubicBezTo>
                        <a:pt x="132364" y="188165"/>
                        <a:pt x="228897" y="202348"/>
                        <a:pt x="283185" y="208410"/>
                      </a:cubicBezTo>
                      <a:cubicBezTo>
                        <a:pt x="337473" y="214473"/>
                        <a:pt x="411869" y="262698"/>
                        <a:pt x="431976" y="222483"/>
                      </a:cubicBezTo>
                      <a:cubicBezTo>
                        <a:pt x="452084" y="182267"/>
                        <a:pt x="512407" y="110012"/>
                        <a:pt x="448079" y="77724"/>
                      </a:cubicBezTo>
                      <a:cubicBezTo>
                        <a:pt x="383751" y="45437"/>
                        <a:pt x="311330" y="17374"/>
                        <a:pt x="259072" y="5331"/>
                      </a:cubicBezTo>
                      <a:cubicBezTo>
                        <a:pt x="206814" y="-6712"/>
                        <a:pt x="142431" y="5413"/>
                        <a:pt x="142431" y="5413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5585199E-DDFE-5283-7F34-5B83D013231D}"/>
                    </a:ext>
                  </a:extLst>
                </p:cNvPr>
                <p:cNvSpPr/>
                <p:nvPr/>
              </p:nvSpPr>
              <p:spPr>
                <a:xfrm>
                  <a:off x="4319165" y="2914158"/>
                  <a:ext cx="74073" cy="92772"/>
                </a:xfrm>
                <a:custGeom>
                  <a:avLst/>
                  <a:gdLst>
                    <a:gd name="connsiteX0" fmla="*/ 56244 w 74073"/>
                    <a:gd name="connsiteY0" fmla="*/ 5374 h 92772"/>
                    <a:gd name="connsiteX1" fmla="*/ 21954 w 74073"/>
                    <a:gd name="connsiteY1" fmla="*/ 2960 h 92772"/>
                    <a:gd name="connsiteX2" fmla="*/ 10405 w 74073"/>
                    <a:gd name="connsiteY2" fmla="*/ 11629 h 92772"/>
                    <a:gd name="connsiteX3" fmla="*/ 2752 w 74073"/>
                    <a:gd name="connsiteY3" fmla="*/ 26168 h 92772"/>
                    <a:gd name="connsiteX4" fmla="*/ 9 w 74073"/>
                    <a:gd name="connsiteY4" fmla="*/ 46028 h 92772"/>
                    <a:gd name="connsiteX5" fmla="*/ 2752 w 74073"/>
                    <a:gd name="connsiteY5" fmla="*/ 66109 h 92772"/>
                    <a:gd name="connsiteX6" fmla="*/ 10652 w 74073"/>
                    <a:gd name="connsiteY6" fmla="*/ 80977 h 92772"/>
                    <a:gd name="connsiteX7" fmla="*/ 22393 w 74073"/>
                    <a:gd name="connsiteY7" fmla="*/ 89837 h 92772"/>
                    <a:gd name="connsiteX8" fmla="*/ 55531 w 74073"/>
                    <a:gd name="connsiteY8" fmla="*/ 87698 h 92772"/>
                    <a:gd name="connsiteX9" fmla="*/ 69055 w 74073"/>
                    <a:gd name="connsiteY9" fmla="*/ 72061 h 92772"/>
                    <a:gd name="connsiteX10" fmla="*/ 69439 w 74073"/>
                    <a:gd name="connsiteY10" fmla="*/ 21230 h 92772"/>
                    <a:gd name="connsiteX11" fmla="*/ 56244 w 74073"/>
                    <a:gd name="connsiteY11" fmla="*/ 5374 h 92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4073" h="92772">
                      <a:moveTo>
                        <a:pt x="56244" y="5374"/>
                      </a:moveTo>
                      <a:cubicBezTo>
                        <a:pt x="45847" y="-825"/>
                        <a:pt x="33119" y="-1703"/>
                        <a:pt x="21954" y="2960"/>
                      </a:cubicBezTo>
                      <a:cubicBezTo>
                        <a:pt x="17483" y="4935"/>
                        <a:pt x="13532" y="7898"/>
                        <a:pt x="10405" y="11629"/>
                      </a:cubicBezTo>
                      <a:cubicBezTo>
                        <a:pt x="6894" y="15908"/>
                        <a:pt x="4288" y="20846"/>
                        <a:pt x="2752" y="26168"/>
                      </a:cubicBezTo>
                      <a:cubicBezTo>
                        <a:pt x="831" y="32614"/>
                        <a:pt x="-101" y="39308"/>
                        <a:pt x="9" y="46028"/>
                      </a:cubicBezTo>
                      <a:cubicBezTo>
                        <a:pt x="-101" y="52831"/>
                        <a:pt x="831" y="59580"/>
                        <a:pt x="2752" y="66109"/>
                      </a:cubicBezTo>
                      <a:cubicBezTo>
                        <a:pt x="4343" y="71568"/>
                        <a:pt x="7031" y="76615"/>
                        <a:pt x="10652" y="80977"/>
                      </a:cubicBezTo>
                      <a:cubicBezTo>
                        <a:pt x="13862" y="84762"/>
                        <a:pt x="17867" y="87780"/>
                        <a:pt x="22393" y="89837"/>
                      </a:cubicBezTo>
                      <a:cubicBezTo>
                        <a:pt x="33146" y="94391"/>
                        <a:pt x="45436" y="93623"/>
                        <a:pt x="55531" y="87698"/>
                      </a:cubicBezTo>
                      <a:cubicBezTo>
                        <a:pt x="61511" y="83967"/>
                        <a:pt x="66230" y="78508"/>
                        <a:pt x="69055" y="72061"/>
                      </a:cubicBezTo>
                      <a:cubicBezTo>
                        <a:pt x="75611" y="55767"/>
                        <a:pt x="75748" y="37607"/>
                        <a:pt x="69439" y="21230"/>
                      </a:cubicBezTo>
                      <a:cubicBezTo>
                        <a:pt x="66778" y="14701"/>
                        <a:pt x="62169" y="9187"/>
                        <a:pt x="56244" y="5374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A5456890-878F-E8F6-BAC7-A5D9D1325314}"/>
                    </a:ext>
                  </a:extLst>
                </p:cNvPr>
                <p:cNvSpPr/>
                <p:nvPr/>
              </p:nvSpPr>
              <p:spPr>
                <a:xfrm>
                  <a:off x="3948787" y="2770700"/>
                  <a:ext cx="743970" cy="333943"/>
                </a:xfrm>
                <a:custGeom>
                  <a:avLst/>
                  <a:gdLst>
                    <a:gd name="connsiteX0" fmla="*/ 578596 w 743970"/>
                    <a:gd name="connsiteY0" fmla="*/ 55042 h 333943"/>
                    <a:gd name="connsiteX1" fmla="*/ 495806 w 743970"/>
                    <a:gd name="connsiteY1" fmla="*/ 75506 h 333943"/>
                    <a:gd name="connsiteX2" fmla="*/ 212461 w 743970"/>
                    <a:gd name="connsiteY2" fmla="*/ 44289 h 333943"/>
                    <a:gd name="connsiteX3" fmla="*/ 149038 w 743970"/>
                    <a:gd name="connsiteY3" fmla="*/ 132839 h 333943"/>
                    <a:gd name="connsiteX4" fmla="*/ 2469 w 743970"/>
                    <a:gd name="connsiteY4" fmla="*/ 230086 h 333943"/>
                    <a:gd name="connsiteX5" fmla="*/ 0 w 743970"/>
                    <a:gd name="connsiteY5" fmla="*/ 254665 h 333943"/>
                    <a:gd name="connsiteX6" fmla="*/ 0 w 743970"/>
                    <a:gd name="connsiteY6" fmla="*/ 256503 h 333943"/>
                    <a:gd name="connsiteX7" fmla="*/ 79169 w 743970"/>
                    <a:gd name="connsiteY7" fmla="*/ 333943 h 333943"/>
                    <a:gd name="connsiteX8" fmla="*/ 658807 w 743970"/>
                    <a:gd name="connsiteY8" fmla="*/ 333943 h 333943"/>
                    <a:gd name="connsiteX9" fmla="*/ 732489 w 743970"/>
                    <a:gd name="connsiteY9" fmla="*/ 283825 h 333943"/>
                    <a:gd name="connsiteX10" fmla="*/ 636971 w 743970"/>
                    <a:gd name="connsiteY10" fmla="*/ 66454 h 333943"/>
                    <a:gd name="connsiteX11" fmla="*/ 578568 w 743970"/>
                    <a:gd name="connsiteY11" fmla="*/ 55042 h 333943"/>
                    <a:gd name="connsiteX12" fmla="*/ 322984 w 743970"/>
                    <a:gd name="connsiteY12" fmla="*/ 227288 h 333943"/>
                    <a:gd name="connsiteX13" fmla="*/ 296540 w 743970"/>
                    <a:gd name="connsiteY13" fmla="*/ 252827 h 333943"/>
                    <a:gd name="connsiteX14" fmla="*/ 272729 w 743970"/>
                    <a:gd name="connsiteY14" fmla="*/ 257189 h 333943"/>
                    <a:gd name="connsiteX15" fmla="*/ 253965 w 743970"/>
                    <a:gd name="connsiteY15" fmla="*/ 255241 h 333943"/>
                    <a:gd name="connsiteX16" fmla="*/ 238631 w 743970"/>
                    <a:gd name="connsiteY16" fmla="*/ 249151 h 333943"/>
                    <a:gd name="connsiteX17" fmla="*/ 225985 w 743970"/>
                    <a:gd name="connsiteY17" fmla="*/ 238178 h 333943"/>
                    <a:gd name="connsiteX18" fmla="*/ 217179 w 743970"/>
                    <a:gd name="connsiteY18" fmla="*/ 224462 h 333943"/>
                    <a:gd name="connsiteX19" fmla="*/ 211693 w 743970"/>
                    <a:gd name="connsiteY19" fmla="*/ 208222 h 333943"/>
                    <a:gd name="connsiteX20" fmla="*/ 209855 w 743970"/>
                    <a:gd name="connsiteY20" fmla="*/ 189925 h 333943"/>
                    <a:gd name="connsiteX21" fmla="*/ 214436 w 743970"/>
                    <a:gd name="connsiteY21" fmla="*/ 161753 h 333943"/>
                    <a:gd name="connsiteX22" fmla="*/ 227548 w 743970"/>
                    <a:gd name="connsiteY22" fmla="*/ 140465 h 333943"/>
                    <a:gd name="connsiteX23" fmla="*/ 247546 w 743970"/>
                    <a:gd name="connsiteY23" fmla="*/ 126996 h 333943"/>
                    <a:gd name="connsiteX24" fmla="*/ 271988 w 743970"/>
                    <a:gd name="connsiteY24" fmla="*/ 122388 h 333943"/>
                    <a:gd name="connsiteX25" fmla="*/ 300161 w 743970"/>
                    <a:gd name="connsiteY25" fmla="*/ 128697 h 333943"/>
                    <a:gd name="connsiteX26" fmla="*/ 319089 w 743970"/>
                    <a:gd name="connsiteY26" fmla="*/ 144306 h 333943"/>
                    <a:gd name="connsiteX27" fmla="*/ 325645 w 743970"/>
                    <a:gd name="connsiteY27" fmla="*/ 161835 h 333943"/>
                    <a:gd name="connsiteX28" fmla="*/ 322463 w 743970"/>
                    <a:gd name="connsiteY28" fmla="*/ 169845 h 333943"/>
                    <a:gd name="connsiteX29" fmla="*/ 314727 w 743970"/>
                    <a:gd name="connsiteY29" fmla="*/ 173301 h 333943"/>
                    <a:gd name="connsiteX30" fmla="*/ 307129 w 743970"/>
                    <a:gd name="connsiteY30" fmla="*/ 170915 h 333943"/>
                    <a:gd name="connsiteX31" fmla="*/ 301478 w 743970"/>
                    <a:gd name="connsiteY31" fmla="*/ 162685 h 333943"/>
                    <a:gd name="connsiteX32" fmla="*/ 289353 w 743970"/>
                    <a:gd name="connsiteY32" fmla="*/ 148174 h 333943"/>
                    <a:gd name="connsiteX33" fmla="*/ 272153 w 743970"/>
                    <a:gd name="connsiteY33" fmla="*/ 143401 h 333943"/>
                    <a:gd name="connsiteX34" fmla="*/ 246257 w 743970"/>
                    <a:gd name="connsiteY34" fmla="*/ 155745 h 333943"/>
                    <a:gd name="connsiteX35" fmla="*/ 236601 w 743970"/>
                    <a:gd name="connsiteY35" fmla="*/ 190830 h 333943"/>
                    <a:gd name="connsiteX36" fmla="*/ 240880 w 743970"/>
                    <a:gd name="connsiteY36" fmla="*/ 216123 h 333943"/>
                    <a:gd name="connsiteX37" fmla="*/ 252978 w 743970"/>
                    <a:gd name="connsiteY37" fmla="*/ 231183 h 333943"/>
                    <a:gd name="connsiteX38" fmla="*/ 271275 w 743970"/>
                    <a:gd name="connsiteY38" fmla="*/ 236176 h 333943"/>
                    <a:gd name="connsiteX39" fmla="*/ 290478 w 743970"/>
                    <a:gd name="connsiteY39" fmla="*/ 230525 h 333943"/>
                    <a:gd name="connsiteX40" fmla="*/ 302355 w 743970"/>
                    <a:gd name="connsiteY40" fmla="*/ 214066 h 333943"/>
                    <a:gd name="connsiteX41" fmla="*/ 306525 w 743970"/>
                    <a:gd name="connsiteY41" fmla="*/ 205671 h 333943"/>
                    <a:gd name="connsiteX42" fmla="*/ 314508 w 743970"/>
                    <a:gd name="connsiteY42" fmla="*/ 202407 h 333943"/>
                    <a:gd name="connsiteX43" fmla="*/ 322600 w 743970"/>
                    <a:gd name="connsiteY43" fmla="*/ 205699 h 333943"/>
                    <a:gd name="connsiteX44" fmla="*/ 325974 w 743970"/>
                    <a:gd name="connsiteY44" fmla="*/ 213928 h 333943"/>
                    <a:gd name="connsiteX45" fmla="*/ 322984 w 743970"/>
                    <a:gd name="connsiteY45" fmla="*/ 227288 h 333943"/>
                    <a:gd name="connsiteX46" fmla="*/ 467249 w 743970"/>
                    <a:gd name="connsiteY46" fmla="*/ 217110 h 333943"/>
                    <a:gd name="connsiteX47" fmla="*/ 454987 w 743970"/>
                    <a:gd name="connsiteY47" fmla="*/ 238535 h 333943"/>
                    <a:gd name="connsiteX48" fmla="*/ 434907 w 743970"/>
                    <a:gd name="connsiteY48" fmla="*/ 252251 h 333943"/>
                    <a:gd name="connsiteX49" fmla="*/ 380235 w 743970"/>
                    <a:gd name="connsiteY49" fmla="*/ 252251 h 333943"/>
                    <a:gd name="connsiteX50" fmla="*/ 360072 w 743970"/>
                    <a:gd name="connsiteY50" fmla="*/ 238343 h 333943"/>
                    <a:gd name="connsiteX51" fmla="*/ 347673 w 743970"/>
                    <a:gd name="connsiteY51" fmla="*/ 216644 h 333943"/>
                    <a:gd name="connsiteX52" fmla="*/ 343531 w 743970"/>
                    <a:gd name="connsiteY52" fmla="*/ 189377 h 333943"/>
                    <a:gd name="connsiteX53" fmla="*/ 347838 w 743970"/>
                    <a:gd name="connsiteY53" fmla="*/ 161945 h 333943"/>
                    <a:gd name="connsiteX54" fmla="*/ 360319 w 743970"/>
                    <a:gd name="connsiteY54" fmla="*/ 140630 h 333943"/>
                    <a:gd name="connsiteX55" fmla="*/ 380235 w 743970"/>
                    <a:gd name="connsiteY55" fmla="*/ 127161 h 333943"/>
                    <a:gd name="connsiteX56" fmla="*/ 406899 w 743970"/>
                    <a:gd name="connsiteY56" fmla="*/ 122497 h 333943"/>
                    <a:gd name="connsiteX57" fmla="*/ 441683 w 743970"/>
                    <a:gd name="connsiteY57" fmla="*/ 130727 h 333943"/>
                    <a:gd name="connsiteX58" fmla="*/ 463628 w 743970"/>
                    <a:gd name="connsiteY58" fmla="*/ 154099 h 333943"/>
                    <a:gd name="connsiteX59" fmla="*/ 471090 w 743970"/>
                    <a:gd name="connsiteY59" fmla="*/ 189760 h 333943"/>
                    <a:gd name="connsiteX60" fmla="*/ 467112 w 743970"/>
                    <a:gd name="connsiteY60" fmla="*/ 217110 h 333943"/>
                    <a:gd name="connsiteX61" fmla="*/ 554318 w 743970"/>
                    <a:gd name="connsiteY61" fmla="*/ 275678 h 333943"/>
                    <a:gd name="connsiteX62" fmla="*/ 547735 w 743970"/>
                    <a:gd name="connsiteY62" fmla="*/ 277954 h 333943"/>
                    <a:gd name="connsiteX63" fmla="*/ 498549 w 743970"/>
                    <a:gd name="connsiteY63" fmla="*/ 277954 h 333943"/>
                    <a:gd name="connsiteX64" fmla="*/ 490759 w 743970"/>
                    <a:gd name="connsiteY64" fmla="*/ 275211 h 333943"/>
                    <a:gd name="connsiteX65" fmla="*/ 488015 w 743970"/>
                    <a:gd name="connsiteY65" fmla="*/ 268682 h 333943"/>
                    <a:gd name="connsiteX66" fmla="*/ 489826 w 743970"/>
                    <a:gd name="connsiteY66" fmla="*/ 262318 h 333943"/>
                    <a:gd name="connsiteX67" fmla="*/ 493776 w 743970"/>
                    <a:gd name="connsiteY67" fmla="*/ 256064 h 333943"/>
                    <a:gd name="connsiteX68" fmla="*/ 509796 w 743970"/>
                    <a:gd name="connsiteY68" fmla="*/ 240290 h 333943"/>
                    <a:gd name="connsiteX69" fmla="*/ 520001 w 743970"/>
                    <a:gd name="connsiteY69" fmla="*/ 231622 h 333943"/>
                    <a:gd name="connsiteX70" fmla="*/ 529136 w 743970"/>
                    <a:gd name="connsiteY70" fmla="*/ 223859 h 333943"/>
                    <a:gd name="connsiteX71" fmla="*/ 534622 w 743970"/>
                    <a:gd name="connsiteY71" fmla="*/ 215848 h 333943"/>
                    <a:gd name="connsiteX72" fmla="*/ 536515 w 743970"/>
                    <a:gd name="connsiteY72" fmla="*/ 207783 h 333943"/>
                    <a:gd name="connsiteX73" fmla="*/ 534485 w 743970"/>
                    <a:gd name="connsiteY73" fmla="*/ 200157 h 333943"/>
                    <a:gd name="connsiteX74" fmla="*/ 528999 w 743970"/>
                    <a:gd name="connsiteY74" fmla="*/ 194918 h 333943"/>
                    <a:gd name="connsiteX75" fmla="*/ 521345 w 743970"/>
                    <a:gd name="connsiteY75" fmla="*/ 193025 h 333943"/>
                    <a:gd name="connsiteX76" fmla="*/ 507629 w 743970"/>
                    <a:gd name="connsiteY76" fmla="*/ 200706 h 333943"/>
                    <a:gd name="connsiteX77" fmla="*/ 505380 w 743970"/>
                    <a:gd name="connsiteY77" fmla="*/ 206192 h 333943"/>
                    <a:gd name="connsiteX78" fmla="*/ 501841 w 743970"/>
                    <a:gd name="connsiteY78" fmla="*/ 213078 h 333943"/>
                    <a:gd name="connsiteX79" fmla="*/ 496053 w 743970"/>
                    <a:gd name="connsiteY79" fmla="*/ 215464 h 333943"/>
                    <a:gd name="connsiteX80" fmla="*/ 490566 w 743970"/>
                    <a:gd name="connsiteY80" fmla="*/ 213270 h 333943"/>
                    <a:gd name="connsiteX81" fmla="*/ 488372 w 743970"/>
                    <a:gd name="connsiteY81" fmla="*/ 207262 h 333943"/>
                    <a:gd name="connsiteX82" fmla="*/ 490457 w 743970"/>
                    <a:gd name="connsiteY82" fmla="*/ 197633 h 333943"/>
                    <a:gd name="connsiteX83" fmla="*/ 496629 w 743970"/>
                    <a:gd name="connsiteY83" fmla="*/ 188554 h 333943"/>
                    <a:gd name="connsiteX84" fmla="*/ 507026 w 743970"/>
                    <a:gd name="connsiteY84" fmla="*/ 181970 h 333943"/>
                    <a:gd name="connsiteX85" fmla="*/ 521839 w 743970"/>
                    <a:gd name="connsiteY85" fmla="*/ 179473 h 333943"/>
                    <a:gd name="connsiteX86" fmla="*/ 539258 w 743970"/>
                    <a:gd name="connsiteY86" fmla="*/ 182683 h 333943"/>
                    <a:gd name="connsiteX87" fmla="*/ 547488 w 743970"/>
                    <a:gd name="connsiteY87" fmla="*/ 188554 h 333943"/>
                    <a:gd name="connsiteX88" fmla="*/ 552974 w 743970"/>
                    <a:gd name="connsiteY88" fmla="*/ 197222 h 333943"/>
                    <a:gd name="connsiteX89" fmla="*/ 554950 w 743970"/>
                    <a:gd name="connsiteY89" fmla="*/ 207399 h 333943"/>
                    <a:gd name="connsiteX90" fmla="*/ 550835 w 743970"/>
                    <a:gd name="connsiteY90" fmla="*/ 222460 h 333943"/>
                    <a:gd name="connsiteX91" fmla="*/ 542605 w 743970"/>
                    <a:gd name="connsiteY91" fmla="*/ 233076 h 333943"/>
                    <a:gd name="connsiteX92" fmla="*/ 528285 w 743970"/>
                    <a:gd name="connsiteY92" fmla="*/ 245118 h 333943"/>
                    <a:gd name="connsiteX93" fmla="*/ 514569 w 743970"/>
                    <a:gd name="connsiteY93" fmla="*/ 257874 h 333943"/>
                    <a:gd name="connsiteX94" fmla="*/ 511305 w 743970"/>
                    <a:gd name="connsiteY94" fmla="*/ 262208 h 333943"/>
                    <a:gd name="connsiteX95" fmla="*/ 546171 w 743970"/>
                    <a:gd name="connsiteY95" fmla="*/ 262208 h 333943"/>
                    <a:gd name="connsiteX96" fmla="*/ 554099 w 743970"/>
                    <a:gd name="connsiteY96" fmla="*/ 264348 h 333943"/>
                    <a:gd name="connsiteX97" fmla="*/ 556842 w 743970"/>
                    <a:gd name="connsiteY97" fmla="*/ 270164 h 333943"/>
                    <a:gd name="connsiteX98" fmla="*/ 554181 w 743970"/>
                    <a:gd name="connsiteY98" fmla="*/ 275678 h 333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</a:cxnLst>
                  <a:rect l="l" t="t" r="r" b="b"/>
                  <a:pathLst>
                    <a:path w="743970" h="333943">
                      <a:moveTo>
                        <a:pt x="578596" y="55042"/>
                      </a:moveTo>
                      <a:cubicBezTo>
                        <a:pt x="549682" y="54603"/>
                        <a:pt x="521181" y="61653"/>
                        <a:pt x="495806" y="75506"/>
                      </a:cubicBezTo>
                      <a:cubicBezTo>
                        <a:pt x="426184" y="-11343"/>
                        <a:pt x="299311" y="-25334"/>
                        <a:pt x="212461" y="44289"/>
                      </a:cubicBezTo>
                      <a:cubicBezTo>
                        <a:pt x="183602" y="67441"/>
                        <a:pt x="161657" y="98055"/>
                        <a:pt x="149038" y="132839"/>
                      </a:cubicBezTo>
                      <a:cubicBezTo>
                        <a:pt x="81720" y="119205"/>
                        <a:pt x="16103" y="162767"/>
                        <a:pt x="2469" y="230086"/>
                      </a:cubicBezTo>
                      <a:cubicBezTo>
                        <a:pt x="823" y="238178"/>
                        <a:pt x="0" y="246408"/>
                        <a:pt x="0" y="254665"/>
                      </a:cubicBezTo>
                      <a:cubicBezTo>
                        <a:pt x="0" y="255296"/>
                        <a:pt x="0" y="255899"/>
                        <a:pt x="0" y="256503"/>
                      </a:cubicBezTo>
                      <a:cubicBezTo>
                        <a:pt x="823" y="299598"/>
                        <a:pt x="36073" y="334081"/>
                        <a:pt x="79169" y="333943"/>
                      </a:cubicBezTo>
                      <a:lnTo>
                        <a:pt x="658807" y="333943"/>
                      </a:lnTo>
                      <a:cubicBezTo>
                        <a:pt x="691341" y="333998"/>
                        <a:pt x="720584" y="314110"/>
                        <a:pt x="732489" y="283825"/>
                      </a:cubicBezTo>
                      <a:cubicBezTo>
                        <a:pt x="766121" y="197414"/>
                        <a:pt x="723354" y="100113"/>
                        <a:pt x="636971" y="66454"/>
                      </a:cubicBezTo>
                      <a:cubicBezTo>
                        <a:pt x="618345" y="59212"/>
                        <a:pt x="598566" y="55344"/>
                        <a:pt x="578568" y="55042"/>
                      </a:cubicBezTo>
                      <a:close/>
                      <a:moveTo>
                        <a:pt x="322984" y="227288"/>
                      </a:moveTo>
                      <a:cubicBezTo>
                        <a:pt x="317772" y="238891"/>
                        <a:pt x="308308" y="248026"/>
                        <a:pt x="296540" y="252827"/>
                      </a:cubicBezTo>
                      <a:cubicBezTo>
                        <a:pt x="288969" y="255872"/>
                        <a:pt x="280876" y="257353"/>
                        <a:pt x="272729" y="257189"/>
                      </a:cubicBezTo>
                      <a:cubicBezTo>
                        <a:pt x="266420" y="257243"/>
                        <a:pt x="260138" y="256585"/>
                        <a:pt x="253965" y="255241"/>
                      </a:cubicBezTo>
                      <a:cubicBezTo>
                        <a:pt x="248561" y="254006"/>
                        <a:pt x="243404" y="251949"/>
                        <a:pt x="238631" y="249151"/>
                      </a:cubicBezTo>
                      <a:cubicBezTo>
                        <a:pt x="233858" y="246216"/>
                        <a:pt x="229578" y="242512"/>
                        <a:pt x="225985" y="238178"/>
                      </a:cubicBezTo>
                      <a:cubicBezTo>
                        <a:pt x="222473" y="234008"/>
                        <a:pt x="219538" y="229400"/>
                        <a:pt x="217179" y="224462"/>
                      </a:cubicBezTo>
                      <a:cubicBezTo>
                        <a:pt x="214710" y="219305"/>
                        <a:pt x="212845" y="213846"/>
                        <a:pt x="211693" y="208222"/>
                      </a:cubicBezTo>
                      <a:cubicBezTo>
                        <a:pt x="210431" y="202215"/>
                        <a:pt x="209827" y="196070"/>
                        <a:pt x="209855" y="189925"/>
                      </a:cubicBezTo>
                      <a:cubicBezTo>
                        <a:pt x="209718" y="180351"/>
                        <a:pt x="211254" y="170805"/>
                        <a:pt x="214436" y="161753"/>
                      </a:cubicBezTo>
                      <a:cubicBezTo>
                        <a:pt x="217261" y="153825"/>
                        <a:pt x="221733" y="146555"/>
                        <a:pt x="227548" y="140465"/>
                      </a:cubicBezTo>
                      <a:cubicBezTo>
                        <a:pt x="233172" y="134595"/>
                        <a:pt x="240003" y="130014"/>
                        <a:pt x="247546" y="126996"/>
                      </a:cubicBezTo>
                      <a:cubicBezTo>
                        <a:pt x="255309" y="123896"/>
                        <a:pt x="263621" y="122333"/>
                        <a:pt x="271988" y="122388"/>
                      </a:cubicBezTo>
                      <a:cubicBezTo>
                        <a:pt x="281754" y="122223"/>
                        <a:pt x="291410" y="124390"/>
                        <a:pt x="300161" y="128697"/>
                      </a:cubicBezTo>
                      <a:cubicBezTo>
                        <a:pt x="307650" y="132291"/>
                        <a:pt x="314151" y="137640"/>
                        <a:pt x="319089" y="144306"/>
                      </a:cubicBezTo>
                      <a:cubicBezTo>
                        <a:pt x="323039" y="149326"/>
                        <a:pt x="325316" y="155443"/>
                        <a:pt x="325645" y="161835"/>
                      </a:cubicBezTo>
                      <a:cubicBezTo>
                        <a:pt x="325673" y="164825"/>
                        <a:pt x="324521" y="167705"/>
                        <a:pt x="322463" y="169845"/>
                      </a:cubicBezTo>
                      <a:cubicBezTo>
                        <a:pt x="320515" y="172067"/>
                        <a:pt x="317690" y="173329"/>
                        <a:pt x="314727" y="173301"/>
                      </a:cubicBezTo>
                      <a:cubicBezTo>
                        <a:pt x="311984" y="173521"/>
                        <a:pt x="309268" y="172643"/>
                        <a:pt x="307129" y="170915"/>
                      </a:cubicBezTo>
                      <a:cubicBezTo>
                        <a:pt x="304852" y="168473"/>
                        <a:pt x="302931" y="165703"/>
                        <a:pt x="301478" y="162685"/>
                      </a:cubicBezTo>
                      <a:cubicBezTo>
                        <a:pt x="298680" y="156952"/>
                        <a:pt x="294510" y="151959"/>
                        <a:pt x="289353" y="148174"/>
                      </a:cubicBezTo>
                      <a:cubicBezTo>
                        <a:pt x="284250" y="144854"/>
                        <a:pt x="278243" y="143181"/>
                        <a:pt x="272153" y="143401"/>
                      </a:cubicBezTo>
                      <a:cubicBezTo>
                        <a:pt x="262031" y="143071"/>
                        <a:pt x="252374" y="147652"/>
                        <a:pt x="246257" y="155745"/>
                      </a:cubicBezTo>
                      <a:cubicBezTo>
                        <a:pt x="239838" y="163975"/>
                        <a:pt x="236628" y="175661"/>
                        <a:pt x="236601" y="190830"/>
                      </a:cubicBezTo>
                      <a:cubicBezTo>
                        <a:pt x="236327" y="199472"/>
                        <a:pt x="237780" y="208058"/>
                        <a:pt x="240880" y="216123"/>
                      </a:cubicBezTo>
                      <a:cubicBezTo>
                        <a:pt x="243267" y="222268"/>
                        <a:pt x="247491" y="227534"/>
                        <a:pt x="252978" y="231183"/>
                      </a:cubicBezTo>
                      <a:cubicBezTo>
                        <a:pt x="258464" y="234585"/>
                        <a:pt x="264829" y="236313"/>
                        <a:pt x="271275" y="236176"/>
                      </a:cubicBezTo>
                      <a:cubicBezTo>
                        <a:pt x="278106" y="236395"/>
                        <a:pt x="284854" y="234392"/>
                        <a:pt x="290478" y="230525"/>
                      </a:cubicBezTo>
                      <a:cubicBezTo>
                        <a:pt x="296019" y="226355"/>
                        <a:pt x="300134" y="220621"/>
                        <a:pt x="302355" y="214066"/>
                      </a:cubicBezTo>
                      <a:cubicBezTo>
                        <a:pt x="303261" y="211048"/>
                        <a:pt x="304660" y="208195"/>
                        <a:pt x="306525" y="205671"/>
                      </a:cubicBezTo>
                      <a:cubicBezTo>
                        <a:pt x="308500" y="203367"/>
                        <a:pt x="311463" y="202132"/>
                        <a:pt x="314508" y="202407"/>
                      </a:cubicBezTo>
                      <a:cubicBezTo>
                        <a:pt x="317553" y="202352"/>
                        <a:pt x="320461" y="203559"/>
                        <a:pt x="322600" y="205699"/>
                      </a:cubicBezTo>
                      <a:cubicBezTo>
                        <a:pt x="324850" y="207838"/>
                        <a:pt x="326057" y="210828"/>
                        <a:pt x="325974" y="213928"/>
                      </a:cubicBezTo>
                      <a:cubicBezTo>
                        <a:pt x="325865" y="218537"/>
                        <a:pt x="324850" y="223063"/>
                        <a:pt x="322984" y="227288"/>
                      </a:cubicBezTo>
                      <a:close/>
                      <a:moveTo>
                        <a:pt x="467249" y="217110"/>
                      </a:moveTo>
                      <a:cubicBezTo>
                        <a:pt x="464726" y="225038"/>
                        <a:pt x="460528" y="232335"/>
                        <a:pt x="454987" y="238535"/>
                      </a:cubicBezTo>
                      <a:cubicBezTo>
                        <a:pt x="449446" y="244597"/>
                        <a:pt x="442560" y="249288"/>
                        <a:pt x="434907" y="252251"/>
                      </a:cubicBezTo>
                      <a:cubicBezTo>
                        <a:pt x="417268" y="258752"/>
                        <a:pt x="397874" y="258752"/>
                        <a:pt x="380235" y="252251"/>
                      </a:cubicBezTo>
                      <a:cubicBezTo>
                        <a:pt x="372554" y="249206"/>
                        <a:pt x="365641" y="244433"/>
                        <a:pt x="360072" y="238343"/>
                      </a:cubicBezTo>
                      <a:cubicBezTo>
                        <a:pt x="354449" y="232061"/>
                        <a:pt x="350224" y="224682"/>
                        <a:pt x="347673" y="216644"/>
                      </a:cubicBezTo>
                      <a:cubicBezTo>
                        <a:pt x="344848" y="207838"/>
                        <a:pt x="343449" y="198621"/>
                        <a:pt x="343531" y="189377"/>
                      </a:cubicBezTo>
                      <a:cubicBezTo>
                        <a:pt x="343449" y="180050"/>
                        <a:pt x="344903" y="170778"/>
                        <a:pt x="347838" y="161945"/>
                      </a:cubicBezTo>
                      <a:cubicBezTo>
                        <a:pt x="350471" y="154044"/>
                        <a:pt x="354723" y="146775"/>
                        <a:pt x="360319" y="140630"/>
                      </a:cubicBezTo>
                      <a:cubicBezTo>
                        <a:pt x="365861" y="134705"/>
                        <a:pt x="372664" y="130096"/>
                        <a:pt x="380235" y="127161"/>
                      </a:cubicBezTo>
                      <a:cubicBezTo>
                        <a:pt x="388739" y="123924"/>
                        <a:pt x="397791" y="122360"/>
                        <a:pt x="406899" y="122497"/>
                      </a:cubicBezTo>
                      <a:cubicBezTo>
                        <a:pt x="419024" y="122168"/>
                        <a:pt x="431012" y="124994"/>
                        <a:pt x="441683" y="130727"/>
                      </a:cubicBezTo>
                      <a:cubicBezTo>
                        <a:pt x="451229" y="136076"/>
                        <a:pt x="458883" y="144223"/>
                        <a:pt x="463628" y="154099"/>
                      </a:cubicBezTo>
                      <a:cubicBezTo>
                        <a:pt x="468840" y="165264"/>
                        <a:pt x="471391" y="177444"/>
                        <a:pt x="471090" y="189760"/>
                      </a:cubicBezTo>
                      <a:cubicBezTo>
                        <a:pt x="471227" y="199033"/>
                        <a:pt x="469883" y="208250"/>
                        <a:pt x="467112" y="217110"/>
                      </a:cubicBezTo>
                      <a:close/>
                      <a:moveTo>
                        <a:pt x="554318" y="275678"/>
                      </a:moveTo>
                      <a:cubicBezTo>
                        <a:pt x="552536" y="277324"/>
                        <a:pt x="550149" y="278147"/>
                        <a:pt x="547735" y="277954"/>
                      </a:cubicBezTo>
                      <a:lnTo>
                        <a:pt x="498549" y="277954"/>
                      </a:lnTo>
                      <a:cubicBezTo>
                        <a:pt x="495696" y="278119"/>
                        <a:pt x="492871" y="277132"/>
                        <a:pt x="490759" y="275211"/>
                      </a:cubicBezTo>
                      <a:cubicBezTo>
                        <a:pt x="488975" y="273510"/>
                        <a:pt x="487988" y="271151"/>
                        <a:pt x="488015" y="268682"/>
                      </a:cubicBezTo>
                      <a:cubicBezTo>
                        <a:pt x="488180" y="266461"/>
                        <a:pt x="488811" y="264293"/>
                        <a:pt x="489826" y="262318"/>
                      </a:cubicBezTo>
                      <a:cubicBezTo>
                        <a:pt x="490786" y="260041"/>
                        <a:pt x="492130" y="257929"/>
                        <a:pt x="493776" y="256064"/>
                      </a:cubicBezTo>
                      <a:cubicBezTo>
                        <a:pt x="499701" y="249919"/>
                        <a:pt x="505023" y="244679"/>
                        <a:pt x="509796" y="240290"/>
                      </a:cubicBezTo>
                      <a:cubicBezTo>
                        <a:pt x="513033" y="237191"/>
                        <a:pt x="516435" y="234310"/>
                        <a:pt x="520001" y="231622"/>
                      </a:cubicBezTo>
                      <a:cubicBezTo>
                        <a:pt x="523293" y="229345"/>
                        <a:pt x="526365" y="226739"/>
                        <a:pt x="529136" y="223859"/>
                      </a:cubicBezTo>
                      <a:cubicBezTo>
                        <a:pt x="531385" y="221499"/>
                        <a:pt x="533223" y="218784"/>
                        <a:pt x="534622" y="215848"/>
                      </a:cubicBezTo>
                      <a:cubicBezTo>
                        <a:pt x="535829" y="213325"/>
                        <a:pt x="536488" y="210582"/>
                        <a:pt x="536515" y="207783"/>
                      </a:cubicBezTo>
                      <a:cubicBezTo>
                        <a:pt x="536542" y="205095"/>
                        <a:pt x="535857" y="202462"/>
                        <a:pt x="534485" y="200157"/>
                      </a:cubicBezTo>
                      <a:cubicBezTo>
                        <a:pt x="533168" y="197935"/>
                        <a:pt x="531276" y="196125"/>
                        <a:pt x="528999" y="194918"/>
                      </a:cubicBezTo>
                      <a:cubicBezTo>
                        <a:pt x="526640" y="193656"/>
                        <a:pt x="524006" y="192998"/>
                        <a:pt x="521345" y="193025"/>
                      </a:cubicBezTo>
                      <a:cubicBezTo>
                        <a:pt x="515722" y="192915"/>
                        <a:pt x="510482" y="195851"/>
                        <a:pt x="507629" y="200706"/>
                      </a:cubicBezTo>
                      <a:cubicBezTo>
                        <a:pt x="506696" y="202462"/>
                        <a:pt x="505956" y="204300"/>
                        <a:pt x="505380" y="206192"/>
                      </a:cubicBezTo>
                      <a:cubicBezTo>
                        <a:pt x="504612" y="208661"/>
                        <a:pt x="503405" y="210993"/>
                        <a:pt x="501841" y="213078"/>
                      </a:cubicBezTo>
                      <a:cubicBezTo>
                        <a:pt x="500387" y="214724"/>
                        <a:pt x="498247" y="215602"/>
                        <a:pt x="496053" y="215464"/>
                      </a:cubicBezTo>
                      <a:cubicBezTo>
                        <a:pt x="493995" y="215519"/>
                        <a:pt x="492020" y="214724"/>
                        <a:pt x="490566" y="213270"/>
                      </a:cubicBezTo>
                      <a:cubicBezTo>
                        <a:pt x="489058" y="211651"/>
                        <a:pt x="488262" y="209484"/>
                        <a:pt x="488372" y="207262"/>
                      </a:cubicBezTo>
                      <a:cubicBezTo>
                        <a:pt x="488427" y="203943"/>
                        <a:pt x="489140" y="200679"/>
                        <a:pt x="490457" y="197633"/>
                      </a:cubicBezTo>
                      <a:cubicBezTo>
                        <a:pt x="491883" y="194232"/>
                        <a:pt x="493968" y="191132"/>
                        <a:pt x="496629" y="188554"/>
                      </a:cubicBezTo>
                      <a:cubicBezTo>
                        <a:pt x="499619" y="185673"/>
                        <a:pt x="503158" y="183451"/>
                        <a:pt x="507026" y="181970"/>
                      </a:cubicBezTo>
                      <a:cubicBezTo>
                        <a:pt x="511771" y="180214"/>
                        <a:pt x="516792" y="179391"/>
                        <a:pt x="521839" y="179473"/>
                      </a:cubicBezTo>
                      <a:cubicBezTo>
                        <a:pt x="527819" y="179309"/>
                        <a:pt x="533744" y="180406"/>
                        <a:pt x="539258" y="182683"/>
                      </a:cubicBezTo>
                      <a:cubicBezTo>
                        <a:pt x="542358" y="184082"/>
                        <a:pt x="545156" y="186085"/>
                        <a:pt x="547488" y="188554"/>
                      </a:cubicBezTo>
                      <a:cubicBezTo>
                        <a:pt x="549847" y="191050"/>
                        <a:pt x="551712" y="194013"/>
                        <a:pt x="552974" y="197222"/>
                      </a:cubicBezTo>
                      <a:cubicBezTo>
                        <a:pt x="554291" y="200459"/>
                        <a:pt x="554950" y="203915"/>
                        <a:pt x="554950" y="207399"/>
                      </a:cubicBezTo>
                      <a:cubicBezTo>
                        <a:pt x="555004" y="212694"/>
                        <a:pt x="553578" y="217933"/>
                        <a:pt x="550835" y="222460"/>
                      </a:cubicBezTo>
                      <a:cubicBezTo>
                        <a:pt x="548613" y="226382"/>
                        <a:pt x="545842" y="229948"/>
                        <a:pt x="542605" y="233076"/>
                      </a:cubicBezTo>
                      <a:cubicBezTo>
                        <a:pt x="539862" y="235627"/>
                        <a:pt x="534979" y="239659"/>
                        <a:pt x="528285" y="245118"/>
                      </a:cubicBezTo>
                      <a:cubicBezTo>
                        <a:pt x="523348" y="248959"/>
                        <a:pt x="518767" y="253238"/>
                        <a:pt x="514569" y="257874"/>
                      </a:cubicBezTo>
                      <a:cubicBezTo>
                        <a:pt x="513390" y="259246"/>
                        <a:pt x="512293" y="260700"/>
                        <a:pt x="511305" y="262208"/>
                      </a:cubicBezTo>
                      <a:lnTo>
                        <a:pt x="546171" y="262208"/>
                      </a:lnTo>
                      <a:cubicBezTo>
                        <a:pt x="548969" y="262017"/>
                        <a:pt x="551767" y="262784"/>
                        <a:pt x="554099" y="264348"/>
                      </a:cubicBezTo>
                      <a:cubicBezTo>
                        <a:pt x="555910" y="265720"/>
                        <a:pt x="556925" y="267887"/>
                        <a:pt x="556842" y="270164"/>
                      </a:cubicBezTo>
                      <a:cubicBezTo>
                        <a:pt x="556760" y="272304"/>
                        <a:pt x="555800" y="274279"/>
                        <a:pt x="554181" y="275678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F86C64-9A79-3AB1-8CD4-1E18C56E37CE}"/>
                </a:ext>
              </a:extLst>
            </p:cNvPr>
            <p:cNvSpPr txBox="1"/>
            <p:nvPr/>
          </p:nvSpPr>
          <p:spPr>
            <a:xfrm>
              <a:off x="8644012" y="2920380"/>
              <a:ext cx="1629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Infrared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A81167D-7636-B29B-3E6D-642C9C5FAF20}"/>
                </a:ext>
              </a:extLst>
            </p:cNvPr>
            <p:cNvGrpSpPr/>
            <p:nvPr/>
          </p:nvGrpSpPr>
          <p:grpSpPr>
            <a:xfrm>
              <a:off x="8896097" y="1770453"/>
              <a:ext cx="1097131" cy="1165698"/>
              <a:chOff x="8896097" y="1770453"/>
              <a:chExt cx="1097131" cy="1165698"/>
            </a:xfrm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693481E1-5150-0D71-F018-5B2BEAA6A9CD}"/>
                  </a:ext>
                </a:extLst>
              </p:cNvPr>
              <p:cNvSpPr/>
              <p:nvPr/>
            </p:nvSpPr>
            <p:spPr>
              <a:xfrm>
                <a:off x="9152953" y="2154318"/>
                <a:ext cx="582446" cy="209071"/>
              </a:xfrm>
              <a:custGeom>
                <a:avLst/>
                <a:gdLst>
                  <a:gd name="connsiteX0" fmla="*/ 119869 w 582446"/>
                  <a:gd name="connsiteY0" fmla="*/ 159179 h 209071"/>
                  <a:gd name="connsiteX1" fmla="*/ 565036 w 582446"/>
                  <a:gd name="connsiteY1" fmla="*/ 58613 h 209071"/>
                  <a:gd name="connsiteX2" fmla="*/ 581303 w 582446"/>
                  <a:gd name="connsiteY2" fmla="*/ 29645 h 209071"/>
                  <a:gd name="connsiteX3" fmla="*/ 569754 w 582446"/>
                  <a:gd name="connsiteY3" fmla="*/ 5066 h 209071"/>
                  <a:gd name="connsiteX4" fmla="*/ 547122 w 582446"/>
                  <a:gd name="connsiteY4" fmla="*/ 12692 h 209071"/>
                  <a:gd name="connsiteX5" fmla="*/ 165763 w 582446"/>
                  <a:gd name="connsiteY5" fmla="*/ 141184 h 209071"/>
                  <a:gd name="connsiteX6" fmla="*/ 37272 w 582446"/>
                  <a:gd name="connsiteY6" fmla="*/ 12692 h 209071"/>
                  <a:gd name="connsiteX7" fmla="*/ 12693 w 582446"/>
                  <a:gd name="connsiteY7" fmla="*/ 1143 h 209071"/>
                  <a:gd name="connsiteX8" fmla="*/ 1143 w 582446"/>
                  <a:gd name="connsiteY8" fmla="*/ 25722 h 209071"/>
                  <a:gd name="connsiteX9" fmla="*/ 3091 w 582446"/>
                  <a:gd name="connsiteY9" fmla="*/ 29645 h 209071"/>
                  <a:gd name="connsiteX10" fmla="*/ 119869 w 582446"/>
                  <a:gd name="connsiteY10" fmla="*/ 159179 h 209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82446" h="209071">
                    <a:moveTo>
                      <a:pt x="119869" y="159179"/>
                    </a:moveTo>
                    <a:cubicBezTo>
                      <a:pt x="270581" y="254341"/>
                      <a:pt x="469874" y="209325"/>
                      <a:pt x="565036" y="58613"/>
                    </a:cubicBezTo>
                    <a:cubicBezTo>
                      <a:pt x="570961" y="49232"/>
                      <a:pt x="576393" y="39576"/>
                      <a:pt x="581303" y="29645"/>
                    </a:cubicBezTo>
                    <a:cubicBezTo>
                      <a:pt x="584896" y="19660"/>
                      <a:pt x="579739" y="8660"/>
                      <a:pt x="569754" y="5066"/>
                    </a:cubicBezTo>
                    <a:cubicBezTo>
                      <a:pt x="561360" y="2049"/>
                      <a:pt x="551978" y="5203"/>
                      <a:pt x="547122" y="12692"/>
                    </a:cubicBezTo>
                    <a:cubicBezTo>
                      <a:pt x="477308" y="153473"/>
                      <a:pt x="306571" y="211026"/>
                      <a:pt x="165763" y="141184"/>
                    </a:cubicBezTo>
                    <a:cubicBezTo>
                      <a:pt x="110049" y="113560"/>
                      <a:pt x="64896" y="68434"/>
                      <a:pt x="37272" y="12692"/>
                    </a:cubicBezTo>
                    <a:cubicBezTo>
                      <a:pt x="33678" y="2707"/>
                      <a:pt x="22678" y="-2450"/>
                      <a:pt x="12693" y="1143"/>
                    </a:cubicBezTo>
                    <a:cubicBezTo>
                      <a:pt x="2707" y="4737"/>
                      <a:pt x="-2450" y="15737"/>
                      <a:pt x="1143" y="25722"/>
                    </a:cubicBezTo>
                    <a:cubicBezTo>
                      <a:pt x="1637" y="27094"/>
                      <a:pt x="2296" y="28411"/>
                      <a:pt x="3091" y="29645"/>
                    </a:cubicBezTo>
                    <a:cubicBezTo>
                      <a:pt x="29426" y="82699"/>
                      <a:pt x="69806" y="127523"/>
                      <a:pt x="119869" y="159179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2C28466B-037B-809A-D8CC-DDA9E2403F0A}"/>
                  </a:ext>
                </a:extLst>
              </p:cNvPr>
              <p:cNvSpPr/>
              <p:nvPr/>
            </p:nvSpPr>
            <p:spPr>
              <a:xfrm>
                <a:off x="9286347" y="2089220"/>
                <a:ext cx="319602" cy="127470"/>
              </a:xfrm>
              <a:custGeom>
                <a:avLst/>
                <a:gdLst>
                  <a:gd name="connsiteX0" fmla="*/ 158803 w 319602"/>
                  <a:gd name="connsiteY0" fmla="*/ 127469 h 127470"/>
                  <a:gd name="connsiteX1" fmla="*/ 316482 w 319602"/>
                  <a:gd name="connsiteY1" fmla="*/ 29702 h 127470"/>
                  <a:gd name="connsiteX2" fmla="*/ 310914 w 319602"/>
                  <a:gd name="connsiteY2" fmla="*/ 3120 h 127470"/>
                  <a:gd name="connsiteX3" fmla="*/ 284332 w 319602"/>
                  <a:gd name="connsiteY3" fmla="*/ 8689 h 127470"/>
                  <a:gd name="connsiteX4" fmla="*/ 282330 w 319602"/>
                  <a:gd name="connsiteY4" fmla="*/ 12721 h 127470"/>
                  <a:gd name="connsiteX5" fmla="*/ 97493 w 319602"/>
                  <a:gd name="connsiteY5" fmla="*/ 74937 h 127470"/>
                  <a:gd name="connsiteX6" fmla="*/ 35277 w 319602"/>
                  <a:gd name="connsiteY6" fmla="*/ 12721 h 127470"/>
                  <a:gd name="connsiteX7" fmla="*/ 8695 w 319602"/>
                  <a:gd name="connsiteY7" fmla="*/ 7153 h 127470"/>
                  <a:gd name="connsiteX8" fmla="*/ 1124 w 319602"/>
                  <a:gd name="connsiteY8" fmla="*/ 29702 h 127470"/>
                  <a:gd name="connsiteX9" fmla="*/ 158803 w 319602"/>
                  <a:gd name="connsiteY9" fmla="*/ 127469 h 127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9602" h="127470">
                    <a:moveTo>
                      <a:pt x="158803" y="127469"/>
                    </a:moveTo>
                    <a:cubicBezTo>
                      <a:pt x="225737" y="127717"/>
                      <a:pt x="286938" y="89750"/>
                      <a:pt x="316482" y="29702"/>
                    </a:cubicBezTo>
                    <a:cubicBezTo>
                      <a:pt x="322271" y="20814"/>
                      <a:pt x="319774" y="8936"/>
                      <a:pt x="310914" y="3120"/>
                    </a:cubicBezTo>
                    <a:cubicBezTo>
                      <a:pt x="302026" y="-2668"/>
                      <a:pt x="290121" y="-171"/>
                      <a:pt x="284332" y="8689"/>
                    </a:cubicBezTo>
                    <a:cubicBezTo>
                      <a:pt x="283509" y="9951"/>
                      <a:pt x="282823" y="11295"/>
                      <a:pt x="282330" y="12721"/>
                    </a:cubicBezTo>
                    <a:cubicBezTo>
                      <a:pt x="248478" y="80945"/>
                      <a:pt x="165716" y="108816"/>
                      <a:pt x="97493" y="74937"/>
                    </a:cubicBezTo>
                    <a:cubicBezTo>
                      <a:pt x="70527" y="61551"/>
                      <a:pt x="48664" y="39714"/>
                      <a:pt x="35277" y="12721"/>
                    </a:cubicBezTo>
                    <a:cubicBezTo>
                      <a:pt x="29489" y="3834"/>
                      <a:pt x="17583" y="1337"/>
                      <a:pt x="8695" y="7153"/>
                    </a:cubicBezTo>
                    <a:cubicBezTo>
                      <a:pt x="1261" y="12008"/>
                      <a:pt x="-1866" y="21335"/>
                      <a:pt x="1124" y="29702"/>
                    </a:cubicBezTo>
                    <a:cubicBezTo>
                      <a:pt x="30669" y="89750"/>
                      <a:pt x="91869" y="127717"/>
                      <a:pt x="158803" y="127469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E38961B-1554-2204-9C34-AE81173F445C}"/>
                  </a:ext>
                </a:extLst>
              </p:cNvPr>
              <p:cNvSpPr/>
              <p:nvPr/>
            </p:nvSpPr>
            <p:spPr>
              <a:xfrm>
                <a:off x="8897084" y="2285320"/>
                <a:ext cx="1096144" cy="364418"/>
              </a:xfrm>
              <a:custGeom>
                <a:avLst/>
                <a:gdLst>
                  <a:gd name="connsiteX0" fmla="*/ 1085432 w 1096144"/>
                  <a:gd name="connsiteY0" fmla="*/ 2034 h 364418"/>
                  <a:gd name="connsiteX1" fmla="*/ 1059673 w 1096144"/>
                  <a:gd name="connsiteY1" fmla="*/ 10620 h 364418"/>
                  <a:gd name="connsiteX2" fmla="*/ 1059618 w 1096144"/>
                  <a:gd name="connsiteY2" fmla="*/ 10730 h 364418"/>
                  <a:gd name="connsiteX3" fmla="*/ 763133 w 1096144"/>
                  <a:gd name="connsiteY3" fmla="*/ 286559 h 364418"/>
                  <a:gd name="connsiteX4" fmla="*/ 548066 w 1096144"/>
                  <a:gd name="connsiteY4" fmla="*/ 327323 h 364418"/>
                  <a:gd name="connsiteX5" fmla="*/ 340872 w 1096144"/>
                  <a:gd name="connsiteY5" fmla="*/ 289686 h 364418"/>
                  <a:gd name="connsiteX6" fmla="*/ 36514 w 1096144"/>
                  <a:gd name="connsiteY6" fmla="*/ 10730 h 364418"/>
                  <a:gd name="connsiteX7" fmla="*/ 10701 w 1096144"/>
                  <a:gd name="connsiteY7" fmla="*/ 2007 h 364418"/>
                  <a:gd name="connsiteX8" fmla="*/ 2005 w 1096144"/>
                  <a:gd name="connsiteY8" fmla="*/ 27820 h 364418"/>
                  <a:gd name="connsiteX9" fmla="*/ 333932 w 1096144"/>
                  <a:gd name="connsiteY9" fmla="*/ 327871 h 364418"/>
                  <a:gd name="connsiteX10" fmla="*/ 763600 w 1096144"/>
                  <a:gd name="connsiteY10" fmla="*/ 327323 h 364418"/>
                  <a:gd name="connsiteX11" fmla="*/ 1094128 w 1096144"/>
                  <a:gd name="connsiteY11" fmla="*/ 27820 h 364418"/>
                  <a:gd name="connsiteX12" fmla="*/ 1085514 w 1096144"/>
                  <a:gd name="connsiteY12" fmla="*/ 2062 h 364418"/>
                  <a:gd name="connsiteX13" fmla="*/ 1085432 w 1096144"/>
                  <a:gd name="connsiteY13" fmla="*/ 2034 h 364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96144" h="364418">
                    <a:moveTo>
                      <a:pt x="1085432" y="2034"/>
                    </a:moveTo>
                    <a:cubicBezTo>
                      <a:pt x="1075940" y="-2712"/>
                      <a:pt x="1064419" y="1129"/>
                      <a:pt x="1059673" y="10620"/>
                    </a:cubicBezTo>
                    <a:cubicBezTo>
                      <a:pt x="1059646" y="10648"/>
                      <a:pt x="1059646" y="10703"/>
                      <a:pt x="1059618" y="10730"/>
                    </a:cubicBezTo>
                    <a:cubicBezTo>
                      <a:pt x="998006" y="135957"/>
                      <a:pt x="892475" y="234136"/>
                      <a:pt x="763133" y="286559"/>
                    </a:cubicBezTo>
                    <a:cubicBezTo>
                      <a:pt x="707007" y="309410"/>
                      <a:pt x="627564" y="326829"/>
                      <a:pt x="548066" y="327323"/>
                    </a:cubicBezTo>
                    <a:cubicBezTo>
                      <a:pt x="472327" y="327789"/>
                      <a:pt x="396559" y="312455"/>
                      <a:pt x="340872" y="289686"/>
                    </a:cubicBezTo>
                    <a:cubicBezTo>
                      <a:pt x="208019" y="238169"/>
                      <a:pt x="99388" y="138591"/>
                      <a:pt x="36514" y="10730"/>
                    </a:cubicBezTo>
                    <a:cubicBezTo>
                      <a:pt x="31796" y="1211"/>
                      <a:pt x="20247" y="-2712"/>
                      <a:pt x="10701" y="2007"/>
                    </a:cubicBezTo>
                    <a:cubicBezTo>
                      <a:pt x="1182" y="6753"/>
                      <a:pt x="-2714" y="18301"/>
                      <a:pt x="2005" y="27820"/>
                    </a:cubicBezTo>
                    <a:cubicBezTo>
                      <a:pt x="70639" y="166269"/>
                      <a:pt x="189255" y="273529"/>
                      <a:pt x="333932" y="327871"/>
                    </a:cubicBezTo>
                    <a:cubicBezTo>
                      <a:pt x="455017" y="372174"/>
                      <a:pt x="608691" y="381035"/>
                      <a:pt x="763600" y="327323"/>
                    </a:cubicBezTo>
                    <a:cubicBezTo>
                      <a:pt x="907645" y="272843"/>
                      <a:pt x="1025740" y="165831"/>
                      <a:pt x="1094128" y="27820"/>
                    </a:cubicBezTo>
                    <a:cubicBezTo>
                      <a:pt x="1098846" y="18329"/>
                      <a:pt x="1095006" y="6807"/>
                      <a:pt x="1085514" y="2062"/>
                    </a:cubicBezTo>
                    <a:cubicBezTo>
                      <a:pt x="1085486" y="2062"/>
                      <a:pt x="1085459" y="2034"/>
                      <a:pt x="1085432" y="2034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8C0A9278-D89F-B33E-3A0A-9A7AF54CE6A5}"/>
                  </a:ext>
                </a:extLst>
              </p:cNvPr>
              <p:cNvSpPr/>
              <p:nvPr/>
            </p:nvSpPr>
            <p:spPr>
              <a:xfrm>
                <a:off x="9027057" y="2220972"/>
                <a:ext cx="836159" cy="287151"/>
              </a:xfrm>
              <a:custGeom>
                <a:avLst/>
                <a:gdLst>
                  <a:gd name="connsiteX0" fmla="*/ 170053 w 836159"/>
                  <a:gd name="connsiteY0" fmla="*/ 214268 h 287151"/>
                  <a:gd name="connsiteX1" fmla="*/ 325044 w 836159"/>
                  <a:gd name="connsiteY1" fmla="*/ 276593 h 287151"/>
                  <a:gd name="connsiteX2" fmla="*/ 511142 w 836159"/>
                  <a:gd name="connsiteY2" fmla="*/ 276593 h 287151"/>
                  <a:gd name="connsiteX3" fmla="*/ 834154 w 836159"/>
                  <a:gd name="connsiteY3" fmla="*/ 27813 h 287151"/>
                  <a:gd name="connsiteX4" fmla="*/ 825458 w 836159"/>
                  <a:gd name="connsiteY4" fmla="*/ 2027 h 287151"/>
                  <a:gd name="connsiteX5" fmla="*/ 799673 w 836159"/>
                  <a:gd name="connsiteY5" fmla="*/ 10723 h 287151"/>
                  <a:gd name="connsiteX6" fmla="*/ 531470 w 836159"/>
                  <a:gd name="connsiteY6" fmla="*/ 232318 h 287151"/>
                  <a:gd name="connsiteX7" fmla="*/ 291851 w 836159"/>
                  <a:gd name="connsiteY7" fmla="*/ 228587 h 287151"/>
                  <a:gd name="connsiteX8" fmla="*/ 36514 w 836159"/>
                  <a:gd name="connsiteY8" fmla="*/ 10723 h 287151"/>
                  <a:gd name="connsiteX9" fmla="*/ 10700 w 836159"/>
                  <a:gd name="connsiteY9" fmla="*/ 1999 h 287151"/>
                  <a:gd name="connsiteX10" fmla="*/ 2005 w 836159"/>
                  <a:gd name="connsiteY10" fmla="*/ 27813 h 287151"/>
                  <a:gd name="connsiteX11" fmla="*/ 170053 w 836159"/>
                  <a:gd name="connsiteY11" fmla="*/ 214268 h 2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6159" h="287151">
                    <a:moveTo>
                      <a:pt x="170053" y="214268"/>
                    </a:moveTo>
                    <a:cubicBezTo>
                      <a:pt x="217483" y="244306"/>
                      <a:pt x="270015" y="265429"/>
                      <a:pt x="325044" y="276593"/>
                    </a:cubicBezTo>
                    <a:cubicBezTo>
                      <a:pt x="418093" y="300350"/>
                      <a:pt x="511142" y="276593"/>
                      <a:pt x="511142" y="276593"/>
                    </a:cubicBezTo>
                    <a:cubicBezTo>
                      <a:pt x="651430" y="247955"/>
                      <a:pt x="770649" y="156140"/>
                      <a:pt x="834154" y="27813"/>
                    </a:cubicBezTo>
                    <a:cubicBezTo>
                      <a:pt x="838873" y="18294"/>
                      <a:pt x="834977" y="6745"/>
                      <a:pt x="825458" y="2027"/>
                    </a:cubicBezTo>
                    <a:cubicBezTo>
                      <a:pt x="815940" y="-2692"/>
                      <a:pt x="804391" y="1204"/>
                      <a:pt x="799673" y="10723"/>
                    </a:cubicBezTo>
                    <a:cubicBezTo>
                      <a:pt x="746180" y="119628"/>
                      <a:pt x="648494" y="200333"/>
                      <a:pt x="531470" y="232318"/>
                    </a:cubicBezTo>
                    <a:cubicBezTo>
                      <a:pt x="470900" y="246309"/>
                      <a:pt x="415130" y="264633"/>
                      <a:pt x="291851" y="228587"/>
                    </a:cubicBezTo>
                    <a:cubicBezTo>
                      <a:pt x="180340" y="194270"/>
                      <a:pt x="87949" y="115430"/>
                      <a:pt x="36514" y="10723"/>
                    </a:cubicBezTo>
                    <a:cubicBezTo>
                      <a:pt x="31795" y="1204"/>
                      <a:pt x="20247" y="-2719"/>
                      <a:pt x="10700" y="1999"/>
                    </a:cubicBezTo>
                    <a:cubicBezTo>
                      <a:pt x="1182" y="6745"/>
                      <a:pt x="-2714" y="18294"/>
                      <a:pt x="2005" y="27813"/>
                    </a:cubicBezTo>
                    <a:cubicBezTo>
                      <a:pt x="39888" y="104183"/>
                      <a:pt x="98017" y="168676"/>
                      <a:pt x="170053" y="214268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80324F5D-C48F-5258-9A36-A7051A1BD1EC}"/>
                  </a:ext>
                </a:extLst>
              </p:cNvPr>
              <p:cNvSpPr/>
              <p:nvPr/>
            </p:nvSpPr>
            <p:spPr>
              <a:xfrm>
                <a:off x="9254882" y="1946280"/>
                <a:ext cx="380536" cy="59209"/>
              </a:xfrm>
              <a:custGeom>
                <a:avLst/>
                <a:gdLst>
                  <a:gd name="connsiteX0" fmla="*/ 0 w 380536"/>
                  <a:gd name="connsiteY0" fmla="*/ 13 h 59209"/>
                  <a:gd name="connsiteX1" fmla="*/ 16733 w 380536"/>
                  <a:gd name="connsiteY1" fmla="*/ 22342 h 59209"/>
                  <a:gd name="connsiteX2" fmla="*/ 84435 w 380536"/>
                  <a:gd name="connsiteY2" fmla="*/ 50213 h 59209"/>
                  <a:gd name="connsiteX3" fmla="*/ 247464 w 380536"/>
                  <a:gd name="connsiteY3" fmla="*/ 58607 h 59209"/>
                  <a:gd name="connsiteX4" fmla="*/ 327867 w 380536"/>
                  <a:gd name="connsiteY4" fmla="*/ 37402 h 59209"/>
                  <a:gd name="connsiteX5" fmla="*/ 363775 w 380536"/>
                  <a:gd name="connsiteY5" fmla="*/ 22342 h 59209"/>
                  <a:gd name="connsiteX6" fmla="*/ 380537 w 380536"/>
                  <a:gd name="connsiteY6" fmla="*/ 13 h 59209"/>
                  <a:gd name="connsiteX7" fmla="*/ 282165 w 380536"/>
                  <a:gd name="connsiteY7" fmla="*/ 7062 h 59209"/>
                  <a:gd name="connsiteX8" fmla="*/ 33549 w 380536"/>
                  <a:gd name="connsiteY8" fmla="*/ 452 h 5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536" h="59209">
                    <a:moveTo>
                      <a:pt x="0" y="13"/>
                    </a:moveTo>
                    <a:lnTo>
                      <a:pt x="16733" y="22342"/>
                    </a:lnTo>
                    <a:cubicBezTo>
                      <a:pt x="16733" y="22342"/>
                      <a:pt x="65782" y="49774"/>
                      <a:pt x="84435" y="50213"/>
                    </a:cubicBezTo>
                    <a:cubicBezTo>
                      <a:pt x="103089" y="50652"/>
                      <a:pt x="229551" y="61899"/>
                      <a:pt x="247464" y="58607"/>
                    </a:cubicBezTo>
                    <a:cubicBezTo>
                      <a:pt x="265377" y="55316"/>
                      <a:pt x="325673" y="39240"/>
                      <a:pt x="327867" y="37402"/>
                    </a:cubicBezTo>
                    <a:cubicBezTo>
                      <a:pt x="330061" y="35564"/>
                      <a:pt x="363775" y="22342"/>
                      <a:pt x="363775" y="22342"/>
                    </a:cubicBezTo>
                    <a:lnTo>
                      <a:pt x="380537" y="13"/>
                    </a:lnTo>
                    <a:cubicBezTo>
                      <a:pt x="380537" y="13"/>
                      <a:pt x="307759" y="-618"/>
                      <a:pt x="282165" y="7062"/>
                    </a:cubicBezTo>
                    <a:cubicBezTo>
                      <a:pt x="256571" y="14744"/>
                      <a:pt x="33549" y="452"/>
                      <a:pt x="33549" y="452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B4B3CAB-955F-CD05-3965-360D44BEC00D}"/>
                  </a:ext>
                </a:extLst>
              </p:cNvPr>
              <p:cNvSpPr/>
              <p:nvPr/>
            </p:nvSpPr>
            <p:spPr>
              <a:xfrm>
                <a:off x="9190773" y="1853380"/>
                <a:ext cx="506806" cy="93336"/>
              </a:xfrm>
              <a:custGeom>
                <a:avLst/>
                <a:gdLst>
                  <a:gd name="connsiteX0" fmla="*/ 0 w 506806"/>
                  <a:gd name="connsiteY0" fmla="*/ 0 h 93336"/>
                  <a:gd name="connsiteX1" fmla="*/ 30175 w 506806"/>
                  <a:gd name="connsiteY1" fmla="*/ 47649 h 93336"/>
                  <a:gd name="connsiteX2" fmla="*/ 113843 w 506806"/>
                  <a:gd name="connsiteY2" fmla="*/ 86328 h 93336"/>
                  <a:gd name="connsiteX3" fmla="*/ 333299 w 506806"/>
                  <a:gd name="connsiteY3" fmla="*/ 92830 h 93336"/>
                  <a:gd name="connsiteX4" fmla="*/ 444042 w 506806"/>
                  <a:gd name="connsiteY4" fmla="*/ 80787 h 93336"/>
                  <a:gd name="connsiteX5" fmla="*/ 479704 w 506806"/>
                  <a:gd name="connsiteY5" fmla="*/ 46443 h 93336"/>
                  <a:gd name="connsiteX6" fmla="*/ 506806 w 506806"/>
                  <a:gd name="connsiteY6" fmla="*/ 3703 h 93336"/>
                  <a:gd name="connsiteX7" fmla="*/ 108521 w 506806"/>
                  <a:gd name="connsiteY7" fmla="*/ 0 h 93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6806" h="93336">
                    <a:moveTo>
                      <a:pt x="0" y="0"/>
                    </a:moveTo>
                    <a:lnTo>
                      <a:pt x="30175" y="47649"/>
                    </a:lnTo>
                    <a:cubicBezTo>
                      <a:pt x="30175" y="47649"/>
                      <a:pt x="104516" y="86383"/>
                      <a:pt x="113843" y="86328"/>
                    </a:cubicBezTo>
                    <a:cubicBezTo>
                      <a:pt x="123169" y="86274"/>
                      <a:pt x="314096" y="95573"/>
                      <a:pt x="333299" y="92830"/>
                    </a:cubicBezTo>
                    <a:cubicBezTo>
                      <a:pt x="352501" y="90087"/>
                      <a:pt x="444042" y="80787"/>
                      <a:pt x="444042" y="80787"/>
                    </a:cubicBezTo>
                    <a:lnTo>
                      <a:pt x="479704" y="46443"/>
                    </a:lnTo>
                    <a:lnTo>
                      <a:pt x="506806" y="3703"/>
                    </a:lnTo>
                    <a:lnTo>
                      <a:pt x="108521" y="0"/>
                    </a:ln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DB7AB6B9-97E7-5E12-EF8D-AD0B7A164E31}"/>
                  </a:ext>
                </a:extLst>
              </p:cNvPr>
              <p:cNvSpPr/>
              <p:nvPr/>
            </p:nvSpPr>
            <p:spPr>
              <a:xfrm>
                <a:off x="9189072" y="1770453"/>
                <a:ext cx="512155" cy="147666"/>
              </a:xfrm>
              <a:custGeom>
                <a:avLst/>
                <a:gdLst>
                  <a:gd name="connsiteX0" fmla="*/ 256078 w 512155"/>
                  <a:gd name="connsiteY0" fmla="*/ 147666 h 147666"/>
                  <a:gd name="connsiteX1" fmla="*/ 499208 w 512155"/>
                  <a:gd name="connsiteY1" fmla="*/ 97082 h 147666"/>
                  <a:gd name="connsiteX2" fmla="*/ 512156 w 512155"/>
                  <a:gd name="connsiteY2" fmla="*/ 73847 h 147666"/>
                  <a:gd name="connsiteX3" fmla="*/ 256078 w 512155"/>
                  <a:gd name="connsiteY3" fmla="*/ 0 h 147666"/>
                  <a:gd name="connsiteX4" fmla="*/ 0 w 512155"/>
                  <a:gd name="connsiteY4" fmla="*/ 73847 h 147666"/>
                  <a:gd name="connsiteX5" fmla="*/ 3183 w 512155"/>
                  <a:gd name="connsiteY5" fmla="*/ 86246 h 147666"/>
                  <a:gd name="connsiteX6" fmla="*/ 12948 w 512155"/>
                  <a:gd name="connsiteY6" fmla="*/ 97219 h 147666"/>
                  <a:gd name="connsiteX7" fmla="*/ 256078 w 512155"/>
                  <a:gd name="connsiteY7" fmla="*/ 147666 h 147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2155" h="147666">
                    <a:moveTo>
                      <a:pt x="256078" y="147666"/>
                    </a:moveTo>
                    <a:cubicBezTo>
                      <a:pt x="369345" y="147666"/>
                      <a:pt x="465439" y="126461"/>
                      <a:pt x="499208" y="97082"/>
                    </a:cubicBezTo>
                    <a:cubicBezTo>
                      <a:pt x="507602" y="89785"/>
                      <a:pt x="512156" y="81967"/>
                      <a:pt x="512156" y="73847"/>
                    </a:cubicBezTo>
                    <a:cubicBezTo>
                      <a:pt x="512156" y="33055"/>
                      <a:pt x="397518" y="0"/>
                      <a:pt x="256078" y="0"/>
                    </a:cubicBezTo>
                    <a:cubicBezTo>
                      <a:pt x="114638" y="0"/>
                      <a:pt x="0" y="32918"/>
                      <a:pt x="0" y="73847"/>
                    </a:cubicBezTo>
                    <a:cubicBezTo>
                      <a:pt x="137" y="78154"/>
                      <a:pt x="1235" y="82406"/>
                      <a:pt x="3183" y="86246"/>
                    </a:cubicBezTo>
                    <a:cubicBezTo>
                      <a:pt x="5898" y="90361"/>
                      <a:pt x="9190" y="94037"/>
                      <a:pt x="12948" y="97219"/>
                    </a:cubicBezTo>
                    <a:cubicBezTo>
                      <a:pt x="46717" y="126461"/>
                      <a:pt x="142811" y="147666"/>
                      <a:pt x="256078" y="147666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B25BD0BC-2893-E418-BCCE-B37E811079C0}"/>
                  </a:ext>
                </a:extLst>
              </p:cNvPr>
              <p:cNvSpPr/>
              <p:nvPr/>
            </p:nvSpPr>
            <p:spPr>
              <a:xfrm>
                <a:off x="9220016" y="1899823"/>
                <a:ext cx="450269" cy="79772"/>
              </a:xfrm>
              <a:custGeom>
                <a:avLst/>
                <a:gdLst>
                  <a:gd name="connsiteX0" fmla="*/ 225135 w 450269"/>
                  <a:gd name="connsiteY0" fmla="*/ 79772 h 79772"/>
                  <a:gd name="connsiteX1" fmla="*/ 415403 w 450269"/>
                  <a:gd name="connsiteY1" fmla="*/ 46470 h 79772"/>
                  <a:gd name="connsiteX2" fmla="*/ 450269 w 450269"/>
                  <a:gd name="connsiteY2" fmla="*/ 0 h 79772"/>
                  <a:gd name="connsiteX3" fmla="*/ 225135 w 450269"/>
                  <a:gd name="connsiteY3" fmla="*/ 36539 h 79772"/>
                  <a:gd name="connsiteX4" fmla="*/ 0 w 450269"/>
                  <a:gd name="connsiteY4" fmla="*/ 0 h 79772"/>
                  <a:gd name="connsiteX5" fmla="*/ 34867 w 450269"/>
                  <a:gd name="connsiteY5" fmla="*/ 46470 h 79772"/>
                  <a:gd name="connsiteX6" fmla="*/ 225135 w 450269"/>
                  <a:gd name="connsiteY6" fmla="*/ 79772 h 79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0269" h="79772">
                    <a:moveTo>
                      <a:pt x="225135" y="79772"/>
                    </a:moveTo>
                    <a:cubicBezTo>
                      <a:pt x="229990" y="79635"/>
                      <a:pt x="343092" y="76535"/>
                      <a:pt x="415403" y="46470"/>
                    </a:cubicBezTo>
                    <a:lnTo>
                      <a:pt x="450269" y="0"/>
                    </a:lnTo>
                    <a:cubicBezTo>
                      <a:pt x="401220" y="22686"/>
                      <a:pt x="318431" y="36539"/>
                      <a:pt x="225135" y="36539"/>
                    </a:cubicBezTo>
                    <a:cubicBezTo>
                      <a:pt x="131838" y="36539"/>
                      <a:pt x="49049" y="22686"/>
                      <a:pt x="0" y="0"/>
                    </a:cubicBezTo>
                    <a:lnTo>
                      <a:pt x="34867" y="46470"/>
                    </a:lnTo>
                    <a:cubicBezTo>
                      <a:pt x="107040" y="76645"/>
                      <a:pt x="220389" y="79635"/>
                      <a:pt x="225135" y="79772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EB3746C3-1150-A781-A5C3-109858CD564E}"/>
                  </a:ext>
                </a:extLst>
              </p:cNvPr>
              <p:cNvSpPr/>
              <p:nvPr/>
            </p:nvSpPr>
            <p:spPr>
              <a:xfrm>
                <a:off x="9271615" y="1968622"/>
                <a:ext cx="347042" cy="67263"/>
              </a:xfrm>
              <a:custGeom>
                <a:avLst/>
                <a:gdLst>
                  <a:gd name="connsiteX0" fmla="*/ 305181 w 347042"/>
                  <a:gd name="connsiteY0" fmla="*/ 47348 h 67263"/>
                  <a:gd name="connsiteX1" fmla="*/ 320626 w 347042"/>
                  <a:gd name="connsiteY1" fmla="*/ 35223 h 67263"/>
                  <a:gd name="connsiteX2" fmla="*/ 347042 w 347042"/>
                  <a:gd name="connsiteY2" fmla="*/ 0 h 67263"/>
                  <a:gd name="connsiteX3" fmla="*/ 173672 w 347042"/>
                  <a:gd name="connsiteY3" fmla="*/ 26197 h 67263"/>
                  <a:gd name="connsiteX4" fmla="*/ 173370 w 347042"/>
                  <a:gd name="connsiteY4" fmla="*/ 26197 h 67263"/>
                  <a:gd name="connsiteX5" fmla="*/ 0 w 347042"/>
                  <a:gd name="connsiteY5" fmla="*/ 0 h 67263"/>
                  <a:gd name="connsiteX6" fmla="*/ 26417 w 347042"/>
                  <a:gd name="connsiteY6" fmla="*/ 35223 h 67263"/>
                  <a:gd name="connsiteX7" fmla="*/ 41861 w 347042"/>
                  <a:gd name="connsiteY7" fmla="*/ 47348 h 67263"/>
                  <a:gd name="connsiteX8" fmla="*/ 173535 w 347042"/>
                  <a:gd name="connsiteY8" fmla="*/ 67263 h 67263"/>
                  <a:gd name="connsiteX9" fmla="*/ 305181 w 347042"/>
                  <a:gd name="connsiteY9" fmla="*/ 47348 h 67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7042" h="67263">
                    <a:moveTo>
                      <a:pt x="305181" y="47348"/>
                    </a:moveTo>
                    <a:cubicBezTo>
                      <a:pt x="311298" y="44741"/>
                      <a:pt x="316647" y="40572"/>
                      <a:pt x="320626" y="35223"/>
                    </a:cubicBezTo>
                    <a:lnTo>
                      <a:pt x="347042" y="0"/>
                    </a:lnTo>
                    <a:cubicBezTo>
                      <a:pt x="272811" y="23893"/>
                      <a:pt x="178253" y="26088"/>
                      <a:pt x="173672" y="26197"/>
                    </a:cubicBezTo>
                    <a:lnTo>
                      <a:pt x="173370" y="26197"/>
                    </a:lnTo>
                    <a:cubicBezTo>
                      <a:pt x="168789" y="26197"/>
                      <a:pt x="74259" y="23893"/>
                      <a:pt x="0" y="0"/>
                    </a:cubicBezTo>
                    <a:lnTo>
                      <a:pt x="26417" y="35223"/>
                    </a:lnTo>
                    <a:cubicBezTo>
                      <a:pt x="30422" y="40545"/>
                      <a:pt x="35744" y="44741"/>
                      <a:pt x="41861" y="47348"/>
                    </a:cubicBezTo>
                    <a:cubicBezTo>
                      <a:pt x="70116" y="59363"/>
                      <a:pt x="118534" y="67263"/>
                      <a:pt x="173535" y="67263"/>
                    </a:cubicBezTo>
                    <a:cubicBezTo>
                      <a:pt x="228536" y="67263"/>
                      <a:pt x="276953" y="59363"/>
                      <a:pt x="305181" y="47348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C2AF3D02-557A-010F-B11F-3209380906E0}"/>
                  </a:ext>
                </a:extLst>
              </p:cNvPr>
              <p:cNvGrpSpPr/>
              <p:nvPr/>
            </p:nvGrpSpPr>
            <p:grpSpPr>
              <a:xfrm>
                <a:off x="8896097" y="2313755"/>
                <a:ext cx="585950" cy="588717"/>
                <a:chOff x="8297452" y="1194115"/>
                <a:chExt cx="585950" cy="588717"/>
              </a:xfrm>
            </p:grpSpPr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D6B25776-1E2F-8554-1541-2ADF3C4808F9}"/>
                    </a:ext>
                  </a:extLst>
                </p:cNvPr>
                <p:cNvSpPr/>
                <p:nvPr/>
              </p:nvSpPr>
              <p:spPr>
                <a:xfrm rot="19910401">
                  <a:off x="8461590" y="1358838"/>
                  <a:ext cx="257531" cy="257531"/>
                </a:xfrm>
                <a:custGeom>
                  <a:avLst/>
                  <a:gdLst>
                    <a:gd name="connsiteX0" fmla="*/ 257531 w 257531"/>
                    <a:gd name="connsiteY0" fmla="*/ 128765 h 257531"/>
                    <a:gd name="connsiteX1" fmla="*/ 128766 w 257531"/>
                    <a:gd name="connsiteY1" fmla="*/ 257531 h 257531"/>
                    <a:gd name="connsiteX2" fmla="*/ 0 w 257531"/>
                    <a:gd name="connsiteY2" fmla="*/ 128765 h 257531"/>
                    <a:gd name="connsiteX3" fmla="*/ 128766 w 257531"/>
                    <a:gd name="connsiteY3" fmla="*/ 0 h 257531"/>
                    <a:gd name="connsiteX4" fmla="*/ 257531 w 257531"/>
                    <a:gd name="connsiteY4" fmla="*/ 128765 h 257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7531" h="257531">
                      <a:moveTo>
                        <a:pt x="257531" y="128765"/>
                      </a:moveTo>
                      <a:cubicBezTo>
                        <a:pt x="257531" y="199881"/>
                        <a:pt x="199881" y="257531"/>
                        <a:pt x="128766" y="257531"/>
                      </a:cubicBezTo>
                      <a:cubicBezTo>
                        <a:pt x="57650" y="257531"/>
                        <a:pt x="0" y="199881"/>
                        <a:pt x="0" y="128765"/>
                      </a:cubicBezTo>
                      <a:cubicBezTo>
                        <a:pt x="0" y="57650"/>
                        <a:pt x="57651" y="0"/>
                        <a:pt x="128766" y="0"/>
                      </a:cubicBezTo>
                      <a:cubicBezTo>
                        <a:pt x="199881" y="0"/>
                        <a:pt x="257531" y="57650"/>
                        <a:pt x="257531" y="128765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5285A503-D536-18C5-D32F-EBF5BA670B0D}"/>
                    </a:ext>
                  </a:extLst>
                </p:cNvPr>
                <p:cNvSpPr/>
                <p:nvPr/>
              </p:nvSpPr>
              <p:spPr>
                <a:xfrm>
                  <a:off x="8571382" y="1194115"/>
                  <a:ext cx="38089" cy="129340"/>
                </a:xfrm>
                <a:custGeom>
                  <a:avLst/>
                  <a:gdLst>
                    <a:gd name="connsiteX0" fmla="*/ 21 w 38089"/>
                    <a:gd name="connsiteY0" fmla="*/ 19764 h 129340"/>
                    <a:gd name="connsiteX1" fmla="*/ 21 w 38089"/>
                    <a:gd name="connsiteY1" fmla="*/ 109576 h 129340"/>
                    <a:gd name="connsiteX2" fmla="*/ 18318 w 38089"/>
                    <a:gd name="connsiteY2" fmla="*/ 129327 h 129340"/>
                    <a:gd name="connsiteX3" fmla="*/ 38068 w 38089"/>
                    <a:gd name="connsiteY3" fmla="*/ 111030 h 129340"/>
                    <a:gd name="connsiteX4" fmla="*/ 38068 w 38089"/>
                    <a:gd name="connsiteY4" fmla="*/ 109576 h 129340"/>
                    <a:gd name="connsiteX5" fmla="*/ 38068 w 38089"/>
                    <a:gd name="connsiteY5" fmla="*/ 19764 h 129340"/>
                    <a:gd name="connsiteX6" fmla="*/ 19772 w 38089"/>
                    <a:gd name="connsiteY6" fmla="*/ 13 h 129340"/>
                    <a:gd name="connsiteX7" fmla="*/ 21 w 38089"/>
                    <a:gd name="connsiteY7" fmla="*/ 18310 h 129340"/>
                    <a:gd name="connsiteX8" fmla="*/ 21 w 38089"/>
                    <a:gd name="connsiteY8" fmla="*/ 19764 h 1293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089" h="129340">
                      <a:moveTo>
                        <a:pt x="21" y="19764"/>
                      </a:moveTo>
                      <a:lnTo>
                        <a:pt x="21" y="109576"/>
                      </a:lnTo>
                      <a:cubicBezTo>
                        <a:pt x="-391" y="120083"/>
                        <a:pt x="7811" y="128916"/>
                        <a:pt x="18318" y="129327"/>
                      </a:cubicBezTo>
                      <a:cubicBezTo>
                        <a:pt x="28824" y="129712"/>
                        <a:pt x="37657" y="121537"/>
                        <a:pt x="38068" y="111030"/>
                      </a:cubicBezTo>
                      <a:cubicBezTo>
                        <a:pt x="38096" y="110536"/>
                        <a:pt x="38096" y="110070"/>
                        <a:pt x="38068" y="109576"/>
                      </a:cubicBezTo>
                      <a:lnTo>
                        <a:pt x="38068" y="19764"/>
                      </a:lnTo>
                      <a:cubicBezTo>
                        <a:pt x="38480" y="9258"/>
                        <a:pt x="30278" y="425"/>
                        <a:pt x="19772" y="13"/>
                      </a:cubicBezTo>
                      <a:cubicBezTo>
                        <a:pt x="9265" y="-371"/>
                        <a:pt x="432" y="7804"/>
                        <a:pt x="21" y="18310"/>
                      </a:cubicBezTo>
                      <a:cubicBezTo>
                        <a:pt x="-7" y="18804"/>
                        <a:pt x="-7" y="19270"/>
                        <a:pt x="21" y="19764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5CBBECFB-269F-5351-93B2-0B5D9ADEA839}"/>
                    </a:ext>
                  </a:extLst>
                </p:cNvPr>
                <p:cNvSpPr/>
                <p:nvPr/>
              </p:nvSpPr>
              <p:spPr>
                <a:xfrm>
                  <a:off x="8377174" y="1275289"/>
                  <a:ext cx="101186" cy="101168"/>
                </a:xfrm>
                <a:custGeom>
                  <a:avLst/>
                  <a:gdLst>
                    <a:gd name="connsiteX0" fmla="*/ 5579 w 101186"/>
                    <a:gd name="connsiteY0" fmla="*/ 5579 h 101168"/>
                    <a:gd name="connsiteX1" fmla="*/ 5552 w 101186"/>
                    <a:gd name="connsiteY1" fmla="*/ 32462 h 101168"/>
                    <a:gd name="connsiteX2" fmla="*/ 5579 w 101186"/>
                    <a:gd name="connsiteY2" fmla="*/ 32490 h 101168"/>
                    <a:gd name="connsiteX3" fmla="*/ 69112 w 101186"/>
                    <a:gd name="connsiteY3" fmla="*/ 95995 h 101168"/>
                    <a:gd name="connsiteX4" fmla="*/ 96023 w 101186"/>
                    <a:gd name="connsiteY4" fmla="*/ 95172 h 101168"/>
                    <a:gd name="connsiteX5" fmla="*/ 96023 w 101186"/>
                    <a:gd name="connsiteY5" fmla="*/ 69084 h 101168"/>
                    <a:gd name="connsiteX6" fmla="*/ 32490 w 101186"/>
                    <a:gd name="connsiteY6" fmla="*/ 5579 h 101168"/>
                    <a:gd name="connsiteX7" fmla="*/ 5607 w 101186"/>
                    <a:gd name="connsiteY7" fmla="*/ 5552 h 101168"/>
                    <a:gd name="connsiteX8" fmla="*/ 5579 w 101186"/>
                    <a:gd name="connsiteY8" fmla="*/ 5579 h 101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1186" h="101168">
                      <a:moveTo>
                        <a:pt x="5579" y="5579"/>
                      </a:moveTo>
                      <a:cubicBezTo>
                        <a:pt x="-1855" y="12986"/>
                        <a:pt x="-1855" y="25028"/>
                        <a:pt x="5552" y="32462"/>
                      </a:cubicBezTo>
                      <a:cubicBezTo>
                        <a:pt x="5552" y="32462"/>
                        <a:pt x="5579" y="32490"/>
                        <a:pt x="5579" y="32490"/>
                      </a:cubicBezTo>
                      <a:lnTo>
                        <a:pt x="69112" y="95995"/>
                      </a:lnTo>
                      <a:cubicBezTo>
                        <a:pt x="76765" y="103210"/>
                        <a:pt x="88808" y="102825"/>
                        <a:pt x="96023" y="95172"/>
                      </a:cubicBezTo>
                      <a:cubicBezTo>
                        <a:pt x="102908" y="87848"/>
                        <a:pt x="102908" y="76408"/>
                        <a:pt x="96023" y="69084"/>
                      </a:cubicBezTo>
                      <a:lnTo>
                        <a:pt x="32490" y="5579"/>
                      </a:lnTo>
                      <a:cubicBezTo>
                        <a:pt x="25083" y="-1855"/>
                        <a:pt x="13041" y="-1855"/>
                        <a:pt x="5607" y="5552"/>
                      </a:cubicBezTo>
                      <a:cubicBezTo>
                        <a:pt x="5607" y="5552"/>
                        <a:pt x="5579" y="5579"/>
                        <a:pt x="5579" y="5579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F3856B1F-823F-BD70-8822-A46C9096829C}"/>
                    </a:ext>
                  </a:extLst>
                </p:cNvPr>
                <p:cNvSpPr/>
                <p:nvPr/>
              </p:nvSpPr>
              <p:spPr>
                <a:xfrm>
                  <a:off x="8297452" y="1469491"/>
                  <a:ext cx="127162" cy="38048"/>
                </a:xfrm>
                <a:custGeom>
                  <a:avLst/>
                  <a:gdLst>
                    <a:gd name="connsiteX0" fmla="*/ 127162 w 127162"/>
                    <a:gd name="connsiteY0" fmla="*/ 19038 h 38048"/>
                    <a:gd name="connsiteX1" fmla="*/ 108152 w 127162"/>
                    <a:gd name="connsiteY1" fmla="*/ 0 h 38048"/>
                    <a:gd name="connsiteX2" fmla="*/ 18312 w 127162"/>
                    <a:gd name="connsiteY2" fmla="*/ 0 h 38048"/>
                    <a:gd name="connsiteX3" fmla="*/ 15 w 127162"/>
                    <a:gd name="connsiteY3" fmla="*/ 19751 h 38048"/>
                    <a:gd name="connsiteX4" fmla="*/ 18312 w 127162"/>
                    <a:gd name="connsiteY4" fmla="*/ 38048 h 38048"/>
                    <a:gd name="connsiteX5" fmla="*/ 108152 w 127162"/>
                    <a:gd name="connsiteY5" fmla="*/ 38048 h 38048"/>
                    <a:gd name="connsiteX6" fmla="*/ 127162 w 127162"/>
                    <a:gd name="connsiteY6" fmla="*/ 19038 h 38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7162" h="38048">
                      <a:moveTo>
                        <a:pt x="127162" y="19038"/>
                      </a:moveTo>
                      <a:cubicBezTo>
                        <a:pt x="127162" y="8531"/>
                        <a:pt x="118658" y="27"/>
                        <a:pt x="108152" y="0"/>
                      </a:cubicBezTo>
                      <a:lnTo>
                        <a:pt x="18312" y="0"/>
                      </a:lnTo>
                      <a:cubicBezTo>
                        <a:pt x="7806" y="412"/>
                        <a:pt x="-396" y="9245"/>
                        <a:pt x="15" y="19751"/>
                      </a:cubicBezTo>
                      <a:cubicBezTo>
                        <a:pt x="399" y="29681"/>
                        <a:pt x="8354" y="37664"/>
                        <a:pt x="18312" y="38048"/>
                      </a:cubicBezTo>
                      <a:lnTo>
                        <a:pt x="108152" y="38048"/>
                      </a:lnTo>
                      <a:cubicBezTo>
                        <a:pt x="118658" y="38048"/>
                        <a:pt x="127162" y="29544"/>
                        <a:pt x="127162" y="19038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D8C16A84-8D75-48B0-4FD8-6F9DEF001172}"/>
                    </a:ext>
                  </a:extLst>
                </p:cNvPr>
                <p:cNvSpPr/>
                <p:nvPr/>
              </p:nvSpPr>
              <p:spPr>
                <a:xfrm>
                  <a:off x="8377580" y="1600194"/>
                  <a:ext cx="101181" cy="101159"/>
                </a:xfrm>
                <a:custGeom>
                  <a:avLst/>
                  <a:gdLst>
                    <a:gd name="connsiteX0" fmla="*/ 68706 w 101181"/>
                    <a:gd name="connsiteY0" fmla="*/ 5579 h 101159"/>
                    <a:gd name="connsiteX1" fmla="*/ 5173 w 101181"/>
                    <a:gd name="connsiteY1" fmla="*/ 69084 h 101159"/>
                    <a:gd name="connsiteX2" fmla="*/ 5996 w 101181"/>
                    <a:gd name="connsiteY2" fmla="*/ 95995 h 101159"/>
                    <a:gd name="connsiteX3" fmla="*/ 32084 w 101181"/>
                    <a:gd name="connsiteY3" fmla="*/ 95995 h 101159"/>
                    <a:gd name="connsiteX4" fmla="*/ 95617 w 101181"/>
                    <a:gd name="connsiteY4" fmla="*/ 32462 h 101159"/>
                    <a:gd name="connsiteX5" fmla="*/ 95617 w 101181"/>
                    <a:gd name="connsiteY5" fmla="*/ 5551 h 101159"/>
                    <a:gd name="connsiteX6" fmla="*/ 68706 w 101181"/>
                    <a:gd name="connsiteY6" fmla="*/ 5579 h 101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1181" h="101159">
                      <a:moveTo>
                        <a:pt x="68706" y="5579"/>
                      </a:moveTo>
                      <a:lnTo>
                        <a:pt x="5173" y="69084"/>
                      </a:lnTo>
                      <a:cubicBezTo>
                        <a:pt x="-2042" y="76738"/>
                        <a:pt x="-1657" y="88780"/>
                        <a:pt x="5996" y="95995"/>
                      </a:cubicBezTo>
                      <a:cubicBezTo>
                        <a:pt x="13321" y="102880"/>
                        <a:pt x="24760" y="102880"/>
                        <a:pt x="32084" y="95995"/>
                      </a:cubicBezTo>
                      <a:lnTo>
                        <a:pt x="95617" y="32462"/>
                      </a:lnTo>
                      <a:cubicBezTo>
                        <a:pt x="103051" y="25028"/>
                        <a:pt x="103023" y="12986"/>
                        <a:pt x="95617" y="5551"/>
                      </a:cubicBezTo>
                      <a:cubicBezTo>
                        <a:pt x="88183" y="-1855"/>
                        <a:pt x="76140" y="-1855"/>
                        <a:pt x="68706" y="5579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2C206501-A25C-3D03-1FDC-9FD1A1B1D375}"/>
                    </a:ext>
                  </a:extLst>
                </p:cNvPr>
                <p:cNvSpPr/>
                <p:nvPr/>
              </p:nvSpPr>
              <p:spPr>
                <a:xfrm>
                  <a:off x="8571388" y="1654218"/>
                  <a:ext cx="38083" cy="128614"/>
                </a:xfrm>
                <a:custGeom>
                  <a:avLst/>
                  <a:gdLst>
                    <a:gd name="connsiteX0" fmla="*/ 19025 w 38083"/>
                    <a:gd name="connsiteY0" fmla="*/ 0 h 128614"/>
                    <a:gd name="connsiteX1" fmla="*/ 15 w 38083"/>
                    <a:gd name="connsiteY1" fmla="*/ 19011 h 128614"/>
                    <a:gd name="connsiteX2" fmla="*/ 15 w 38083"/>
                    <a:gd name="connsiteY2" fmla="*/ 108850 h 128614"/>
                    <a:gd name="connsiteX3" fmla="*/ 18312 w 38083"/>
                    <a:gd name="connsiteY3" fmla="*/ 128601 h 128614"/>
                    <a:gd name="connsiteX4" fmla="*/ 38063 w 38083"/>
                    <a:gd name="connsiteY4" fmla="*/ 110304 h 128614"/>
                    <a:gd name="connsiteX5" fmla="*/ 38063 w 38083"/>
                    <a:gd name="connsiteY5" fmla="*/ 108850 h 128614"/>
                    <a:gd name="connsiteX6" fmla="*/ 38063 w 38083"/>
                    <a:gd name="connsiteY6" fmla="*/ 19202 h 128614"/>
                    <a:gd name="connsiteX7" fmla="*/ 19190 w 38083"/>
                    <a:gd name="connsiteY7" fmla="*/ 0 h 128614"/>
                    <a:gd name="connsiteX8" fmla="*/ 19025 w 38083"/>
                    <a:gd name="connsiteY8" fmla="*/ 0 h 128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083" h="128614">
                      <a:moveTo>
                        <a:pt x="19025" y="0"/>
                      </a:moveTo>
                      <a:cubicBezTo>
                        <a:pt x="8518" y="0"/>
                        <a:pt x="15" y="8504"/>
                        <a:pt x="15" y="19011"/>
                      </a:cubicBezTo>
                      <a:lnTo>
                        <a:pt x="15" y="108850"/>
                      </a:lnTo>
                      <a:cubicBezTo>
                        <a:pt x="-397" y="119357"/>
                        <a:pt x="7805" y="128190"/>
                        <a:pt x="18312" y="128601"/>
                      </a:cubicBezTo>
                      <a:cubicBezTo>
                        <a:pt x="28818" y="128985"/>
                        <a:pt x="37651" y="120811"/>
                        <a:pt x="38063" y="110304"/>
                      </a:cubicBezTo>
                      <a:cubicBezTo>
                        <a:pt x="38090" y="109810"/>
                        <a:pt x="38090" y="109344"/>
                        <a:pt x="38063" y="108850"/>
                      </a:cubicBezTo>
                      <a:lnTo>
                        <a:pt x="38063" y="19202"/>
                      </a:lnTo>
                      <a:cubicBezTo>
                        <a:pt x="38145" y="8696"/>
                        <a:pt x="29696" y="82"/>
                        <a:pt x="19190" y="0"/>
                      </a:cubicBezTo>
                      <a:cubicBezTo>
                        <a:pt x="19135" y="0"/>
                        <a:pt x="19080" y="0"/>
                        <a:pt x="19025" y="0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B5B144DF-07F4-010A-B443-7DEDF7D8109F}"/>
                    </a:ext>
                  </a:extLst>
                </p:cNvPr>
                <p:cNvSpPr/>
                <p:nvPr/>
              </p:nvSpPr>
              <p:spPr>
                <a:xfrm>
                  <a:off x="8702096" y="1600194"/>
                  <a:ext cx="102001" cy="101991"/>
                </a:xfrm>
                <a:custGeom>
                  <a:avLst/>
                  <a:gdLst>
                    <a:gd name="connsiteX0" fmla="*/ 32473 w 102001"/>
                    <a:gd name="connsiteY0" fmla="*/ 5579 h 101991"/>
                    <a:gd name="connsiteX1" fmla="*/ 5589 w 102001"/>
                    <a:gd name="connsiteY1" fmla="*/ 5551 h 101991"/>
                    <a:gd name="connsiteX2" fmla="*/ 5562 w 102001"/>
                    <a:gd name="connsiteY2" fmla="*/ 32462 h 101991"/>
                    <a:gd name="connsiteX3" fmla="*/ 69094 w 102001"/>
                    <a:gd name="connsiteY3" fmla="*/ 95995 h 101991"/>
                    <a:gd name="connsiteX4" fmla="*/ 96005 w 102001"/>
                    <a:gd name="connsiteY4" fmla="*/ 96818 h 101991"/>
                    <a:gd name="connsiteX5" fmla="*/ 96828 w 102001"/>
                    <a:gd name="connsiteY5" fmla="*/ 69907 h 101991"/>
                    <a:gd name="connsiteX6" fmla="*/ 96005 w 102001"/>
                    <a:gd name="connsiteY6" fmla="*/ 69084 h 101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001" h="101991">
                      <a:moveTo>
                        <a:pt x="32473" y="5579"/>
                      </a:moveTo>
                      <a:cubicBezTo>
                        <a:pt x="25038" y="-1855"/>
                        <a:pt x="12996" y="-1855"/>
                        <a:pt x="5589" y="5551"/>
                      </a:cubicBezTo>
                      <a:cubicBezTo>
                        <a:pt x="-1845" y="12986"/>
                        <a:pt x="-1872" y="25028"/>
                        <a:pt x="5562" y="32462"/>
                      </a:cubicBezTo>
                      <a:lnTo>
                        <a:pt x="69094" y="95995"/>
                      </a:lnTo>
                      <a:cubicBezTo>
                        <a:pt x="76309" y="103648"/>
                        <a:pt x="88351" y="104032"/>
                        <a:pt x="96005" y="96818"/>
                      </a:cubicBezTo>
                      <a:cubicBezTo>
                        <a:pt x="103659" y="89631"/>
                        <a:pt x="104042" y="77560"/>
                        <a:pt x="96828" y="69907"/>
                      </a:cubicBezTo>
                      <a:cubicBezTo>
                        <a:pt x="96554" y="69633"/>
                        <a:pt x="96280" y="69358"/>
                        <a:pt x="96005" y="69084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7B07C0C6-5092-E8B8-7203-3E9D68343478}"/>
                    </a:ext>
                  </a:extLst>
                </p:cNvPr>
                <p:cNvSpPr/>
                <p:nvPr/>
              </p:nvSpPr>
              <p:spPr>
                <a:xfrm>
                  <a:off x="8755486" y="1469476"/>
                  <a:ext cx="127916" cy="38083"/>
                </a:xfrm>
                <a:custGeom>
                  <a:avLst/>
                  <a:gdLst>
                    <a:gd name="connsiteX0" fmla="*/ 109604 w 127916"/>
                    <a:gd name="connsiteY0" fmla="*/ 15 h 38083"/>
                    <a:gd name="connsiteX1" fmla="*/ 19764 w 127916"/>
                    <a:gd name="connsiteY1" fmla="*/ 15 h 38083"/>
                    <a:gd name="connsiteX2" fmla="*/ 13 w 127916"/>
                    <a:gd name="connsiteY2" fmla="*/ 18312 h 38083"/>
                    <a:gd name="connsiteX3" fmla="*/ 18310 w 127916"/>
                    <a:gd name="connsiteY3" fmla="*/ 38063 h 38083"/>
                    <a:gd name="connsiteX4" fmla="*/ 19764 w 127916"/>
                    <a:gd name="connsiteY4" fmla="*/ 38063 h 38083"/>
                    <a:gd name="connsiteX5" fmla="*/ 109604 w 127916"/>
                    <a:gd name="connsiteY5" fmla="*/ 38063 h 38083"/>
                    <a:gd name="connsiteX6" fmla="*/ 127901 w 127916"/>
                    <a:gd name="connsiteY6" fmla="*/ 18312 h 38083"/>
                    <a:gd name="connsiteX7" fmla="*/ 109604 w 127916"/>
                    <a:gd name="connsiteY7" fmla="*/ 15 h 38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7916" h="38083">
                      <a:moveTo>
                        <a:pt x="109604" y="15"/>
                      </a:moveTo>
                      <a:lnTo>
                        <a:pt x="19764" y="15"/>
                      </a:lnTo>
                      <a:cubicBezTo>
                        <a:pt x="9258" y="-397"/>
                        <a:pt x="425" y="7805"/>
                        <a:pt x="13" y="18312"/>
                      </a:cubicBezTo>
                      <a:cubicBezTo>
                        <a:pt x="-371" y="28818"/>
                        <a:pt x="7804" y="37651"/>
                        <a:pt x="18310" y="38063"/>
                      </a:cubicBezTo>
                      <a:cubicBezTo>
                        <a:pt x="18804" y="38090"/>
                        <a:pt x="19270" y="38090"/>
                        <a:pt x="19764" y="38063"/>
                      </a:cubicBezTo>
                      <a:lnTo>
                        <a:pt x="109604" y="38063"/>
                      </a:lnTo>
                      <a:cubicBezTo>
                        <a:pt x="120110" y="37651"/>
                        <a:pt x="128313" y="28818"/>
                        <a:pt x="127901" y="18312"/>
                      </a:cubicBezTo>
                      <a:cubicBezTo>
                        <a:pt x="127517" y="8381"/>
                        <a:pt x="119562" y="399"/>
                        <a:pt x="109604" y="15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DE66CD21-469D-FE0C-591A-1C7B54D9B345}"/>
                    </a:ext>
                  </a:extLst>
                </p:cNvPr>
                <p:cNvSpPr/>
                <p:nvPr/>
              </p:nvSpPr>
              <p:spPr>
                <a:xfrm>
                  <a:off x="8702484" y="1274872"/>
                  <a:ext cx="101612" cy="101576"/>
                </a:xfrm>
                <a:custGeom>
                  <a:avLst/>
                  <a:gdLst>
                    <a:gd name="connsiteX0" fmla="*/ 68706 w 101612"/>
                    <a:gd name="connsiteY0" fmla="*/ 5996 h 101576"/>
                    <a:gd name="connsiteX1" fmla="*/ 5173 w 101612"/>
                    <a:gd name="connsiteY1" fmla="*/ 69501 h 101576"/>
                    <a:gd name="connsiteX2" fmla="*/ 5996 w 101612"/>
                    <a:gd name="connsiteY2" fmla="*/ 96412 h 101576"/>
                    <a:gd name="connsiteX3" fmla="*/ 32084 w 101612"/>
                    <a:gd name="connsiteY3" fmla="*/ 96412 h 101576"/>
                    <a:gd name="connsiteX4" fmla="*/ 95617 w 101612"/>
                    <a:gd name="connsiteY4" fmla="*/ 32907 h 101576"/>
                    <a:gd name="connsiteX5" fmla="*/ 96440 w 101612"/>
                    <a:gd name="connsiteY5" fmla="*/ 5996 h 101576"/>
                    <a:gd name="connsiteX6" fmla="*/ 69529 w 101612"/>
                    <a:gd name="connsiteY6" fmla="*/ 5173 h 101576"/>
                    <a:gd name="connsiteX7" fmla="*/ 68706 w 101612"/>
                    <a:gd name="connsiteY7" fmla="*/ 5996 h 101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612" h="101576">
                      <a:moveTo>
                        <a:pt x="68706" y="5996"/>
                      </a:moveTo>
                      <a:lnTo>
                        <a:pt x="5173" y="69501"/>
                      </a:lnTo>
                      <a:cubicBezTo>
                        <a:pt x="-2042" y="77155"/>
                        <a:pt x="-1657" y="89197"/>
                        <a:pt x="5996" y="96412"/>
                      </a:cubicBezTo>
                      <a:cubicBezTo>
                        <a:pt x="13321" y="103298"/>
                        <a:pt x="24760" y="103298"/>
                        <a:pt x="32084" y="96412"/>
                      </a:cubicBezTo>
                      <a:lnTo>
                        <a:pt x="95617" y="32907"/>
                      </a:lnTo>
                      <a:cubicBezTo>
                        <a:pt x="103270" y="25692"/>
                        <a:pt x="103654" y="13650"/>
                        <a:pt x="96440" y="5996"/>
                      </a:cubicBezTo>
                      <a:cubicBezTo>
                        <a:pt x="89252" y="-1657"/>
                        <a:pt x="77182" y="-2041"/>
                        <a:pt x="69529" y="5173"/>
                      </a:cubicBezTo>
                      <a:cubicBezTo>
                        <a:pt x="69254" y="5447"/>
                        <a:pt x="68980" y="5722"/>
                        <a:pt x="68706" y="5996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41E8C041-2D1C-BDF7-373C-98ADA3C0FCA6}"/>
                  </a:ext>
                </a:extLst>
              </p:cNvPr>
              <p:cNvGrpSpPr/>
              <p:nvPr/>
            </p:nvGrpSpPr>
            <p:grpSpPr>
              <a:xfrm>
                <a:off x="9618657" y="2304895"/>
                <a:ext cx="335174" cy="631256"/>
                <a:chOff x="9314620" y="4194479"/>
                <a:chExt cx="335174" cy="631256"/>
              </a:xfrm>
            </p:grpSpPr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B60E77B5-C42F-D146-4C03-C6E9051C050B}"/>
                    </a:ext>
                  </a:extLst>
                </p:cNvPr>
                <p:cNvSpPr/>
                <p:nvPr/>
              </p:nvSpPr>
              <p:spPr>
                <a:xfrm rot="19505400">
                  <a:off x="9393679" y="4194479"/>
                  <a:ext cx="120810" cy="120810"/>
                </a:xfrm>
                <a:custGeom>
                  <a:avLst/>
                  <a:gdLst>
                    <a:gd name="connsiteX0" fmla="*/ 120810 w 120810"/>
                    <a:gd name="connsiteY0" fmla="*/ 60405 h 120810"/>
                    <a:gd name="connsiteX1" fmla="*/ 60405 w 120810"/>
                    <a:gd name="connsiteY1" fmla="*/ 120810 h 120810"/>
                    <a:gd name="connsiteX2" fmla="*/ 0 w 120810"/>
                    <a:gd name="connsiteY2" fmla="*/ 60405 h 120810"/>
                    <a:gd name="connsiteX3" fmla="*/ 60405 w 120810"/>
                    <a:gd name="connsiteY3" fmla="*/ 0 h 120810"/>
                    <a:gd name="connsiteX4" fmla="*/ 120810 w 120810"/>
                    <a:gd name="connsiteY4" fmla="*/ 60405 h 120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10" h="120810">
                      <a:moveTo>
                        <a:pt x="120810" y="60405"/>
                      </a:moveTo>
                      <a:cubicBezTo>
                        <a:pt x="120810" y="93766"/>
                        <a:pt x="93766" y="120810"/>
                        <a:pt x="60405" y="120810"/>
                      </a:cubicBezTo>
                      <a:cubicBezTo>
                        <a:pt x="27044" y="120810"/>
                        <a:pt x="0" y="93766"/>
                        <a:pt x="0" y="60405"/>
                      </a:cubicBezTo>
                      <a:cubicBezTo>
                        <a:pt x="0" y="27044"/>
                        <a:pt x="27044" y="0"/>
                        <a:pt x="60405" y="0"/>
                      </a:cubicBezTo>
                      <a:cubicBezTo>
                        <a:pt x="93766" y="0"/>
                        <a:pt x="120810" y="27044"/>
                        <a:pt x="120810" y="60405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AB40D2F6-07F4-1327-EC1F-72099E568D2C}"/>
                    </a:ext>
                  </a:extLst>
                </p:cNvPr>
                <p:cNvSpPr/>
                <p:nvPr/>
              </p:nvSpPr>
              <p:spPr>
                <a:xfrm>
                  <a:off x="9314620" y="4326144"/>
                  <a:ext cx="335174" cy="499591"/>
                </a:xfrm>
                <a:custGeom>
                  <a:avLst/>
                  <a:gdLst>
                    <a:gd name="connsiteX0" fmla="*/ 317919 w 335174"/>
                    <a:gd name="connsiteY0" fmla="*/ 118095 h 499591"/>
                    <a:gd name="connsiteX1" fmla="*/ 204159 w 335174"/>
                    <a:gd name="connsiteY1" fmla="*/ 81363 h 499591"/>
                    <a:gd name="connsiteX2" fmla="*/ 200017 w 335174"/>
                    <a:gd name="connsiteY2" fmla="*/ 75109 h 499591"/>
                    <a:gd name="connsiteX3" fmla="*/ 200017 w 335174"/>
                    <a:gd name="connsiteY3" fmla="*/ 54206 h 499591"/>
                    <a:gd name="connsiteX4" fmla="*/ 145784 w 335174"/>
                    <a:gd name="connsiteY4" fmla="*/ 0 h 499591"/>
                    <a:gd name="connsiteX5" fmla="*/ 133412 w 335174"/>
                    <a:gd name="connsiteY5" fmla="*/ 0 h 499591"/>
                    <a:gd name="connsiteX6" fmla="*/ 111466 w 335174"/>
                    <a:gd name="connsiteY6" fmla="*/ 4663 h 499591"/>
                    <a:gd name="connsiteX7" fmla="*/ 103017 w 335174"/>
                    <a:gd name="connsiteY7" fmla="*/ 8230 h 499591"/>
                    <a:gd name="connsiteX8" fmla="*/ 24260 w 335174"/>
                    <a:gd name="connsiteY8" fmla="*/ 60707 h 499591"/>
                    <a:gd name="connsiteX9" fmla="*/ 13287 w 335174"/>
                    <a:gd name="connsiteY9" fmla="*/ 78812 h 499591"/>
                    <a:gd name="connsiteX10" fmla="*/ 147 w 335174"/>
                    <a:gd name="connsiteY10" fmla="*/ 204807 h 499591"/>
                    <a:gd name="connsiteX11" fmla="*/ 22203 w 335174"/>
                    <a:gd name="connsiteY11" fmla="*/ 232239 h 499591"/>
                    <a:gd name="connsiteX12" fmla="*/ 22285 w 335174"/>
                    <a:gd name="connsiteY12" fmla="*/ 232239 h 499591"/>
                    <a:gd name="connsiteX13" fmla="*/ 25028 w 335174"/>
                    <a:gd name="connsiteY13" fmla="*/ 232239 h 499591"/>
                    <a:gd name="connsiteX14" fmla="*/ 49717 w 335174"/>
                    <a:gd name="connsiteY14" fmla="*/ 209965 h 499591"/>
                    <a:gd name="connsiteX15" fmla="*/ 61622 w 335174"/>
                    <a:gd name="connsiteY15" fmla="*/ 95573 h 499591"/>
                    <a:gd name="connsiteX16" fmla="*/ 79261 w 335174"/>
                    <a:gd name="connsiteY16" fmla="*/ 83832 h 499591"/>
                    <a:gd name="connsiteX17" fmla="*/ 79261 w 335174"/>
                    <a:gd name="connsiteY17" fmla="*/ 193972 h 499591"/>
                    <a:gd name="connsiteX18" fmla="*/ 80166 w 335174"/>
                    <a:gd name="connsiteY18" fmla="*/ 202860 h 499591"/>
                    <a:gd name="connsiteX19" fmla="*/ 80166 w 335174"/>
                    <a:gd name="connsiteY19" fmla="*/ 205795 h 499591"/>
                    <a:gd name="connsiteX20" fmla="*/ 84967 w 335174"/>
                    <a:gd name="connsiteY20" fmla="*/ 308528 h 499591"/>
                    <a:gd name="connsiteX21" fmla="*/ 24617 w 335174"/>
                    <a:gd name="connsiteY21" fmla="*/ 394801 h 499591"/>
                    <a:gd name="connsiteX22" fmla="*/ 31996 w 335174"/>
                    <a:gd name="connsiteY22" fmla="*/ 436306 h 499591"/>
                    <a:gd name="connsiteX23" fmla="*/ 73528 w 335174"/>
                    <a:gd name="connsiteY23" fmla="*/ 428927 h 499591"/>
                    <a:gd name="connsiteX24" fmla="*/ 139529 w 335174"/>
                    <a:gd name="connsiteY24" fmla="*/ 334342 h 499591"/>
                    <a:gd name="connsiteX25" fmla="*/ 144851 w 335174"/>
                    <a:gd name="connsiteY25" fmla="*/ 315907 h 499591"/>
                    <a:gd name="connsiteX26" fmla="*/ 141257 w 335174"/>
                    <a:gd name="connsiteY26" fmla="*/ 238878 h 499591"/>
                    <a:gd name="connsiteX27" fmla="*/ 151490 w 335174"/>
                    <a:gd name="connsiteY27" fmla="*/ 238878 h 499591"/>
                    <a:gd name="connsiteX28" fmla="*/ 190278 w 335174"/>
                    <a:gd name="connsiteY28" fmla="*/ 327484 h 499591"/>
                    <a:gd name="connsiteX29" fmla="*/ 196067 w 335174"/>
                    <a:gd name="connsiteY29" fmla="*/ 470980 h 499591"/>
                    <a:gd name="connsiteX30" fmla="*/ 225830 w 335174"/>
                    <a:gd name="connsiteY30" fmla="*/ 499592 h 499591"/>
                    <a:gd name="connsiteX31" fmla="*/ 227065 w 335174"/>
                    <a:gd name="connsiteY31" fmla="*/ 499592 h 499591"/>
                    <a:gd name="connsiteX32" fmla="*/ 255649 w 335174"/>
                    <a:gd name="connsiteY32" fmla="*/ 468594 h 499591"/>
                    <a:gd name="connsiteX33" fmla="*/ 249641 w 335174"/>
                    <a:gd name="connsiteY33" fmla="*/ 319500 h 499591"/>
                    <a:gd name="connsiteX34" fmla="*/ 247172 w 335174"/>
                    <a:gd name="connsiteY34" fmla="*/ 308747 h 499591"/>
                    <a:gd name="connsiteX35" fmla="*/ 199523 w 335174"/>
                    <a:gd name="connsiteY35" fmla="*/ 199952 h 499591"/>
                    <a:gd name="connsiteX36" fmla="*/ 199989 w 335174"/>
                    <a:gd name="connsiteY36" fmla="*/ 193999 h 499591"/>
                    <a:gd name="connsiteX37" fmla="*/ 199989 w 335174"/>
                    <a:gd name="connsiteY37" fmla="*/ 132304 h 499591"/>
                    <a:gd name="connsiteX38" fmla="*/ 302667 w 335174"/>
                    <a:gd name="connsiteY38" fmla="*/ 165415 h 499591"/>
                    <a:gd name="connsiteX39" fmla="*/ 310293 w 335174"/>
                    <a:gd name="connsiteY39" fmla="*/ 166622 h 499591"/>
                    <a:gd name="connsiteX40" fmla="*/ 335174 w 335174"/>
                    <a:gd name="connsiteY40" fmla="*/ 141851 h 499591"/>
                    <a:gd name="connsiteX41" fmla="*/ 317919 w 335174"/>
                    <a:gd name="connsiteY41" fmla="*/ 118150 h 4995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335174" h="499591">
                      <a:moveTo>
                        <a:pt x="317919" y="118095"/>
                      </a:moveTo>
                      <a:lnTo>
                        <a:pt x="204159" y="81363"/>
                      </a:lnTo>
                      <a:lnTo>
                        <a:pt x="200017" y="75109"/>
                      </a:lnTo>
                      <a:lnTo>
                        <a:pt x="200017" y="54206"/>
                      </a:lnTo>
                      <a:cubicBezTo>
                        <a:pt x="199934" y="24305"/>
                        <a:pt x="175684" y="82"/>
                        <a:pt x="145784" y="0"/>
                      </a:cubicBezTo>
                      <a:lnTo>
                        <a:pt x="133412" y="0"/>
                      </a:lnTo>
                      <a:cubicBezTo>
                        <a:pt x="125840" y="0"/>
                        <a:pt x="118379" y="1591"/>
                        <a:pt x="111466" y="4663"/>
                      </a:cubicBezTo>
                      <a:cubicBezTo>
                        <a:pt x="108449" y="5322"/>
                        <a:pt x="105596" y="6529"/>
                        <a:pt x="103017" y="8230"/>
                      </a:cubicBezTo>
                      <a:lnTo>
                        <a:pt x="24260" y="60707"/>
                      </a:lnTo>
                      <a:cubicBezTo>
                        <a:pt x="18060" y="64795"/>
                        <a:pt x="14028" y="71433"/>
                        <a:pt x="13287" y="78812"/>
                      </a:cubicBezTo>
                      <a:lnTo>
                        <a:pt x="147" y="204807"/>
                      </a:lnTo>
                      <a:cubicBezTo>
                        <a:pt x="-1334" y="218468"/>
                        <a:pt x="8541" y="230758"/>
                        <a:pt x="22203" y="232239"/>
                      </a:cubicBezTo>
                      <a:cubicBezTo>
                        <a:pt x="22230" y="232239"/>
                        <a:pt x="22257" y="232239"/>
                        <a:pt x="22285" y="232239"/>
                      </a:cubicBezTo>
                      <a:cubicBezTo>
                        <a:pt x="23163" y="232239"/>
                        <a:pt x="24040" y="232239"/>
                        <a:pt x="25028" y="232239"/>
                      </a:cubicBezTo>
                      <a:cubicBezTo>
                        <a:pt x="37729" y="232212"/>
                        <a:pt x="48372" y="222610"/>
                        <a:pt x="49717" y="209965"/>
                      </a:cubicBezTo>
                      <a:lnTo>
                        <a:pt x="61622" y="95573"/>
                      </a:lnTo>
                      <a:lnTo>
                        <a:pt x="79261" y="83832"/>
                      </a:lnTo>
                      <a:lnTo>
                        <a:pt x="79261" y="193972"/>
                      </a:lnTo>
                      <a:cubicBezTo>
                        <a:pt x="79261" y="196962"/>
                        <a:pt x="79563" y="199925"/>
                        <a:pt x="80166" y="202860"/>
                      </a:cubicBezTo>
                      <a:cubicBezTo>
                        <a:pt x="80166" y="203820"/>
                        <a:pt x="80166" y="204807"/>
                        <a:pt x="80166" y="205795"/>
                      </a:cubicBezTo>
                      <a:lnTo>
                        <a:pt x="84967" y="308528"/>
                      </a:lnTo>
                      <a:lnTo>
                        <a:pt x="24617" y="394801"/>
                      </a:lnTo>
                      <a:cubicBezTo>
                        <a:pt x="15180" y="408298"/>
                        <a:pt x="18499" y="426897"/>
                        <a:pt x="31996" y="436306"/>
                      </a:cubicBezTo>
                      <a:cubicBezTo>
                        <a:pt x="45520" y="445743"/>
                        <a:pt x="64091" y="442423"/>
                        <a:pt x="73528" y="428927"/>
                      </a:cubicBezTo>
                      <a:lnTo>
                        <a:pt x="139529" y="334342"/>
                      </a:lnTo>
                      <a:cubicBezTo>
                        <a:pt x="143287" y="328964"/>
                        <a:pt x="145153" y="322463"/>
                        <a:pt x="144851" y="315907"/>
                      </a:cubicBezTo>
                      <a:lnTo>
                        <a:pt x="141257" y="238878"/>
                      </a:lnTo>
                      <a:lnTo>
                        <a:pt x="151490" y="238878"/>
                      </a:lnTo>
                      <a:lnTo>
                        <a:pt x="190278" y="327484"/>
                      </a:lnTo>
                      <a:lnTo>
                        <a:pt x="196067" y="470980"/>
                      </a:lnTo>
                      <a:cubicBezTo>
                        <a:pt x="196725" y="486945"/>
                        <a:pt x="209837" y="499564"/>
                        <a:pt x="225830" y="499592"/>
                      </a:cubicBezTo>
                      <a:lnTo>
                        <a:pt x="227065" y="499592"/>
                      </a:lnTo>
                      <a:cubicBezTo>
                        <a:pt x="243524" y="498934"/>
                        <a:pt x="256307" y="485053"/>
                        <a:pt x="255649" y="468594"/>
                      </a:cubicBezTo>
                      <a:lnTo>
                        <a:pt x="249641" y="319500"/>
                      </a:lnTo>
                      <a:cubicBezTo>
                        <a:pt x="249504" y="315798"/>
                        <a:pt x="248654" y="312149"/>
                        <a:pt x="247172" y="308747"/>
                      </a:cubicBezTo>
                      <a:lnTo>
                        <a:pt x="199523" y="199952"/>
                      </a:lnTo>
                      <a:cubicBezTo>
                        <a:pt x="199825" y="197977"/>
                        <a:pt x="199962" y="196002"/>
                        <a:pt x="199989" y="193999"/>
                      </a:cubicBezTo>
                      <a:lnTo>
                        <a:pt x="199989" y="132304"/>
                      </a:lnTo>
                      <a:lnTo>
                        <a:pt x="302667" y="165415"/>
                      </a:lnTo>
                      <a:cubicBezTo>
                        <a:pt x="305136" y="166211"/>
                        <a:pt x="307715" y="166622"/>
                        <a:pt x="310293" y="166622"/>
                      </a:cubicBezTo>
                      <a:cubicBezTo>
                        <a:pt x="324009" y="166649"/>
                        <a:pt x="335147" y="155567"/>
                        <a:pt x="335174" y="141851"/>
                      </a:cubicBezTo>
                      <a:cubicBezTo>
                        <a:pt x="335202" y="131043"/>
                        <a:pt x="328234" y="121442"/>
                        <a:pt x="317919" y="118150"/>
                      </a:cubicBezTo>
                      <a:close/>
                    </a:path>
                  </a:pathLst>
                </a:custGeom>
                <a:solidFill>
                  <a:srgbClr val="F1A81E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2EF8B8-59BD-CFA1-2BD8-C6D618658430}"/>
                </a:ext>
              </a:extLst>
            </p:cNvPr>
            <p:cNvGrpSpPr/>
            <p:nvPr/>
          </p:nvGrpSpPr>
          <p:grpSpPr>
            <a:xfrm>
              <a:off x="5281302" y="3750426"/>
              <a:ext cx="1629396" cy="1399188"/>
              <a:chOff x="5281302" y="3750426"/>
              <a:chExt cx="1629396" cy="1399188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F219FCB-3E4D-A7ED-FAC8-03CA9EFB07A2}"/>
                  </a:ext>
                </a:extLst>
              </p:cNvPr>
              <p:cNvSpPr txBox="1"/>
              <p:nvPr/>
            </p:nvSpPr>
            <p:spPr>
              <a:xfrm>
                <a:off x="5281302" y="4780282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pH</a:t>
                </a:r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8E2466AF-2BD6-CB5E-AFFC-78BD33190803}"/>
                  </a:ext>
                </a:extLst>
              </p:cNvPr>
              <p:cNvGrpSpPr/>
              <p:nvPr/>
            </p:nvGrpSpPr>
            <p:grpSpPr>
              <a:xfrm>
                <a:off x="5597825" y="3750426"/>
                <a:ext cx="1045990" cy="974840"/>
                <a:chOff x="3800187" y="3759802"/>
                <a:chExt cx="1045990" cy="974840"/>
              </a:xfrm>
            </p:grpSpPr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E076EF9B-9D8F-1C72-2EFB-7089FC792806}"/>
                    </a:ext>
                  </a:extLst>
                </p:cNvPr>
                <p:cNvSpPr/>
                <p:nvPr/>
              </p:nvSpPr>
              <p:spPr>
                <a:xfrm>
                  <a:off x="4045397" y="4167802"/>
                  <a:ext cx="555746" cy="198011"/>
                </a:xfrm>
                <a:custGeom>
                  <a:avLst/>
                  <a:gdLst>
                    <a:gd name="connsiteX0" fmla="*/ 113327 w 555746"/>
                    <a:gd name="connsiteY0" fmla="*/ 150406 h 198011"/>
                    <a:gd name="connsiteX1" fmla="*/ 538056 w 555746"/>
                    <a:gd name="connsiteY1" fmla="*/ 54477 h 198011"/>
                    <a:gd name="connsiteX2" fmla="*/ 553583 w 555746"/>
                    <a:gd name="connsiteY2" fmla="*/ 26825 h 198011"/>
                    <a:gd name="connsiteX3" fmla="*/ 546149 w 555746"/>
                    <a:gd name="connsiteY3" fmla="*/ 2164 h 198011"/>
                    <a:gd name="connsiteX4" fmla="*/ 521487 w 555746"/>
                    <a:gd name="connsiteY4" fmla="*/ 9598 h 198011"/>
                    <a:gd name="connsiteX5" fmla="*/ 520966 w 555746"/>
                    <a:gd name="connsiteY5" fmla="*/ 10640 h 198011"/>
                    <a:gd name="connsiteX6" fmla="*/ 156943 w 555746"/>
                    <a:gd name="connsiteY6" fmla="*/ 133042 h 198011"/>
                    <a:gd name="connsiteX7" fmla="*/ 34515 w 555746"/>
                    <a:gd name="connsiteY7" fmla="*/ 10640 h 198011"/>
                    <a:gd name="connsiteX8" fmla="*/ 10128 w 555746"/>
                    <a:gd name="connsiteY8" fmla="*/ 2410 h 198011"/>
                    <a:gd name="connsiteX9" fmla="*/ 1898 w 555746"/>
                    <a:gd name="connsiteY9" fmla="*/ 26797 h 198011"/>
                    <a:gd name="connsiteX10" fmla="*/ 113327 w 555746"/>
                    <a:gd name="connsiteY10" fmla="*/ 150406 h 198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55746" h="198011">
                      <a:moveTo>
                        <a:pt x="113327" y="150406"/>
                      </a:moveTo>
                      <a:cubicBezTo>
                        <a:pt x="257098" y="241206"/>
                        <a:pt x="447256" y="198247"/>
                        <a:pt x="538056" y="54477"/>
                      </a:cubicBezTo>
                      <a:cubicBezTo>
                        <a:pt x="543708" y="45534"/>
                        <a:pt x="548892" y="36289"/>
                        <a:pt x="553583" y="26825"/>
                      </a:cubicBezTo>
                      <a:cubicBezTo>
                        <a:pt x="558329" y="17964"/>
                        <a:pt x="555009" y="6909"/>
                        <a:pt x="546149" y="2164"/>
                      </a:cubicBezTo>
                      <a:cubicBezTo>
                        <a:pt x="537261" y="-2582"/>
                        <a:pt x="526233" y="737"/>
                        <a:pt x="521487" y="9598"/>
                      </a:cubicBezTo>
                      <a:cubicBezTo>
                        <a:pt x="521295" y="9954"/>
                        <a:pt x="521131" y="10283"/>
                        <a:pt x="520966" y="10640"/>
                      </a:cubicBezTo>
                      <a:cubicBezTo>
                        <a:pt x="454251" y="144975"/>
                        <a:pt x="291251" y="199784"/>
                        <a:pt x="156943" y="133042"/>
                      </a:cubicBezTo>
                      <a:cubicBezTo>
                        <a:pt x="103863" y="106707"/>
                        <a:pt x="60877" y="63694"/>
                        <a:pt x="34515" y="10640"/>
                      </a:cubicBezTo>
                      <a:cubicBezTo>
                        <a:pt x="30043" y="1643"/>
                        <a:pt x="19125" y="-2061"/>
                        <a:pt x="10128" y="2410"/>
                      </a:cubicBezTo>
                      <a:cubicBezTo>
                        <a:pt x="1130" y="6882"/>
                        <a:pt x="-2573" y="17800"/>
                        <a:pt x="1898" y="26797"/>
                      </a:cubicBezTo>
                      <a:cubicBezTo>
                        <a:pt x="27025" y="77437"/>
                        <a:pt x="65568" y="120204"/>
                        <a:pt x="113327" y="150406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45998638-2E2B-3E7F-7441-A7816D7A967D}"/>
                    </a:ext>
                  </a:extLst>
                </p:cNvPr>
                <p:cNvSpPr/>
                <p:nvPr/>
              </p:nvSpPr>
              <p:spPr>
                <a:xfrm>
                  <a:off x="4171029" y="4106285"/>
                  <a:ext cx="304462" cy="119560"/>
                </a:xfrm>
                <a:custGeom>
                  <a:avLst/>
                  <a:gdLst>
                    <a:gd name="connsiteX0" fmla="*/ 152122 w 304462"/>
                    <a:gd name="connsiteY0" fmla="*/ 119559 h 119560"/>
                    <a:gd name="connsiteX1" fmla="*/ 302559 w 304462"/>
                    <a:gd name="connsiteY1" fmla="*/ 26291 h 119560"/>
                    <a:gd name="connsiteX2" fmla="*/ 294357 w 304462"/>
                    <a:gd name="connsiteY2" fmla="*/ 1903 h 119560"/>
                    <a:gd name="connsiteX3" fmla="*/ 269970 w 304462"/>
                    <a:gd name="connsiteY3" fmla="*/ 10106 h 119560"/>
                    <a:gd name="connsiteX4" fmla="*/ 93390 w 304462"/>
                    <a:gd name="connsiteY4" fmla="*/ 69222 h 119560"/>
                    <a:gd name="connsiteX5" fmla="*/ 34274 w 304462"/>
                    <a:gd name="connsiteY5" fmla="*/ 10106 h 119560"/>
                    <a:gd name="connsiteX6" fmla="*/ 9613 w 304462"/>
                    <a:gd name="connsiteY6" fmla="*/ 2672 h 119560"/>
                    <a:gd name="connsiteX7" fmla="*/ 1658 w 304462"/>
                    <a:gd name="connsiteY7" fmla="*/ 26291 h 119560"/>
                    <a:gd name="connsiteX8" fmla="*/ 152122 w 304462"/>
                    <a:gd name="connsiteY8" fmla="*/ 119559 h 119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462" h="119560">
                      <a:moveTo>
                        <a:pt x="152122" y="119559"/>
                      </a:moveTo>
                      <a:cubicBezTo>
                        <a:pt x="215984" y="119779"/>
                        <a:pt x="274359" y="83596"/>
                        <a:pt x="302559" y="26291"/>
                      </a:cubicBezTo>
                      <a:cubicBezTo>
                        <a:pt x="307031" y="17293"/>
                        <a:pt x="303355" y="6375"/>
                        <a:pt x="294357" y="1903"/>
                      </a:cubicBezTo>
                      <a:cubicBezTo>
                        <a:pt x="285360" y="-2568"/>
                        <a:pt x="274441" y="1108"/>
                        <a:pt x="269970" y="10106"/>
                      </a:cubicBezTo>
                      <a:cubicBezTo>
                        <a:pt x="237518" y="75202"/>
                        <a:pt x="158459" y="101646"/>
                        <a:pt x="93390" y="69222"/>
                      </a:cubicBezTo>
                      <a:cubicBezTo>
                        <a:pt x="67796" y="56466"/>
                        <a:pt x="47030" y="35700"/>
                        <a:pt x="34274" y="10106"/>
                      </a:cubicBezTo>
                      <a:cubicBezTo>
                        <a:pt x="29529" y="1245"/>
                        <a:pt x="18473" y="-2101"/>
                        <a:pt x="9613" y="2672"/>
                      </a:cubicBezTo>
                      <a:cubicBezTo>
                        <a:pt x="1136" y="7198"/>
                        <a:pt x="-2347" y="17540"/>
                        <a:pt x="1658" y="26291"/>
                      </a:cubicBezTo>
                      <a:cubicBezTo>
                        <a:pt x="29858" y="83596"/>
                        <a:pt x="88260" y="119779"/>
                        <a:pt x="152122" y="119559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5CDA5384-1E28-7700-06DB-A95F31C7A82B}"/>
                    </a:ext>
                  </a:extLst>
                </p:cNvPr>
                <p:cNvSpPr/>
                <p:nvPr/>
              </p:nvSpPr>
              <p:spPr>
                <a:xfrm>
                  <a:off x="3800187" y="4291284"/>
                  <a:ext cx="1045990" cy="347859"/>
                </a:xfrm>
                <a:custGeom>
                  <a:avLst/>
                  <a:gdLst>
                    <a:gd name="connsiteX0" fmla="*/ 1035641 w 1045990"/>
                    <a:gd name="connsiteY0" fmla="*/ 1961 h 347859"/>
                    <a:gd name="connsiteX1" fmla="*/ 1011007 w 1045990"/>
                    <a:gd name="connsiteY1" fmla="*/ 10108 h 347859"/>
                    <a:gd name="connsiteX2" fmla="*/ 1010953 w 1045990"/>
                    <a:gd name="connsiteY2" fmla="*/ 10190 h 347859"/>
                    <a:gd name="connsiteX3" fmla="*/ 728156 w 1045990"/>
                    <a:gd name="connsiteY3" fmla="*/ 273400 h 347859"/>
                    <a:gd name="connsiteX4" fmla="*/ 522965 w 1045990"/>
                    <a:gd name="connsiteY4" fmla="*/ 312299 h 347859"/>
                    <a:gd name="connsiteX5" fmla="*/ 325262 w 1045990"/>
                    <a:gd name="connsiteY5" fmla="*/ 276363 h 347859"/>
                    <a:gd name="connsiteX6" fmla="*/ 34867 w 1045990"/>
                    <a:gd name="connsiteY6" fmla="*/ 10272 h 347859"/>
                    <a:gd name="connsiteX7" fmla="*/ 10178 w 1045990"/>
                    <a:gd name="connsiteY7" fmla="*/ 2043 h 347859"/>
                    <a:gd name="connsiteX8" fmla="*/ 1949 w 1045990"/>
                    <a:gd name="connsiteY8" fmla="*/ 26732 h 347859"/>
                    <a:gd name="connsiteX9" fmla="*/ 318624 w 1045990"/>
                    <a:gd name="connsiteY9" fmla="*/ 312985 h 347859"/>
                    <a:gd name="connsiteX10" fmla="*/ 728568 w 1045990"/>
                    <a:gd name="connsiteY10" fmla="*/ 312491 h 347859"/>
                    <a:gd name="connsiteX11" fmla="*/ 1044036 w 1045990"/>
                    <a:gd name="connsiteY11" fmla="*/ 26732 h 347859"/>
                    <a:gd name="connsiteX12" fmla="*/ 1035861 w 1045990"/>
                    <a:gd name="connsiteY12" fmla="*/ 2070 h 347859"/>
                    <a:gd name="connsiteX13" fmla="*/ 1035641 w 1045990"/>
                    <a:gd name="connsiteY13" fmla="*/ 1961 h 347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045990" h="347859">
                      <a:moveTo>
                        <a:pt x="1035641" y="1961"/>
                      </a:moveTo>
                      <a:cubicBezTo>
                        <a:pt x="1026589" y="-2593"/>
                        <a:pt x="1015561" y="1055"/>
                        <a:pt x="1011007" y="10108"/>
                      </a:cubicBezTo>
                      <a:cubicBezTo>
                        <a:pt x="1010980" y="10135"/>
                        <a:pt x="1010980" y="10163"/>
                        <a:pt x="1010953" y="10190"/>
                      </a:cubicBezTo>
                      <a:cubicBezTo>
                        <a:pt x="952193" y="129684"/>
                        <a:pt x="851545" y="223364"/>
                        <a:pt x="728156" y="273400"/>
                      </a:cubicBezTo>
                      <a:cubicBezTo>
                        <a:pt x="674609" y="295181"/>
                        <a:pt x="598814" y="311805"/>
                        <a:pt x="522965" y="312299"/>
                      </a:cubicBezTo>
                      <a:cubicBezTo>
                        <a:pt x="450709" y="312738"/>
                        <a:pt x="378398" y="298089"/>
                        <a:pt x="325262" y="276363"/>
                      </a:cubicBezTo>
                      <a:cubicBezTo>
                        <a:pt x="198526" y="227205"/>
                        <a:pt x="94888" y="132235"/>
                        <a:pt x="34867" y="10272"/>
                      </a:cubicBezTo>
                      <a:cubicBezTo>
                        <a:pt x="30313" y="1193"/>
                        <a:pt x="19258" y="-2511"/>
                        <a:pt x="10178" y="2043"/>
                      </a:cubicBezTo>
                      <a:cubicBezTo>
                        <a:pt x="1098" y="6597"/>
                        <a:pt x="-2605" y="17652"/>
                        <a:pt x="1949" y="26732"/>
                      </a:cubicBezTo>
                      <a:cubicBezTo>
                        <a:pt x="67402" y="158844"/>
                        <a:pt x="180586" y="261166"/>
                        <a:pt x="318624" y="312985"/>
                      </a:cubicBezTo>
                      <a:cubicBezTo>
                        <a:pt x="434167" y="355257"/>
                        <a:pt x="580764" y="363707"/>
                        <a:pt x="728568" y="312491"/>
                      </a:cubicBezTo>
                      <a:cubicBezTo>
                        <a:pt x="866029" y="260507"/>
                        <a:pt x="978747" y="158405"/>
                        <a:pt x="1044036" y="26732"/>
                      </a:cubicBezTo>
                      <a:cubicBezTo>
                        <a:pt x="1048589" y="17652"/>
                        <a:pt x="1044913" y="6624"/>
                        <a:pt x="1035861" y="2070"/>
                      </a:cubicBezTo>
                      <a:cubicBezTo>
                        <a:pt x="1035779" y="2015"/>
                        <a:pt x="1035724" y="1988"/>
                        <a:pt x="1035641" y="1961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15E6622F-A407-4134-33F2-E441FC8FAC7B}"/>
                    </a:ext>
                  </a:extLst>
                </p:cNvPr>
                <p:cNvSpPr/>
                <p:nvPr/>
              </p:nvSpPr>
              <p:spPr>
                <a:xfrm>
                  <a:off x="3924207" y="4229821"/>
                  <a:ext cx="797861" cy="274077"/>
                </a:xfrm>
                <a:custGeom>
                  <a:avLst/>
                  <a:gdLst>
                    <a:gd name="connsiteX0" fmla="*/ 162289 w 797861"/>
                    <a:gd name="connsiteY0" fmla="*/ 204534 h 274077"/>
                    <a:gd name="connsiteX1" fmla="*/ 310175 w 797861"/>
                    <a:gd name="connsiteY1" fmla="*/ 264007 h 274077"/>
                    <a:gd name="connsiteX2" fmla="*/ 487715 w 797861"/>
                    <a:gd name="connsiteY2" fmla="*/ 264007 h 274077"/>
                    <a:gd name="connsiteX3" fmla="*/ 795913 w 797861"/>
                    <a:gd name="connsiteY3" fmla="*/ 26638 h 274077"/>
                    <a:gd name="connsiteX4" fmla="*/ 787683 w 797861"/>
                    <a:gd name="connsiteY4" fmla="*/ 1949 h 274077"/>
                    <a:gd name="connsiteX5" fmla="*/ 762995 w 797861"/>
                    <a:gd name="connsiteY5" fmla="*/ 10178 h 274077"/>
                    <a:gd name="connsiteX6" fmla="*/ 507109 w 797861"/>
                    <a:gd name="connsiteY6" fmla="*/ 221624 h 274077"/>
                    <a:gd name="connsiteX7" fmla="*/ 278491 w 797861"/>
                    <a:gd name="connsiteY7" fmla="*/ 218058 h 274077"/>
                    <a:gd name="connsiteX8" fmla="*/ 34867 w 797861"/>
                    <a:gd name="connsiteY8" fmla="*/ 10178 h 274077"/>
                    <a:gd name="connsiteX9" fmla="*/ 10178 w 797861"/>
                    <a:gd name="connsiteY9" fmla="*/ 1949 h 274077"/>
                    <a:gd name="connsiteX10" fmla="*/ 1949 w 797861"/>
                    <a:gd name="connsiteY10" fmla="*/ 26638 h 274077"/>
                    <a:gd name="connsiteX11" fmla="*/ 162289 w 797861"/>
                    <a:gd name="connsiteY11" fmla="*/ 204534 h 2740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97861" h="274077">
                      <a:moveTo>
                        <a:pt x="162289" y="204534"/>
                      </a:moveTo>
                      <a:cubicBezTo>
                        <a:pt x="207552" y="233173"/>
                        <a:pt x="257670" y="253336"/>
                        <a:pt x="310175" y="264007"/>
                      </a:cubicBezTo>
                      <a:cubicBezTo>
                        <a:pt x="398945" y="286666"/>
                        <a:pt x="487715" y="264007"/>
                        <a:pt x="487715" y="264007"/>
                      </a:cubicBezTo>
                      <a:cubicBezTo>
                        <a:pt x="621583" y="236684"/>
                        <a:pt x="735316" y="149094"/>
                        <a:pt x="795913" y="26638"/>
                      </a:cubicBezTo>
                      <a:cubicBezTo>
                        <a:pt x="800467" y="17557"/>
                        <a:pt x="796764" y="6503"/>
                        <a:pt x="787683" y="1949"/>
                      </a:cubicBezTo>
                      <a:cubicBezTo>
                        <a:pt x="778604" y="-2605"/>
                        <a:pt x="767548" y="1098"/>
                        <a:pt x="762995" y="10178"/>
                      </a:cubicBezTo>
                      <a:cubicBezTo>
                        <a:pt x="711971" y="114118"/>
                        <a:pt x="618785" y="191120"/>
                        <a:pt x="507109" y="221624"/>
                      </a:cubicBezTo>
                      <a:cubicBezTo>
                        <a:pt x="449310" y="234956"/>
                        <a:pt x="396092" y="252458"/>
                        <a:pt x="278491" y="218058"/>
                      </a:cubicBezTo>
                      <a:cubicBezTo>
                        <a:pt x="172110" y="185304"/>
                        <a:pt x="83943" y="110086"/>
                        <a:pt x="34867" y="10178"/>
                      </a:cubicBezTo>
                      <a:cubicBezTo>
                        <a:pt x="30313" y="1098"/>
                        <a:pt x="19258" y="-2605"/>
                        <a:pt x="10178" y="1949"/>
                      </a:cubicBezTo>
                      <a:cubicBezTo>
                        <a:pt x="1098" y="6503"/>
                        <a:pt x="-2605" y="17557"/>
                        <a:pt x="1949" y="26638"/>
                      </a:cubicBezTo>
                      <a:cubicBezTo>
                        <a:pt x="38104" y="99497"/>
                        <a:pt x="93572" y="161027"/>
                        <a:pt x="162289" y="204534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AF2217B0-7266-10A6-2776-3CADAF52703D}"/>
                    </a:ext>
                  </a:extLst>
                </p:cNvPr>
                <p:cNvSpPr/>
                <p:nvPr/>
              </p:nvSpPr>
              <p:spPr>
                <a:xfrm>
                  <a:off x="4111047" y="3955679"/>
                  <a:ext cx="424181" cy="65973"/>
                </a:xfrm>
                <a:custGeom>
                  <a:avLst/>
                  <a:gdLst>
                    <a:gd name="connsiteX0" fmla="*/ 0 w 424181"/>
                    <a:gd name="connsiteY0" fmla="*/ 15 h 65973"/>
                    <a:gd name="connsiteX1" fmla="*/ 18681 w 424181"/>
                    <a:gd name="connsiteY1" fmla="*/ 24895 h 65973"/>
                    <a:gd name="connsiteX2" fmla="*/ 94119 w 424181"/>
                    <a:gd name="connsiteY2" fmla="*/ 55948 h 65973"/>
                    <a:gd name="connsiteX3" fmla="*/ 275829 w 424181"/>
                    <a:gd name="connsiteY3" fmla="*/ 65303 h 65973"/>
                    <a:gd name="connsiteX4" fmla="*/ 365477 w 424181"/>
                    <a:gd name="connsiteY4" fmla="*/ 41684 h 65973"/>
                    <a:gd name="connsiteX5" fmla="*/ 405527 w 424181"/>
                    <a:gd name="connsiteY5" fmla="*/ 24895 h 65973"/>
                    <a:gd name="connsiteX6" fmla="*/ 424181 w 424181"/>
                    <a:gd name="connsiteY6" fmla="*/ 15 h 65973"/>
                    <a:gd name="connsiteX7" fmla="*/ 314453 w 424181"/>
                    <a:gd name="connsiteY7" fmla="*/ 7860 h 65973"/>
                    <a:gd name="connsiteX8" fmla="*/ 37390 w 424181"/>
                    <a:gd name="connsiteY8" fmla="*/ 481 h 65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4181" h="65973">
                      <a:moveTo>
                        <a:pt x="0" y="15"/>
                      </a:moveTo>
                      <a:lnTo>
                        <a:pt x="18681" y="24895"/>
                      </a:lnTo>
                      <a:cubicBezTo>
                        <a:pt x="18681" y="24895"/>
                        <a:pt x="73326" y="55537"/>
                        <a:pt x="94119" y="55948"/>
                      </a:cubicBezTo>
                      <a:cubicBezTo>
                        <a:pt x="114913" y="56360"/>
                        <a:pt x="255968" y="68979"/>
                        <a:pt x="275829" y="65303"/>
                      </a:cubicBezTo>
                      <a:cubicBezTo>
                        <a:pt x="295689" y="61627"/>
                        <a:pt x="363035" y="43714"/>
                        <a:pt x="365477" y="41684"/>
                      </a:cubicBezTo>
                      <a:cubicBezTo>
                        <a:pt x="367918" y="39654"/>
                        <a:pt x="405527" y="24895"/>
                        <a:pt x="405527" y="24895"/>
                      </a:cubicBezTo>
                      <a:lnTo>
                        <a:pt x="424181" y="15"/>
                      </a:lnTo>
                      <a:cubicBezTo>
                        <a:pt x="424181" y="15"/>
                        <a:pt x="343064" y="-699"/>
                        <a:pt x="314453" y="7860"/>
                      </a:cubicBezTo>
                      <a:cubicBezTo>
                        <a:pt x="285841" y="16419"/>
                        <a:pt x="37390" y="481"/>
                        <a:pt x="37390" y="481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541A459C-A7E1-3D0C-CBED-043DA2000C4D}"/>
                    </a:ext>
                  </a:extLst>
                </p:cNvPr>
                <p:cNvSpPr/>
                <p:nvPr/>
              </p:nvSpPr>
              <p:spPr>
                <a:xfrm>
                  <a:off x="4039614" y="3852220"/>
                  <a:ext cx="564660" cy="104059"/>
                </a:xfrm>
                <a:custGeom>
                  <a:avLst/>
                  <a:gdLst>
                    <a:gd name="connsiteX0" fmla="*/ 0 w 564660"/>
                    <a:gd name="connsiteY0" fmla="*/ 0 h 104059"/>
                    <a:gd name="connsiteX1" fmla="*/ 33577 w 564660"/>
                    <a:gd name="connsiteY1" fmla="*/ 53108 h 104059"/>
                    <a:gd name="connsiteX2" fmla="*/ 126846 w 564660"/>
                    <a:gd name="connsiteY2" fmla="*/ 96231 h 104059"/>
                    <a:gd name="connsiteX3" fmla="*/ 371320 w 564660"/>
                    <a:gd name="connsiteY3" fmla="*/ 103501 h 104059"/>
                    <a:gd name="connsiteX4" fmla="*/ 494764 w 564660"/>
                    <a:gd name="connsiteY4" fmla="*/ 90032 h 104059"/>
                    <a:gd name="connsiteX5" fmla="*/ 534485 w 564660"/>
                    <a:gd name="connsiteY5" fmla="*/ 51764 h 104059"/>
                    <a:gd name="connsiteX6" fmla="*/ 564660 w 564660"/>
                    <a:gd name="connsiteY6" fmla="*/ 4142 h 104059"/>
                    <a:gd name="connsiteX7" fmla="*/ 120701 w 564660"/>
                    <a:gd name="connsiteY7" fmla="*/ 0 h 104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64660" h="104059">
                      <a:moveTo>
                        <a:pt x="0" y="0"/>
                      </a:moveTo>
                      <a:lnTo>
                        <a:pt x="33577" y="53108"/>
                      </a:lnTo>
                      <a:cubicBezTo>
                        <a:pt x="33577" y="53108"/>
                        <a:pt x="116449" y="96314"/>
                        <a:pt x="126846" y="96231"/>
                      </a:cubicBezTo>
                      <a:cubicBezTo>
                        <a:pt x="137242" y="96149"/>
                        <a:pt x="349923" y="106546"/>
                        <a:pt x="371320" y="103501"/>
                      </a:cubicBezTo>
                      <a:cubicBezTo>
                        <a:pt x="392717" y="100456"/>
                        <a:pt x="494764" y="90032"/>
                        <a:pt x="494764" y="90032"/>
                      </a:cubicBezTo>
                      <a:lnTo>
                        <a:pt x="534485" y="51764"/>
                      </a:lnTo>
                      <a:lnTo>
                        <a:pt x="564660" y="4142"/>
                      </a:lnTo>
                      <a:lnTo>
                        <a:pt x="120701" y="0"/>
                      </a:ln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0B5E89CB-C99C-EE01-AF0F-FDBC30728DAD}"/>
                    </a:ext>
                  </a:extLst>
                </p:cNvPr>
                <p:cNvSpPr/>
                <p:nvPr/>
              </p:nvSpPr>
              <p:spPr>
                <a:xfrm>
                  <a:off x="4037831" y="3759802"/>
                  <a:ext cx="570750" cy="164564"/>
                </a:xfrm>
                <a:custGeom>
                  <a:avLst/>
                  <a:gdLst>
                    <a:gd name="connsiteX0" fmla="*/ 285320 w 570750"/>
                    <a:gd name="connsiteY0" fmla="*/ 164565 h 164564"/>
                    <a:gd name="connsiteX1" fmla="*/ 556321 w 570750"/>
                    <a:gd name="connsiteY1" fmla="*/ 108192 h 164564"/>
                    <a:gd name="connsiteX2" fmla="*/ 570750 w 570750"/>
                    <a:gd name="connsiteY2" fmla="*/ 82296 h 164564"/>
                    <a:gd name="connsiteX3" fmla="*/ 285458 w 570750"/>
                    <a:gd name="connsiteY3" fmla="*/ 0 h 164564"/>
                    <a:gd name="connsiteX4" fmla="*/ 0 w 570750"/>
                    <a:gd name="connsiteY4" fmla="*/ 82296 h 164564"/>
                    <a:gd name="connsiteX5" fmla="*/ 3539 w 570750"/>
                    <a:gd name="connsiteY5" fmla="*/ 96012 h 164564"/>
                    <a:gd name="connsiteX6" fmla="*/ 14512 w 570750"/>
                    <a:gd name="connsiteY6" fmla="*/ 108082 h 164564"/>
                    <a:gd name="connsiteX7" fmla="*/ 285320 w 570750"/>
                    <a:gd name="connsiteY7" fmla="*/ 164565 h 164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0750" h="164564">
                      <a:moveTo>
                        <a:pt x="285320" y="164565"/>
                      </a:moveTo>
                      <a:cubicBezTo>
                        <a:pt x="411507" y="164565"/>
                        <a:pt x="518685" y="140946"/>
                        <a:pt x="556321" y="108192"/>
                      </a:cubicBezTo>
                      <a:cubicBezTo>
                        <a:pt x="565703" y="99962"/>
                        <a:pt x="570750" y="91349"/>
                        <a:pt x="570750" y="82296"/>
                      </a:cubicBezTo>
                      <a:cubicBezTo>
                        <a:pt x="570750" y="36841"/>
                        <a:pt x="442972" y="0"/>
                        <a:pt x="285458" y="0"/>
                      </a:cubicBezTo>
                      <a:cubicBezTo>
                        <a:pt x="127943" y="0"/>
                        <a:pt x="0" y="36841"/>
                        <a:pt x="0" y="82296"/>
                      </a:cubicBezTo>
                      <a:cubicBezTo>
                        <a:pt x="165" y="87069"/>
                        <a:pt x="1372" y="91760"/>
                        <a:pt x="3539" y="96012"/>
                      </a:cubicBezTo>
                      <a:cubicBezTo>
                        <a:pt x="6611" y="100538"/>
                        <a:pt x="10287" y="104598"/>
                        <a:pt x="14512" y="108082"/>
                      </a:cubicBezTo>
                      <a:cubicBezTo>
                        <a:pt x="51956" y="141028"/>
                        <a:pt x="159051" y="164565"/>
                        <a:pt x="285320" y="164565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FE00BA25-9C96-28D2-C719-64E372D884DA}"/>
                    </a:ext>
                  </a:extLst>
                </p:cNvPr>
                <p:cNvSpPr/>
                <p:nvPr/>
              </p:nvSpPr>
              <p:spPr>
                <a:xfrm>
                  <a:off x="4072204" y="3903985"/>
                  <a:ext cx="501895" cy="88907"/>
                </a:xfrm>
                <a:custGeom>
                  <a:avLst/>
                  <a:gdLst>
                    <a:gd name="connsiteX0" fmla="*/ 250948 w 501895"/>
                    <a:gd name="connsiteY0" fmla="*/ 88907 h 88907"/>
                    <a:gd name="connsiteX1" fmla="*/ 463025 w 501895"/>
                    <a:gd name="connsiteY1" fmla="*/ 51819 h 88907"/>
                    <a:gd name="connsiteX2" fmla="*/ 501896 w 501895"/>
                    <a:gd name="connsiteY2" fmla="*/ 0 h 88907"/>
                    <a:gd name="connsiteX3" fmla="*/ 250948 w 501895"/>
                    <a:gd name="connsiteY3" fmla="*/ 40764 h 88907"/>
                    <a:gd name="connsiteX4" fmla="*/ 0 w 501895"/>
                    <a:gd name="connsiteY4" fmla="*/ 0 h 88907"/>
                    <a:gd name="connsiteX5" fmla="*/ 38844 w 501895"/>
                    <a:gd name="connsiteY5" fmla="*/ 51819 h 88907"/>
                    <a:gd name="connsiteX6" fmla="*/ 250948 w 501895"/>
                    <a:gd name="connsiteY6" fmla="*/ 88907 h 88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1895" h="88907">
                      <a:moveTo>
                        <a:pt x="250948" y="88907"/>
                      </a:moveTo>
                      <a:cubicBezTo>
                        <a:pt x="256434" y="88907"/>
                        <a:pt x="382622" y="85341"/>
                        <a:pt x="463025" y="51819"/>
                      </a:cubicBezTo>
                      <a:lnTo>
                        <a:pt x="501896" y="0"/>
                      </a:lnTo>
                      <a:cubicBezTo>
                        <a:pt x="447224" y="25292"/>
                        <a:pt x="354943" y="40764"/>
                        <a:pt x="250948" y="40764"/>
                      </a:cubicBezTo>
                      <a:cubicBezTo>
                        <a:pt x="146953" y="40764"/>
                        <a:pt x="54645" y="25292"/>
                        <a:pt x="0" y="0"/>
                      </a:cubicBezTo>
                      <a:lnTo>
                        <a:pt x="38844" y="51819"/>
                      </a:lnTo>
                      <a:cubicBezTo>
                        <a:pt x="119329" y="85341"/>
                        <a:pt x="245516" y="88797"/>
                        <a:pt x="250948" y="88907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93410F70-0BB6-B2F8-73A8-A980E55D26EA}"/>
                    </a:ext>
                  </a:extLst>
                </p:cNvPr>
                <p:cNvSpPr/>
                <p:nvPr/>
              </p:nvSpPr>
              <p:spPr>
                <a:xfrm>
                  <a:off x="4129728" y="3980684"/>
                  <a:ext cx="386846" cy="74971"/>
                </a:xfrm>
                <a:custGeom>
                  <a:avLst/>
                  <a:gdLst>
                    <a:gd name="connsiteX0" fmla="*/ 340157 w 386846"/>
                    <a:gd name="connsiteY0" fmla="*/ 52779 h 74971"/>
                    <a:gd name="connsiteX1" fmla="*/ 357384 w 386846"/>
                    <a:gd name="connsiteY1" fmla="*/ 39255 h 74971"/>
                    <a:gd name="connsiteX2" fmla="*/ 386846 w 386846"/>
                    <a:gd name="connsiteY2" fmla="*/ 0 h 74971"/>
                    <a:gd name="connsiteX3" fmla="*/ 193588 w 386846"/>
                    <a:gd name="connsiteY3" fmla="*/ 29188 h 74971"/>
                    <a:gd name="connsiteX4" fmla="*/ 193259 w 386846"/>
                    <a:gd name="connsiteY4" fmla="*/ 29188 h 74971"/>
                    <a:gd name="connsiteX5" fmla="*/ 0 w 386846"/>
                    <a:gd name="connsiteY5" fmla="*/ 0 h 74971"/>
                    <a:gd name="connsiteX6" fmla="*/ 29434 w 386846"/>
                    <a:gd name="connsiteY6" fmla="*/ 39255 h 74971"/>
                    <a:gd name="connsiteX7" fmla="*/ 46662 w 386846"/>
                    <a:gd name="connsiteY7" fmla="*/ 52779 h 74971"/>
                    <a:gd name="connsiteX8" fmla="*/ 193423 w 386846"/>
                    <a:gd name="connsiteY8" fmla="*/ 74972 h 74971"/>
                    <a:gd name="connsiteX9" fmla="*/ 340157 w 386846"/>
                    <a:gd name="connsiteY9" fmla="*/ 52779 h 74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6846" h="74971">
                      <a:moveTo>
                        <a:pt x="340157" y="52779"/>
                      </a:moveTo>
                      <a:cubicBezTo>
                        <a:pt x="346987" y="49872"/>
                        <a:pt x="352940" y="45208"/>
                        <a:pt x="357384" y="39255"/>
                      </a:cubicBezTo>
                      <a:lnTo>
                        <a:pt x="386846" y="0"/>
                      </a:lnTo>
                      <a:cubicBezTo>
                        <a:pt x="304084" y="26636"/>
                        <a:pt x="198690" y="29078"/>
                        <a:pt x="193588" y="29188"/>
                      </a:cubicBezTo>
                      <a:lnTo>
                        <a:pt x="193259" y="29188"/>
                      </a:lnTo>
                      <a:cubicBezTo>
                        <a:pt x="188129" y="29188"/>
                        <a:pt x="82762" y="26636"/>
                        <a:pt x="0" y="0"/>
                      </a:cubicBezTo>
                      <a:lnTo>
                        <a:pt x="29434" y="39255"/>
                      </a:lnTo>
                      <a:cubicBezTo>
                        <a:pt x="33906" y="45180"/>
                        <a:pt x="39831" y="49844"/>
                        <a:pt x="46662" y="52779"/>
                      </a:cubicBezTo>
                      <a:cubicBezTo>
                        <a:pt x="78154" y="66166"/>
                        <a:pt x="132113" y="74972"/>
                        <a:pt x="193423" y="74972"/>
                      </a:cubicBezTo>
                      <a:cubicBezTo>
                        <a:pt x="254734" y="74972"/>
                        <a:pt x="308692" y="66166"/>
                        <a:pt x="340157" y="52779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9993848B-728A-8FE1-B19F-FB646D28600D}"/>
                    </a:ext>
                  </a:extLst>
                </p:cNvPr>
                <p:cNvSpPr/>
                <p:nvPr/>
              </p:nvSpPr>
              <p:spPr>
                <a:xfrm>
                  <a:off x="4040328" y="3760982"/>
                  <a:ext cx="565647" cy="163083"/>
                </a:xfrm>
                <a:custGeom>
                  <a:avLst/>
                  <a:gdLst>
                    <a:gd name="connsiteX0" fmla="*/ 282824 w 565647"/>
                    <a:gd name="connsiteY0" fmla="*/ 163083 h 163083"/>
                    <a:gd name="connsiteX1" fmla="*/ 551328 w 565647"/>
                    <a:gd name="connsiteY1" fmla="*/ 107204 h 163083"/>
                    <a:gd name="connsiteX2" fmla="*/ 565648 w 565647"/>
                    <a:gd name="connsiteY2" fmla="*/ 81555 h 163083"/>
                    <a:gd name="connsiteX3" fmla="*/ 282824 w 565647"/>
                    <a:gd name="connsiteY3" fmla="*/ 0 h 163083"/>
                    <a:gd name="connsiteX4" fmla="*/ 0 w 565647"/>
                    <a:gd name="connsiteY4" fmla="*/ 81555 h 163083"/>
                    <a:gd name="connsiteX5" fmla="*/ 14292 w 565647"/>
                    <a:gd name="connsiteY5" fmla="*/ 107204 h 163083"/>
                    <a:gd name="connsiteX6" fmla="*/ 282824 w 565647"/>
                    <a:gd name="connsiteY6" fmla="*/ 163083 h 163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5647" h="163083">
                      <a:moveTo>
                        <a:pt x="282824" y="163083"/>
                      </a:moveTo>
                      <a:cubicBezTo>
                        <a:pt x="407914" y="163083"/>
                        <a:pt x="514048" y="139656"/>
                        <a:pt x="551328" y="107204"/>
                      </a:cubicBezTo>
                      <a:lnTo>
                        <a:pt x="565648" y="81555"/>
                      </a:lnTo>
                      <a:cubicBezTo>
                        <a:pt x="565648" y="36512"/>
                        <a:pt x="439022" y="0"/>
                        <a:pt x="282824" y="0"/>
                      </a:cubicBezTo>
                      <a:cubicBezTo>
                        <a:pt x="126626" y="0"/>
                        <a:pt x="0" y="36512"/>
                        <a:pt x="0" y="81555"/>
                      </a:cubicBezTo>
                      <a:lnTo>
                        <a:pt x="14292" y="107204"/>
                      </a:lnTo>
                      <a:cubicBezTo>
                        <a:pt x="51599" y="139656"/>
                        <a:pt x="157734" y="163083"/>
                        <a:pt x="282824" y="163083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3D0A3BD1-4C54-3BE2-70E2-8E654EB5C826}"/>
                    </a:ext>
                  </a:extLst>
                </p:cNvPr>
                <p:cNvSpPr/>
                <p:nvPr/>
              </p:nvSpPr>
              <p:spPr>
                <a:xfrm>
                  <a:off x="4211591" y="4455273"/>
                  <a:ext cx="214837" cy="245296"/>
                </a:xfrm>
                <a:custGeom>
                  <a:avLst/>
                  <a:gdLst>
                    <a:gd name="connsiteX0" fmla="*/ 42432 w 214837"/>
                    <a:gd name="connsiteY0" fmla="*/ 5389 h 245296"/>
                    <a:gd name="connsiteX1" fmla="*/ 8416 w 214837"/>
                    <a:gd name="connsiteY1" fmla="*/ 161203 h 245296"/>
                    <a:gd name="connsiteX2" fmla="*/ 100615 w 214837"/>
                    <a:gd name="connsiteY2" fmla="*/ 245172 h 245296"/>
                    <a:gd name="connsiteX3" fmla="*/ 205158 w 214837"/>
                    <a:gd name="connsiteY3" fmla="*/ 208660 h 245296"/>
                    <a:gd name="connsiteX4" fmla="*/ 210645 w 214837"/>
                    <a:gd name="connsiteY4" fmla="*/ 108560 h 245296"/>
                    <a:gd name="connsiteX5" fmla="*/ 147085 w 214837"/>
                    <a:gd name="connsiteY5" fmla="*/ 5389 h 245296"/>
                    <a:gd name="connsiteX6" fmla="*/ 42432 w 214837"/>
                    <a:gd name="connsiteY6" fmla="*/ 5389 h 245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4837" h="245296">
                      <a:moveTo>
                        <a:pt x="42432" y="5389"/>
                      </a:moveTo>
                      <a:cubicBezTo>
                        <a:pt x="5563" y="65739"/>
                        <a:pt x="-11500" y="124197"/>
                        <a:pt x="8416" y="161203"/>
                      </a:cubicBezTo>
                      <a:cubicBezTo>
                        <a:pt x="28332" y="198208"/>
                        <a:pt x="63280" y="243745"/>
                        <a:pt x="100615" y="245172"/>
                      </a:cubicBezTo>
                      <a:cubicBezTo>
                        <a:pt x="137950" y="246598"/>
                        <a:pt x="207298" y="235818"/>
                        <a:pt x="205158" y="208660"/>
                      </a:cubicBezTo>
                      <a:cubicBezTo>
                        <a:pt x="203018" y="181502"/>
                        <a:pt x="223318" y="132756"/>
                        <a:pt x="210645" y="108560"/>
                      </a:cubicBezTo>
                      <a:cubicBezTo>
                        <a:pt x="197971" y="84366"/>
                        <a:pt x="177425" y="17514"/>
                        <a:pt x="147085" y="5389"/>
                      </a:cubicBezTo>
                      <a:cubicBezTo>
                        <a:pt x="116745" y="-6736"/>
                        <a:pt x="42432" y="5389"/>
                        <a:pt x="42432" y="538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584DC68E-3B24-0B45-C2E9-45E290C198B0}"/>
                    </a:ext>
                  </a:extLst>
                </p:cNvPr>
                <p:cNvSpPr/>
                <p:nvPr/>
              </p:nvSpPr>
              <p:spPr>
                <a:xfrm>
                  <a:off x="4358484" y="4605501"/>
                  <a:ext cx="35606" cy="35609"/>
                </a:xfrm>
                <a:custGeom>
                  <a:avLst/>
                  <a:gdLst>
                    <a:gd name="connsiteX0" fmla="*/ 17831 w 35606"/>
                    <a:gd name="connsiteY0" fmla="*/ 3 h 35609"/>
                    <a:gd name="connsiteX1" fmla="*/ 0 w 35606"/>
                    <a:gd name="connsiteY1" fmla="*/ 17778 h 35609"/>
                    <a:gd name="connsiteX2" fmla="*/ 17776 w 35606"/>
                    <a:gd name="connsiteY2" fmla="*/ 35609 h 35609"/>
                    <a:gd name="connsiteX3" fmla="*/ 35607 w 35606"/>
                    <a:gd name="connsiteY3" fmla="*/ 17833 h 35609"/>
                    <a:gd name="connsiteX4" fmla="*/ 30395 w 35606"/>
                    <a:gd name="connsiteY4" fmla="*/ 5215 h 35609"/>
                    <a:gd name="connsiteX5" fmla="*/ 17831 w 35606"/>
                    <a:gd name="connsiteY5" fmla="*/ 3 h 3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06" h="35609">
                      <a:moveTo>
                        <a:pt x="17831" y="3"/>
                      </a:moveTo>
                      <a:cubicBezTo>
                        <a:pt x="8010" y="3"/>
                        <a:pt x="27" y="7958"/>
                        <a:pt x="0" y="17778"/>
                      </a:cubicBezTo>
                      <a:cubicBezTo>
                        <a:pt x="0" y="27626"/>
                        <a:pt x="7955" y="35609"/>
                        <a:pt x="17776" y="35609"/>
                      </a:cubicBezTo>
                      <a:cubicBezTo>
                        <a:pt x="27624" y="35609"/>
                        <a:pt x="35607" y="27654"/>
                        <a:pt x="35607" y="17833"/>
                      </a:cubicBezTo>
                      <a:cubicBezTo>
                        <a:pt x="35607" y="13088"/>
                        <a:pt x="33741" y="8561"/>
                        <a:pt x="30395" y="5215"/>
                      </a:cubicBezTo>
                      <a:cubicBezTo>
                        <a:pt x="27103" y="1813"/>
                        <a:pt x="22549" y="-80"/>
                        <a:pt x="17831" y="3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6F4AAF64-6A4C-6979-BCD9-6596112B6235}"/>
                    </a:ext>
                  </a:extLst>
                </p:cNvPr>
                <p:cNvSpPr/>
                <p:nvPr/>
              </p:nvSpPr>
              <p:spPr>
                <a:xfrm>
                  <a:off x="4253941" y="4528253"/>
                  <a:ext cx="35606" cy="35607"/>
                </a:xfrm>
                <a:custGeom>
                  <a:avLst/>
                  <a:gdLst>
                    <a:gd name="connsiteX0" fmla="*/ 17831 w 35606"/>
                    <a:gd name="connsiteY0" fmla="*/ 1 h 35607"/>
                    <a:gd name="connsiteX1" fmla="*/ 0 w 35606"/>
                    <a:gd name="connsiteY1" fmla="*/ 17777 h 35607"/>
                    <a:gd name="connsiteX2" fmla="*/ 17776 w 35606"/>
                    <a:gd name="connsiteY2" fmla="*/ 35608 h 35607"/>
                    <a:gd name="connsiteX3" fmla="*/ 35607 w 35606"/>
                    <a:gd name="connsiteY3" fmla="*/ 17832 h 35607"/>
                    <a:gd name="connsiteX4" fmla="*/ 30395 w 35606"/>
                    <a:gd name="connsiteY4" fmla="*/ 5213 h 35607"/>
                    <a:gd name="connsiteX5" fmla="*/ 17831 w 35606"/>
                    <a:gd name="connsiteY5" fmla="*/ 1 h 35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06" h="35607">
                      <a:moveTo>
                        <a:pt x="17831" y="1"/>
                      </a:moveTo>
                      <a:cubicBezTo>
                        <a:pt x="8010" y="1"/>
                        <a:pt x="27" y="7957"/>
                        <a:pt x="0" y="17777"/>
                      </a:cubicBezTo>
                      <a:cubicBezTo>
                        <a:pt x="0" y="27625"/>
                        <a:pt x="7955" y="35608"/>
                        <a:pt x="17776" y="35608"/>
                      </a:cubicBezTo>
                      <a:cubicBezTo>
                        <a:pt x="27624" y="35608"/>
                        <a:pt x="35607" y="27653"/>
                        <a:pt x="35607" y="17832"/>
                      </a:cubicBezTo>
                      <a:cubicBezTo>
                        <a:pt x="35607" y="13086"/>
                        <a:pt x="33741" y="8560"/>
                        <a:pt x="30395" y="5213"/>
                      </a:cubicBezTo>
                      <a:cubicBezTo>
                        <a:pt x="27103" y="1839"/>
                        <a:pt x="22549" y="-54"/>
                        <a:pt x="17831" y="1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D5F16145-9E25-D7CC-A5D8-A5A930C1C963}"/>
                    </a:ext>
                  </a:extLst>
                </p:cNvPr>
                <p:cNvSpPr/>
                <p:nvPr/>
              </p:nvSpPr>
              <p:spPr>
                <a:xfrm>
                  <a:off x="4183533" y="4310417"/>
                  <a:ext cx="280701" cy="424225"/>
                </a:xfrm>
                <a:custGeom>
                  <a:avLst/>
                  <a:gdLst>
                    <a:gd name="connsiteX0" fmla="*/ 140359 w 280701"/>
                    <a:gd name="connsiteY0" fmla="*/ 0 h 424225"/>
                    <a:gd name="connsiteX1" fmla="*/ 1526 w 280701"/>
                    <a:gd name="connsiteY1" fmla="*/ 263347 h 424225"/>
                    <a:gd name="connsiteX2" fmla="*/ 119840 w 280701"/>
                    <a:gd name="connsiteY2" fmla="*/ 422700 h 424225"/>
                    <a:gd name="connsiteX3" fmla="*/ 279193 w 280701"/>
                    <a:gd name="connsiteY3" fmla="*/ 304385 h 424225"/>
                    <a:gd name="connsiteX4" fmla="*/ 280702 w 280701"/>
                    <a:gd name="connsiteY4" fmla="*/ 283921 h 424225"/>
                    <a:gd name="connsiteX5" fmla="*/ 279193 w 280701"/>
                    <a:gd name="connsiteY5" fmla="*/ 263347 h 424225"/>
                    <a:gd name="connsiteX6" fmla="*/ 140359 w 280701"/>
                    <a:gd name="connsiteY6" fmla="*/ 0 h 424225"/>
                    <a:gd name="connsiteX7" fmla="*/ 59435 w 280701"/>
                    <a:gd name="connsiteY7" fmla="*/ 264280 h 424225"/>
                    <a:gd name="connsiteX8" fmla="*/ 59545 w 280701"/>
                    <a:gd name="connsiteY8" fmla="*/ 206892 h 424225"/>
                    <a:gd name="connsiteX9" fmla="*/ 116905 w 280701"/>
                    <a:gd name="connsiteY9" fmla="*/ 207002 h 424225"/>
                    <a:gd name="connsiteX10" fmla="*/ 116823 w 280701"/>
                    <a:gd name="connsiteY10" fmla="*/ 264389 h 424225"/>
                    <a:gd name="connsiteX11" fmla="*/ 88239 w 280701"/>
                    <a:gd name="connsiteY11" fmla="*/ 276213 h 424225"/>
                    <a:gd name="connsiteX12" fmla="*/ 59545 w 280701"/>
                    <a:gd name="connsiteY12" fmla="*/ 264280 h 424225"/>
                    <a:gd name="connsiteX13" fmla="*/ 115204 w 280701"/>
                    <a:gd name="connsiteY13" fmla="*/ 351925 h 424225"/>
                    <a:gd name="connsiteX14" fmla="*/ 101488 w 280701"/>
                    <a:gd name="connsiteY14" fmla="*/ 351925 h 424225"/>
                    <a:gd name="connsiteX15" fmla="*/ 164225 w 280701"/>
                    <a:gd name="connsiteY15" fmla="*/ 197346 h 424225"/>
                    <a:gd name="connsiteX16" fmla="*/ 177694 w 280701"/>
                    <a:gd name="connsiteY16" fmla="*/ 197346 h 424225"/>
                    <a:gd name="connsiteX17" fmla="*/ 221201 w 280701"/>
                    <a:gd name="connsiteY17" fmla="*/ 341610 h 424225"/>
                    <a:gd name="connsiteX18" fmla="*/ 164061 w 280701"/>
                    <a:gd name="connsiteY18" fmla="*/ 341473 h 424225"/>
                    <a:gd name="connsiteX19" fmla="*/ 164198 w 280701"/>
                    <a:gd name="connsiteY19" fmla="*/ 284332 h 424225"/>
                    <a:gd name="connsiteX20" fmla="*/ 221339 w 280701"/>
                    <a:gd name="connsiteY20" fmla="*/ 284470 h 424225"/>
                    <a:gd name="connsiteX21" fmla="*/ 233107 w 280701"/>
                    <a:gd name="connsiteY21" fmla="*/ 312972 h 424225"/>
                    <a:gd name="connsiteX22" fmla="*/ 221311 w 280701"/>
                    <a:gd name="connsiteY22" fmla="*/ 341610 h 424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80701" h="424225">
                      <a:moveTo>
                        <a:pt x="140359" y="0"/>
                      </a:moveTo>
                      <a:cubicBezTo>
                        <a:pt x="33073" y="127641"/>
                        <a:pt x="7232" y="200555"/>
                        <a:pt x="1526" y="263347"/>
                      </a:cubicBezTo>
                      <a:cubicBezTo>
                        <a:pt x="-9803" y="340020"/>
                        <a:pt x="43168" y="411370"/>
                        <a:pt x="119840" y="422700"/>
                      </a:cubicBezTo>
                      <a:cubicBezTo>
                        <a:pt x="196513" y="434029"/>
                        <a:pt x="267863" y="381058"/>
                        <a:pt x="279193" y="304385"/>
                      </a:cubicBezTo>
                      <a:cubicBezTo>
                        <a:pt x="280208" y="297610"/>
                        <a:pt x="280702" y="290779"/>
                        <a:pt x="280702" y="283921"/>
                      </a:cubicBezTo>
                      <a:cubicBezTo>
                        <a:pt x="280674" y="277036"/>
                        <a:pt x="280180" y="270150"/>
                        <a:pt x="279193" y="263347"/>
                      </a:cubicBezTo>
                      <a:cubicBezTo>
                        <a:pt x="273569" y="200555"/>
                        <a:pt x="247728" y="127641"/>
                        <a:pt x="140359" y="0"/>
                      </a:cubicBezTo>
                      <a:close/>
                      <a:moveTo>
                        <a:pt x="59435" y="264280"/>
                      </a:moveTo>
                      <a:cubicBezTo>
                        <a:pt x="43607" y="248397"/>
                        <a:pt x="43662" y="222720"/>
                        <a:pt x="59545" y="206892"/>
                      </a:cubicBezTo>
                      <a:cubicBezTo>
                        <a:pt x="75400" y="191091"/>
                        <a:pt x="101104" y="191119"/>
                        <a:pt x="116905" y="207002"/>
                      </a:cubicBezTo>
                      <a:cubicBezTo>
                        <a:pt x="132733" y="222885"/>
                        <a:pt x="132678" y="248561"/>
                        <a:pt x="116823" y="264389"/>
                      </a:cubicBezTo>
                      <a:cubicBezTo>
                        <a:pt x="109224" y="271933"/>
                        <a:pt x="98965" y="276185"/>
                        <a:pt x="88239" y="276213"/>
                      </a:cubicBezTo>
                      <a:cubicBezTo>
                        <a:pt x="77431" y="276350"/>
                        <a:pt x="67061" y="272043"/>
                        <a:pt x="59545" y="264280"/>
                      </a:cubicBezTo>
                      <a:close/>
                      <a:moveTo>
                        <a:pt x="115204" y="351925"/>
                      </a:moveTo>
                      <a:lnTo>
                        <a:pt x="101488" y="351925"/>
                      </a:lnTo>
                      <a:lnTo>
                        <a:pt x="164225" y="197346"/>
                      </a:lnTo>
                      <a:lnTo>
                        <a:pt x="177694" y="197346"/>
                      </a:lnTo>
                      <a:close/>
                      <a:moveTo>
                        <a:pt x="221201" y="341610"/>
                      </a:moveTo>
                      <a:cubicBezTo>
                        <a:pt x="205373" y="357356"/>
                        <a:pt x="179807" y="357302"/>
                        <a:pt x="164061" y="341473"/>
                      </a:cubicBezTo>
                      <a:cubicBezTo>
                        <a:pt x="148315" y="325645"/>
                        <a:pt x="148370" y="300078"/>
                        <a:pt x="164198" y="284332"/>
                      </a:cubicBezTo>
                      <a:cubicBezTo>
                        <a:pt x="180026" y="268586"/>
                        <a:pt x="205593" y="268641"/>
                        <a:pt x="221339" y="284470"/>
                      </a:cubicBezTo>
                      <a:cubicBezTo>
                        <a:pt x="228883" y="292041"/>
                        <a:pt x="233107" y="302301"/>
                        <a:pt x="233107" y="312972"/>
                      </a:cubicBezTo>
                      <a:cubicBezTo>
                        <a:pt x="233299" y="323725"/>
                        <a:pt x="229047" y="334094"/>
                        <a:pt x="221311" y="341610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6814A98-2A00-77C8-F540-8FDBEE53A7F0}"/>
                </a:ext>
              </a:extLst>
            </p:cNvPr>
            <p:cNvGrpSpPr/>
            <p:nvPr/>
          </p:nvGrpSpPr>
          <p:grpSpPr>
            <a:xfrm>
              <a:off x="3917949" y="3786566"/>
              <a:ext cx="862444" cy="888988"/>
              <a:chOff x="3917949" y="3786566"/>
              <a:chExt cx="862444" cy="888988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D457CE89-8018-4271-0826-3B966AF147D0}"/>
                  </a:ext>
                </a:extLst>
              </p:cNvPr>
              <p:cNvGrpSpPr/>
              <p:nvPr/>
            </p:nvGrpSpPr>
            <p:grpSpPr>
              <a:xfrm>
                <a:off x="3917949" y="4050832"/>
                <a:ext cx="248009" cy="436977"/>
                <a:chOff x="3917949" y="4117507"/>
                <a:chExt cx="248009" cy="436977"/>
              </a:xfrm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04AC38D5-E8E9-872F-E6C7-98B2929B4A3E}"/>
                    </a:ext>
                  </a:extLst>
                </p:cNvPr>
                <p:cNvSpPr/>
                <p:nvPr/>
              </p:nvSpPr>
              <p:spPr>
                <a:xfrm>
                  <a:off x="3917950" y="4119906"/>
                  <a:ext cx="248008" cy="434578"/>
                </a:xfrm>
                <a:prstGeom prst="rect">
                  <a:avLst/>
                </a:prstGeom>
                <a:solidFill>
                  <a:srgbClr val="A89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2B8004F3-CEA1-80E9-059F-C405E1BEF271}"/>
                    </a:ext>
                  </a:extLst>
                </p:cNvPr>
                <p:cNvSpPr/>
                <p:nvPr/>
              </p:nvSpPr>
              <p:spPr>
                <a:xfrm>
                  <a:off x="3917949" y="4117507"/>
                  <a:ext cx="248008" cy="66683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C6D77DEF-71F5-3EE5-CF80-0E51EF437EF5}"/>
                    </a:ext>
                  </a:extLst>
                </p:cNvPr>
                <p:cNvSpPr/>
                <p:nvPr/>
              </p:nvSpPr>
              <p:spPr>
                <a:xfrm>
                  <a:off x="3941949" y="4148137"/>
                  <a:ext cx="215714" cy="73819"/>
                </a:xfrm>
                <a:custGeom>
                  <a:avLst/>
                  <a:gdLst>
                    <a:gd name="connsiteX0" fmla="*/ 0 w 245269"/>
                    <a:gd name="connsiteY0" fmla="*/ 0 h 73819"/>
                    <a:gd name="connsiteX1" fmla="*/ 245269 w 245269"/>
                    <a:gd name="connsiteY1" fmla="*/ 2381 h 73819"/>
                    <a:gd name="connsiteX2" fmla="*/ 233363 w 245269"/>
                    <a:gd name="connsiteY2" fmla="*/ 61913 h 73819"/>
                    <a:gd name="connsiteX3" fmla="*/ 221456 w 245269"/>
                    <a:gd name="connsiteY3" fmla="*/ 19050 h 73819"/>
                    <a:gd name="connsiteX4" fmla="*/ 211931 w 245269"/>
                    <a:gd name="connsiteY4" fmla="*/ 73819 h 73819"/>
                    <a:gd name="connsiteX5" fmla="*/ 200025 w 245269"/>
                    <a:gd name="connsiteY5" fmla="*/ 23813 h 73819"/>
                    <a:gd name="connsiteX6" fmla="*/ 180975 w 245269"/>
                    <a:gd name="connsiteY6" fmla="*/ 57150 h 73819"/>
                    <a:gd name="connsiteX7" fmla="*/ 161925 w 245269"/>
                    <a:gd name="connsiteY7" fmla="*/ 26194 h 73819"/>
                    <a:gd name="connsiteX8" fmla="*/ 147638 w 245269"/>
                    <a:gd name="connsiteY8" fmla="*/ 23813 h 73819"/>
                    <a:gd name="connsiteX9" fmla="*/ 135731 w 245269"/>
                    <a:gd name="connsiteY9" fmla="*/ 45244 h 73819"/>
                    <a:gd name="connsiteX10" fmla="*/ 128588 w 245269"/>
                    <a:gd name="connsiteY10" fmla="*/ 52388 h 73819"/>
                    <a:gd name="connsiteX11" fmla="*/ 126206 w 245269"/>
                    <a:gd name="connsiteY11" fmla="*/ 23813 h 73819"/>
                    <a:gd name="connsiteX12" fmla="*/ 111919 w 245269"/>
                    <a:gd name="connsiteY12" fmla="*/ 71438 h 73819"/>
                    <a:gd name="connsiteX13" fmla="*/ 107156 w 245269"/>
                    <a:gd name="connsiteY13" fmla="*/ 21431 h 73819"/>
                    <a:gd name="connsiteX14" fmla="*/ 90488 w 245269"/>
                    <a:gd name="connsiteY14" fmla="*/ 50006 h 73819"/>
                    <a:gd name="connsiteX15" fmla="*/ 85725 w 245269"/>
                    <a:gd name="connsiteY15" fmla="*/ 26194 h 73819"/>
                    <a:gd name="connsiteX16" fmla="*/ 76200 w 245269"/>
                    <a:gd name="connsiteY16" fmla="*/ 59531 h 73819"/>
                    <a:gd name="connsiteX17" fmla="*/ 66675 w 245269"/>
                    <a:gd name="connsiteY17" fmla="*/ 21431 h 73819"/>
                    <a:gd name="connsiteX18" fmla="*/ 57150 w 245269"/>
                    <a:gd name="connsiteY18" fmla="*/ 42863 h 73819"/>
                    <a:gd name="connsiteX19" fmla="*/ 0 w 245269"/>
                    <a:gd name="connsiteY19" fmla="*/ 0 h 7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45269" h="73819">
                      <a:moveTo>
                        <a:pt x="0" y="0"/>
                      </a:moveTo>
                      <a:lnTo>
                        <a:pt x="245269" y="2381"/>
                      </a:lnTo>
                      <a:lnTo>
                        <a:pt x="233363" y="61913"/>
                      </a:lnTo>
                      <a:lnTo>
                        <a:pt x="221456" y="19050"/>
                      </a:lnTo>
                      <a:lnTo>
                        <a:pt x="211931" y="73819"/>
                      </a:lnTo>
                      <a:lnTo>
                        <a:pt x="200025" y="23813"/>
                      </a:lnTo>
                      <a:lnTo>
                        <a:pt x="180975" y="57150"/>
                      </a:lnTo>
                      <a:lnTo>
                        <a:pt x="161925" y="26194"/>
                      </a:lnTo>
                      <a:lnTo>
                        <a:pt x="147638" y="23813"/>
                      </a:lnTo>
                      <a:lnTo>
                        <a:pt x="135731" y="45244"/>
                      </a:lnTo>
                      <a:lnTo>
                        <a:pt x="128588" y="52388"/>
                      </a:lnTo>
                      <a:lnTo>
                        <a:pt x="126206" y="23813"/>
                      </a:lnTo>
                      <a:lnTo>
                        <a:pt x="111919" y="71438"/>
                      </a:lnTo>
                      <a:lnTo>
                        <a:pt x="107156" y="21431"/>
                      </a:lnTo>
                      <a:lnTo>
                        <a:pt x="90488" y="50006"/>
                      </a:lnTo>
                      <a:lnTo>
                        <a:pt x="85725" y="26194"/>
                      </a:lnTo>
                      <a:lnTo>
                        <a:pt x="76200" y="59531"/>
                      </a:lnTo>
                      <a:lnTo>
                        <a:pt x="66675" y="21431"/>
                      </a:lnTo>
                      <a:lnTo>
                        <a:pt x="57150" y="42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01D80C75-DBA4-9563-B9DE-D3305EC98D90}"/>
                  </a:ext>
                </a:extLst>
              </p:cNvPr>
              <p:cNvSpPr/>
              <p:nvPr/>
            </p:nvSpPr>
            <p:spPr>
              <a:xfrm>
                <a:off x="4549517" y="4252773"/>
                <a:ext cx="182258" cy="137187"/>
              </a:xfrm>
              <a:custGeom>
                <a:avLst/>
                <a:gdLst>
                  <a:gd name="connsiteX0" fmla="*/ 0 w 182258"/>
                  <a:gd name="connsiteY0" fmla="*/ 0 h 137187"/>
                  <a:gd name="connsiteX1" fmla="*/ 182258 w 182258"/>
                  <a:gd name="connsiteY1" fmla="*/ 0 h 137187"/>
                  <a:gd name="connsiteX2" fmla="*/ 182258 w 182258"/>
                  <a:gd name="connsiteY2" fmla="*/ 137187 h 137187"/>
                  <a:gd name="connsiteX3" fmla="*/ 0 w 182258"/>
                  <a:gd name="connsiteY3" fmla="*/ 137187 h 137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258" h="137187">
                    <a:moveTo>
                      <a:pt x="0" y="0"/>
                    </a:moveTo>
                    <a:lnTo>
                      <a:pt x="182258" y="0"/>
                    </a:lnTo>
                    <a:lnTo>
                      <a:pt x="182258" y="137187"/>
                    </a:lnTo>
                    <a:lnTo>
                      <a:pt x="0" y="137187"/>
                    </a:lnTo>
                    <a:close/>
                  </a:path>
                </a:pathLst>
              </a:custGeom>
              <a:solidFill>
                <a:srgbClr val="F6AB1B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56EEA196-F8AB-D075-6B4F-7EFB68565048}"/>
                  </a:ext>
                </a:extLst>
              </p:cNvPr>
              <p:cNvSpPr/>
              <p:nvPr/>
            </p:nvSpPr>
            <p:spPr>
              <a:xfrm>
                <a:off x="4004607" y="3910971"/>
                <a:ext cx="77440" cy="304138"/>
              </a:xfrm>
              <a:custGeom>
                <a:avLst/>
                <a:gdLst>
                  <a:gd name="connsiteX0" fmla="*/ 38734 w 77440"/>
                  <a:gd name="connsiteY0" fmla="*/ 304139 h 304138"/>
                  <a:gd name="connsiteX1" fmla="*/ 77440 w 77440"/>
                  <a:gd name="connsiteY1" fmla="*/ 289682 h 304138"/>
                  <a:gd name="connsiteX2" fmla="*/ 77440 w 77440"/>
                  <a:gd name="connsiteY2" fmla="*/ 0 h 304138"/>
                  <a:gd name="connsiteX3" fmla="*/ 38734 w 77440"/>
                  <a:gd name="connsiteY3" fmla="*/ 9848 h 304138"/>
                  <a:gd name="connsiteX4" fmla="*/ 0 w 77440"/>
                  <a:gd name="connsiteY4" fmla="*/ 0 h 304138"/>
                  <a:gd name="connsiteX5" fmla="*/ 0 w 77440"/>
                  <a:gd name="connsiteY5" fmla="*/ 289682 h 304138"/>
                  <a:gd name="connsiteX6" fmla="*/ 38734 w 77440"/>
                  <a:gd name="connsiteY6" fmla="*/ 304139 h 304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7440" h="304138">
                    <a:moveTo>
                      <a:pt x="38734" y="304139"/>
                    </a:moveTo>
                    <a:cubicBezTo>
                      <a:pt x="60104" y="304139"/>
                      <a:pt x="77440" y="297665"/>
                      <a:pt x="77440" y="289682"/>
                    </a:cubicBezTo>
                    <a:lnTo>
                      <a:pt x="77440" y="0"/>
                    </a:lnTo>
                    <a:cubicBezTo>
                      <a:pt x="66934" y="8614"/>
                      <a:pt x="48390" y="9848"/>
                      <a:pt x="38734" y="9848"/>
                    </a:cubicBezTo>
                    <a:cubicBezTo>
                      <a:pt x="29078" y="9848"/>
                      <a:pt x="10534" y="8614"/>
                      <a:pt x="0" y="0"/>
                    </a:cubicBezTo>
                    <a:lnTo>
                      <a:pt x="0" y="289682"/>
                    </a:lnTo>
                    <a:cubicBezTo>
                      <a:pt x="0" y="297665"/>
                      <a:pt x="17337" y="304139"/>
                      <a:pt x="38734" y="304139"/>
                    </a:cubicBezTo>
                    <a:close/>
                  </a:path>
                </a:pathLst>
              </a:custGeom>
              <a:solidFill>
                <a:srgbClr val="F6AB1B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551E3634-BDD5-B390-3511-5D0785781309}"/>
                  </a:ext>
                </a:extLst>
              </p:cNvPr>
              <p:cNvSpPr/>
              <p:nvPr/>
            </p:nvSpPr>
            <p:spPr>
              <a:xfrm>
                <a:off x="4004607" y="3786566"/>
                <a:ext cx="775786" cy="888988"/>
              </a:xfrm>
              <a:custGeom>
                <a:avLst/>
                <a:gdLst>
                  <a:gd name="connsiteX0" fmla="*/ 702754 w 775786"/>
                  <a:gd name="connsiteY0" fmla="*/ 421493 h 888988"/>
                  <a:gd name="connsiteX1" fmla="*/ 654555 w 775786"/>
                  <a:gd name="connsiteY1" fmla="*/ 421493 h 888988"/>
                  <a:gd name="connsiteX2" fmla="*/ 654555 w 775786"/>
                  <a:gd name="connsiteY2" fmla="*/ 103912 h 888988"/>
                  <a:gd name="connsiteX3" fmla="*/ 550643 w 775786"/>
                  <a:gd name="connsiteY3" fmla="*/ 0 h 888988"/>
                  <a:gd name="connsiteX4" fmla="*/ 127806 w 775786"/>
                  <a:gd name="connsiteY4" fmla="*/ 0 h 888988"/>
                  <a:gd name="connsiteX5" fmla="*/ 23893 w 775786"/>
                  <a:gd name="connsiteY5" fmla="*/ 103912 h 888988"/>
                  <a:gd name="connsiteX6" fmla="*/ 23893 w 775786"/>
                  <a:gd name="connsiteY6" fmla="*/ 112142 h 888988"/>
                  <a:gd name="connsiteX7" fmla="*/ 0 w 775786"/>
                  <a:gd name="connsiteY7" fmla="*/ 125474 h 888988"/>
                  <a:gd name="connsiteX8" fmla="*/ 38734 w 775786"/>
                  <a:gd name="connsiteY8" fmla="*/ 139931 h 888988"/>
                  <a:gd name="connsiteX9" fmla="*/ 77440 w 775786"/>
                  <a:gd name="connsiteY9" fmla="*/ 125474 h 888988"/>
                  <a:gd name="connsiteX10" fmla="*/ 53575 w 775786"/>
                  <a:gd name="connsiteY10" fmla="*/ 112142 h 888988"/>
                  <a:gd name="connsiteX11" fmla="*/ 53575 w 775786"/>
                  <a:gd name="connsiteY11" fmla="*/ 103912 h 888988"/>
                  <a:gd name="connsiteX12" fmla="*/ 127806 w 775786"/>
                  <a:gd name="connsiteY12" fmla="*/ 29681 h 888988"/>
                  <a:gd name="connsiteX13" fmla="*/ 550643 w 775786"/>
                  <a:gd name="connsiteY13" fmla="*/ 29681 h 888988"/>
                  <a:gd name="connsiteX14" fmla="*/ 624709 w 775786"/>
                  <a:gd name="connsiteY14" fmla="*/ 103912 h 888988"/>
                  <a:gd name="connsiteX15" fmla="*/ 624709 w 775786"/>
                  <a:gd name="connsiteY15" fmla="*/ 421493 h 888988"/>
                  <a:gd name="connsiteX16" fmla="*/ 576648 w 775786"/>
                  <a:gd name="connsiteY16" fmla="*/ 421493 h 888988"/>
                  <a:gd name="connsiteX17" fmla="*/ 503405 w 775786"/>
                  <a:gd name="connsiteY17" fmla="*/ 494733 h 888988"/>
                  <a:gd name="connsiteX18" fmla="*/ 504859 w 775786"/>
                  <a:gd name="connsiteY18" fmla="*/ 509275 h 888988"/>
                  <a:gd name="connsiteX19" fmla="*/ 542385 w 775786"/>
                  <a:gd name="connsiteY19" fmla="*/ 695072 h 888988"/>
                  <a:gd name="connsiteX20" fmla="*/ 542385 w 775786"/>
                  <a:gd name="connsiteY20" fmla="*/ 839611 h 888988"/>
                  <a:gd name="connsiteX21" fmla="*/ 591763 w 775786"/>
                  <a:gd name="connsiteY21" fmla="*/ 888989 h 888988"/>
                  <a:gd name="connsiteX22" fmla="*/ 687419 w 775786"/>
                  <a:gd name="connsiteY22" fmla="*/ 888989 h 888988"/>
                  <a:gd name="connsiteX23" fmla="*/ 736796 w 775786"/>
                  <a:gd name="connsiteY23" fmla="*/ 839611 h 888988"/>
                  <a:gd name="connsiteX24" fmla="*/ 736796 w 775786"/>
                  <a:gd name="connsiteY24" fmla="*/ 695017 h 888988"/>
                  <a:gd name="connsiteX25" fmla="*/ 774323 w 775786"/>
                  <a:gd name="connsiteY25" fmla="*/ 509220 h 888988"/>
                  <a:gd name="connsiteX26" fmla="*/ 717018 w 775786"/>
                  <a:gd name="connsiteY26" fmla="*/ 422938 h 888988"/>
                  <a:gd name="connsiteX27" fmla="*/ 702754 w 775786"/>
                  <a:gd name="connsiteY27" fmla="*/ 421493 h 888988"/>
                  <a:gd name="connsiteX28" fmla="*/ 605507 w 775786"/>
                  <a:gd name="connsiteY28" fmla="*/ 820052 h 888988"/>
                  <a:gd name="connsiteX29" fmla="*/ 568693 w 775786"/>
                  <a:gd name="connsiteY29" fmla="*/ 820052 h 888988"/>
                  <a:gd name="connsiteX30" fmla="*/ 568693 w 775786"/>
                  <a:gd name="connsiteY30" fmla="*/ 783211 h 888988"/>
                  <a:gd name="connsiteX31" fmla="*/ 605507 w 775786"/>
                  <a:gd name="connsiteY31" fmla="*/ 783211 h 888988"/>
                  <a:gd name="connsiteX32" fmla="*/ 605507 w 775786"/>
                  <a:gd name="connsiteY32" fmla="*/ 757535 h 888988"/>
                  <a:gd name="connsiteX33" fmla="*/ 568693 w 775786"/>
                  <a:gd name="connsiteY33" fmla="*/ 757535 h 888988"/>
                  <a:gd name="connsiteX34" fmla="*/ 568693 w 775786"/>
                  <a:gd name="connsiteY34" fmla="*/ 720694 h 888988"/>
                  <a:gd name="connsiteX35" fmla="*/ 605507 w 775786"/>
                  <a:gd name="connsiteY35" fmla="*/ 720694 h 888988"/>
                  <a:gd name="connsiteX36" fmla="*/ 605507 w 775786"/>
                  <a:gd name="connsiteY36" fmla="*/ 695017 h 888988"/>
                  <a:gd name="connsiteX37" fmla="*/ 568693 w 775786"/>
                  <a:gd name="connsiteY37" fmla="*/ 695017 h 888988"/>
                  <a:gd name="connsiteX38" fmla="*/ 568693 w 775786"/>
                  <a:gd name="connsiteY38" fmla="*/ 658176 h 888988"/>
                  <a:gd name="connsiteX39" fmla="*/ 605507 w 775786"/>
                  <a:gd name="connsiteY39" fmla="*/ 658176 h 888988"/>
                  <a:gd name="connsiteX40" fmla="*/ 658122 w 775786"/>
                  <a:gd name="connsiteY40" fmla="*/ 820052 h 888988"/>
                  <a:gd name="connsiteX41" fmla="*/ 621280 w 775786"/>
                  <a:gd name="connsiteY41" fmla="*/ 820052 h 888988"/>
                  <a:gd name="connsiteX42" fmla="*/ 621280 w 775786"/>
                  <a:gd name="connsiteY42" fmla="*/ 783211 h 888988"/>
                  <a:gd name="connsiteX43" fmla="*/ 658122 w 775786"/>
                  <a:gd name="connsiteY43" fmla="*/ 783211 h 888988"/>
                  <a:gd name="connsiteX44" fmla="*/ 658122 w 775786"/>
                  <a:gd name="connsiteY44" fmla="*/ 757535 h 888988"/>
                  <a:gd name="connsiteX45" fmla="*/ 621280 w 775786"/>
                  <a:gd name="connsiteY45" fmla="*/ 757535 h 888988"/>
                  <a:gd name="connsiteX46" fmla="*/ 621280 w 775786"/>
                  <a:gd name="connsiteY46" fmla="*/ 720694 h 888988"/>
                  <a:gd name="connsiteX47" fmla="*/ 658122 w 775786"/>
                  <a:gd name="connsiteY47" fmla="*/ 720694 h 888988"/>
                  <a:gd name="connsiteX48" fmla="*/ 658122 w 775786"/>
                  <a:gd name="connsiteY48" fmla="*/ 695017 h 888988"/>
                  <a:gd name="connsiteX49" fmla="*/ 621280 w 775786"/>
                  <a:gd name="connsiteY49" fmla="*/ 695017 h 888988"/>
                  <a:gd name="connsiteX50" fmla="*/ 621280 w 775786"/>
                  <a:gd name="connsiteY50" fmla="*/ 658176 h 888988"/>
                  <a:gd name="connsiteX51" fmla="*/ 658122 w 775786"/>
                  <a:gd name="connsiteY51" fmla="*/ 658176 h 888988"/>
                  <a:gd name="connsiteX52" fmla="*/ 710709 w 775786"/>
                  <a:gd name="connsiteY52" fmla="*/ 820052 h 888988"/>
                  <a:gd name="connsiteX53" fmla="*/ 673895 w 775786"/>
                  <a:gd name="connsiteY53" fmla="*/ 820052 h 888988"/>
                  <a:gd name="connsiteX54" fmla="*/ 673895 w 775786"/>
                  <a:gd name="connsiteY54" fmla="*/ 783211 h 888988"/>
                  <a:gd name="connsiteX55" fmla="*/ 710709 w 775786"/>
                  <a:gd name="connsiteY55" fmla="*/ 783211 h 888988"/>
                  <a:gd name="connsiteX56" fmla="*/ 710709 w 775786"/>
                  <a:gd name="connsiteY56" fmla="*/ 757535 h 888988"/>
                  <a:gd name="connsiteX57" fmla="*/ 673895 w 775786"/>
                  <a:gd name="connsiteY57" fmla="*/ 757535 h 888988"/>
                  <a:gd name="connsiteX58" fmla="*/ 673895 w 775786"/>
                  <a:gd name="connsiteY58" fmla="*/ 720694 h 888988"/>
                  <a:gd name="connsiteX59" fmla="*/ 710709 w 775786"/>
                  <a:gd name="connsiteY59" fmla="*/ 720694 h 888988"/>
                  <a:gd name="connsiteX60" fmla="*/ 710709 w 775786"/>
                  <a:gd name="connsiteY60" fmla="*/ 695017 h 888988"/>
                  <a:gd name="connsiteX61" fmla="*/ 673895 w 775786"/>
                  <a:gd name="connsiteY61" fmla="*/ 695017 h 888988"/>
                  <a:gd name="connsiteX62" fmla="*/ 673895 w 775786"/>
                  <a:gd name="connsiteY62" fmla="*/ 658176 h 888988"/>
                  <a:gd name="connsiteX63" fmla="*/ 710709 w 775786"/>
                  <a:gd name="connsiteY63" fmla="*/ 658176 h 888988"/>
                  <a:gd name="connsiteX64" fmla="*/ 721243 w 775786"/>
                  <a:gd name="connsiteY64" fmla="*/ 587813 h 888988"/>
                  <a:gd name="connsiteX65" fmla="*/ 558159 w 775786"/>
                  <a:gd name="connsiteY65" fmla="*/ 587813 h 888988"/>
                  <a:gd name="connsiteX66" fmla="*/ 558159 w 775786"/>
                  <a:gd name="connsiteY66" fmla="*/ 474711 h 888988"/>
                  <a:gd name="connsiteX67" fmla="*/ 721243 w 775786"/>
                  <a:gd name="connsiteY67" fmla="*/ 474711 h 888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775786" h="888988">
                    <a:moveTo>
                      <a:pt x="702754" y="421493"/>
                    </a:moveTo>
                    <a:lnTo>
                      <a:pt x="654555" y="421493"/>
                    </a:lnTo>
                    <a:lnTo>
                      <a:pt x="654555" y="103912"/>
                    </a:lnTo>
                    <a:cubicBezTo>
                      <a:pt x="654473" y="46555"/>
                      <a:pt x="608003" y="77"/>
                      <a:pt x="550643" y="0"/>
                    </a:cubicBezTo>
                    <a:lnTo>
                      <a:pt x="127806" y="0"/>
                    </a:lnTo>
                    <a:cubicBezTo>
                      <a:pt x="70446" y="60"/>
                      <a:pt x="23948" y="46549"/>
                      <a:pt x="23893" y="103912"/>
                    </a:cubicBezTo>
                    <a:lnTo>
                      <a:pt x="23893" y="112142"/>
                    </a:lnTo>
                    <a:cubicBezTo>
                      <a:pt x="9876" y="114309"/>
                      <a:pt x="0" y="119466"/>
                      <a:pt x="0" y="125474"/>
                    </a:cubicBezTo>
                    <a:cubicBezTo>
                      <a:pt x="0" y="133457"/>
                      <a:pt x="17337" y="139931"/>
                      <a:pt x="38734" y="139931"/>
                    </a:cubicBezTo>
                    <a:cubicBezTo>
                      <a:pt x="60131" y="139931"/>
                      <a:pt x="77440" y="133457"/>
                      <a:pt x="77440" y="125474"/>
                    </a:cubicBezTo>
                    <a:cubicBezTo>
                      <a:pt x="77440" y="119466"/>
                      <a:pt x="67593" y="114309"/>
                      <a:pt x="53575" y="112142"/>
                    </a:cubicBezTo>
                    <a:lnTo>
                      <a:pt x="53575" y="103912"/>
                    </a:lnTo>
                    <a:cubicBezTo>
                      <a:pt x="53630" y="62934"/>
                      <a:pt x="86823" y="29728"/>
                      <a:pt x="127806" y="29681"/>
                    </a:cubicBezTo>
                    <a:lnTo>
                      <a:pt x="550643" y="29681"/>
                    </a:lnTo>
                    <a:cubicBezTo>
                      <a:pt x="591544" y="29819"/>
                      <a:pt x="624654" y="62998"/>
                      <a:pt x="624709" y="103912"/>
                    </a:cubicBezTo>
                    <a:lnTo>
                      <a:pt x="624709" y="421493"/>
                    </a:lnTo>
                    <a:lnTo>
                      <a:pt x="576648" y="421493"/>
                    </a:lnTo>
                    <a:cubicBezTo>
                      <a:pt x="536186" y="421490"/>
                      <a:pt x="503405" y="454282"/>
                      <a:pt x="503405" y="494733"/>
                    </a:cubicBezTo>
                    <a:cubicBezTo>
                      <a:pt x="503405" y="499616"/>
                      <a:pt x="503898" y="504488"/>
                      <a:pt x="504859" y="509275"/>
                    </a:cubicBezTo>
                    <a:lnTo>
                      <a:pt x="542385" y="695072"/>
                    </a:lnTo>
                    <a:lnTo>
                      <a:pt x="542385" y="839611"/>
                    </a:lnTo>
                    <a:cubicBezTo>
                      <a:pt x="542385" y="866881"/>
                      <a:pt x="564496" y="888989"/>
                      <a:pt x="591763" y="888989"/>
                    </a:cubicBezTo>
                    <a:lnTo>
                      <a:pt x="687419" y="888989"/>
                    </a:lnTo>
                    <a:cubicBezTo>
                      <a:pt x="714686" y="888989"/>
                      <a:pt x="736796" y="866881"/>
                      <a:pt x="736796" y="839611"/>
                    </a:cubicBezTo>
                    <a:lnTo>
                      <a:pt x="736796" y="695017"/>
                    </a:lnTo>
                    <a:lnTo>
                      <a:pt x="774323" y="509220"/>
                    </a:lnTo>
                    <a:cubicBezTo>
                      <a:pt x="782333" y="469567"/>
                      <a:pt x="756657" y="430937"/>
                      <a:pt x="717018" y="422938"/>
                    </a:cubicBezTo>
                    <a:cubicBezTo>
                      <a:pt x="712327" y="421992"/>
                      <a:pt x="707554" y="421506"/>
                      <a:pt x="702754" y="421493"/>
                    </a:cubicBezTo>
                    <a:close/>
                    <a:moveTo>
                      <a:pt x="605507" y="820052"/>
                    </a:moveTo>
                    <a:lnTo>
                      <a:pt x="568693" y="820052"/>
                    </a:lnTo>
                    <a:lnTo>
                      <a:pt x="568693" y="783211"/>
                    </a:lnTo>
                    <a:lnTo>
                      <a:pt x="605507" y="783211"/>
                    </a:lnTo>
                    <a:close/>
                    <a:moveTo>
                      <a:pt x="605507" y="757535"/>
                    </a:moveTo>
                    <a:lnTo>
                      <a:pt x="568693" y="757535"/>
                    </a:lnTo>
                    <a:lnTo>
                      <a:pt x="568693" y="720694"/>
                    </a:lnTo>
                    <a:lnTo>
                      <a:pt x="605507" y="720694"/>
                    </a:lnTo>
                    <a:close/>
                    <a:moveTo>
                      <a:pt x="605507" y="695017"/>
                    </a:moveTo>
                    <a:lnTo>
                      <a:pt x="568693" y="695017"/>
                    </a:lnTo>
                    <a:lnTo>
                      <a:pt x="568693" y="658176"/>
                    </a:lnTo>
                    <a:lnTo>
                      <a:pt x="605507" y="658176"/>
                    </a:lnTo>
                    <a:close/>
                    <a:moveTo>
                      <a:pt x="658122" y="820052"/>
                    </a:moveTo>
                    <a:lnTo>
                      <a:pt x="621280" y="820052"/>
                    </a:lnTo>
                    <a:lnTo>
                      <a:pt x="621280" y="783211"/>
                    </a:lnTo>
                    <a:lnTo>
                      <a:pt x="658122" y="783211"/>
                    </a:lnTo>
                    <a:close/>
                    <a:moveTo>
                      <a:pt x="658122" y="757535"/>
                    </a:moveTo>
                    <a:lnTo>
                      <a:pt x="621280" y="757535"/>
                    </a:lnTo>
                    <a:lnTo>
                      <a:pt x="621280" y="720694"/>
                    </a:lnTo>
                    <a:lnTo>
                      <a:pt x="658122" y="720694"/>
                    </a:lnTo>
                    <a:close/>
                    <a:moveTo>
                      <a:pt x="658122" y="695017"/>
                    </a:moveTo>
                    <a:lnTo>
                      <a:pt x="621280" y="695017"/>
                    </a:lnTo>
                    <a:lnTo>
                      <a:pt x="621280" y="658176"/>
                    </a:lnTo>
                    <a:lnTo>
                      <a:pt x="658122" y="658176"/>
                    </a:lnTo>
                    <a:close/>
                    <a:moveTo>
                      <a:pt x="710709" y="820052"/>
                    </a:moveTo>
                    <a:lnTo>
                      <a:pt x="673895" y="820052"/>
                    </a:lnTo>
                    <a:lnTo>
                      <a:pt x="673895" y="783211"/>
                    </a:lnTo>
                    <a:lnTo>
                      <a:pt x="710709" y="783211"/>
                    </a:lnTo>
                    <a:close/>
                    <a:moveTo>
                      <a:pt x="710709" y="757535"/>
                    </a:moveTo>
                    <a:lnTo>
                      <a:pt x="673895" y="757535"/>
                    </a:lnTo>
                    <a:lnTo>
                      <a:pt x="673895" y="720694"/>
                    </a:lnTo>
                    <a:lnTo>
                      <a:pt x="710709" y="720694"/>
                    </a:lnTo>
                    <a:close/>
                    <a:moveTo>
                      <a:pt x="710709" y="695017"/>
                    </a:moveTo>
                    <a:lnTo>
                      <a:pt x="673895" y="695017"/>
                    </a:lnTo>
                    <a:lnTo>
                      <a:pt x="673895" y="658176"/>
                    </a:lnTo>
                    <a:lnTo>
                      <a:pt x="710709" y="658176"/>
                    </a:lnTo>
                    <a:close/>
                    <a:moveTo>
                      <a:pt x="721243" y="587813"/>
                    </a:moveTo>
                    <a:lnTo>
                      <a:pt x="558159" y="587813"/>
                    </a:lnTo>
                    <a:lnTo>
                      <a:pt x="558159" y="474711"/>
                    </a:lnTo>
                    <a:lnTo>
                      <a:pt x="721243" y="474711"/>
                    </a:ln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5C8752-AD3B-FC18-1A2F-AC12B813084E}"/>
                </a:ext>
              </a:extLst>
            </p:cNvPr>
            <p:cNvGrpSpPr/>
            <p:nvPr/>
          </p:nvGrpSpPr>
          <p:grpSpPr>
            <a:xfrm>
              <a:off x="10273408" y="1936039"/>
              <a:ext cx="1629396" cy="1353673"/>
              <a:chOff x="10273408" y="1936039"/>
              <a:chExt cx="1629396" cy="1353673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AFC46B4-2CD1-87E4-564F-DFF0357DFA67}"/>
                  </a:ext>
                </a:extLst>
              </p:cNvPr>
              <p:cNvGrpSpPr/>
              <p:nvPr/>
            </p:nvGrpSpPr>
            <p:grpSpPr>
              <a:xfrm>
                <a:off x="10617343" y="2316535"/>
                <a:ext cx="403082" cy="486283"/>
                <a:chOff x="10617343" y="2316535"/>
                <a:chExt cx="403082" cy="486283"/>
              </a:xfrm>
            </p:grpSpPr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C9648A20-DBAD-A96D-0BEF-BBF6D782336F}"/>
                    </a:ext>
                  </a:extLst>
                </p:cNvPr>
                <p:cNvSpPr/>
                <p:nvPr/>
              </p:nvSpPr>
              <p:spPr>
                <a:xfrm>
                  <a:off x="10631264" y="2331885"/>
                  <a:ext cx="372344" cy="470933"/>
                </a:xfrm>
                <a:prstGeom prst="roundRect">
                  <a:avLst/>
                </a:prstGeom>
                <a:noFill/>
                <a:ln w="28575">
                  <a:solidFill>
                    <a:srgbClr val="3978A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B0EE5A38-924D-4CD4-3B1C-03CF6F16B56B}"/>
                    </a:ext>
                  </a:extLst>
                </p:cNvPr>
                <p:cNvSpPr/>
                <p:nvPr/>
              </p:nvSpPr>
              <p:spPr>
                <a:xfrm>
                  <a:off x="10617343" y="2316535"/>
                  <a:ext cx="403082" cy="678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6800815-1889-3F9F-DC66-0E43DEEEC51D}"/>
                  </a:ext>
                </a:extLst>
              </p:cNvPr>
              <p:cNvSpPr txBox="1"/>
              <p:nvPr/>
            </p:nvSpPr>
            <p:spPr>
              <a:xfrm>
                <a:off x="10273408" y="2920380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Level</a:t>
                </a: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BC1687E-0F78-8564-8E6F-757E0B645514}"/>
                  </a:ext>
                </a:extLst>
              </p:cNvPr>
              <p:cNvSpPr/>
              <p:nvPr/>
            </p:nvSpPr>
            <p:spPr>
              <a:xfrm>
                <a:off x="11406520" y="2201032"/>
                <a:ext cx="226149" cy="171312"/>
              </a:xfrm>
              <a:custGeom>
                <a:avLst/>
                <a:gdLst>
                  <a:gd name="connsiteX0" fmla="*/ 0 w 226149"/>
                  <a:gd name="connsiteY0" fmla="*/ 0 h 171312"/>
                  <a:gd name="connsiteX1" fmla="*/ 226149 w 226149"/>
                  <a:gd name="connsiteY1" fmla="*/ 0 h 171312"/>
                  <a:gd name="connsiteX2" fmla="*/ 226149 w 226149"/>
                  <a:gd name="connsiteY2" fmla="*/ 171313 h 171312"/>
                  <a:gd name="connsiteX3" fmla="*/ 0 w 226149"/>
                  <a:gd name="connsiteY3" fmla="*/ 171313 h 171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6149" h="171312">
                    <a:moveTo>
                      <a:pt x="0" y="0"/>
                    </a:moveTo>
                    <a:lnTo>
                      <a:pt x="226149" y="0"/>
                    </a:lnTo>
                    <a:lnTo>
                      <a:pt x="226149" y="171313"/>
                    </a:lnTo>
                    <a:lnTo>
                      <a:pt x="0" y="171313"/>
                    </a:lnTo>
                    <a:close/>
                  </a:path>
                </a:pathLst>
              </a:custGeom>
              <a:solidFill>
                <a:srgbClr val="F6AB1B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85A37AF-D12F-E4FB-B3C3-07FEA9778631}"/>
                  </a:ext>
                </a:extLst>
              </p:cNvPr>
              <p:cNvSpPr/>
              <p:nvPr/>
            </p:nvSpPr>
            <p:spPr>
              <a:xfrm>
                <a:off x="11424789" y="2411189"/>
                <a:ext cx="187305" cy="249000"/>
              </a:xfrm>
              <a:custGeom>
                <a:avLst/>
                <a:gdLst>
                  <a:gd name="connsiteX0" fmla="*/ 0 w 187305"/>
                  <a:gd name="connsiteY0" fmla="*/ 0 h 249000"/>
                  <a:gd name="connsiteX1" fmla="*/ 187306 w 187305"/>
                  <a:gd name="connsiteY1" fmla="*/ 0 h 249000"/>
                  <a:gd name="connsiteX2" fmla="*/ 187306 w 187305"/>
                  <a:gd name="connsiteY2" fmla="*/ 249000 h 249000"/>
                  <a:gd name="connsiteX3" fmla="*/ 0 w 187305"/>
                  <a:gd name="connsiteY3" fmla="*/ 249000 h 24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7305" h="249000">
                    <a:moveTo>
                      <a:pt x="0" y="0"/>
                    </a:moveTo>
                    <a:lnTo>
                      <a:pt x="187306" y="0"/>
                    </a:lnTo>
                    <a:lnTo>
                      <a:pt x="187306" y="249000"/>
                    </a:lnTo>
                    <a:lnTo>
                      <a:pt x="0" y="249000"/>
                    </a:lnTo>
                    <a:close/>
                  </a:path>
                </a:pathLst>
              </a:custGeom>
              <a:solidFill>
                <a:srgbClr val="B3B3B3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E798FA4D-5B68-6DD2-D7CE-5B9F51B0956E}"/>
                  </a:ext>
                </a:extLst>
              </p:cNvPr>
              <p:cNvGrpSpPr/>
              <p:nvPr/>
            </p:nvGrpSpPr>
            <p:grpSpPr>
              <a:xfrm>
                <a:off x="10617343" y="2502795"/>
                <a:ext cx="386265" cy="254540"/>
                <a:chOff x="10443821" y="2445645"/>
                <a:chExt cx="745684" cy="254540"/>
              </a:xfrm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E263F176-2BCA-6756-C6F0-DE72A42C5A7E}"/>
                    </a:ext>
                  </a:extLst>
                </p:cNvPr>
                <p:cNvSpPr/>
                <p:nvPr/>
              </p:nvSpPr>
              <p:spPr>
                <a:xfrm>
                  <a:off x="10443821" y="2539297"/>
                  <a:ext cx="745684" cy="64930"/>
                </a:xfrm>
                <a:custGeom>
                  <a:avLst/>
                  <a:gdLst>
                    <a:gd name="connsiteX0" fmla="*/ 731776 w 745684"/>
                    <a:gd name="connsiteY0" fmla="*/ 26 h 64930"/>
                    <a:gd name="connsiteX1" fmla="*/ 664623 w 745684"/>
                    <a:gd name="connsiteY1" fmla="*/ 20655 h 64930"/>
                    <a:gd name="connsiteX2" fmla="*/ 612118 w 745684"/>
                    <a:gd name="connsiteY2" fmla="*/ 37114 h 64930"/>
                    <a:gd name="connsiteX3" fmla="*/ 559613 w 745684"/>
                    <a:gd name="connsiteY3" fmla="*/ 20655 h 64930"/>
                    <a:gd name="connsiteX4" fmla="*/ 492459 w 745684"/>
                    <a:gd name="connsiteY4" fmla="*/ 26 h 64930"/>
                    <a:gd name="connsiteX5" fmla="*/ 447773 w 745684"/>
                    <a:gd name="connsiteY5" fmla="*/ 8420 h 64930"/>
                    <a:gd name="connsiteX6" fmla="*/ 439845 w 745684"/>
                    <a:gd name="connsiteY6" fmla="*/ 12179 h 64930"/>
                    <a:gd name="connsiteX7" fmla="*/ 425306 w 745684"/>
                    <a:gd name="connsiteY7" fmla="*/ 20655 h 64930"/>
                    <a:gd name="connsiteX8" fmla="*/ 372828 w 745684"/>
                    <a:gd name="connsiteY8" fmla="*/ 37114 h 64930"/>
                    <a:gd name="connsiteX9" fmla="*/ 320351 w 745684"/>
                    <a:gd name="connsiteY9" fmla="*/ 20655 h 64930"/>
                    <a:gd name="connsiteX10" fmla="*/ 305702 w 745684"/>
                    <a:gd name="connsiteY10" fmla="*/ 12124 h 64930"/>
                    <a:gd name="connsiteX11" fmla="*/ 298021 w 745684"/>
                    <a:gd name="connsiteY11" fmla="*/ 8475 h 64930"/>
                    <a:gd name="connsiteX12" fmla="*/ 253198 w 745684"/>
                    <a:gd name="connsiteY12" fmla="*/ 26 h 64930"/>
                    <a:gd name="connsiteX13" fmla="*/ 186044 w 745684"/>
                    <a:gd name="connsiteY13" fmla="*/ 20655 h 64930"/>
                    <a:gd name="connsiteX14" fmla="*/ 133539 w 745684"/>
                    <a:gd name="connsiteY14" fmla="*/ 37114 h 64930"/>
                    <a:gd name="connsiteX15" fmla="*/ 81062 w 745684"/>
                    <a:gd name="connsiteY15" fmla="*/ 20655 h 64930"/>
                    <a:gd name="connsiteX16" fmla="*/ 13908 w 745684"/>
                    <a:gd name="connsiteY16" fmla="*/ 26 h 64930"/>
                    <a:gd name="connsiteX17" fmla="*/ 0 w 745684"/>
                    <a:gd name="connsiteY17" fmla="*/ 13934 h 64930"/>
                    <a:gd name="connsiteX18" fmla="*/ 13908 w 745684"/>
                    <a:gd name="connsiteY18" fmla="*/ 27842 h 64930"/>
                    <a:gd name="connsiteX19" fmla="*/ 66413 w 745684"/>
                    <a:gd name="connsiteY19" fmla="*/ 44301 h 64930"/>
                    <a:gd name="connsiteX20" fmla="*/ 133539 w 745684"/>
                    <a:gd name="connsiteY20" fmla="*/ 64930 h 64930"/>
                    <a:gd name="connsiteX21" fmla="*/ 200693 w 745684"/>
                    <a:gd name="connsiteY21" fmla="*/ 44301 h 64930"/>
                    <a:gd name="connsiteX22" fmla="*/ 253198 w 745684"/>
                    <a:gd name="connsiteY22" fmla="*/ 27842 h 64930"/>
                    <a:gd name="connsiteX23" fmla="*/ 305675 w 745684"/>
                    <a:gd name="connsiteY23" fmla="*/ 44301 h 64930"/>
                    <a:gd name="connsiteX24" fmla="*/ 372828 w 745684"/>
                    <a:gd name="connsiteY24" fmla="*/ 64930 h 64930"/>
                    <a:gd name="connsiteX25" fmla="*/ 439982 w 745684"/>
                    <a:gd name="connsiteY25" fmla="*/ 44301 h 64930"/>
                    <a:gd name="connsiteX26" fmla="*/ 492459 w 745684"/>
                    <a:gd name="connsiteY26" fmla="*/ 27842 h 64930"/>
                    <a:gd name="connsiteX27" fmla="*/ 544964 w 745684"/>
                    <a:gd name="connsiteY27" fmla="*/ 44301 h 64930"/>
                    <a:gd name="connsiteX28" fmla="*/ 612118 w 745684"/>
                    <a:gd name="connsiteY28" fmla="*/ 64930 h 64930"/>
                    <a:gd name="connsiteX29" fmla="*/ 679271 w 745684"/>
                    <a:gd name="connsiteY29" fmla="*/ 44301 h 64930"/>
                    <a:gd name="connsiteX30" fmla="*/ 731776 w 745684"/>
                    <a:gd name="connsiteY30" fmla="*/ 27842 h 64930"/>
                    <a:gd name="connsiteX31" fmla="*/ 745684 w 745684"/>
                    <a:gd name="connsiteY31" fmla="*/ 13934 h 64930"/>
                    <a:gd name="connsiteX32" fmla="*/ 731776 w 745684"/>
                    <a:gd name="connsiteY32" fmla="*/ 26 h 64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745684" h="64930">
                      <a:moveTo>
                        <a:pt x="731776" y="26"/>
                      </a:moveTo>
                      <a:cubicBezTo>
                        <a:pt x="697898" y="26"/>
                        <a:pt x="680204" y="10999"/>
                        <a:pt x="664623" y="20655"/>
                      </a:cubicBezTo>
                      <a:cubicBezTo>
                        <a:pt x="650358" y="29488"/>
                        <a:pt x="638068" y="37114"/>
                        <a:pt x="612118" y="37114"/>
                      </a:cubicBezTo>
                      <a:cubicBezTo>
                        <a:pt x="586167" y="37114"/>
                        <a:pt x="573878" y="29488"/>
                        <a:pt x="559613" y="20655"/>
                      </a:cubicBezTo>
                      <a:cubicBezTo>
                        <a:pt x="544032" y="10972"/>
                        <a:pt x="526338" y="26"/>
                        <a:pt x="492459" y="26"/>
                      </a:cubicBezTo>
                      <a:cubicBezTo>
                        <a:pt x="477152" y="-306"/>
                        <a:pt x="461928" y="2553"/>
                        <a:pt x="447773" y="8420"/>
                      </a:cubicBezTo>
                      <a:cubicBezTo>
                        <a:pt x="445222" y="9847"/>
                        <a:pt x="442561" y="11103"/>
                        <a:pt x="439845" y="12179"/>
                      </a:cubicBezTo>
                      <a:cubicBezTo>
                        <a:pt x="434605" y="14922"/>
                        <a:pt x="429860" y="17830"/>
                        <a:pt x="425306" y="20655"/>
                      </a:cubicBezTo>
                      <a:cubicBezTo>
                        <a:pt x="411068" y="29488"/>
                        <a:pt x="398779" y="37114"/>
                        <a:pt x="372828" y="37114"/>
                      </a:cubicBezTo>
                      <a:cubicBezTo>
                        <a:pt x="346878" y="37114"/>
                        <a:pt x="334588" y="29488"/>
                        <a:pt x="320351" y="20655"/>
                      </a:cubicBezTo>
                      <a:cubicBezTo>
                        <a:pt x="315770" y="17912"/>
                        <a:pt x="310997" y="14867"/>
                        <a:pt x="305702" y="12124"/>
                      </a:cubicBezTo>
                      <a:cubicBezTo>
                        <a:pt x="303069" y="11084"/>
                        <a:pt x="300490" y="9866"/>
                        <a:pt x="298021" y="8475"/>
                      </a:cubicBezTo>
                      <a:cubicBezTo>
                        <a:pt x="283839" y="2572"/>
                        <a:pt x="268559" y="-308"/>
                        <a:pt x="253198" y="26"/>
                      </a:cubicBezTo>
                      <a:cubicBezTo>
                        <a:pt x="219319" y="26"/>
                        <a:pt x="201625" y="10999"/>
                        <a:pt x="186044" y="20655"/>
                      </a:cubicBezTo>
                      <a:cubicBezTo>
                        <a:pt x="171807" y="29488"/>
                        <a:pt x="159490" y="37114"/>
                        <a:pt x="133539" y="37114"/>
                      </a:cubicBezTo>
                      <a:cubicBezTo>
                        <a:pt x="107588" y="37114"/>
                        <a:pt x="95299" y="29488"/>
                        <a:pt x="81062" y="20655"/>
                      </a:cubicBezTo>
                      <a:cubicBezTo>
                        <a:pt x="65480" y="10972"/>
                        <a:pt x="47787" y="26"/>
                        <a:pt x="13908" y="26"/>
                      </a:cubicBezTo>
                      <a:cubicBezTo>
                        <a:pt x="6227" y="26"/>
                        <a:pt x="0" y="6253"/>
                        <a:pt x="0" y="13934"/>
                      </a:cubicBezTo>
                      <a:cubicBezTo>
                        <a:pt x="0" y="21615"/>
                        <a:pt x="6227" y="27842"/>
                        <a:pt x="13908" y="27842"/>
                      </a:cubicBezTo>
                      <a:cubicBezTo>
                        <a:pt x="39859" y="27842"/>
                        <a:pt x="52148" y="35468"/>
                        <a:pt x="66413" y="44301"/>
                      </a:cubicBezTo>
                      <a:cubicBezTo>
                        <a:pt x="81994" y="53985"/>
                        <a:pt x="99688" y="64930"/>
                        <a:pt x="133539" y="64930"/>
                      </a:cubicBezTo>
                      <a:cubicBezTo>
                        <a:pt x="167390" y="64930"/>
                        <a:pt x="185111" y="53958"/>
                        <a:pt x="200693" y="44301"/>
                      </a:cubicBezTo>
                      <a:cubicBezTo>
                        <a:pt x="214930" y="35468"/>
                        <a:pt x="227247" y="27842"/>
                        <a:pt x="253198" y="27842"/>
                      </a:cubicBezTo>
                      <a:cubicBezTo>
                        <a:pt x="279148" y="27842"/>
                        <a:pt x="291438" y="35468"/>
                        <a:pt x="305675" y="44301"/>
                      </a:cubicBezTo>
                      <a:cubicBezTo>
                        <a:pt x="321284" y="53985"/>
                        <a:pt x="338950" y="64930"/>
                        <a:pt x="372828" y="64930"/>
                      </a:cubicBezTo>
                      <a:cubicBezTo>
                        <a:pt x="406707" y="64930"/>
                        <a:pt x="424373" y="53958"/>
                        <a:pt x="439982" y="44301"/>
                      </a:cubicBezTo>
                      <a:cubicBezTo>
                        <a:pt x="454219" y="35468"/>
                        <a:pt x="466509" y="27842"/>
                        <a:pt x="492459" y="27842"/>
                      </a:cubicBezTo>
                      <a:cubicBezTo>
                        <a:pt x="518410" y="27842"/>
                        <a:pt x="530864" y="35468"/>
                        <a:pt x="544964" y="44301"/>
                      </a:cubicBezTo>
                      <a:cubicBezTo>
                        <a:pt x="560573" y="53985"/>
                        <a:pt x="578239" y="64930"/>
                        <a:pt x="612118" y="64930"/>
                      </a:cubicBezTo>
                      <a:cubicBezTo>
                        <a:pt x="645996" y="64930"/>
                        <a:pt x="663690" y="53958"/>
                        <a:pt x="679271" y="44301"/>
                      </a:cubicBezTo>
                      <a:cubicBezTo>
                        <a:pt x="693509" y="35468"/>
                        <a:pt x="705826" y="27842"/>
                        <a:pt x="731776" y="27842"/>
                      </a:cubicBezTo>
                      <a:cubicBezTo>
                        <a:pt x="739457" y="27842"/>
                        <a:pt x="745684" y="21615"/>
                        <a:pt x="745684" y="13934"/>
                      </a:cubicBezTo>
                      <a:cubicBezTo>
                        <a:pt x="745684" y="6253"/>
                        <a:pt x="739457" y="26"/>
                        <a:pt x="731776" y="26"/>
                      </a:cubicBezTo>
                      <a:close/>
                    </a:path>
                  </a:pathLst>
                </a:custGeom>
                <a:solidFill>
                  <a:srgbClr val="39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C70EE401-8F95-5210-16D6-FC821DFB325B}"/>
                    </a:ext>
                  </a:extLst>
                </p:cNvPr>
                <p:cNvSpPr/>
                <p:nvPr/>
              </p:nvSpPr>
              <p:spPr>
                <a:xfrm>
                  <a:off x="10443821" y="2445645"/>
                  <a:ext cx="745684" cy="64930"/>
                </a:xfrm>
                <a:custGeom>
                  <a:avLst/>
                  <a:gdLst>
                    <a:gd name="connsiteX0" fmla="*/ 731776 w 745684"/>
                    <a:gd name="connsiteY0" fmla="*/ 26 h 64930"/>
                    <a:gd name="connsiteX1" fmla="*/ 664623 w 745684"/>
                    <a:gd name="connsiteY1" fmla="*/ 20655 h 64930"/>
                    <a:gd name="connsiteX2" fmla="*/ 612118 w 745684"/>
                    <a:gd name="connsiteY2" fmla="*/ 37114 h 64930"/>
                    <a:gd name="connsiteX3" fmla="*/ 559613 w 745684"/>
                    <a:gd name="connsiteY3" fmla="*/ 20655 h 64930"/>
                    <a:gd name="connsiteX4" fmla="*/ 492459 w 745684"/>
                    <a:gd name="connsiteY4" fmla="*/ 26 h 64930"/>
                    <a:gd name="connsiteX5" fmla="*/ 447773 w 745684"/>
                    <a:gd name="connsiteY5" fmla="*/ 8420 h 64930"/>
                    <a:gd name="connsiteX6" fmla="*/ 439845 w 745684"/>
                    <a:gd name="connsiteY6" fmla="*/ 12179 h 64930"/>
                    <a:gd name="connsiteX7" fmla="*/ 425306 w 745684"/>
                    <a:gd name="connsiteY7" fmla="*/ 20655 h 64930"/>
                    <a:gd name="connsiteX8" fmla="*/ 372828 w 745684"/>
                    <a:gd name="connsiteY8" fmla="*/ 37114 h 64930"/>
                    <a:gd name="connsiteX9" fmla="*/ 320351 w 745684"/>
                    <a:gd name="connsiteY9" fmla="*/ 20655 h 64930"/>
                    <a:gd name="connsiteX10" fmla="*/ 305702 w 745684"/>
                    <a:gd name="connsiteY10" fmla="*/ 12124 h 64930"/>
                    <a:gd name="connsiteX11" fmla="*/ 298021 w 745684"/>
                    <a:gd name="connsiteY11" fmla="*/ 8475 h 64930"/>
                    <a:gd name="connsiteX12" fmla="*/ 253198 w 745684"/>
                    <a:gd name="connsiteY12" fmla="*/ 26 h 64930"/>
                    <a:gd name="connsiteX13" fmla="*/ 186044 w 745684"/>
                    <a:gd name="connsiteY13" fmla="*/ 20655 h 64930"/>
                    <a:gd name="connsiteX14" fmla="*/ 133539 w 745684"/>
                    <a:gd name="connsiteY14" fmla="*/ 37114 h 64930"/>
                    <a:gd name="connsiteX15" fmla="*/ 81062 w 745684"/>
                    <a:gd name="connsiteY15" fmla="*/ 20655 h 64930"/>
                    <a:gd name="connsiteX16" fmla="*/ 13908 w 745684"/>
                    <a:gd name="connsiteY16" fmla="*/ 26 h 64930"/>
                    <a:gd name="connsiteX17" fmla="*/ 0 w 745684"/>
                    <a:gd name="connsiteY17" fmla="*/ 13934 h 64930"/>
                    <a:gd name="connsiteX18" fmla="*/ 13908 w 745684"/>
                    <a:gd name="connsiteY18" fmla="*/ 27842 h 64930"/>
                    <a:gd name="connsiteX19" fmla="*/ 66413 w 745684"/>
                    <a:gd name="connsiteY19" fmla="*/ 44301 h 64930"/>
                    <a:gd name="connsiteX20" fmla="*/ 133539 w 745684"/>
                    <a:gd name="connsiteY20" fmla="*/ 64930 h 64930"/>
                    <a:gd name="connsiteX21" fmla="*/ 200693 w 745684"/>
                    <a:gd name="connsiteY21" fmla="*/ 44301 h 64930"/>
                    <a:gd name="connsiteX22" fmla="*/ 253198 w 745684"/>
                    <a:gd name="connsiteY22" fmla="*/ 27842 h 64930"/>
                    <a:gd name="connsiteX23" fmla="*/ 305675 w 745684"/>
                    <a:gd name="connsiteY23" fmla="*/ 44301 h 64930"/>
                    <a:gd name="connsiteX24" fmla="*/ 372828 w 745684"/>
                    <a:gd name="connsiteY24" fmla="*/ 64930 h 64930"/>
                    <a:gd name="connsiteX25" fmla="*/ 439982 w 745684"/>
                    <a:gd name="connsiteY25" fmla="*/ 44301 h 64930"/>
                    <a:gd name="connsiteX26" fmla="*/ 492459 w 745684"/>
                    <a:gd name="connsiteY26" fmla="*/ 27842 h 64930"/>
                    <a:gd name="connsiteX27" fmla="*/ 544964 w 745684"/>
                    <a:gd name="connsiteY27" fmla="*/ 44301 h 64930"/>
                    <a:gd name="connsiteX28" fmla="*/ 612118 w 745684"/>
                    <a:gd name="connsiteY28" fmla="*/ 64930 h 64930"/>
                    <a:gd name="connsiteX29" fmla="*/ 679271 w 745684"/>
                    <a:gd name="connsiteY29" fmla="*/ 44301 h 64930"/>
                    <a:gd name="connsiteX30" fmla="*/ 731776 w 745684"/>
                    <a:gd name="connsiteY30" fmla="*/ 27842 h 64930"/>
                    <a:gd name="connsiteX31" fmla="*/ 745684 w 745684"/>
                    <a:gd name="connsiteY31" fmla="*/ 13934 h 64930"/>
                    <a:gd name="connsiteX32" fmla="*/ 731776 w 745684"/>
                    <a:gd name="connsiteY32" fmla="*/ 26 h 64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745684" h="64930">
                      <a:moveTo>
                        <a:pt x="731776" y="26"/>
                      </a:moveTo>
                      <a:cubicBezTo>
                        <a:pt x="697898" y="26"/>
                        <a:pt x="680204" y="10999"/>
                        <a:pt x="664623" y="20655"/>
                      </a:cubicBezTo>
                      <a:cubicBezTo>
                        <a:pt x="650358" y="29488"/>
                        <a:pt x="638068" y="37114"/>
                        <a:pt x="612118" y="37114"/>
                      </a:cubicBezTo>
                      <a:cubicBezTo>
                        <a:pt x="586167" y="37114"/>
                        <a:pt x="573878" y="29488"/>
                        <a:pt x="559613" y="20655"/>
                      </a:cubicBezTo>
                      <a:cubicBezTo>
                        <a:pt x="544032" y="10972"/>
                        <a:pt x="526338" y="26"/>
                        <a:pt x="492459" y="26"/>
                      </a:cubicBezTo>
                      <a:cubicBezTo>
                        <a:pt x="477152" y="-306"/>
                        <a:pt x="461928" y="2553"/>
                        <a:pt x="447773" y="8420"/>
                      </a:cubicBezTo>
                      <a:cubicBezTo>
                        <a:pt x="445222" y="9847"/>
                        <a:pt x="442561" y="11103"/>
                        <a:pt x="439845" y="12179"/>
                      </a:cubicBezTo>
                      <a:cubicBezTo>
                        <a:pt x="434605" y="14922"/>
                        <a:pt x="429860" y="17830"/>
                        <a:pt x="425306" y="20655"/>
                      </a:cubicBezTo>
                      <a:cubicBezTo>
                        <a:pt x="411068" y="29488"/>
                        <a:pt x="398779" y="37114"/>
                        <a:pt x="372828" y="37114"/>
                      </a:cubicBezTo>
                      <a:cubicBezTo>
                        <a:pt x="346878" y="37114"/>
                        <a:pt x="334588" y="29488"/>
                        <a:pt x="320351" y="20655"/>
                      </a:cubicBezTo>
                      <a:cubicBezTo>
                        <a:pt x="315770" y="17912"/>
                        <a:pt x="310997" y="14867"/>
                        <a:pt x="305702" y="12124"/>
                      </a:cubicBezTo>
                      <a:cubicBezTo>
                        <a:pt x="303069" y="11084"/>
                        <a:pt x="300490" y="9866"/>
                        <a:pt x="298021" y="8475"/>
                      </a:cubicBezTo>
                      <a:cubicBezTo>
                        <a:pt x="283839" y="2572"/>
                        <a:pt x="268559" y="-309"/>
                        <a:pt x="253198" y="26"/>
                      </a:cubicBezTo>
                      <a:cubicBezTo>
                        <a:pt x="219319" y="26"/>
                        <a:pt x="201625" y="10999"/>
                        <a:pt x="186044" y="20655"/>
                      </a:cubicBezTo>
                      <a:cubicBezTo>
                        <a:pt x="171807" y="29488"/>
                        <a:pt x="159490" y="37114"/>
                        <a:pt x="133539" y="37114"/>
                      </a:cubicBezTo>
                      <a:cubicBezTo>
                        <a:pt x="107588" y="37114"/>
                        <a:pt x="95299" y="29488"/>
                        <a:pt x="81062" y="20655"/>
                      </a:cubicBezTo>
                      <a:cubicBezTo>
                        <a:pt x="65480" y="10972"/>
                        <a:pt x="47787" y="26"/>
                        <a:pt x="13908" y="26"/>
                      </a:cubicBezTo>
                      <a:cubicBezTo>
                        <a:pt x="6227" y="26"/>
                        <a:pt x="0" y="6253"/>
                        <a:pt x="0" y="13934"/>
                      </a:cubicBezTo>
                      <a:cubicBezTo>
                        <a:pt x="0" y="21615"/>
                        <a:pt x="6227" y="27842"/>
                        <a:pt x="13908" y="27842"/>
                      </a:cubicBezTo>
                      <a:cubicBezTo>
                        <a:pt x="39859" y="27842"/>
                        <a:pt x="52148" y="35468"/>
                        <a:pt x="66413" y="44301"/>
                      </a:cubicBezTo>
                      <a:cubicBezTo>
                        <a:pt x="81994" y="53985"/>
                        <a:pt x="99688" y="64930"/>
                        <a:pt x="133539" y="64930"/>
                      </a:cubicBezTo>
                      <a:cubicBezTo>
                        <a:pt x="167390" y="64930"/>
                        <a:pt x="185111" y="53957"/>
                        <a:pt x="200693" y="44301"/>
                      </a:cubicBezTo>
                      <a:cubicBezTo>
                        <a:pt x="214930" y="35468"/>
                        <a:pt x="227247" y="27842"/>
                        <a:pt x="253198" y="27842"/>
                      </a:cubicBezTo>
                      <a:cubicBezTo>
                        <a:pt x="279148" y="27842"/>
                        <a:pt x="291438" y="35468"/>
                        <a:pt x="305675" y="44301"/>
                      </a:cubicBezTo>
                      <a:cubicBezTo>
                        <a:pt x="321284" y="53985"/>
                        <a:pt x="338950" y="64930"/>
                        <a:pt x="372828" y="64930"/>
                      </a:cubicBezTo>
                      <a:cubicBezTo>
                        <a:pt x="406707" y="64930"/>
                        <a:pt x="424373" y="53957"/>
                        <a:pt x="439982" y="44301"/>
                      </a:cubicBezTo>
                      <a:cubicBezTo>
                        <a:pt x="454219" y="35468"/>
                        <a:pt x="466509" y="27842"/>
                        <a:pt x="492459" y="27842"/>
                      </a:cubicBezTo>
                      <a:cubicBezTo>
                        <a:pt x="518410" y="27842"/>
                        <a:pt x="530864" y="35468"/>
                        <a:pt x="544964" y="44301"/>
                      </a:cubicBezTo>
                      <a:cubicBezTo>
                        <a:pt x="560573" y="53985"/>
                        <a:pt x="578239" y="64930"/>
                        <a:pt x="612118" y="64930"/>
                      </a:cubicBezTo>
                      <a:cubicBezTo>
                        <a:pt x="645996" y="64930"/>
                        <a:pt x="663690" y="53957"/>
                        <a:pt x="679271" y="44301"/>
                      </a:cubicBezTo>
                      <a:cubicBezTo>
                        <a:pt x="693509" y="35468"/>
                        <a:pt x="705826" y="27842"/>
                        <a:pt x="731776" y="27842"/>
                      </a:cubicBezTo>
                      <a:cubicBezTo>
                        <a:pt x="739457" y="27842"/>
                        <a:pt x="745684" y="21615"/>
                        <a:pt x="745684" y="13934"/>
                      </a:cubicBezTo>
                      <a:cubicBezTo>
                        <a:pt x="745684" y="6253"/>
                        <a:pt x="739457" y="26"/>
                        <a:pt x="731776" y="26"/>
                      </a:cubicBezTo>
                      <a:close/>
                    </a:path>
                  </a:pathLst>
                </a:custGeom>
                <a:solidFill>
                  <a:srgbClr val="39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F69E3B73-0366-36DB-37C9-F545BE39EDF5}"/>
                    </a:ext>
                  </a:extLst>
                </p:cNvPr>
                <p:cNvSpPr/>
                <p:nvPr/>
              </p:nvSpPr>
              <p:spPr>
                <a:xfrm>
                  <a:off x="10443821" y="2635229"/>
                  <a:ext cx="745684" cy="64956"/>
                </a:xfrm>
                <a:custGeom>
                  <a:avLst/>
                  <a:gdLst>
                    <a:gd name="connsiteX0" fmla="*/ 731776 w 745684"/>
                    <a:gd name="connsiteY0" fmla="*/ 25 h 64956"/>
                    <a:gd name="connsiteX1" fmla="*/ 664623 w 745684"/>
                    <a:gd name="connsiteY1" fmla="*/ 20654 h 64956"/>
                    <a:gd name="connsiteX2" fmla="*/ 612118 w 745684"/>
                    <a:gd name="connsiteY2" fmla="*/ 37113 h 64956"/>
                    <a:gd name="connsiteX3" fmla="*/ 559613 w 745684"/>
                    <a:gd name="connsiteY3" fmla="*/ 20654 h 64956"/>
                    <a:gd name="connsiteX4" fmla="*/ 492459 w 745684"/>
                    <a:gd name="connsiteY4" fmla="*/ 25 h 64956"/>
                    <a:gd name="connsiteX5" fmla="*/ 447773 w 745684"/>
                    <a:gd name="connsiteY5" fmla="*/ 8419 h 64956"/>
                    <a:gd name="connsiteX6" fmla="*/ 439845 w 745684"/>
                    <a:gd name="connsiteY6" fmla="*/ 12177 h 64956"/>
                    <a:gd name="connsiteX7" fmla="*/ 425306 w 745684"/>
                    <a:gd name="connsiteY7" fmla="*/ 20654 h 64956"/>
                    <a:gd name="connsiteX8" fmla="*/ 372828 w 745684"/>
                    <a:gd name="connsiteY8" fmla="*/ 37113 h 64956"/>
                    <a:gd name="connsiteX9" fmla="*/ 320351 w 745684"/>
                    <a:gd name="connsiteY9" fmla="*/ 20654 h 64956"/>
                    <a:gd name="connsiteX10" fmla="*/ 305702 w 745684"/>
                    <a:gd name="connsiteY10" fmla="*/ 12122 h 64956"/>
                    <a:gd name="connsiteX11" fmla="*/ 298021 w 745684"/>
                    <a:gd name="connsiteY11" fmla="*/ 8501 h 64956"/>
                    <a:gd name="connsiteX12" fmla="*/ 253198 w 745684"/>
                    <a:gd name="connsiteY12" fmla="*/ 25 h 64956"/>
                    <a:gd name="connsiteX13" fmla="*/ 186044 w 745684"/>
                    <a:gd name="connsiteY13" fmla="*/ 20654 h 64956"/>
                    <a:gd name="connsiteX14" fmla="*/ 133539 w 745684"/>
                    <a:gd name="connsiteY14" fmla="*/ 37113 h 64956"/>
                    <a:gd name="connsiteX15" fmla="*/ 81062 w 745684"/>
                    <a:gd name="connsiteY15" fmla="*/ 20654 h 64956"/>
                    <a:gd name="connsiteX16" fmla="*/ 13908 w 745684"/>
                    <a:gd name="connsiteY16" fmla="*/ 25 h 64956"/>
                    <a:gd name="connsiteX17" fmla="*/ 0 w 745684"/>
                    <a:gd name="connsiteY17" fmla="*/ 13933 h 64956"/>
                    <a:gd name="connsiteX18" fmla="*/ 13908 w 745684"/>
                    <a:gd name="connsiteY18" fmla="*/ 27841 h 64956"/>
                    <a:gd name="connsiteX19" fmla="*/ 66413 w 745684"/>
                    <a:gd name="connsiteY19" fmla="*/ 44300 h 64956"/>
                    <a:gd name="connsiteX20" fmla="*/ 133539 w 745684"/>
                    <a:gd name="connsiteY20" fmla="*/ 64956 h 64956"/>
                    <a:gd name="connsiteX21" fmla="*/ 200693 w 745684"/>
                    <a:gd name="connsiteY21" fmla="*/ 44300 h 64956"/>
                    <a:gd name="connsiteX22" fmla="*/ 253198 w 745684"/>
                    <a:gd name="connsiteY22" fmla="*/ 27841 h 64956"/>
                    <a:gd name="connsiteX23" fmla="*/ 305675 w 745684"/>
                    <a:gd name="connsiteY23" fmla="*/ 44300 h 64956"/>
                    <a:gd name="connsiteX24" fmla="*/ 372828 w 745684"/>
                    <a:gd name="connsiteY24" fmla="*/ 64956 h 64956"/>
                    <a:gd name="connsiteX25" fmla="*/ 439982 w 745684"/>
                    <a:gd name="connsiteY25" fmla="*/ 44300 h 64956"/>
                    <a:gd name="connsiteX26" fmla="*/ 492459 w 745684"/>
                    <a:gd name="connsiteY26" fmla="*/ 27841 h 64956"/>
                    <a:gd name="connsiteX27" fmla="*/ 544964 w 745684"/>
                    <a:gd name="connsiteY27" fmla="*/ 44300 h 64956"/>
                    <a:gd name="connsiteX28" fmla="*/ 612118 w 745684"/>
                    <a:gd name="connsiteY28" fmla="*/ 64956 h 64956"/>
                    <a:gd name="connsiteX29" fmla="*/ 679271 w 745684"/>
                    <a:gd name="connsiteY29" fmla="*/ 44300 h 64956"/>
                    <a:gd name="connsiteX30" fmla="*/ 731776 w 745684"/>
                    <a:gd name="connsiteY30" fmla="*/ 27841 h 64956"/>
                    <a:gd name="connsiteX31" fmla="*/ 745684 w 745684"/>
                    <a:gd name="connsiteY31" fmla="*/ 13933 h 64956"/>
                    <a:gd name="connsiteX32" fmla="*/ 731776 w 745684"/>
                    <a:gd name="connsiteY32" fmla="*/ 25 h 64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745684" h="64956">
                      <a:moveTo>
                        <a:pt x="731776" y="25"/>
                      </a:moveTo>
                      <a:cubicBezTo>
                        <a:pt x="697898" y="25"/>
                        <a:pt x="680204" y="10998"/>
                        <a:pt x="664623" y="20654"/>
                      </a:cubicBezTo>
                      <a:cubicBezTo>
                        <a:pt x="650358" y="29487"/>
                        <a:pt x="638068" y="37113"/>
                        <a:pt x="612118" y="37113"/>
                      </a:cubicBezTo>
                      <a:cubicBezTo>
                        <a:pt x="586167" y="37113"/>
                        <a:pt x="573878" y="29459"/>
                        <a:pt x="559613" y="20654"/>
                      </a:cubicBezTo>
                      <a:cubicBezTo>
                        <a:pt x="544032" y="10998"/>
                        <a:pt x="526338" y="25"/>
                        <a:pt x="492459" y="25"/>
                      </a:cubicBezTo>
                      <a:cubicBezTo>
                        <a:pt x="477152" y="-291"/>
                        <a:pt x="461928" y="2568"/>
                        <a:pt x="447773" y="8419"/>
                      </a:cubicBezTo>
                      <a:cubicBezTo>
                        <a:pt x="445222" y="9856"/>
                        <a:pt x="442561" y="11113"/>
                        <a:pt x="439845" y="12177"/>
                      </a:cubicBezTo>
                      <a:cubicBezTo>
                        <a:pt x="434605" y="14920"/>
                        <a:pt x="429860" y="17856"/>
                        <a:pt x="425306" y="20654"/>
                      </a:cubicBezTo>
                      <a:cubicBezTo>
                        <a:pt x="411068" y="29487"/>
                        <a:pt x="398779" y="37113"/>
                        <a:pt x="372828" y="37113"/>
                      </a:cubicBezTo>
                      <a:cubicBezTo>
                        <a:pt x="346878" y="37113"/>
                        <a:pt x="334588" y="29459"/>
                        <a:pt x="320351" y="20654"/>
                      </a:cubicBezTo>
                      <a:cubicBezTo>
                        <a:pt x="315770" y="17910"/>
                        <a:pt x="310997" y="14893"/>
                        <a:pt x="305702" y="12122"/>
                      </a:cubicBezTo>
                      <a:cubicBezTo>
                        <a:pt x="303069" y="11080"/>
                        <a:pt x="300490" y="9870"/>
                        <a:pt x="298021" y="8501"/>
                      </a:cubicBezTo>
                      <a:cubicBezTo>
                        <a:pt x="283839" y="2587"/>
                        <a:pt x="268559" y="-302"/>
                        <a:pt x="253198" y="25"/>
                      </a:cubicBezTo>
                      <a:cubicBezTo>
                        <a:pt x="219319" y="25"/>
                        <a:pt x="201625" y="10998"/>
                        <a:pt x="186044" y="20654"/>
                      </a:cubicBezTo>
                      <a:cubicBezTo>
                        <a:pt x="171807" y="29487"/>
                        <a:pt x="159490" y="37113"/>
                        <a:pt x="133539" y="37113"/>
                      </a:cubicBezTo>
                      <a:cubicBezTo>
                        <a:pt x="107588" y="37113"/>
                        <a:pt x="95299" y="29459"/>
                        <a:pt x="81062" y="20654"/>
                      </a:cubicBezTo>
                      <a:cubicBezTo>
                        <a:pt x="65480" y="10998"/>
                        <a:pt x="47787" y="25"/>
                        <a:pt x="13908" y="25"/>
                      </a:cubicBezTo>
                      <a:cubicBezTo>
                        <a:pt x="6227" y="25"/>
                        <a:pt x="0" y="6252"/>
                        <a:pt x="0" y="13933"/>
                      </a:cubicBezTo>
                      <a:cubicBezTo>
                        <a:pt x="0" y="21614"/>
                        <a:pt x="6227" y="27841"/>
                        <a:pt x="13908" y="27841"/>
                      </a:cubicBezTo>
                      <a:cubicBezTo>
                        <a:pt x="39859" y="27841"/>
                        <a:pt x="52148" y="35467"/>
                        <a:pt x="66413" y="44300"/>
                      </a:cubicBezTo>
                      <a:cubicBezTo>
                        <a:pt x="81994" y="53984"/>
                        <a:pt x="99688" y="64956"/>
                        <a:pt x="133539" y="64956"/>
                      </a:cubicBezTo>
                      <a:cubicBezTo>
                        <a:pt x="167390" y="64956"/>
                        <a:pt x="185111" y="53984"/>
                        <a:pt x="200693" y="44300"/>
                      </a:cubicBezTo>
                      <a:cubicBezTo>
                        <a:pt x="214930" y="35467"/>
                        <a:pt x="227247" y="27841"/>
                        <a:pt x="253198" y="27841"/>
                      </a:cubicBezTo>
                      <a:cubicBezTo>
                        <a:pt x="279148" y="27841"/>
                        <a:pt x="291438" y="35467"/>
                        <a:pt x="305675" y="44300"/>
                      </a:cubicBezTo>
                      <a:cubicBezTo>
                        <a:pt x="321284" y="53984"/>
                        <a:pt x="338950" y="64956"/>
                        <a:pt x="372828" y="64956"/>
                      </a:cubicBezTo>
                      <a:cubicBezTo>
                        <a:pt x="406707" y="64956"/>
                        <a:pt x="424373" y="53984"/>
                        <a:pt x="439982" y="44300"/>
                      </a:cubicBezTo>
                      <a:cubicBezTo>
                        <a:pt x="454219" y="35467"/>
                        <a:pt x="466509" y="27841"/>
                        <a:pt x="492459" y="27841"/>
                      </a:cubicBezTo>
                      <a:cubicBezTo>
                        <a:pt x="518410" y="27841"/>
                        <a:pt x="530864" y="35494"/>
                        <a:pt x="544964" y="44300"/>
                      </a:cubicBezTo>
                      <a:cubicBezTo>
                        <a:pt x="560573" y="53984"/>
                        <a:pt x="578239" y="64956"/>
                        <a:pt x="612118" y="64956"/>
                      </a:cubicBezTo>
                      <a:cubicBezTo>
                        <a:pt x="645996" y="64956"/>
                        <a:pt x="663690" y="53984"/>
                        <a:pt x="679271" y="44300"/>
                      </a:cubicBezTo>
                      <a:cubicBezTo>
                        <a:pt x="693509" y="35494"/>
                        <a:pt x="705826" y="27841"/>
                        <a:pt x="731776" y="27841"/>
                      </a:cubicBezTo>
                      <a:cubicBezTo>
                        <a:pt x="739457" y="27841"/>
                        <a:pt x="745684" y="21614"/>
                        <a:pt x="745684" y="13933"/>
                      </a:cubicBezTo>
                      <a:cubicBezTo>
                        <a:pt x="745684" y="6252"/>
                        <a:pt x="739457" y="25"/>
                        <a:pt x="731776" y="25"/>
                      </a:cubicBezTo>
                      <a:close/>
                    </a:path>
                  </a:pathLst>
                </a:custGeom>
                <a:solidFill>
                  <a:srgbClr val="39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D61E715-E31E-0DD4-3FDE-265516B90386}"/>
                  </a:ext>
                </a:extLst>
              </p:cNvPr>
              <p:cNvSpPr/>
              <p:nvPr/>
            </p:nvSpPr>
            <p:spPr>
              <a:xfrm>
                <a:off x="10747356" y="2277485"/>
                <a:ext cx="138613" cy="356177"/>
              </a:xfrm>
              <a:custGeom>
                <a:avLst/>
                <a:gdLst>
                  <a:gd name="connsiteX0" fmla="*/ 69321 w 138613"/>
                  <a:gd name="connsiteY0" fmla="*/ 356177 h 356177"/>
                  <a:gd name="connsiteX1" fmla="*/ 138614 w 138613"/>
                  <a:gd name="connsiteY1" fmla="*/ 339252 h 356177"/>
                  <a:gd name="connsiteX2" fmla="*/ 138614 w 138613"/>
                  <a:gd name="connsiteY2" fmla="*/ 0 h 356177"/>
                  <a:gd name="connsiteX3" fmla="*/ 69321 w 138613"/>
                  <a:gd name="connsiteY3" fmla="*/ 11549 h 356177"/>
                  <a:gd name="connsiteX4" fmla="*/ 0 w 138613"/>
                  <a:gd name="connsiteY4" fmla="*/ 0 h 356177"/>
                  <a:gd name="connsiteX5" fmla="*/ 0 w 138613"/>
                  <a:gd name="connsiteY5" fmla="*/ 339252 h 356177"/>
                  <a:gd name="connsiteX6" fmla="*/ 69321 w 138613"/>
                  <a:gd name="connsiteY6" fmla="*/ 356177 h 35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613" h="356177">
                    <a:moveTo>
                      <a:pt x="69321" y="356177"/>
                    </a:moveTo>
                    <a:cubicBezTo>
                      <a:pt x="107726" y="356177"/>
                      <a:pt x="138614" y="348606"/>
                      <a:pt x="138614" y="339252"/>
                    </a:cubicBezTo>
                    <a:lnTo>
                      <a:pt x="138614" y="0"/>
                    </a:lnTo>
                    <a:cubicBezTo>
                      <a:pt x="119796" y="10095"/>
                      <a:pt x="86493" y="11549"/>
                      <a:pt x="69321" y="11549"/>
                    </a:cubicBezTo>
                    <a:cubicBezTo>
                      <a:pt x="52148" y="11549"/>
                      <a:pt x="18818" y="10095"/>
                      <a:pt x="0" y="0"/>
                    </a:cubicBezTo>
                    <a:lnTo>
                      <a:pt x="0" y="339252"/>
                    </a:lnTo>
                    <a:cubicBezTo>
                      <a:pt x="0" y="348606"/>
                      <a:pt x="31026" y="356177"/>
                      <a:pt x="69321" y="356177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8B9959A-FFE7-01A6-14C2-7906A903FF9C}"/>
                  </a:ext>
                </a:extLst>
              </p:cNvPr>
              <p:cNvSpPr/>
              <p:nvPr/>
            </p:nvSpPr>
            <p:spPr>
              <a:xfrm>
                <a:off x="10747356" y="1936039"/>
                <a:ext cx="932895" cy="767574"/>
              </a:xfrm>
              <a:custGeom>
                <a:avLst/>
                <a:gdLst>
                  <a:gd name="connsiteX0" fmla="*/ 847155 w 932895"/>
                  <a:gd name="connsiteY0" fmla="*/ 219867 h 767574"/>
                  <a:gd name="connsiteX1" fmla="*/ 790700 w 932895"/>
                  <a:gd name="connsiteY1" fmla="*/ 219867 h 767574"/>
                  <a:gd name="connsiteX2" fmla="*/ 790700 w 932895"/>
                  <a:gd name="connsiteY2" fmla="*/ 121743 h 767574"/>
                  <a:gd name="connsiteX3" fmla="*/ 668957 w 932895"/>
                  <a:gd name="connsiteY3" fmla="*/ 0 h 767574"/>
                  <a:gd name="connsiteX4" fmla="*/ 173645 w 932895"/>
                  <a:gd name="connsiteY4" fmla="*/ 0 h 767574"/>
                  <a:gd name="connsiteX5" fmla="*/ 51929 w 932895"/>
                  <a:gd name="connsiteY5" fmla="*/ 121743 h 767574"/>
                  <a:gd name="connsiteX6" fmla="*/ 51929 w 932895"/>
                  <a:gd name="connsiteY6" fmla="*/ 326304 h 767574"/>
                  <a:gd name="connsiteX7" fmla="*/ 0 w 932895"/>
                  <a:gd name="connsiteY7" fmla="*/ 342763 h 767574"/>
                  <a:gd name="connsiteX8" fmla="*/ 69321 w 932895"/>
                  <a:gd name="connsiteY8" fmla="*/ 359688 h 767574"/>
                  <a:gd name="connsiteX9" fmla="*/ 138614 w 932895"/>
                  <a:gd name="connsiteY9" fmla="*/ 342763 h 767574"/>
                  <a:gd name="connsiteX10" fmla="*/ 86685 w 932895"/>
                  <a:gd name="connsiteY10" fmla="*/ 326304 h 767574"/>
                  <a:gd name="connsiteX11" fmla="*/ 86685 w 932895"/>
                  <a:gd name="connsiteY11" fmla="*/ 121743 h 767574"/>
                  <a:gd name="connsiteX12" fmla="*/ 173645 w 932895"/>
                  <a:gd name="connsiteY12" fmla="*/ 34784 h 767574"/>
                  <a:gd name="connsiteX13" fmla="*/ 668957 w 932895"/>
                  <a:gd name="connsiteY13" fmla="*/ 34784 h 767574"/>
                  <a:gd name="connsiteX14" fmla="*/ 755916 w 932895"/>
                  <a:gd name="connsiteY14" fmla="*/ 121743 h 767574"/>
                  <a:gd name="connsiteX15" fmla="*/ 755916 w 932895"/>
                  <a:gd name="connsiteY15" fmla="*/ 219867 h 767574"/>
                  <a:gd name="connsiteX16" fmla="*/ 699516 w 932895"/>
                  <a:gd name="connsiteY16" fmla="*/ 219867 h 767574"/>
                  <a:gd name="connsiteX17" fmla="*/ 613709 w 932895"/>
                  <a:gd name="connsiteY17" fmla="*/ 305678 h 767574"/>
                  <a:gd name="connsiteX18" fmla="*/ 615409 w 932895"/>
                  <a:gd name="connsiteY18" fmla="*/ 322655 h 767574"/>
                  <a:gd name="connsiteX19" fmla="*/ 659301 w 932895"/>
                  <a:gd name="connsiteY19" fmla="*/ 540301 h 767574"/>
                  <a:gd name="connsiteX20" fmla="*/ 659301 w 932895"/>
                  <a:gd name="connsiteY20" fmla="*/ 709611 h 767574"/>
                  <a:gd name="connsiteX21" fmla="*/ 717264 w 932895"/>
                  <a:gd name="connsiteY21" fmla="*/ 767575 h 767574"/>
                  <a:gd name="connsiteX22" fmla="*/ 829324 w 932895"/>
                  <a:gd name="connsiteY22" fmla="*/ 767575 h 767574"/>
                  <a:gd name="connsiteX23" fmla="*/ 887288 w 932895"/>
                  <a:gd name="connsiteY23" fmla="*/ 709611 h 767574"/>
                  <a:gd name="connsiteX24" fmla="*/ 887288 w 932895"/>
                  <a:gd name="connsiteY24" fmla="*/ 540301 h 767574"/>
                  <a:gd name="connsiteX25" fmla="*/ 931179 w 932895"/>
                  <a:gd name="connsiteY25" fmla="*/ 322655 h 767574"/>
                  <a:gd name="connsiteX26" fmla="*/ 864108 w 932895"/>
                  <a:gd name="connsiteY26" fmla="*/ 221571 h 767574"/>
                  <a:gd name="connsiteX27" fmla="*/ 847155 w 932895"/>
                  <a:gd name="connsiteY27" fmla="*/ 219867 h 767574"/>
                  <a:gd name="connsiteX28" fmla="*/ 733258 w 932895"/>
                  <a:gd name="connsiteY28" fmla="*/ 686760 h 767574"/>
                  <a:gd name="connsiteX29" fmla="*/ 690107 w 932895"/>
                  <a:gd name="connsiteY29" fmla="*/ 686760 h 767574"/>
                  <a:gd name="connsiteX30" fmla="*/ 690107 w 932895"/>
                  <a:gd name="connsiteY30" fmla="*/ 643774 h 767574"/>
                  <a:gd name="connsiteX31" fmla="*/ 733258 w 932895"/>
                  <a:gd name="connsiteY31" fmla="*/ 643774 h 767574"/>
                  <a:gd name="connsiteX32" fmla="*/ 733258 w 932895"/>
                  <a:gd name="connsiteY32" fmla="*/ 613544 h 767574"/>
                  <a:gd name="connsiteX33" fmla="*/ 690107 w 932895"/>
                  <a:gd name="connsiteY33" fmla="*/ 613544 h 767574"/>
                  <a:gd name="connsiteX34" fmla="*/ 690107 w 932895"/>
                  <a:gd name="connsiteY34" fmla="*/ 570394 h 767574"/>
                  <a:gd name="connsiteX35" fmla="*/ 733258 w 932895"/>
                  <a:gd name="connsiteY35" fmla="*/ 570394 h 767574"/>
                  <a:gd name="connsiteX36" fmla="*/ 733258 w 932895"/>
                  <a:gd name="connsiteY36" fmla="*/ 540301 h 767574"/>
                  <a:gd name="connsiteX37" fmla="*/ 690107 w 932895"/>
                  <a:gd name="connsiteY37" fmla="*/ 540301 h 767574"/>
                  <a:gd name="connsiteX38" fmla="*/ 690107 w 932895"/>
                  <a:gd name="connsiteY38" fmla="*/ 497178 h 767574"/>
                  <a:gd name="connsiteX39" fmla="*/ 733258 w 932895"/>
                  <a:gd name="connsiteY39" fmla="*/ 497178 h 767574"/>
                  <a:gd name="connsiteX40" fmla="*/ 794870 w 932895"/>
                  <a:gd name="connsiteY40" fmla="*/ 686760 h 767574"/>
                  <a:gd name="connsiteX41" fmla="*/ 751637 w 932895"/>
                  <a:gd name="connsiteY41" fmla="*/ 686760 h 767574"/>
                  <a:gd name="connsiteX42" fmla="*/ 751637 w 932895"/>
                  <a:gd name="connsiteY42" fmla="*/ 643774 h 767574"/>
                  <a:gd name="connsiteX43" fmla="*/ 794760 w 932895"/>
                  <a:gd name="connsiteY43" fmla="*/ 643774 h 767574"/>
                  <a:gd name="connsiteX44" fmla="*/ 794870 w 932895"/>
                  <a:gd name="connsiteY44" fmla="*/ 613544 h 767574"/>
                  <a:gd name="connsiteX45" fmla="*/ 751637 w 932895"/>
                  <a:gd name="connsiteY45" fmla="*/ 613544 h 767574"/>
                  <a:gd name="connsiteX46" fmla="*/ 751637 w 932895"/>
                  <a:gd name="connsiteY46" fmla="*/ 570394 h 767574"/>
                  <a:gd name="connsiteX47" fmla="*/ 794760 w 932895"/>
                  <a:gd name="connsiteY47" fmla="*/ 570394 h 767574"/>
                  <a:gd name="connsiteX48" fmla="*/ 794870 w 932895"/>
                  <a:gd name="connsiteY48" fmla="*/ 540301 h 767574"/>
                  <a:gd name="connsiteX49" fmla="*/ 751637 w 932895"/>
                  <a:gd name="connsiteY49" fmla="*/ 540301 h 767574"/>
                  <a:gd name="connsiteX50" fmla="*/ 751637 w 932895"/>
                  <a:gd name="connsiteY50" fmla="*/ 497178 h 767574"/>
                  <a:gd name="connsiteX51" fmla="*/ 794760 w 932895"/>
                  <a:gd name="connsiteY51" fmla="*/ 497178 h 767574"/>
                  <a:gd name="connsiteX52" fmla="*/ 856482 w 932895"/>
                  <a:gd name="connsiteY52" fmla="*/ 686760 h 767574"/>
                  <a:gd name="connsiteX53" fmla="*/ 813359 w 932895"/>
                  <a:gd name="connsiteY53" fmla="*/ 686760 h 767574"/>
                  <a:gd name="connsiteX54" fmla="*/ 813359 w 932895"/>
                  <a:gd name="connsiteY54" fmla="*/ 643774 h 767574"/>
                  <a:gd name="connsiteX55" fmla="*/ 856482 w 932895"/>
                  <a:gd name="connsiteY55" fmla="*/ 643774 h 767574"/>
                  <a:gd name="connsiteX56" fmla="*/ 856482 w 932895"/>
                  <a:gd name="connsiteY56" fmla="*/ 613544 h 767574"/>
                  <a:gd name="connsiteX57" fmla="*/ 813359 w 932895"/>
                  <a:gd name="connsiteY57" fmla="*/ 613544 h 767574"/>
                  <a:gd name="connsiteX58" fmla="*/ 813359 w 932895"/>
                  <a:gd name="connsiteY58" fmla="*/ 570394 h 767574"/>
                  <a:gd name="connsiteX59" fmla="*/ 856482 w 932895"/>
                  <a:gd name="connsiteY59" fmla="*/ 570394 h 767574"/>
                  <a:gd name="connsiteX60" fmla="*/ 856482 w 932895"/>
                  <a:gd name="connsiteY60" fmla="*/ 540301 h 767574"/>
                  <a:gd name="connsiteX61" fmla="*/ 813359 w 932895"/>
                  <a:gd name="connsiteY61" fmla="*/ 540301 h 767574"/>
                  <a:gd name="connsiteX62" fmla="*/ 813359 w 932895"/>
                  <a:gd name="connsiteY62" fmla="*/ 497178 h 767574"/>
                  <a:gd name="connsiteX63" fmla="*/ 856482 w 932895"/>
                  <a:gd name="connsiteY63" fmla="*/ 497178 h 767574"/>
                  <a:gd name="connsiteX64" fmla="*/ 868799 w 932895"/>
                  <a:gd name="connsiteY64" fmla="*/ 414717 h 767574"/>
                  <a:gd name="connsiteX65" fmla="*/ 677790 w 932895"/>
                  <a:gd name="connsiteY65" fmla="*/ 414717 h 767574"/>
                  <a:gd name="connsiteX66" fmla="*/ 677790 w 932895"/>
                  <a:gd name="connsiteY66" fmla="*/ 282220 h 767574"/>
                  <a:gd name="connsiteX67" fmla="*/ 868799 w 932895"/>
                  <a:gd name="connsiteY67" fmla="*/ 282220 h 767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932895" h="767574">
                    <a:moveTo>
                      <a:pt x="847155" y="219867"/>
                    </a:moveTo>
                    <a:lnTo>
                      <a:pt x="790700" y="219867"/>
                    </a:lnTo>
                    <a:lnTo>
                      <a:pt x="790700" y="121743"/>
                    </a:lnTo>
                    <a:cubicBezTo>
                      <a:pt x="790618" y="54538"/>
                      <a:pt x="736165" y="77"/>
                      <a:pt x="668957" y="0"/>
                    </a:cubicBezTo>
                    <a:lnTo>
                      <a:pt x="173645" y="0"/>
                    </a:lnTo>
                    <a:cubicBezTo>
                      <a:pt x="106436" y="77"/>
                      <a:pt x="51984" y="54543"/>
                      <a:pt x="51929" y="121743"/>
                    </a:cubicBezTo>
                    <a:lnTo>
                      <a:pt x="51929" y="326304"/>
                    </a:lnTo>
                    <a:cubicBezTo>
                      <a:pt x="22055" y="328196"/>
                      <a:pt x="0" y="334835"/>
                      <a:pt x="0" y="342763"/>
                    </a:cubicBezTo>
                    <a:cubicBezTo>
                      <a:pt x="0" y="352117"/>
                      <a:pt x="31026" y="359688"/>
                      <a:pt x="69321" y="359688"/>
                    </a:cubicBezTo>
                    <a:cubicBezTo>
                      <a:pt x="107616" y="359688"/>
                      <a:pt x="138614" y="352117"/>
                      <a:pt x="138614" y="342763"/>
                    </a:cubicBezTo>
                    <a:cubicBezTo>
                      <a:pt x="138614" y="334890"/>
                      <a:pt x="116668" y="328251"/>
                      <a:pt x="86685" y="326304"/>
                    </a:cubicBezTo>
                    <a:lnTo>
                      <a:pt x="86685" y="121743"/>
                    </a:lnTo>
                    <a:cubicBezTo>
                      <a:pt x="86740" y="73743"/>
                      <a:pt x="125639" y="34844"/>
                      <a:pt x="173645" y="34784"/>
                    </a:cubicBezTo>
                    <a:lnTo>
                      <a:pt x="668957" y="34784"/>
                    </a:lnTo>
                    <a:cubicBezTo>
                      <a:pt x="716963" y="34844"/>
                      <a:pt x="755861" y="73743"/>
                      <a:pt x="755916" y="121743"/>
                    </a:cubicBezTo>
                    <a:lnTo>
                      <a:pt x="755916" y="219867"/>
                    </a:lnTo>
                    <a:lnTo>
                      <a:pt x="699516" y="219867"/>
                    </a:lnTo>
                    <a:cubicBezTo>
                      <a:pt x="652113" y="219870"/>
                      <a:pt x="613709" y="258289"/>
                      <a:pt x="613709" y="305678"/>
                    </a:cubicBezTo>
                    <a:cubicBezTo>
                      <a:pt x="613709" y="311381"/>
                      <a:pt x="614285" y="317067"/>
                      <a:pt x="615409" y="322655"/>
                    </a:cubicBezTo>
                    <a:lnTo>
                      <a:pt x="659301" y="540301"/>
                    </a:lnTo>
                    <a:lnTo>
                      <a:pt x="659301" y="709611"/>
                    </a:lnTo>
                    <a:cubicBezTo>
                      <a:pt x="659301" y="741624"/>
                      <a:pt x="685252" y="767575"/>
                      <a:pt x="717264" y="767575"/>
                    </a:cubicBezTo>
                    <a:lnTo>
                      <a:pt x="829324" y="767575"/>
                    </a:lnTo>
                    <a:cubicBezTo>
                      <a:pt x="861337" y="767575"/>
                      <a:pt x="887288" y="741624"/>
                      <a:pt x="887288" y="709611"/>
                    </a:cubicBezTo>
                    <a:lnTo>
                      <a:pt x="887288" y="540301"/>
                    </a:lnTo>
                    <a:lnTo>
                      <a:pt x="931179" y="322655"/>
                    </a:lnTo>
                    <a:cubicBezTo>
                      <a:pt x="940561" y="276221"/>
                      <a:pt x="910551" y="230964"/>
                      <a:pt x="864108" y="221571"/>
                    </a:cubicBezTo>
                    <a:cubicBezTo>
                      <a:pt x="858539" y="220441"/>
                      <a:pt x="852861" y="219870"/>
                      <a:pt x="847155" y="219867"/>
                    </a:cubicBezTo>
                    <a:close/>
                    <a:moveTo>
                      <a:pt x="733258" y="686760"/>
                    </a:moveTo>
                    <a:lnTo>
                      <a:pt x="690107" y="686760"/>
                    </a:lnTo>
                    <a:lnTo>
                      <a:pt x="690107" y="643774"/>
                    </a:lnTo>
                    <a:lnTo>
                      <a:pt x="733258" y="643774"/>
                    </a:lnTo>
                    <a:close/>
                    <a:moveTo>
                      <a:pt x="733258" y="613544"/>
                    </a:moveTo>
                    <a:lnTo>
                      <a:pt x="690107" y="613544"/>
                    </a:lnTo>
                    <a:lnTo>
                      <a:pt x="690107" y="570394"/>
                    </a:lnTo>
                    <a:lnTo>
                      <a:pt x="733258" y="570394"/>
                    </a:lnTo>
                    <a:close/>
                    <a:moveTo>
                      <a:pt x="733258" y="540301"/>
                    </a:moveTo>
                    <a:lnTo>
                      <a:pt x="690107" y="540301"/>
                    </a:lnTo>
                    <a:lnTo>
                      <a:pt x="690107" y="497178"/>
                    </a:lnTo>
                    <a:lnTo>
                      <a:pt x="733258" y="497178"/>
                    </a:lnTo>
                    <a:close/>
                    <a:moveTo>
                      <a:pt x="794870" y="686760"/>
                    </a:moveTo>
                    <a:lnTo>
                      <a:pt x="751637" y="686760"/>
                    </a:lnTo>
                    <a:lnTo>
                      <a:pt x="751637" y="643774"/>
                    </a:lnTo>
                    <a:lnTo>
                      <a:pt x="794760" y="643774"/>
                    </a:lnTo>
                    <a:close/>
                    <a:moveTo>
                      <a:pt x="794870" y="613544"/>
                    </a:moveTo>
                    <a:lnTo>
                      <a:pt x="751637" y="613544"/>
                    </a:lnTo>
                    <a:lnTo>
                      <a:pt x="751637" y="570394"/>
                    </a:lnTo>
                    <a:lnTo>
                      <a:pt x="794760" y="570394"/>
                    </a:lnTo>
                    <a:close/>
                    <a:moveTo>
                      <a:pt x="794870" y="540301"/>
                    </a:moveTo>
                    <a:lnTo>
                      <a:pt x="751637" y="540301"/>
                    </a:lnTo>
                    <a:lnTo>
                      <a:pt x="751637" y="497178"/>
                    </a:lnTo>
                    <a:lnTo>
                      <a:pt x="794760" y="497178"/>
                    </a:lnTo>
                    <a:close/>
                    <a:moveTo>
                      <a:pt x="856482" y="686760"/>
                    </a:moveTo>
                    <a:lnTo>
                      <a:pt x="813359" y="686760"/>
                    </a:lnTo>
                    <a:lnTo>
                      <a:pt x="813359" y="643774"/>
                    </a:lnTo>
                    <a:lnTo>
                      <a:pt x="856482" y="643774"/>
                    </a:lnTo>
                    <a:close/>
                    <a:moveTo>
                      <a:pt x="856482" y="613544"/>
                    </a:moveTo>
                    <a:lnTo>
                      <a:pt x="813359" y="613544"/>
                    </a:lnTo>
                    <a:lnTo>
                      <a:pt x="813359" y="570394"/>
                    </a:lnTo>
                    <a:lnTo>
                      <a:pt x="856482" y="570394"/>
                    </a:lnTo>
                    <a:close/>
                    <a:moveTo>
                      <a:pt x="856482" y="540301"/>
                    </a:moveTo>
                    <a:lnTo>
                      <a:pt x="813359" y="540301"/>
                    </a:lnTo>
                    <a:lnTo>
                      <a:pt x="813359" y="497178"/>
                    </a:lnTo>
                    <a:lnTo>
                      <a:pt x="856482" y="497178"/>
                    </a:lnTo>
                    <a:close/>
                    <a:moveTo>
                      <a:pt x="868799" y="414717"/>
                    </a:moveTo>
                    <a:lnTo>
                      <a:pt x="677790" y="414717"/>
                    </a:lnTo>
                    <a:lnTo>
                      <a:pt x="677790" y="282220"/>
                    </a:lnTo>
                    <a:lnTo>
                      <a:pt x="868799" y="282220"/>
                    </a:ln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BE5B460-42C4-B42C-0E57-A7490283D5DA}"/>
                </a:ext>
              </a:extLst>
            </p:cNvPr>
            <p:cNvGrpSpPr/>
            <p:nvPr/>
          </p:nvGrpSpPr>
          <p:grpSpPr>
            <a:xfrm>
              <a:off x="6933400" y="1799074"/>
              <a:ext cx="1629396" cy="1490638"/>
              <a:chOff x="6933400" y="1799074"/>
              <a:chExt cx="1629396" cy="1490638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93820A-AA5C-3A9F-2B67-C9C76743275A}"/>
                  </a:ext>
                </a:extLst>
              </p:cNvPr>
              <p:cNvSpPr txBox="1"/>
              <p:nvPr/>
            </p:nvSpPr>
            <p:spPr>
              <a:xfrm>
                <a:off x="6933400" y="2920380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Humidity</a:t>
                </a: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16397B7-B6E0-506F-425D-6A9150F09E08}"/>
                  </a:ext>
                </a:extLst>
              </p:cNvPr>
              <p:cNvSpPr/>
              <p:nvPr/>
            </p:nvSpPr>
            <p:spPr>
              <a:xfrm>
                <a:off x="7441185" y="2187129"/>
                <a:ext cx="528317" cy="188149"/>
              </a:xfrm>
              <a:custGeom>
                <a:avLst/>
                <a:gdLst>
                  <a:gd name="connsiteX0" fmla="*/ 107749 w 528317"/>
                  <a:gd name="connsiteY0" fmla="*/ 142891 h 188149"/>
                  <a:gd name="connsiteX1" fmla="*/ 511548 w 528317"/>
                  <a:gd name="connsiteY1" fmla="*/ 51672 h 188149"/>
                  <a:gd name="connsiteX2" fmla="*/ 526307 w 528317"/>
                  <a:gd name="connsiteY2" fmla="*/ 25400 h 188149"/>
                  <a:gd name="connsiteX3" fmla="*/ 519092 w 528317"/>
                  <a:gd name="connsiteY3" fmla="*/ 2009 h 188149"/>
                  <a:gd name="connsiteX4" fmla="*/ 495692 w 528317"/>
                  <a:gd name="connsiteY4" fmla="*/ 9226 h 188149"/>
                  <a:gd name="connsiteX5" fmla="*/ 495309 w 528317"/>
                  <a:gd name="connsiteY5" fmla="*/ 10011 h 188149"/>
                  <a:gd name="connsiteX6" fmla="*/ 149473 w 528317"/>
                  <a:gd name="connsiteY6" fmla="*/ 126643 h 188149"/>
                  <a:gd name="connsiteX7" fmla="*/ 32832 w 528317"/>
                  <a:gd name="connsiteY7" fmla="*/ 10011 h 188149"/>
                  <a:gd name="connsiteX8" fmla="*/ 9625 w 528317"/>
                  <a:gd name="connsiteY8" fmla="*/ 2193 h 188149"/>
                  <a:gd name="connsiteX9" fmla="*/ 1806 w 528317"/>
                  <a:gd name="connsiteY9" fmla="*/ 25400 h 188149"/>
                  <a:gd name="connsiteX10" fmla="*/ 107749 w 528317"/>
                  <a:gd name="connsiteY10" fmla="*/ 142891 h 188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8317" h="188149">
                    <a:moveTo>
                      <a:pt x="107749" y="142891"/>
                    </a:moveTo>
                    <a:cubicBezTo>
                      <a:pt x="244443" y="229220"/>
                      <a:pt x="425247" y="188368"/>
                      <a:pt x="511548" y="51672"/>
                    </a:cubicBezTo>
                    <a:cubicBezTo>
                      <a:pt x="516925" y="43173"/>
                      <a:pt x="521835" y="34403"/>
                      <a:pt x="526307" y="25400"/>
                    </a:cubicBezTo>
                    <a:cubicBezTo>
                      <a:pt x="530778" y="16948"/>
                      <a:pt x="527541" y="6475"/>
                      <a:pt x="519092" y="2009"/>
                    </a:cubicBezTo>
                    <a:cubicBezTo>
                      <a:pt x="510643" y="-2457"/>
                      <a:pt x="500164" y="772"/>
                      <a:pt x="495692" y="9226"/>
                    </a:cubicBezTo>
                    <a:cubicBezTo>
                      <a:pt x="495556" y="9484"/>
                      <a:pt x="495446" y="9745"/>
                      <a:pt x="495309" y="10011"/>
                    </a:cubicBezTo>
                    <a:cubicBezTo>
                      <a:pt x="432023" y="137721"/>
                      <a:pt x="277169" y="189937"/>
                      <a:pt x="149473" y="126643"/>
                    </a:cubicBezTo>
                    <a:cubicBezTo>
                      <a:pt x="98889" y="101571"/>
                      <a:pt x="57905" y="60601"/>
                      <a:pt x="32832" y="10011"/>
                    </a:cubicBezTo>
                    <a:cubicBezTo>
                      <a:pt x="28580" y="1444"/>
                      <a:pt x="18184" y="-2056"/>
                      <a:pt x="9625" y="2193"/>
                    </a:cubicBezTo>
                    <a:cubicBezTo>
                      <a:pt x="1066" y="6442"/>
                      <a:pt x="-2445" y="16833"/>
                      <a:pt x="1806" y="25400"/>
                    </a:cubicBezTo>
                    <a:cubicBezTo>
                      <a:pt x="25700" y="73521"/>
                      <a:pt x="62349" y="114162"/>
                      <a:pt x="107749" y="142891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8C4AE5A-422B-2D7F-AA29-2E1F59E78BA0}"/>
                  </a:ext>
                </a:extLst>
              </p:cNvPr>
              <p:cNvSpPr/>
              <p:nvPr/>
            </p:nvSpPr>
            <p:spPr>
              <a:xfrm>
                <a:off x="7560263" y="2128122"/>
                <a:ext cx="289876" cy="114089"/>
              </a:xfrm>
              <a:custGeom>
                <a:avLst/>
                <a:gdLst>
                  <a:gd name="connsiteX0" fmla="*/ 145034 w 289876"/>
                  <a:gd name="connsiteY0" fmla="*/ 114088 h 114089"/>
                  <a:gd name="connsiteX1" fmla="*/ 288064 w 289876"/>
                  <a:gd name="connsiteY1" fmla="*/ 25401 h 114089"/>
                  <a:gd name="connsiteX2" fmla="*/ 280274 w 289876"/>
                  <a:gd name="connsiteY2" fmla="*/ 2221 h 114089"/>
                  <a:gd name="connsiteX3" fmla="*/ 257094 w 289876"/>
                  <a:gd name="connsiteY3" fmla="*/ 10011 h 114089"/>
                  <a:gd name="connsiteX4" fmla="*/ 89429 w 289876"/>
                  <a:gd name="connsiteY4" fmla="*/ 66442 h 114089"/>
                  <a:gd name="connsiteX5" fmla="*/ 33001 w 289876"/>
                  <a:gd name="connsiteY5" fmla="*/ 10011 h 114089"/>
                  <a:gd name="connsiteX6" fmla="*/ 10014 w 289876"/>
                  <a:gd name="connsiteY6" fmla="*/ 1620 h 114089"/>
                  <a:gd name="connsiteX7" fmla="*/ 1619 w 289876"/>
                  <a:gd name="connsiteY7" fmla="*/ 24616 h 114089"/>
                  <a:gd name="connsiteX8" fmla="*/ 2004 w 289876"/>
                  <a:gd name="connsiteY8" fmla="*/ 25401 h 114089"/>
                  <a:gd name="connsiteX9" fmla="*/ 145034 w 289876"/>
                  <a:gd name="connsiteY9" fmla="*/ 114088 h 114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9876" h="114089">
                    <a:moveTo>
                      <a:pt x="145034" y="114088"/>
                    </a:moveTo>
                    <a:cubicBezTo>
                      <a:pt x="205741" y="114302"/>
                      <a:pt x="261264" y="79878"/>
                      <a:pt x="288064" y="25401"/>
                    </a:cubicBezTo>
                    <a:cubicBezTo>
                      <a:pt x="292316" y="16847"/>
                      <a:pt x="288832" y="6470"/>
                      <a:pt x="280274" y="2221"/>
                    </a:cubicBezTo>
                    <a:cubicBezTo>
                      <a:pt x="271715" y="-2029"/>
                      <a:pt x="261345" y="1458"/>
                      <a:pt x="257094" y="10011"/>
                    </a:cubicBezTo>
                    <a:cubicBezTo>
                      <a:pt x="226369" y="71892"/>
                      <a:pt x="151316" y="97157"/>
                      <a:pt x="89429" y="66442"/>
                    </a:cubicBezTo>
                    <a:cubicBezTo>
                      <a:pt x="64960" y="54297"/>
                      <a:pt x="45154" y="34478"/>
                      <a:pt x="33001" y="10011"/>
                    </a:cubicBezTo>
                    <a:cubicBezTo>
                      <a:pt x="28969" y="1343"/>
                      <a:pt x="18682" y="-2413"/>
                      <a:pt x="10014" y="1620"/>
                    </a:cubicBezTo>
                    <a:cubicBezTo>
                      <a:pt x="1345" y="5652"/>
                      <a:pt x="-2413" y="15948"/>
                      <a:pt x="1619" y="24616"/>
                    </a:cubicBezTo>
                    <a:cubicBezTo>
                      <a:pt x="1729" y="24879"/>
                      <a:pt x="1866" y="25143"/>
                      <a:pt x="2004" y="25401"/>
                    </a:cubicBezTo>
                    <a:cubicBezTo>
                      <a:pt x="28804" y="79878"/>
                      <a:pt x="84327" y="114302"/>
                      <a:pt x="145034" y="114088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884C9C7-8337-1579-02A9-B75BFA9D1F4C}"/>
                  </a:ext>
                </a:extLst>
              </p:cNvPr>
              <p:cNvSpPr/>
              <p:nvPr/>
            </p:nvSpPr>
            <p:spPr>
              <a:xfrm>
                <a:off x="7208004" y="2304122"/>
                <a:ext cx="994703" cy="330902"/>
              </a:xfrm>
              <a:custGeom>
                <a:avLst/>
                <a:gdLst>
                  <a:gd name="connsiteX0" fmla="*/ 984677 w 994703"/>
                  <a:gd name="connsiteY0" fmla="*/ 2170 h 330902"/>
                  <a:gd name="connsiteX1" fmla="*/ 961277 w 994703"/>
                  <a:gd name="connsiteY1" fmla="*/ 10070 h 330902"/>
                  <a:gd name="connsiteX2" fmla="*/ 692444 w 994703"/>
                  <a:gd name="connsiteY2" fmla="*/ 260278 h 330902"/>
                  <a:gd name="connsiteX3" fmla="*/ 497348 w 994703"/>
                  <a:gd name="connsiteY3" fmla="*/ 297256 h 330902"/>
                  <a:gd name="connsiteX4" fmla="*/ 309411 w 994703"/>
                  <a:gd name="connsiteY4" fmla="*/ 263103 h 330902"/>
                  <a:gd name="connsiteX5" fmla="*/ 33308 w 994703"/>
                  <a:gd name="connsiteY5" fmla="*/ 10070 h 330902"/>
                  <a:gd name="connsiteX6" fmla="*/ 10073 w 994703"/>
                  <a:gd name="connsiteY6" fmla="*/ 1651 h 330902"/>
                  <a:gd name="connsiteX7" fmla="*/ 1652 w 994703"/>
                  <a:gd name="connsiteY7" fmla="*/ 24886 h 330902"/>
                  <a:gd name="connsiteX8" fmla="*/ 2008 w 994703"/>
                  <a:gd name="connsiteY8" fmla="*/ 25597 h 330902"/>
                  <a:gd name="connsiteX9" fmla="*/ 202261 w 994703"/>
                  <a:gd name="connsiteY9" fmla="*/ 247522 h 330902"/>
                  <a:gd name="connsiteX10" fmla="*/ 303266 w 994703"/>
                  <a:gd name="connsiteY10" fmla="*/ 297750 h 330902"/>
                  <a:gd name="connsiteX11" fmla="*/ 693020 w 994703"/>
                  <a:gd name="connsiteY11" fmla="*/ 297256 h 330902"/>
                  <a:gd name="connsiteX12" fmla="*/ 792708 w 994703"/>
                  <a:gd name="connsiteY12" fmla="*/ 247522 h 330902"/>
                  <a:gd name="connsiteX13" fmla="*/ 992961 w 994703"/>
                  <a:gd name="connsiteY13" fmla="*/ 25597 h 330902"/>
                  <a:gd name="connsiteX14" fmla="*/ 984814 w 994703"/>
                  <a:gd name="connsiteY14" fmla="*/ 2230 h 330902"/>
                  <a:gd name="connsiteX15" fmla="*/ 984677 w 994703"/>
                  <a:gd name="connsiteY15" fmla="*/ 2170 h 330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94703" h="330902">
                    <a:moveTo>
                      <a:pt x="984677" y="2170"/>
                    </a:moveTo>
                    <a:cubicBezTo>
                      <a:pt x="976036" y="-2104"/>
                      <a:pt x="965557" y="1432"/>
                      <a:pt x="961277" y="10070"/>
                    </a:cubicBezTo>
                    <a:cubicBezTo>
                      <a:pt x="905426" y="123666"/>
                      <a:pt x="809743" y="212711"/>
                      <a:pt x="692444" y="260278"/>
                    </a:cubicBezTo>
                    <a:cubicBezTo>
                      <a:pt x="641530" y="281016"/>
                      <a:pt x="569467" y="296817"/>
                      <a:pt x="497348" y="297256"/>
                    </a:cubicBezTo>
                    <a:cubicBezTo>
                      <a:pt x="428768" y="297695"/>
                      <a:pt x="359913" y="283759"/>
                      <a:pt x="309411" y="263103"/>
                    </a:cubicBezTo>
                    <a:cubicBezTo>
                      <a:pt x="188902" y="216359"/>
                      <a:pt x="90366" y="126053"/>
                      <a:pt x="33308" y="10070"/>
                    </a:cubicBezTo>
                    <a:cubicBezTo>
                      <a:pt x="29221" y="1330"/>
                      <a:pt x="18824" y="-2439"/>
                      <a:pt x="10073" y="1651"/>
                    </a:cubicBezTo>
                    <a:cubicBezTo>
                      <a:pt x="1322" y="5741"/>
                      <a:pt x="-2436" y="16144"/>
                      <a:pt x="1652" y="24886"/>
                    </a:cubicBezTo>
                    <a:cubicBezTo>
                      <a:pt x="1761" y="25125"/>
                      <a:pt x="1898" y="25364"/>
                      <a:pt x="2008" y="25597"/>
                    </a:cubicBezTo>
                    <a:cubicBezTo>
                      <a:pt x="47188" y="116506"/>
                      <a:pt x="116454" y="193288"/>
                      <a:pt x="202261" y="247522"/>
                    </a:cubicBezTo>
                    <a:cubicBezTo>
                      <a:pt x="234110" y="267684"/>
                      <a:pt x="267961" y="284527"/>
                      <a:pt x="303266" y="297750"/>
                    </a:cubicBezTo>
                    <a:cubicBezTo>
                      <a:pt x="412994" y="337937"/>
                      <a:pt x="552486" y="345975"/>
                      <a:pt x="693020" y="297256"/>
                    </a:cubicBezTo>
                    <a:cubicBezTo>
                      <a:pt x="727859" y="284116"/>
                      <a:pt x="761243" y="267437"/>
                      <a:pt x="792708" y="247522"/>
                    </a:cubicBezTo>
                    <a:cubicBezTo>
                      <a:pt x="878515" y="193288"/>
                      <a:pt x="947808" y="116506"/>
                      <a:pt x="992961" y="25597"/>
                    </a:cubicBezTo>
                    <a:cubicBezTo>
                      <a:pt x="997159" y="16890"/>
                      <a:pt x="993510" y="6430"/>
                      <a:pt x="984814" y="2230"/>
                    </a:cubicBezTo>
                    <a:cubicBezTo>
                      <a:pt x="984759" y="2208"/>
                      <a:pt x="984732" y="2189"/>
                      <a:pt x="984677" y="2170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16EFFF7A-D69C-8421-2084-2460FE0BC090}"/>
                  </a:ext>
                </a:extLst>
              </p:cNvPr>
              <p:cNvSpPr/>
              <p:nvPr/>
            </p:nvSpPr>
            <p:spPr>
              <a:xfrm>
                <a:off x="7326354" y="2245654"/>
                <a:ext cx="758529" cy="261037"/>
              </a:xfrm>
              <a:custGeom>
                <a:avLst/>
                <a:gdLst>
                  <a:gd name="connsiteX0" fmla="*/ 154000 w 758529"/>
                  <a:gd name="connsiteY0" fmla="*/ 194917 h 261037"/>
                  <a:gd name="connsiteX1" fmla="*/ 294589 w 758529"/>
                  <a:gd name="connsiteY1" fmla="*/ 251455 h 261037"/>
                  <a:gd name="connsiteX2" fmla="*/ 463405 w 758529"/>
                  <a:gd name="connsiteY2" fmla="*/ 251455 h 261037"/>
                  <a:gd name="connsiteX3" fmla="*/ 756434 w 758529"/>
                  <a:gd name="connsiteY3" fmla="*/ 25772 h 261037"/>
                  <a:gd name="connsiteX4" fmla="*/ 749357 w 758529"/>
                  <a:gd name="connsiteY4" fmla="*/ 2098 h 261037"/>
                  <a:gd name="connsiteX5" fmla="*/ 725682 w 758529"/>
                  <a:gd name="connsiteY5" fmla="*/ 9181 h 261037"/>
                  <a:gd name="connsiteX6" fmla="*/ 725134 w 758529"/>
                  <a:gd name="connsiteY6" fmla="*/ 10273 h 261037"/>
                  <a:gd name="connsiteX7" fmla="*/ 481840 w 758529"/>
                  <a:gd name="connsiteY7" fmla="*/ 211294 h 261037"/>
                  <a:gd name="connsiteX8" fmla="*/ 264496 w 758529"/>
                  <a:gd name="connsiteY8" fmla="*/ 207893 h 261037"/>
                  <a:gd name="connsiteX9" fmla="*/ 32860 w 758529"/>
                  <a:gd name="connsiteY9" fmla="*/ 10382 h 261037"/>
                  <a:gd name="connsiteX10" fmla="*/ 9186 w 758529"/>
                  <a:gd name="connsiteY10" fmla="*/ 3297 h 261037"/>
                  <a:gd name="connsiteX11" fmla="*/ 1560 w 758529"/>
                  <a:gd name="connsiteY11" fmla="*/ 25881 h 261037"/>
                  <a:gd name="connsiteX12" fmla="*/ 154000 w 758529"/>
                  <a:gd name="connsiteY12" fmla="*/ 194917 h 261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58529" h="261037">
                    <a:moveTo>
                      <a:pt x="154000" y="194917"/>
                    </a:moveTo>
                    <a:cubicBezTo>
                      <a:pt x="197040" y="222157"/>
                      <a:pt x="244690" y="241305"/>
                      <a:pt x="294589" y="251455"/>
                    </a:cubicBezTo>
                    <a:cubicBezTo>
                      <a:pt x="378997" y="273016"/>
                      <a:pt x="463405" y="251455"/>
                      <a:pt x="463405" y="251455"/>
                    </a:cubicBezTo>
                    <a:cubicBezTo>
                      <a:pt x="590662" y="225477"/>
                      <a:pt x="698827" y="142188"/>
                      <a:pt x="756434" y="25772"/>
                    </a:cubicBezTo>
                    <a:cubicBezTo>
                      <a:pt x="761015" y="17279"/>
                      <a:pt x="757833" y="6679"/>
                      <a:pt x="749357" y="2098"/>
                    </a:cubicBezTo>
                    <a:cubicBezTo>
                      <a:pt x="740852" y="-2483"/>
                      <a:pt x="730264" y="688"/>
                      <a:pt x="725682" y="9181"/>
                    </a:cubicBezTo>
                    <a:cubicBezTo>
                      <a:pt x="725491" y="9537"/>
                      <a:pt x="725299" y="9902"/>
                      <a:pt x="725134" y="10273"/>
                    </a:cubicBezTo>
                    <a:cubicBezTo>
                      <a:pt x="676607" y="109066"/>
                      <a:pt x="588001" y="182271"/>
                      <a:pt x="481840" y="211294"/>
                    </a:cubicBezTo>
                    <a:cubicBezTo>
                      <a:pt x="426976" y="223968"/>
                      <a:pt x="376309" y="240619"/>
                      <a:pt x="264496" y="207893"/>
                    </a:cubicBezTo>
                    <a:cubicBezTo>
                      <a:pt x="163381" y="176785"/>
                      <a:pt x="79577" y="105316"/>
                      <a:pt x="32860" y="10382"/>
                    </a:cubicBezTo>
                    <a:cubicBezTo>
                      <a:pt x="28279" y="1889"/>
                      <a:pt x="17690" y="-1284"/>
                      <a:pt x="9186" y="3297"/>
                    </a:cubicBezTo>
                    <a:cubicBezTo>
                      <a:pt x="1094" y="7656"/>
                      <a:pt x="-2225" y="17520"/>
                      <a:pt x="1560" y="25881"/>
                    </a:cubicBezTo>
                    <a:cubicBezTo>
                      <a:pt x="35932" y="95120"/>
                      <a:pt x="88656" y="153591"/>
                      <a:pt x="154000" y="194917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43D9381-4C1C-31E0-4A4A-20E6159962EC}"/>
                  </a:ext>
                </a:extLst>
              </p:cNvPr>
              <p:cNvSpPr/>
              <p:nvPr/>
            </p:nvSpPr>
            <p:spPr>
              <a:xfrm>
                <a:off x="7503616" y="1985462"/>
                <a:ext cx="403332" cy="62724"/>
              </a:xfrm>
              <a:custGeom>
                <a:avLst/>
                <a:gdLst>
                  <a:gd name="connsiteX0" fmla="*/ 0 w 403332"/>
                  <a:gd name="connsiteY0" fmla="*/ 13 h 62724"/>
                  <a:gd name="connsiteX1" fmla="*/ 17748 w 403332"/>
                  <a:gd name="connsiteY1" fmla="*/ 23659 h 62724"/>
                  <a:gd name="connsiteX2" fmla="*/ 89456 w 403332"/>
                  <a:gd name="connsiteY2" fmla="*/ 53176 h 62724"/>
                  <a:gd name="connsiteX3" fmla="*/ 262278 w 403332"/>
                  <a:gd name="connsiteY3" fmla="*/ 62091 h 62724"/>
                  <a:gd name="connsiteX4" fmla="*/ 347508 w 403332"/>
                  <a:gd name="connsiteY4" fmla="*/ 39625 h 62724"/>
                  <a:gd name="connsiteX5" fmla="*/ 385584 w 403332"/>
                  <a:gd name="connsiteY5" fmla="*/ 23659 h 62724"/>
                  <a:gd name="connsiteX6" fmla="*/ 403333 w 403332"/>
                  <a:gd name="connsiteY6" fmla="*/ 13 h 62724"/>
                  <a:gd name="connsiteX7" fmla="*/ 299091 w 403332"/>
                  <a:gd name="connsiteY7" fmla="*/ 7474 h 62724"/>
                  <a:gd name="connsiteX8" fmla="*/ 35579 w 403332"/>
                  <a:gd name="connsiteY8" fmla="*/ 452 h 6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3332" h="62724">
                    <a:moveTo>
                      <a:pt x="0" y="13"/>
                    </a:moveTo>
                    <a:lnTo>
                      <a:pt x="17748" y="23659"/>
                    </a:lnTo>
                    <a:cubicBezTo>
                      <a:pt x="17748" y="23659"/>
                      <a:pt x="69704" y="52792"/>
                      <a:pt x="89456" y="53176"/>
                    </a:cubicBezTo>
                    <a:cubicBezTo>
                      <a:pt x="109207" y="53560"/>
                      <a:pt x="243239" y="65575"/>
                      <a:pt x="262278" y="62091"/>
                    </a:cubicBezTo>
                    <a:cubicBezTo>
                      <a:pt x="281315" y="58608"/>
                      <a:pt x="345177" y="41572"/>
                      <a:pt x="347508" y="39625"/>
                    </a:cubicBezTo>
                    <a:cubicBezTo>
                      <a:pt x="349840" y="37677"/>
                      <a:pt x="385584" y="23659"/>
                      <a:pt x="385584" y="23659"/>
                    </a:cubicBezTo>
                    <a:lnTo>
                      <a:pt x="403333" y="13"/>
                    </a:lnTo>
                    <a:cubicBezTo>
                      <a:pt x="403333" y="13"/>
                      <a:pt x="326194" y="-646"/>
                      <a:pt x="299091" y="7474"/>
                    </a:cubicBezTo>
                    <a:cubicBezTo>
                      <a:pt x="271988" y="15594"/>
                      <a:pt x="35579" y="452"/>
                      <a:pt x="35579" y="452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5E202C5-DB86-569F-8C65-FF58CD20408C}"/>
                  </a:ext>
                </a:extLst>
              </p:cNvPr>
              <p:cNvSpPr/>
              <p:nvPr/>
            </p:nvSpPr>
            <p:spPr>
              <a:xfrm>
                <a:off x="7435667" y="1886994"/>
                <a:ext cx="537036" cy="98929"/>
              </a:xfrm>
              <a:custGeom>
                <a:avLst/>
                <a:gdLst>
                  <a:gd name="connsiteX0" fmla="*/ 0 w 537036"/>
                  <a:gd name="connsiteY0" fmla="*/ 0 h 98929"/>
                  <a:gd name="connsiteX1" fmla="*/ 31931 w 537036"/>
                  <a:gd name="connsiteY1" fmla="*/ 50502 h 98929"/>
                  <a:gd name="connsiteX2" fmla="*/ 120618 w 537036"/>
                  <a:gd name="connsiteY2" fmla="*/ 91486 h 98929"/>
                  <a:gd name="connsiteX3" fmla="*/ 353050 w 537036"/>
                  <a:gd name="connsiteY3" fmla="*/ 98399 h 98929"/>
                  <a:gd name="connsiteX4" fmla="*/ 470404 w 537036"/>
                  <a:gd name="connsiteY4" fmla="*/ 85615 h 98929"/>
                  <a:gd name="connsiteX5" fmla="*/ 508288 w 537036"/>
                  <a:gd name="connsiteY5" fmla="*/ 49213 h 98929"/>
                  <a:gd name="connsiteX6" fmla="*/ 537036 w 537036"/>
                  <a:gd name="connsiteY6" fmla="*/ 3923 h 98929"/>
                  <a:gd name="connsiteX7" fmla="*/ 114940 w 537036"/>
                  <a:gd name="connsiteY7" fmla="*/ 0 h 98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036" h="98929">
                    <a:moveTo>
                      <a:pt x="0" y="0"/>
                    </a:moveTo>
                    <a:lnTo>
                      <a:pt x="31931" y="50502"/>
                    </a:lnTo>
                    <a:cubicBezTo>
                      <a:pt x="31931" y="50502"/>
                      <a:pt x="110743" y="91650"/>
                      <a:pt x="120618" y="91486"/>
                    </a:cubicBezTo>
                    <a:cubicBezTo>
                      <a:pt x="130494" y="91321"/>
                      <a:pt x="332695" y="101306"/>
                      <a:pt x="353050" y="98399"/>
                    </a:cubicBezTo>
                    <a:cubicBezTo>
                      <a:pt x="373405" y="95491"/>
                      <a:pt x="470404" y="85615"/>
                      <a:pt x="470404" y="85615"/>
                    </a:cubicBezTo>
                    <a:lnTo>
                      <a:pt x="508288" y="49213"/>
                    </a:lnTo>
                    <a:lnTo>
                      <a:pt x="537036" y="3923"/>
                    </a:lnTo>
                    <a:lnTo>
                      <a:pt x="114940" y="0"/>
                    </a:ln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8453AD0-0F62-2498-38DF-2B15C713C96B}"/>
                  </a:ext>
                </a:extLst>
              </p:cNvPr>
              <p:cNvSpPr/>
              <p:nvPr/>
            </p:nvSpPr>
            <p:spPr>
              <a:xfrm>
                <a:off x="7433912" y="1799074"/>
                <a:ext cx="542769" cy="156526"/>
              </a:xfrm>
              <a:custGeom>
                <a:avLst/>
                <a:gdLst>
                  <a:gd name="connsiteX0" fmla="*/ 271385 w 542769"/>
                  <a:gd name="connsiteY0" fmla="*/ 156527 h 156526"/>
                  <a:gd name="connsiteX1" fmla="*/ 529053 w 542769"/>
                  <a:gd name="connsiteY1" fmla="*/ 102925 h 156526"/>
                  <a:gd name="connsiteX2" fmla="*/ 542769 w 542769"/>
                  <a:gd name="connsiteY2" fmla="*/ 78236 h 156526"/>
                  <a:gd name="connsiteX3" fmla="*/ 271385 w 542769"/>
                  <a:gd name="connsiteY3" fmla="*/ 0 h 156526"/>
                  <a:gd name="connsiteX4" fmla="*/ 0 w 542769"/>
                  <a:gd name="connsiteY4" fmla="*/ 78236 h 156526"/>
                  <a:gd name="connsiteX5" fmla="*/ 3374 w 542769"/>
                  <a:gd name="connsiteY5" fmla="*/ 91403 h 156526"/>
                  <a:gd name="connsiteX6" fmla="*/ 13716 w 542769"/>
                  <a:gd name="connsiteY6" fmla="*/ 102870 h 156526"/>
                  <a:gd name="connsiteX7" fmla="*/ 271385 w 542769"/>
                  <a:gd name="connsiteY7" fmla="*/ 156527 h 156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2769" h="156526">
                    <a:moveTo>
                      <a:pt x="271385" y="156527"/>
                    </a:moveTo>
                    <a:cubicBezTo>
                      <a:pt x="391427" y="156527"/>
                      <a:pt x="493254" y="134060"/>
                      <a:pt x="529053" y="102925"/>
                    </a:cubicBezTo>
                    <a:cubicBezTo>
                      <a:pt x="537969" y="95189"/>
                      <a:pt x="542769" y="86905"/>
                      <a:pt x="542769" y="78236"/>
                    </a:cubicBezTo>
                    <a:cubicBezTo>
                      <a:pt x="542769" y="35031"/>
                      <a:pt x="421273" y="0"/>
                      <a:pt x="271385" y="0"/>
                    </a:cubicBezTo>
                    <a:cubicBezTo>
                      <a:pt x="121496" y="0"/>
                      <a:pt x="0" y="35031"/>
                      <a:pt x="0" y="78236"/>
                    </a:cubicBezTo>
                    <a:cubicBezTo>
                      <a:pt x="164" y="82817"/>
                      <a:pt x="1317" y="87311"/>
                      <a:pt x="3374" y="91403"/>
                    </a:cubicBezTo>
                    <a:cubicBezTo>
                      <a:pt x="6255" y="95691"/>
                      <a:pt x="9738" y="99551"/>
                      <a:pt x="13716" y="102870"/>
                    </a:cubicBezTo>
                    <a:cubicBezTo>
                      <a:pt x="49460" y="134005"/>
                      <a:pt x="151287" y="156527"/>
                      <a:pt x="271385" y="156527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B5AB71D-0F54-EFC4-30EF-EB03D154DCB8}"/>
                  </a:ext>
                </a:extLst>
              </p:cNvPr>
              <p:cNvSpPr/>
              <p:nvPr/>
            </p:nvSpPr>
            <p:spPr>
              <a:xfrm>
                <a:off x="7466556" y="1936207"/>
                <a:ext cx="477316" cy="84655"/>
              </a:xfrm>
              <a:custGeom>
                <a:avLst/>
                <a:gdLst>
                  <a:gd name="connsiteX0" fmla="*/ 238741 w 477316"/>
                  <a:gd name="connsiteY0" fmla="*/ 84655 h 84655"/>
                  <a:gd name="connsiteX1" fmla="*/ 440393 w 477316"/>
                  <a:gd name="connsiteY1" fmla="*/ 49378 h 84655"/>
                  <a:gd name="connsiteX2" fmla="*/ 477317 w 477316"/>
                  <a:gd name="connsiteY2" fmla="*/ 0 h 84655"/>
                  <a:gd name="connsiteX3" fmla="*/ 238658 w 477316"/>
                  <a:gd name="connsiteY3" fmla="*/ 38734 h 84655"/>
                  <a:gd name="connsiteX4" fmla="*/ 0 w 477316"/>
                  <a:gd name="connsiteY4" fmla="*/ 0 h 84655"/>
                  <a:gd name="connsiteX5" fmla="*/ 36951 w 477316"/>
                  <a:gd name="connsiteY5" fmla="*/ 49378 h 84655"/>
                  <a:gd name="connsiteX6" fmla="*/ 238741 w 477316"/>
                  <a:gd name="connsiteY6" fmla="*/ 84655 h 84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7316" h="84655">
                    <a:moveTo>
                      <a:pt x="238741" y="84655"/>
                    </a:moveTo>
                    <a:cubicBezTo>
                      <a:pt x="243898" y="84518"/>
                      <a:pt x="363886" y="81226"/>
                      <a:pt x="440393" y="49378"/>
                    </a:cubicBezTo>
                    <a:lnTo>
                      <a:pt x="477317" y="0"/>
                    </a:lnTo>
                    <a:cubicBezTo>
                      <a:pt x="425361" y="24058"/>
                      <a:pt x="337633" y="38734"/>
                      <a:pt x="238658" y="38734"/>
                    </a:cubicBezTo>
                    <a:cubicBezTo>
                      <a:pt x="139684" y="38734"/>
                      <a:pt x="52121" y="24058"/>
                      <a:pt x="0" y="0"/>
                    </a:cubicBezTo>
                    <a:lnTo>
                      <a:pt x="36951" y="49378"/>
                    </a:lnTo>
                    <a:cubicBezTo>
                      <a:pt x="113541" y="81116"/>
                      <a:pt x="233529" y="84408"/>
                      <a:pt x="238741" y="84655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147A85A-84FF-57B0-F13D-154A7156FB0F}"/>
                  </a:ext>
                </a:extLst>
              </p:cNvPr>
              <p:cNvSpPr/>
              <p:nvPr/>
            </p:nvSpPr>
            <p:spPr>
              <a:xfrm>
                <a:off x="7521310" y="2009066"/>
                <a:ext cx="367918" cy="71295"/>
              </a:xfrm>
              <a:custGeom>
                <a:avLst/>
                <a:gdLst>
                  <a:gd name="connsiteX0" fmla="*/ 323451 w 367918"/>
                  <a:gd name="connsiteY0" fmla="*/ 50201 h 71295"/>
                  <a:gd name="connsiteX1" fmla="*/ 339910 w 367918"/>
                  <a:gd name="connsiteY1" fmla="*/ 37307 h 71295"/>
                  <a:gd name="connsiteX2" fmla="*/ 367918 w 367918"/>
                  <a:gd name="connsiteY2" fmla="*/ 0 h 71295"/>
                  <a:gd name="connsiteX3" fmla="*/ 184124 w 367918"/>
                  <a:gd name="connsiteY3" fmla="*/ 27761 h 71295"/>
                  <a:gd name="connsiteX4" fmla="*/ 183794 w 367918"/>
                  <a:gd name="connsiteY4" fmla="*/ 27761 h 71295"/>
                  <a:gd name="connsiteX5" fmla="*/ 0 w 367918"/>
                  <a:gd name="connsiteY5" fmla="*/ 0 h 71295"/>
                  <a:gd name="connsiteX6" fmla="*/ 27981 w 367918"/>
                  <a:gd name="connsiteY6" fmla="*/ 37307 h 71295"/>
                  <a:gd name="connsiteX7" fmla="*/ 44440 w 367918"/>
                  <a:gd name="connsiteY7" fmla="*/ 50201 h 71295"/>
                  <a:gd name="connsiteX8" fmla="*/ 183959 w 367918"/>
                  <a:gd name="connsiteY8" fmla="*/ 71296 h 71295"/>
                  <a:gd name="connsiteX9" fmla="*/ 323451 w 367918"/>
                  <a:gd name="connsiteY9" fmla="*/ 50201 h 71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918" h="71295">
                    <a:moveTo>
                      <a:pt x="323451" y="50201"/>
                    </a:moveTo>
                    <a:cubicBezTo>
                      <a:pt x="329980" y="47433"/>
                      <a:pt x="335658" y="42983"/>
                      <a:pt x="339910" y="37307"/>
                    </a:cubicBezTo>
                    <a:lnTo>
                      <a:pt x="367918" y="0"/>
                    </a:lnTo>
                    <a:cubicBezTo>
                      <a:pt x="289244" y="25320"/>
                      <a:pt x="189034" y="27652"/>
                      <a:pt x="184124" y="27761"/>
                    </a:cubicBezTo>
                    <a:lnTo>
                      <a:pt x="183794" y="27761"/>
                    </a:lnTo>
                    <a:cubicBezTo>
                      <a:pt x="178939" y="27761"/>
                      <a:pt x="78757" y="25320"/>
                      <a:pt x="0" y="0"/>
                    </a:cubicBezTo>
                    <a:lnTo>
                      <a:pt x="27981" y="37307"/>
                    </a:lnTo>
                    <a:cubicBezTo>
                      <a:pt x="32233" y="42978"/>
                      <a:pt x="37911" y="47424"/>
                      <a:pt x="44440" y="50201"/>
                    </a:cubicBezTo>
                    <a:cubicBezTo>
                      <a:pt x="74368" y="62902"/>
                      <a:pt x="125694" y="71296"/>
                      <a:pt x="183959" y="71296"/>
                    </a:cubicBezTo>
                    <a:cubicBezTo>
                      <a:pt x="242225" y="71296"/>
                      <a:pt x="293522" y="62956"/>
                      <a:pt x="323451" y="50201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ED0F896-A9E3-2749-51E5-61CE0A31D87E}"/>
                  </a:ext>
                </a:extLst>
              </p:cNvPr>
              <p:cNvSpPr/>
              <p:nvPr/>
            </p:nvSpPr>
            <p:spPr>
              <a:xfrm>
                <a:off x="7436628" y="1800254"/>
                <a:ext cx="537667" cy="155045"/>
              </a:xfrm>
              <a:custGeom>
                <a:avLst/>
                <a:gdLst>
                  <a:gd name="connsiteX0" fmla="*/ 268669 w 537667"/>
                  <a:gd name="connsiteY0" fmla="*/ 155046 h 155045"/>
                  <a:gd name="connsiteX1" fmla="*/ 523951 w 537667"/>
                  <a:gd name="connsiteY1" fmla="*/ 101937 h 155045"/>
                  <a:gd name="connsiteX2" fmla="*/ 537667 w 537667"/>
                  <a:gd name="connsiteY2" fmla="*/ 77523 h 155045"/>
                  <a:gd name="connsiteX3" fmla="*/ 268834 w 537667"/>
                  <a:gd name="connsiteY3" fmla="*/ 0 h 155045"/>
                  <a:gd name="connsiteX4" fmla="*/ 0 w 537667"/>
                  <a:gd name="connsiteY4" fmla="*/ 77523 h 155045"/>
                  <a:gd name="connsiteX5" fmla="*/ 13716 w 537667"/>
                  <a:gd name="connsiteY5" fmla="*/ 101937 h 155045"/>
                  <a:gd name="connsiteX6" fmla="*/ 268669 w 537667"/>
                  <a:gd name="connsiteY6" fmla="*/ 155046 h 155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7667" h="155045">
                    <a:moveTo>
                      <a:pt x="268669" y="155046"/>
                    </a:moveTo>
                    <a:cubicBezTo>
                      <a:pt x="387614" y="155046"/>
                      <a:pt x="488509" y="132771"/>
                      <a:pt x="523951" y="101937"/>
                    </a:cubicBezTo>
                    <a:lnTo>
                      <a:pt x="537667" y="77523"/>
                    </a:lnTo>
                    <a:cubicBezTo>
                      <a:pt x="537667" y="34701"/>
                      <a:pt x="417295" y="0"/>
                      <a:pt x="268834" y="0"/>
                    </a:cubicBezTo>
                    <a:cubicBezTo>
                      <a:pt x="120371" y="0"/>
                      <a:pt x="0" y="34701"/>
                      <a:pt x="0" y="77523"/>
                    </a:cubicBezTo>
                    <a:lnTo>
                      <a:pt x="13716" y="101937"/>
                    </a:lnTo>
                    <a:cubicBezTo>
                      <a:pt x="48774" y="132826"/>
                      <a:pt x="149696" y="155046"/>
                      <a:pt x="268669" y="155046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AC3C412-67D0-7D7B-C03C-B271ED4740AB}"/>
                  </a:ext>
                </a:extLst>
              </p:cNvPr>
              <p:cNvGrpSpPr/>
              <p:nvPr/>
            </p:nvGrpSpPr>
            <p:grpSpPr>
              <a:xfrm>
                <a:off x="7738956" y="2314872"/>
                <a:ext cx="498518" cy="425890"/>
                <a:chOff x="7484280" y="2494306"/>
                <a:chExt cx="498518" cy="425890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20463609-6451-0A51-BCED-504DA3A4E37B}"/>
                    </a:ext>
                  </a:extLst>
                </p:cNvPr>
                <p:cNvSpPr/>
                <p:nvPr/>
              </p:nvSpPr>
              <p:spPr>
                <a:xfrm>
                  <a:off x="7714815" y="2624558"/>
                  <a:ext cx="183633" cy="295638"/>
                </a:xfrm>
                <a:custGeom>
                  <a:avLst/>
                  <a:gdLst>
                    <a:gd name="connsiteX0" fmla="*/ 168789 w 183633"/>
                    <a:gd name="connsiteY0" fmla="*/ 223626 h 295638"/>
                    <a:gd name="connsiteX1" fmla="*/ 162644 w 183633"/>
                    <a:gd name="connsiteY1" fmla="*/ 235888 h 295638"/>
                    <a:gd name="connsiteX2" fmla="*/ 143195 w 183633"/>
                    <a:gd name="connsiteY2" fmla="*/ 274786 h 295638"/>
                    <a:gd name="connsiteX3" fmla="*/ 104297 w 183633"/>
                    <a:gd name="connsiteY3" fmla="*/ 255337 h 295638"/>
                    <a:gd name="connsiteX4" fmla="*/ 104297 w 183633"/>
                    <a:gd name="connsiteY4" fmla="*/ 255337 h 295638"/>
                    <a:gd name="connsiteX5" fmla="*/ 18379 w 183633"/>
                    <a:gd name="connsiteY5" fmla="*/ 0 h 295638"/>
                    <a:gd name="connsiteX6" fmla="*/ 9135 w 183633"/>
                    <a:gd name="connsiteY6" fmla="*/ 2743 h 295638"/>
                    <a:gd name="connsiteX7" fmla="*/ 0 w 183633"/>
                    <a:gd name="connsiteY7" fmla="*/ 6008 h 295638"/>
                    <a:gd name="connsiteX8" fmla="*/ 85890 w 183633"/>
                    <a:gd name="connsiteY8" fmla="*/ 261317 h 295638"/>
                    <a:gd name="connsiteX9" fmla="*/ 85890 w 183633"/>
                    <a:gd name="connsiteY9" fmla="*/ 261317 h 295638"/>
                    <a:gd name="connsiteX10" fmla="*/ 149312 w 183633"/>
                    <a:gd name="connsiteY10" fmla="*/ 293056 h 295638"/>
                    <a:gd name="connsiteX11" fmla="*/ 181051 w 183633"/>
                    <a:gd name="connsiteY11" fmla="*/ 229634 h 295638"/>
                    <a:gd name="connsiteX12" fmla="*/ 168789 w 183633"/>
                    <a:gd name="connsiteY12" fmla="*/ 223626 h 295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3633" h="295638">
                      <a:moveTo>
                        <a:pt x="168789" y="223626"/>
                      </a:moveTo>
                      <a:cubicBezTo>
                        <a:pt x="163714" y="225326"/>
                        <a:pt x="160971" y="230813"/>
                        <a:pt x="162644" y="235888"/>
                      </a:cubicBezTo>
                      <a:cubicBezTo>
                        <a:pt x="168021" y="251991"/>
                        <a:pt x="159298" y="269410"/>
                        <a:pt x="143195" y="274786"/>
                      </a:cubicBezTo>
                      <a:cubicBezTo>
                        <a:pt x="127093" y="280163"/>
                        <a:pt x="109673" y="271440"/>
                        <a:pt x="104297" y="255337"/>
                      </a:cubicBezTo>
                      <a:lnTo>
                        <a:pt x="104297" y="255337"/>
                      </a:lnTo>
                      <a:lnTo>
                        <a:pt x="18379" y="0"/>
                      </a:lnTo>
                      <a:cubicBezTo>
                        <a:pt x="15307" y="905"/>
                        <a:pt x="12235" y="1838"/>
                        <a:pt x="9135" y="2743"/>
                      </a:cubicBezTo>
                      <a:cubicBezTo>
                        <a:pt x="6035" y="3649"/>
                        <a:pt x="2908" y="4883"/>
                        <a:pt x="0" y="6008"/>
                      </a:cubicBezTo>
                      <a:lnTo>
                        <a:pt x="85890" y="261317"/>
                      </a:lnTo>
                      <a:lnTo>
                        <a:pt x="85890" y="261317"/>
                      </a:lnTo>
                      <a:cubicBezTo>
                        <a:pt x="94640" y="287597"/>
                        <a:pt x="123033" y="301807"/>
                        <a:pt x="149312" y="293056"/>
                      </a:cubicBezTo>
                      <a:cubicBezTo>
                        <a:pt x="175592" y="284305"/>
                        <a:pt x="189802" y="255913"/>
                        <a:pt x="181051" y="229634"/>
                      </a:cubicBezTo>
                      <a:cubicBezTo>
                        <a:pt x="179323" y="224586"/>
                        <a:pt x="173837" y="221925"/>
                        <a:pt x="168789" y="223626"/>
                      </a:cubicBezTo>
                      <a:close/>
                    </a:path>
                  </a:pathLst>
                </a:custGeom>
                <a:solidFill>
                  <a:srgbClr val="C02828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C6EF99D3-D660-5F20-0474-3452B0435F53}"/>
                    </a:ext>
                  </a:extLst>
                </p:cNvPr>
                <p:cNvSpPr/>
                <p:nvPr/>
              </p:nvSpPr>
              <p:spPr>
                <a:xfrm>
                  <a:off x="7484280" y="2494306"/>
                  <a:ext cx="498518" cy="249607"/>
                </a:xfrm>
                <a:custGeom>
                  <a:avLst/>
                  <a:gdLst>
                    <a:gd name="connsiteX0" fmla="*/ 203213 w 498518"/>
                    <a:gd name="connsiteY0" fmla="*/ 21648 h 249607"/>
                    <a:gd name="connsiteX1" fmla="*/ 4770 w 498518"/>
                    <a:gd name="connsiteY1" fmla="*/ 249608 h 249607"/>
                    <a:gd name="connsiteX2" fmla="*/ 4770 w 498518"/>
                    <a:gd name="connsiteY2" fmla="*/ 249608 h 249607"/>
                    <a:gd name="connsiteX3" fmla="*/ 78150 w 498518"/>
                    <a:gd name="connsiteY3" fmla="*/ 195677 h 249607"/>
                    <a:gd name="connsiteX4" fmla="*/ 169225 w 498518"/>
                    <a:gd name="connsiteY4" fmla="*/ 194799 h 249607"/>
                    <a:gd name="connsiteX5" fmla="*/ 169417 w 498518"/>
                    <a:gd name="connsiteY5" fmla="*/ 194799 h 249607"/>
                    <a:gd name="connsiteX6" fmla="*/ 242797 w 498518"/>
                    <a:gd name="connsiteY6" fmla="*/ 140895 h 249607"/>
                    <a:gd name="connsiteX7" fmla="*/ 333872 w 498518"/>
                    <a:gd name="connsiteY7" fmla="*/ 140017 h 249607"/>
                    <a:gd name="connsiteX8" fmla="*/ 334064 w 498518"/>
                    <a:gd name="connsiteY8" fmla="*/ 140017 h 249607"/>
                    <a:gd name="connsiteX9" fmla="*/ 407444 w 498518"/>
                    <a:gd name="connsiteY9" fmla="*/ 86113 h 249607"/>
                    <a:gd name="connsiteX10" fmla="*/ 498518 w 498518"/>
                    <a:gd name="connsiteY10" fmla="*/ 85235 h 249607"/>
                    <a:gd name="connsiteX11" fmla="*/ 498518 w 498518"/>
                    <a:gd name="connsiteY11" fmla="*/ 85235 h 249607"/>
                    <a:gd name="connsiteX12" fmla="*/ 203213 w 498518"/>
                    <a:gd name="connsiteY12" fmla="*/ 21648 h 249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98518" h="249607">
                      <a:moveTo>
                        <a:pt x="203213" y="21648"/>
                      </a:moveTo>
                      <a:cubicBezTo>
                        <a:pt x="66821" y="67103"/>
                        <a:pt x="-22031" y="169150"/>
                        <a:pt x="4770" y="249608"/>
                      </a:cubicBezTo>
                      <a:lnTo>
                        <a:pt x="4770" y="249608"/>
                      </a:lnTo>
                      <a:cubicBezTo>
                        <a:pt x="1863" y="234164"/>
                        <a:pt x="33985" y="210408"/>
                        <a:pt x="78150" y="195677"/>
                      </a:cubicBezTo>
                      <a:cubicBezTo>
                        <a:pt x="122316" y="180946"/>
                        <a:pt x="162285" y="180726"/>
                        <a:pt x="169225" y="194799"/>
                      </a:cubicBezTo>
                      <a:lnTo>
                        <a:pt x="169417" y="194799"/>
                      </a:lnTo>
                      <a:cubicBezTo>
                        <a:pt x="166509" y="179382"/>
                        <a:pt x="198632" y="155599"/>
                        <a:pt x="242797" y="140895"/>
                      </a:cubicBezTo>
                      <a:cubicBezTo>
                        <a:pt x="286963" y="126191"/>
                        <a:pt x="326932" y="125917"/>
                        <a:pt x="333872" y="140017"/>
                      </a:cubicBezTo>
                      <a:lnTo>
                        <a:pt x="334064" y="140017"/>
                      </a:lnTo>
                      <a:cubicBezTo>
                        <a:pt x="331156" y="124600"/>
                        <a:pt x="363279" y="100844"/>
                        <a:pt x="407444" y="86113"/>
                      </a:cubicBezTo>
                      <a:cubicBezTo>
                        <a:pt x="451610" y="71382"/>
                        <a:pt x="491578" y="71163"/>
                        <a:pt x="498518" y="85235"/>
                      </a:cubicBezTo>
                      <a:lnTo>
                        <a:pt x="498518" y="85235"/>
                      </a:lnTo>
                      <a:cubicBezTo>
                        <a:pt x="471910" y="4585"/>
                        <a:pt x="339605" y="-23779"/>
                        <a:pt x="203213" y="21648"/>
                      </a:cubicBezTo>
                      <a:close/>
                    </a:path>
                  </a:pathLst>
                </a:custGeom>
                <a:solidFill>
                  <a:srgbClr val="E5403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FF2016B7-965A-56C3-9FA9-FFF342EC2818}"/>
                  </a:ext>
                </a:extLst>
              </p:cNvPr>
              <p:cNvGrpSpPr/>
              <p:nvPr/>
            </p:nvGrpSpPr>
            <p:grpSpPr>
              <a:xfrm>
                <a:off x="7408557" y="2110681"/>
                <a:ext cx="593470" cy="295786"/>
                <a:chOff x="7408557" y="2322614"/>
                <a:chExt cx="593470" cy="295786"/>
              </a:xfrm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132E0844-DE8C-C5A3-E809-DFD4D6B4232F}"/>
                    </a:ext>
                  </a:extLst>
                </p:cNvPr>
                <p:cNvSpPr/>
                <p:nvPr/>
              </p:nvSpPr>
              <p:spPr>
                <a:xfrm>
                  <a:off x="7408557" y="2550437"/>
                  <a:ext cx="37863" cy="67963"/>
                </a:xfrm>
                <a:custGeom>
                  <a:avLst/>
                  <a:gdLst>
                    <a:gd name="connsiteX0" fmla="*/ 19045 w 37863"/>
                    <a:gd name="connsiteY0" fmla="*/ 0 h 67963"/>
                    <a:gd name="connsiteX1" fmla="*/ 199 w 37863"/>
                    <a:gd name="connsiteY1" fmla="*/ 49844 h 67963"/>
                    <a:gd name="connsiteX2" fmla="*/ 19758 w 37863"/>
                    <a:gd name="connsiteY2" fmla="*/ 67949 h 67963"/>
                    <a:gd name="connsiteX3" fmla="*/ 37863 w 37863"/>
                    <a:gd name="connsiteY3" fmla="*/ 49844 h 67963"/>
                    <a:gd name="connsiteX4" fmla="*/ 35614 w 37863"/>
                    <a:gd name="connsiteY4" fmla="*/ 40873 h 67963"/>
                    <a:gd name="connsiteX5" fmla="*/ 19045 w 37863"/>
                    <a:gd name="connsiteY5" fmla="*/ 0 h 6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63" h="67963">
                      <a:moveTo>
                        <a:pt x="19045" y="0"/>
                      </a:moveTo>
                      <a:cubicBezTo>
                        <a:pt x="19045" y="0"/>
                        <a:pt x="-2270" y="40490"/>
                        <a:pt x="199" y="49844"/>
                      </a:cubicBezTo>
                      <a:cubicBezTo>
                        <a:pt x="583" y="60241"/>
                        <a:pt x="9362" y="68360"/>
                        <a:pt x="19758" y="67949"/>
                      </a:cubicBezTo>
                      <a:cubicBezTo>
                        <a:pt x="29607" y="67592"/>
                        <a:pt x="37479" y="59692"/>
                        <a:pt x="37863" y="49844"/>
                      </a:cubicBezTo>
                      <a:cubicBezTo>
                        <a:pt x="37863" y="46716"/>
                        <a:pt x="37096" y="43644"/>
                        <a:pt x="35614" y="40873"/>
                      </a:cubicBezTo>
                      <a:cubicBezTo>
                        <a:pt x="31718" y="26636"/>
                        <a:pt x="26150" y="12920"/>
                        <a:pt x="19045" y="0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CB405F76-C3D4-CB61-249B-C65A295A4BDD}"/>
                    </a:ext>
                  </a:extLst>
                </p:cNvPr>
                <p:cNvSpPr/>
                <p:nvPr/>
              </p:nvSpPr>
              <p:spPr>
                <a:xfrm>
                  <a:off x="7533588" y="2459966"/>
                  <a:ext cx="37757" cy="68662"/>
                </a:xfrm>
                <a:custGeom>
                  <a:avLst/>
                  <a:gdLst>
                    <a:gd name="connsiteX0" fmla="*/ 18912 w 37757"/>
                    <a:gd name="connsiteY0" fmla="*/ 68662 h 68662"/>
                    <a:gd name="connsiteX1" fmla="*/ 37758 w 37757"/>
                    <a:gd name="connsiteY1" fmla="*/ 49844 h 68662"/>
                    <a:gd name="connsiteX2" fmla="*/ 35481 w 37757"/>
                    <a:gd name="connsiteY2" fmla="*/ 40901 h 68662"/>
                    <a:gd name="connsiteX3" fmla="*/ 19022 w 37757"/>
                    <a:gd name="connsiteY3" fmla="*/ 0 h 68662"/>
                    <a:gd name="connsiteX4" fmla="*/ 203 w 37757"/>
                    <a:gd name="connsiteY4" fmla="*/ 49844 h 68662"/>
                    <a:gd name="connsiteX5" fmla="*/ 18912 w 37757"/>
                    <a:gd name="connsiteY5" fmla="*/ 68662 h 6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757" h="68662">
                      <a:moveTo>
                        <a:pt x="18912" y="68662"/>
                      </a:moveTo>
                      <a:cubicBezTo>
                        <a:pt x="29309" y="68662"/>
                        <a:pt x="37730" y="60241"/>
                        <a:pt x="37758" y="49844"/>
                      </a:cubicBezTo>
                      <a:cubicBezTo>
                        <a:pt x="37758" y="46717"/>
                        <a:pt x="36989" y="43644"/>
                        <a:pt x="35481" y="40901"/>
                      </a:cubicBezTo>
                      <a:cubicBezTo>
                        <a:pt x="31613" y="26664"/>
                        <a:pt x="26099" y="12948"/>
                        <a:pt x="19022" y="0"/>
                      </a:cubicBezTo>
                      <a:cubicBezTo>
                        <a:pt x="19022" y="0"/>
                        <a:pt x="-2293" y="40489"/>
                        <a:pt x="203" y="49844"/>
                      </a:cubicBezTo>
                      <a:cubicBezTo>
                        <a:pt x="203" y="60186"/>
                        <a:pt x="8570" y="68607"/>
                        <a:pt x="18912" y="68662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E0C69D06-616C-E697-1051-1139D39DC258}"/>
                    </a:ext>
                  </a:extLst>
                </p:cNvPr>
                <p:cNvSpPr/>
                <p:nvPr/>
              </p:nvSpPr>
              <p:spPr>
                <a:xfrm>
                  <a:off x="7964188" y="2442848"/>
                  <a:ext cx="37839" cy="68662"/>
                </a:xfrm>
                <a:custGeom>
                  <a:avLst/>
                  <a:gdLst>
                    <a:gd name="connsiteX0" fmla="*/ 37730 w 37839"/>
                    <a:gd name="connsiteY0" fmla="*/ 49844 h 68662"/>
                    <a:gd name="connsiteX1" fmla="*/ 35481 w 37839"/>
                    <a:gd name="connsiteY1" fmla="*/ 40901 h 68662"/>
                    <a:gd name="connsiteX2" fmla="*/ 19022 w 37839"/>
                    <a:gd name="connsiteY2" fmla="*/ 0 h 68662"/>
                    <a:gd name="connsiteX3" fmla="*/ 203 w 37839"/>
                    <a:gd name="connsiteY3" fmla="*/ 49844 h 68662"/>
                    <a:gd name="connsiteX4" fmla="*/ 19022 w 37839"/>
                    <a:gd name="connsiteY4" fmla="*/ 68662 h 68662"/>
                    <a:gd name="connsiteX5" fmla="*/ 37840 w 37839"/>
                    <a:gd name="connsiteY5" fmla="*/ 49844 h 6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9" h="68662">
                      <a:moveTo>
                        <a:pt x="37730" y="49844"/>
                      </a:moveTo>
                      <a:cubicBezTo>
                        <a:pt x="37758" y="46717"/>
                        <a:pt x="36963" y="43644"/>
                        <a:pt x="35481" y="40901"/>
                      </a:cubicBezTo>
                      <a:cubicBezTo>
                        <a:pt x="31613" y="26664"/>
                        <a:pt x="26099" y="12948"/>
                        <a:pt x="19022" y="0"/>
                      </a:cubicBezTo>
                      <a:cubicBezTo>
                        <a:pt x="19022" y="0"/>
                        <a:pt x="-2293" y="40489"/>
                        <a:pt x="203" y="49844"/>
                      </a:cubicBezTo>
                      <a:cubicBezTo>
                        <a:pt x="203" y="60241"/>
                        <a:pt x="8625" y="68662"/>
                        <a:pt x="19022" y="68662"/>
                      </a:cubicBezTo>
                      <a:cubicBezTo>
                        <a:pt x="29419" y="68662"/>
                        <a:pt x="37840" y="60241"/>
                        <a:pt x="37840" y="49844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26655336-4CA9-19F4-4DDD-4BA563465C05}"/>
                    </a:ext>
                  </a:extLst>
                </p:cNvPr>
                <p:cNvSpPr/>
                <p:nvPr/>
              </p:nvSpPr>
              <p:spPr>
                <a:xfrm>
                  <a:off x="7762153" y="2322614"/>
                  <a:ext cx="37866" cy="67971"/>
                </a:xfrm>
                <a:custGeom>
                  <a:avLst/>
                  <a:gdLst>
                    <a:gd name="connsiteX0" fmla="*/ 202 w 37866"/>
                    <a:gd name="connsiteY0" fmla="*/ 49844 h 67971"/>
                    <a:gd name="connsiteX1" fmla="*/ 19761 w 37866"/>
                    <a:gd name="connsiteY1" fmla="*/ 67957 h 67971"/>
                    <a:gd name="connsiteX2" fmla="*/ 37867 w 37866"/>
                    <a:gd name="connsiteY2" fmla="*/ 49844 h 67971"/>
                    <a:gd name="connsiteX3" fmla="*/ 35589 w 37866"/>
                    <a:gd name="connsiteY3" fmla="*/ 40901 h 67971"/>
                    <a:gd name="connsiteX4" fmla="*/ 19130 w 37866"/>
                    <a:gd name="connsiteY4" fmla="*/ 0 h 67971"/>
                    <a:gd name="connsiteX5" fmla="*/ 202 w 37866"/>
                    <a:gd name="connsiteY5" fmla="*/ 49844 h 67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66" h="67971">
                      <a:moveTo>
                        <a:pt x="202" y="49844"/>
                      </a:moveTo>
                      <a:cubicBezTo>
                        <a:pt x="586" y="60243"/>
                        <a:pt x="9364" y="68355"/>
                        <a:pt x="19761" y="67957"/>
                      </a:cubicBezTo>
                      <a:cubicBezTo>
                        <a:pt x="29609" y="67581"/>
                        <a:pt x="37482" y="59687"/>
                        <a:pt x="37867" y="49844"/>
                      </a:cubicBezTo>
                      <a:cubicBezTo>
                        <a:pt x="37867" y="46719"/>
                        <a:pt x="37098" y="43644"/>
                        <a:pt x="35589" y="40901"/>
                      </a:cubicBezTo>
                      <a:cubicBezTo>
                        <a:pt x="31749" y="26661"/>
                        <a:pt x="26208" y="12931"/>
                        <a:pt x="19130" y="0"/>
                      </a:cubicBezTo>
                      <a:cubicBezTo>
                        <a:pt x="19130" y="0"/>
                        <a:pt x="-2294" y="40490"/>
                        <a:pt x="202" y="49844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C1D7BD69-E598-542F-1526-36A677E7D3EE}"/>
                    </a:ext>
                  </a:extLst>
                </p:cNvPr>
                <p:cNvSpPr/>
                <p:nvPr/>
              </p:nvSpPr>
              <p:spPr>
                <a:xfrm>
                  <a:off x="7657021" y="2391276"/>
                  <a:ext cx="30224" cy="68689"/>
                </a:xfrm>
                <a:custGeom>
                  <a:avLst/>
                  <a:gdLst>
                    <a:gd name="connsiteX0" fmla="*/ 15192 w 30224"/>
                    <a:gd name="connsiteY0" fmla="*/ 68690 h 68689"/>
                    <a:gd name="connsiteX1" fmla="*/ 30225 w 30224"/>
                    <a:gd name="connsiteY1" fmla="*/ 49844 h 68689"/>
                    <a:gd name="connsiteX2" fmla="*/ 28415 w 30224"/>
                    <a:gd name="connsiteY2" fmla="*/ 40901 h 68689"/>
                    <a:gd name="connsiteX3" fmla="*/ 15192 w 30224"/>
                    <a:gd name="connsiteY3" fmla="*/ 0 h 68689"/>
                    <a:gd name="connsiteX4" fmla="*/ 160 w 30224"/>
                    <a:gd name="connsiteY4" fmla="*/ 49844 h 68689"/>
                    <a:gd name="connsiteX5" fmla="*/ 15192 w 30224"/>
                    <a:gd name="connsiteY5" fmla="*/ 68690 h 686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24" h="68689">
                      <a:moveTo>
                        <a:pt x="15192" y="68690"/>
                      </a:moveTo>
                      <a:cubicBezTo>
                        <a:pt x="23422" y="68690"/>
                        <a:pt x="30225" y="60241"/>
                        <a:pt x="30225" y="49844"/>
                      </a:cubicBezTo>
                      <a:cubicBezTo>
                        <a:pt x="30225" y="46772"/>
                        <a:pt x="29622" y="43726"/>
                        <a:pt x="28415" y="40901"/>
                      </a:cubicBezTo>
                      <a:cubicBezTo>
                        <a:pt x="25369" y="26856"/>
                        <a:pt x="20953" y="13159"/>
                        <a:pt x="15192" y="0"/>
                      </a:cubicBezTo>
                      <a:cubicBezTo>
                        <a:pt x="15192" y="0"/>
                        <a:pt x="-1815" y="40517"/>
                        <a:pt x="160" y="49844"/>
                      </a:cubicBezTo>
                      <a:cubicBezTo>
                        <a:pt x="160" y="60268"/>
                        <a:pt x="6908" y="68690"/>
                        <a:pt x="15192" y="68690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5269E217-28A4-2B2B-EAFB-3C3FE47365B8}"/>
                    </a:ext>
                  </a:extLst>
                </p:cNvPr>
                <p:cNvSpPr/>
                <p:nvPr/>
              </p:nvSpPr>
              <p:spPr>
                <a:xfrm>
                  <a:off x="7446425" y="2425621"/>
                  <a:ext cx="30224" cy="68689"/>
                </a:xfrm>
                <a:custGeom>
                  <a:avLst/>
                  <a:gdLst>
                    <a:gd name="connsiteX0" fmla="*/ 15192 w 30224"/>
                    <a:gd name="connsiteY0" fmla="*/ 0 h 68689"/>
                    <a:gd name="connsiteX1" fmla="*/ 160 w 30224"/>
                    <a:gd name="connsiteY1" fmla="*/ 49844 h 68689"/>
                    <a:gd name="connsiteX2" fmla="*/ 15192 w 30224"/>
                    <a:gd name="connsiteY2" fmla="*/ 68690 h 68689"/>
                    <a:gd name="connsiteX3" fmla="*/ 30225 w 30224"/>
                    <a:gd name="connsiteY3" fmla="*/ 49844 h 68689"/>
                    <a:gd name="connsiteX4" fmla="*/ 28415 w 30224"/>
                    <a:gd name="connsiteY4" fmla="*/ 40901 h 68689"/>
                    <a:gd name="connsiteX5" fmla="*/ 15192 w 30224"/>
                    <a:gd name="connsiteY5" fmla="*/ 0 h 686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24" h="68689">
                      <a:moveTo>
                        <a:pt x="15192" y="0"/>
                      </a:moveTo>
                      <a:cubicBezTo>
                        <a:pt x="15192" y="0"/>
                        <a:pt x="-1815" y="40517"/>
                        <a:pt x="160" y="49844"/>
                      </a:cubicBezTo>
                      <a:cubicBezTo>
                        <a:pt x="160" y="60241"/>
                        <a:pt x="6880" y="68690"/>
                        <a:pt x="15192" y="68690"/>
                      </a:cubicBezTo>
                      <a:cubicBezTo>
                        <a:pt x="23504" y="68690"/>
                        <a:pt x="30225" y="60241"/>
                        <a:pt x="30225" y="49844"/>
                      </a:cubicBezTo>
                      <a:cubicBezTo>
                        <a:pt x="30225" y="46772"/>
                        <a:pt x="29622" y="43727"/>
                        <a:pt x="28415" y="40901"/>
                      </a:cubicBezTo>
                      <a:cubicBezTo>
                        <a:pt x="25369" y="26856"/>
                        <a:pt x="20926" y="13167"/>
                        <a:pt x="15192" y="0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3D3E069D-CFA0-9E05-ADF9-BB699FA738E2}"/>
                    </a:ext>
                  </a:extLst>
                </p:cNvPr>
                <p:cNvSpPr/>
                <p:nvPr/>
              </p:nvSpPr>
              <p:spPr>
                <a:xfrm>
                  <a:off x="7858372" y="2391276"/>
                  <a:ext cx="30225" cy="68689"/>
                </a:xfrm>
                <a:custGeom>
                  <a:avLst/>
                  <a:gdLst>
                    <a:gd name="connsiteX0" fmla="*/ 160 w 30225"/>
                    <a:gd name="connsiteY0" fmla="*/ 49844 h 68689"/>
                    <a:gd name="connsiteX1" fmla="*/ 15192 w 30225"/>
                    <a:gd name="connsiteY1" fmla="*/ 68690 h 68689"/>
                    <a:gd name="connsiteX2" fmla="*/ 30225 w 30225"/>
                    <a:gd name="connsiteY2" fmla="*/ 49844 h 68689"/>
                    <a:gd name="connsiteX3" fmla="*/ 28414 w 30225"/>
                    <a:gd name="connsiteY3" fmla="*/ 40901 h 68689"/>
                    <a:gd name="connsiteX4" fmla="*/ 15192 w 30225"/>
                    <a:gd name="connsiteY4" fmla="*/ 0 h 68689"/>
                    <a:gd name="connsiteX5" fmla="*/ 160 w 30225"/>
                    <a:gd name="connsiteY5" fmla="*/ 49844 h 686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25" h="68689">
                      <a:moveTo>
                        <a:pt x="160" y="49844"/>
                      </a:moveTo>
                      <a:cubicBezTo>
                        <a:pt x="160" y="60241"/>
                        <a:pt x="6880" y="68690"/>
                        <a:pt x="15192" y="68690"/>
                      </a:cubicBezTo>
                      <a:cubicBezTo>
                        <a:pt x="23504" y="68690"/>
                        <a:pt x="30225" y="60241"/>
                        <a:pt x="30225" y="49844"/>
                      </a:cubicBezTo>
                      <a:cubicBezTo>
                        <a:pt x="30225" y="46772"/>
                        <a:pt x="29622" y="43726"/>
                        <a:pt x="28414" y="40901"/>
                      </a:cubicBezTo>
                      <a:cubicBezTo>
                        <a:pt x="25370" y="26856"/>
                        <a:pt x="20925" y="13167"/>
                        <a:pt x="15192" y="0"/>
                      </a:cubicBezTo>
                      <a:cubicBezTo>
                        <a:pt x="15192" y="0"/>
                        <a:pt x="-1816" y="40517"/>
                        <a:pt x="160" y="49844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DA01F5D1-DC83-25C4-EAE7-C4A2CD10BAD4}"/>
                    </a:ext>
                  </a:extLst>
                </p:cNvPr>
                <p:cNvSpPr/>
                <p:nvPr/>
              </p:nvSpPr>
              <p:spPr>
                <a:xfrm>
                  <a:off x="7926497" y="2339814"/>
                  <a:ext cx="30213" cy="68662"/>
                </a:xfrm>
                <a:custGeom>
                  <a:avLst/>
                  <a:gdLst>
                    <a:gd name="connsiteX0" fmla="*/ 148 w 30213"/>
                    <a:gd name="connsiteY0" fmla="*/ 49844 h 68662"/>
                    <a:gd name="connsiteX1" fmla="*/ 15180 w 30213"/>
                    <a:gd name="connsiteY1" fmla="*/ 68662 h 68662"/>
                    <a:gd name="connsiteX2" fmla="*/ 30213 w 30213"/>
                    <a:gd name="connsiteY2" fmla="*/ 49844 h 68662"/>
                    <a:gd name="connsiteX3" fmla="*/ 28403 w 30213"/>
                    <a:gd name="connsiteY3" fmla="*/ 40874 h 68662"/>
                    <a:gd name="connsiteX4" fmla="*/ 15180 w 30213"/>
                    <a:gd name="connsiteY4" fmla="*/ 0 h 68662"/>
                    <a:gd name="connsiteX5" fmla="*/ 148 w 30213"/>
                    <a:gd name="connsiteY5" fmla="*/ 49844 h 6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13" h="68662">
                      <a:moveTo>
                        <a:pt x="148" y="49844"/>
                      </a:moveTo>
                      <a:cubicBezTo>
                        <a:pt x="148" y="60241"/>
                        <a:pt x="6868" y="68662"/>
                        <a:pt x="15180" y="68662"/>
                      </a:cubicBezTo>
                      <a:cubicBezTo>
                        <a:pt x="23492" y="68662"/>
                        <a:pt x="30213" y="60241"/>
                        <a:pt x="30213" y="49844"/>
                      </a:cubicBezTo>
                      <a:cubicBezTo>
                        <a:pt x="30213" y="46760"/>
                        <a:pt x="29610" y="43710"/>
                        <a:pt x="28403" y="40874"/>
                      </a:cubicBezTo>
                      <a:cubicBezTo>
                        <a:pt x="25385" y="26842"/>
                        <a:pt x="20941" y="13148"/>
                        <a:pt x="15180" y="0"/>
                      </a:cubicBezTo>
                      <a:cubicBezTo>
                        <a:pt x="15180" y="0"/>
                        <a:pt x="-1745" y="40407"/>
                        <a:pt x="148" y="49844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379D803E-D351-04AB-3A42-A3E67A950479}"/>
                    </a:ext>
                  </a:extLst>
                </p:cNvPr>
                <p:cNvSpPr/>
                <p:nvPr/>
              </p:nvSpPr>
              <p:spPr>
                <a:xfrm>
                  <a:off x="7565919" y="2339814"/>
                  <a:ext cx="30224" cy="68662"/>
                </a:xfrm>
                <a:custGeom>
                  <a:avLst/>
                  <a:gdLst>
                    <a:gd name="connsiteX0" fmla="*/ 15192 w 30224"/>
                    <a:gd name="connsiteY0" fmla="*/ 68662 h 68662"/>
                    <a:gd name="connsiteX1" fmla="*/ 30225 w 30224"/>
                    <a:gd name="connsiteY1" fmla="*/ 49844 h 68662"/>
                    <a:gd name="connsiteX2" fmla="*/ 28415 w 30224"/>
                    <a:gd name="connsiteY2" fmla="*/ 40874 h 68662"/>
                    <a:gd name="connsiteX3" fmla="*/ 15192 w 30224"/>
                    <a:gd name="connsiteY3" fmla="*/ 0 h 68662"/>
                    <a:gd name="connsiteX4" fmla="*/ 160 w 30224"/>
                    <a:gd name="connsiteY4" fmla="*/ 49844 h 68662"/>
                    <a:gd name="connsiteX5" fmla="*/ 15192 w 30224"/>
                    <a:gd name="connsiteY5" fmla="*/ 68662 h 6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24" h="68662">
                      <a:moveTo>
                        <a:pt x="15192" y="68662"/>
                      </a:moveTo>
                      <a:cubicBezTo>
                        <a:pt x="23422" y="68662"/>
                        <a:pt x="30225" y="60241"/>
                        <a:pt x="30225" y="49844"/>
                      </a:cubicBezTo>
                      <a:cubicBezTo>
                        <a:pt x="30225" y="46760"/>
                        <a:pt x="29622" y="43710"/>
                        <a:pt x="28415" y="40874"/>
                      </a:cubicBezTo>
                      <a:cubicBezTo>
                        <a:pt x="25397" y="26842"/>
                        <a:pt x="20953" y="13148"/>
                        <a:pt x="15192" y="0"/>
                      </a:cubicBezTo>
                      <a:cubicBezTo>
                        <a:pt x="15192" y="0"/>
                        <a:pt x="-1815" y="40490"/>
                        <a:pt x="160" y="49844"/>
                      </a:cubicBezTo>
                      <a:cubicBezTo>
                        <a:pt x="160" y="60241"/>
                        <a:pt x="6908" y="68662"/>
                        <a:pt x="15192" y="68662"/>
                      </a:cubicBezTo>
                      <a:close/>
                    </a:path>
                  </a:pathLst>
                </a:custGeom>
                <a:solidFill>
                  <a:srgbClr val="3B78A2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9183361-9287-138F-A482-2531ADEB81C4}"/>
                  </a:ext>
                </a:extLst>
              </p:cNvPr>
              <p:cNvGrpSpPr/>
              <p:nvPr/>
            </p:nvGrpSpPr>
            <p:grpSpPr>
              <a:xfrm>
                <a:off x="7182918" y="2311040"/>
                <a:ext cx="585950" cy="588717"/>
                <a:chOff x="8297452" y="1194115"/>
                <a:chExt cx="585950" cy="588717"/>
              </a:xfrm>
              <a:solidFill>
                <a:srgbClr val="E54035"/>
              </a:solidFill>
            </p:grpSpPr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39A2B0B3-4914-5181-6C56-201785D937BD}"/>
                    </a:ext>
                  </a:extLst>
                </p:cNvPr>
                <p:cNvSpPr/>
                <p:nvPr/>
              </p:nvSpPr>
              <p:spPr>
                <a:xfrm rot="19910401">
                  <a:off x="8461590" y="1358838"/>
                  <a:ext cx="257531" cy="257531"/>
                </a:xfrm>
                <a:custGeom>
                  <a:avLst/>
                  <a:gdLst>
                    <a:gd name="connsiteX0" fmla="*/ 257531 w 257531"/>
                    <a:gd name="connsiteY0" fmla="*/ 128765 h 257531"/>
                    <a:gd name="connsiteX1" fmla="*/ 128766 w 257531"/>
                    <a:gd name="connsiteY1" fmla="*/ 257531 h 257531"/>
                    <a:gd name="connsiteX2" fmla="*/ 0 w 257531"/>
                    <a:gd name="connsiteY2" fmla="*/ 128765 h 257531"/>
                    <a:gd name="connsiteX3" fmla="*/ 128766 w 257531"/>
                    <a:gd name="connsiteY3" fmla="*/ 0 h 257531"/>
                    <a:gd name="connsiteX4" fmla="*/ 257531 w 257531"/>
                    <a:gd name="connsiteY4" fmla="*/ 128765 h 257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7531" h="257531">
                      <a:moveTo>
                        <a:pt x="257531" y="128765"/>
                      </a:moveTo>
                      <a:cubicBezTo>
                        <a:pt x="257531" y="199881"/>
                        <a:pt x="199881" y="257531"/>
                        <a:pt x="128766" y="257531"/>
                      </a:cubicBezTo>
                      <a:cubicBezTo>
                        <a:pt x="57650" y="257531"/>
                        <a:pt x="0" y="199881"/>
                        <a:pt x="0" y="128765"/>
                      </a:cubicBezTo>
                      <a:cubicBezTo>
                        <a:pt x="0" y="57650"/>
                        <a:pt x="57651" y="0"/>
                        <a:pt x="128766" y="0"/>
                      </a:cubicBezTo>
                      <a:cubicBezTo>
                        <a:pt x="199881" y="0"/>
                        <a:pt x="257531" y="57650"/>
                        <a:pt x="257531" y="128765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993D67CB-508C-D43F-3A09-D2D1A9D63FD0}"/>
                    </a:ext>
                  </a:extLst>
                </p:cNvPr>
                <p:cNvSpPr/>
                <p:nvPr/>
              </p:nvSpPr>
              <p:spPr>
                <a:xfrm>
                  <a:off x="8571382" y="1194115"/>
                  <a:ext cx="38089" cy="129340"/>
                </a:xfrm>
                <a:custGeom>
                  <a:avLst/>
                  <a:gdLst>
                    <a:gd name="connsiteX0" fmla="*/ 21 w 38089"/>
                    <a:gd name="connsiteY0" fmla="*/ 19764 h 129340"/>
                    <a:gd name="connsiteX1" fmla="*/ 21 w 38089"/>
                    <a:gd name="connsiteY1" fmla="*/ 109576 h 129340"/>
                    <a:gd name="connsiteX2" fmla="*/ 18318 w 38089"/>
                    <a:gd name="connsiteY2" fmla="*/ 129327 h 129340"/>
                    <a:gd name="connsiteX3" fmla="*/ 38068 w 38089"/>
                    <a:gd name="connsiteY3" fmla="*/ 111030 h 129340"/>
                    <a:gd name="connsiteX4" fmla="*/ 38068 w 38089"/>
                    <a:gd name="connsiteY4" fmla="*/ 109576 h 129340"/>
                    <a:gd name="connsiteX5" fmla="*/ 38068 w 38089"/>
                    <a:gd name="connsiteY5" fmla="*/ 19764 h 129340"/>
                    <a:gd name="connsiteX6" fmla="*/ 19772 w 38089"/>
                    <a:gd name="connsiteY6" fmla="*/ 13 h 129340"/>
                    <a:gd name="connsiteX7" fmla="*/ 21 w 38089"/>
                    <a:gd name="connsiteY7" fmla="*/ 18310 h 129340"/>
                    <a:gd name="connsiteX8" fmla="*/ 21 w 38089"/>
                    <a:gd name="connsiteY8" fmla="*/ 19764 h 1293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089" h="129340">
                      <a:moveTo>
                        <a:pt x="21" y="19764"/>
                      </a:moveTo>
                      <a:lnTo>
                        <a:pt x="21" y="109576"/>
                      </a:lnTo>
                      <a:cubicBezTo>
                        <a:pt x="-391" y="120083"/>
                        <a:pt x="7811" y="128916"/>
                        <a:pt x="18318" y="129327"/>
                      </a:cubicBezTo>
                      <a:cubicBezTo>
                        <a:pt x="28824" y="129712"/>
                        <a:pt x="37657" y="121537"/>
                        <a:pt x="38068" y="111030"/>
                      </a:cubicBezTo>
                      <a:cubicBezTo>
                        <a:pt x="38096" y="110536"/>
                        <a:pt x="38096" y="110070"/>
                        <a:pt x="38068" y="109576"/>
                      </a:cubicBezTo>
                      <a:lnTo>
                        <a:pt x="38068" y="19764"/>
                      </a:lnTo>
                      <a:cubicBezTo>
                        <a:pt x="38480" y="9258"/>
                        <a:pt x="30278" y="425"/>
                        <a:pt x="19772" y="13"/>
                      </a:cubicBezTo>
                      <a:cubicBezTo>
                        <a:pt x="9265" y="-371"/>
                        <a:pt x="432" y="7804"/>
                        <a:pt x="21" y="18310"/>
                      </a:cubicBezTo>
                      <a:cubicBezTo>
                        <a:pt x="-7" y="18804"/>
                        <a:pt x="-7" y="19270"/>
                        <a:pt x="21" y="19764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5588A3E0-5A69-6AFD-C29A-C391260B4659}"/>
                    </a:ext>
                  </a:extLst>
                </p:cNvPr>
                <p:cNvSpPr/>
                <p:nvPr/>
              </p:nvSpPr>
              <p:spPr>
                <a:xfrm>
                  <a:off x="8377174" y="1275289"/>
                  <a:ext cx="101186" cy="101168"/>
                </a:xfrm>
                <a:custGeom>
                  <a:avLst/>
                  <a:gdLst>
                    <a:gd name="connsiteX0" fmla="*/ 5579 w 101186"/>
                    <a:gd name="connsiteY0" fmla="*/ 5579 h 101168"/>
                    <a:gd name="connsiteX1" fmla="*/ 5552 w 101186"/>
                    <a:gd name="connsiteY1" fmla="*/ 32462 h 101168"/>
                    <a:gd name="connsiteX2" fmla="*/ 5579 w 101186"/>
                    <a:gd name="connsiteY2" fmla="*/ 32490 h 101168"/>
                    <a:gd name="connsiteX3" fmla="*/ 69112 w 101186"/>
                    <a:gd name="connsiteY3" fmla="*/ 95995 h 101168"/>
                    <a:gd name="connsiteX4" fmla="*/ 96023 w 101186"/>
                    <a:gd name="connsiteY4" fmla="*/ 95172 h 101168"/>
                    <a:gd name="connsiteX5" fmla="*/ 96023 w 101186"/>
                    <a:gd name="connsiteY5" fmla="*/ 69084 h 101168"/>
                    <a:gd name="connsiteX6" fmla="*/ 32490 w 101186"/>
                    <a:gd name="connsiteY6" fmla="*/ 5579 h 101168"/>
                    <a:gd name="connsiteX7" fmla="*/ 5607 w 101186"/>
                    <a:gd name="connsiteY7" fmla="*/ 5552 h 101168"/>
                    <a:gd name="connsiteX8" fmla="*/ 5579 w 101186"/>
                    <a:gd name="connsiteY8" fmla="*/ 5579 h 101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1186" h="101168">
                      <a:moveTo>
                        <a:pt x="5579" y="5579"/>
                      </a:moveTo>
                      <a:cubicBezTo>
                        <a:pt x="-1855" y="12986"/>
                        <a:pt x="-1855" y="25028"/>
                        <a:pt x="5552" y="32462"/>
                      </a:cubicBezTo>
                      <a:cubicBezTo>
                        <a:pt x="5552" y="32462"/>
                        <a:pt x="5579" y="32490"/>
                        <a:pt x="5579" y="32490"/>
                      </a:cubicBezTo>
                      <a:lnTo>
                        <a:pt x="69112" y="95995"/>
                      </a:lnTo>
                      <a:cubicBezTo>
                        <a:pt x="76765" y="103210"/>
                        <a:pt x="88808" y="102825"/>
                        <a:pt x="96023" y="95172"/>
                      </a:cubicBezTo>
                      <a:cubicBezTo>
                        <a:pt x="102908" y="87848"/>
                        <a:pt x="102908" y="76408"/>
                        <a:pt x="96023" y="69084"/>
                      </a:cubicBezTo>
                      <a:lnTo>
                        <a:pt x="32490" y="5579"/>
                      </a:lnTo>
                      <a:cubicBezTo>
                        <a:pt x="25083" y="-1855"/>
                        <a:pt x="13041" y="-1855"/>
                        <a:pt x="5607" y="5552"/>
                      </a:cubicBezTo>
                      <a:cubicBezTo>
                        <a:pt x="5607" y="5552"/>
                        <a:pt x="5579" y="5579"/>
                        <a:pt x="5579" y="5579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E4524147-2848-08BF-0662-48354E2885AA}"/>
                    </a:ext>
                  </a:extLst>
                </p:cNvPr>
                <p:cNvSpPr/>
                <p:nvPr/>
              </p:nvSpPr>
              <p:spPr>
                <a:xfrm>
                  <a:off x="8297452" y="1469491"/>
                  <a:ext cx="127162" cy="38048"/>
                </a:xfrm>
                <a:custGeom>
                  <a:avLst/>
                  <a:gdLst>
                    <a:gd name="connsiteX0" fmla="*/ 127162 w 127162"/>
                    <a:gd name="connsiteY0" fmla="*/ 19038 h 38048"/>
                    <a:gd name="connsiteX1" fmla="*/ 108152 w 127162"/>
                    <a:gd name="connsiteY1" fmla="*/ 0 h 38048"/>
                    <a:gd name="connsiteX2" fmla="*/ 18312 w 127162"/>
                    <a:gd name="connsiteY2" fmla="*/ 0 h 38048"/>
                    <a:gd name="connsiteX3" fmla="*/ 15 w 127162"/>
                    <a:gd name="connsiteY3" fmla="*/ 19751 h 38048"/>
                    <a:gd name="connsiteX4" fmla="*/ 18312 w 127162"/>
                    <a:gd name="connsiteY4" fmla="*/ 38048 h 38048"/>
                    <a:gd name="connsiteX5" fmla="*/ 108152 w 127162"/>
                    <a:gd name="connsiteY5" fmla="*/ 38048 h 38048"/>
                    <a:gd name="connsiteX6" fmla="*/ 127162 w 127162"/>
                    <a:gd name="connsiteY6" fmla="*/ 19038 h 38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7162" h="38048">
                      <a:moveTo>
                        <a:pt x="127162" y="19038"/>
                      </a:moveTo>
                      <a:cubicBezTo>
                        <a:pt x="127162" y="8531"/>
                        <a:pt x="118658" y="27"/>
                        <a:pt x="108152" y="0"/>
                      </a:cubicBezTo>
                      <a:lnTo>
                        <a:pt x="18312" y="0"/>
                      </a:lnTo>
                      <a:cubicBezTo>
                        <a:pt x="7806" y="412"/>
                        <a:pt x="-396" y="9245"/>
                        <a:pt x="15" y="19751"/>
                      </a:cubicBezTo>
                      <a:cubicBezTo>
                        <a:pt x="399" y="29681"/>
                        <a:pt x="8354" y="37664"/>
                        <a:pt x="18312" y="38048"/>
                      </a:cubicBezTo>
                      <a:lnTo>
                        <a:pt x="108152" y="38048"/>
                      </a:lnTo>
                      <a:cubicBezTo>
                        <a:pt x="118658" y="38048"/>
                        <a:pt x="127162" y="29544"/>
                        <a:pt x="127162" y="19038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3A2852D6-FAAE-AE89-BBBF-F1FA3E68F364}"/>
                    </a:ext>
                  </a:extLst>
                </p:cNvPr>
                <p:cNvSpPr/>
                <p:nvPr/>
              </p:nvSpPr>
              <p:spPr>
                <a:xfrm>
                  <a:off x="8377580" y="1600194"/>
                  <a:ext cx="101181" cy="101159"/>
                </a:xfrm>
                <a:custGeom>
                  <a:avLst/>
                  <a:gdLst>
                    <a:gd name="connsiteX0" fmla="*/ 68706 w 101181"/>
                    <a:gd name="connsiteY0" fmla="*/ 5579 h 101159"/>
                    <a:gd name="connsiteX1" fmla="*/ 5173 w 101181"/>
                    <a:gd name="connsiteY1" fmla="*/ 69084 h 101159"/>
                    <a:gd name="connsiteX2" fmla="*/ 5996 w 101181"/>
                    <a:gd name="connsiteY2" fmla="*/ 95995 h 101159"/>
                    <a:gd name="connsiteX3" fmla="*/ 32084 w 101181"/>
                    <a:gd name="connsiteY3" fmla="*/ 95995 h 101159"/>
                    <a:gd name="connsiteX4" fmla="*/ 95617 w 101181"/>
                    <a:gd name="connsiteY4" fmla="*/ 32462 h 101159"/>
                    <a:gd name="connsiteX5" fmla="*/ 95617 w 101181"/>
                    <a:gd name="connsiteY5" fmla="*/ 5551 h 101159"/>
                    <a:gd name="connsiteX6" fmla="*/ 68706 w 101181"/>
                    <a:gd name="connsiteY6" fmla="*/ 5579 h 101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1181" h="101159">
                      <a:moveTo>
                        <a:pt x="68706" y="5579"/>
                      </a:moveTo>
                      <a:lnTo>
                        <a:pt x="5173" y="69084"/>
                      </a:lnTo>
                      <a:cubicBezTo>
                        <a:pt x="-2042" y="76738"/>
                        <a:pt x="-1657" y="88780"/>
                        <a:pt x="5996" y="95995"/>
                      </a:cubicBezTo>
                      <a:cubicBezTo>
                        <a:pt x="13321" y="102880"/>
                        <a:pt x="24760" y="102880"/>
                        <a:pt x="32084" y="95995"/>
                      </a:cubicBezTo>
                      <a:lnTo>
                        <a:pt x="95617" y="32462"/>
                      </a:lnTo>
                      <a:cubicBezTo>
                        <a:pt x="103051" y="25028"/>
                        <a:pt x="103023" y="12986"/>
                        <a:pt x="95617" y="5551"/>
                      </a:cubicBezTo>
                      <a:cubicBezTo>
                        <a:pt x="88183" y="-1855"/>
                        <a:pt x="76140" y="-1855"/>
                        <a:pt x="68706" y="5579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2FEB4346-65AE-1B71-0EB8-AE88CEB73B1E}"/>
                    </a:ext>
                  </a:extLst>
                </p:cNvPr>
                <p:cNvSpPr/>
                <p:nvPr/>
              </p:nvSpPr>
              <p:spPr>
                <a:xfrm>
                  <a:off x="8571388" y="1654218"/>
                  <a:ext cx="38083" cy="128614"/>
                </a:xfrm>
                <a:custGeom>
                  <a:avLst/>
                  <a:gdLst>
                    <a:gd name="connsiteX0" fmla="*/ 19025 w 38083"/>
                    <a:gd name="connsiteY0" fmla="*/ 0 h 128614"/>
                    <a:gd name="connsiteX1" fmla="*/ 15 w 38083"/>
                    <a:gd name="connsiteY1" fmla="*/ 19011 h 128614"/>
                    <a:gd name="connsiteX2" fmla="*/ 15 w 38083"/>
                    <a:gd name="connsiteY2" fmla="*/ 108850 h 128614"/>
                    <a:gd name="connsiteX3" fmla="*/ 18312 w 38083"/>
                    <a:gd name="connsiteY3" fmla="*/ 128601 h 128614"/>
                    <a:gd name="connsiteX4" fmla="*/ 38063 w 38083"/>
                    <a:gd name="connsiteY4" fmla="*/ 110304 h 128614"/>
                    <a:gd name="connsiteX5" fmla="*/ 38063 w 38083"/>
                    <a:gd name="connsiteY5" fmla="*/ 108850 h 128614"/>
                    <a:gd name="connsiteX6" fmla="*/ 38063 w 38083"/>
                    <a:gd name="connsiteY6" fmla="*/ 19202 h 128614"/>
                    <a:gd name="connsiteX7" fmla="*/ 19190 w 38083"/>
                    <a:gd name="connsiteY7" fmla="*/ 0 h 128614"/>
                    <a:gd name="connsiteX8" fmla="*/ 19025 w 38083"/>
                    <a:gd name="connsiteY8" fmla="*/ 0 h 128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083" h="128614">
                      <a:moveTo>
                        <a:pt x="19025" y="0"/>
                      </a:moveTo>
                      <a:cubicBezTo>
                        <a:pt x="8518" y="0"/>
                        <a:pt x="15" y="8504"/>
                        <a:pt x="15" y="19011"/>
                      </a:cubicBezTo>
                      <a:lnTo>
                        <a:pt x="15" y="108850"/>
                      </a:lnTo>
                      <a:cubicBezTo>
                        <a:pt x="-397" y="119357"/>
                        <a:pt x="7805" y="128190"/>
                        <a:pt x="18312" y="128601"/>
                      </a:cubicBezTo>
                      <a:cubicBezTo>
                        <a:pt x="28818" y="128985"/>
                        <a:pt x="37651" y="120811"/>
                        <a:pt x="38063" y="110304"/>
                      </a:cubicBezTo>
                      <a:cubicBezTo>
                        <a:pt x="38090" y="109810"/>
                        <a:pt x="38090" y="109344"/>
                        <a:pt x="38063" y="108850"/>
                      </a:cubicBezTo>
                      <a:lnTo>
                        <a:pt x="38063" y="19202"/>
                      </a:lnTo>
                      <a:cubicBezTo>
                        <a:pt x="38145" y="8696"/>
                        <a:pt x="29696" y="82"/>
                        <a:pt x="19190" y="0"/>
                      </a:cubicBezTo>
                      <a:cubicBezTo>
                        <a:pt x="19135" y="0"/>
                        <a:pt x="19080" y="0"/>
                        <a:pt x="19025" y="0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F30FCF8-5133-3EE7-B105-D2DC2643FAD5}"/>
                    </a:ext>
                  </a:extLst>
                </p:cNvPr>
                <p:cNvSpPr/>
                <p:nvPr/>
              </p:nvSpPr>
              <p:spPr>
                <a:xfrm>
                  <a:off x="8702096" y="1600194"/>
                  <a:ext cx="102001" cy="101991"/>
                </a:xfrm>
                <a:custGeom>
                  <a:avLst/>
                  <a:gdLst>
                    <a:gd name="connsiteX0" fmla="*/ 32473 w 102001"/>
                    <a:gd name="connsiteY0" fmla="*/ 5579 h 101991"/>
                    <a:gd name="connsiteX1" fmla="*/ 5589 w 102001"/>
                    <a:gd name="connsiteY1" fmla="*/ 5551 h 101991"/>
                    <a:gd name="connsiteX2" fmla="*/ 5562 w 102001"/>
                    <a:gd name="connsiteY2" fmla="*/ 32462 h 101991"/>
                    <a:gd name="connsiteX3" fmla="*/ 69094 w 102001"/>
                    <a:gd name="connsiteY3" fmla="*/ 95995 h 101991"/>
                    <a:gd name="connsiteX4" fmla="*/ 96005 w 102001"/>
                    <a:gd name="connsiteY4" fmla="*/ 96818 h 101991"/>
                    <a:gd name="connsiteX5" fmla="*/ 96828 w 102001"/>
                    <a:gd name="connsiteY5" fmla="*/ 69907 h 101991"/>
                    <a:gd name="connsiteX6" fmla="*/ 96005 w 102001"/>
                    <a:gd name="connsiteY6" fmla="*/ 69084 h 101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001" h="101991">
                      <a:moveTo>
                        <a:pt x="32473" y="5579"/>
                      </a:moveTo>
                      <a:cubicBezTo>
                        <a:pt x="25038" y="-1855"/>
                        <a:pt x="12996" y="-1855"/>
                        <a:pt x="5589" y="5551"/>
                      </a:cubicBezTo>
                      <a:cubicBezTo>
                        <a:pt x="-1845" y="12986"/>
                        <a:pt x="-1872" y="25028"/>
                        <a:pt x="5562" y="32462"/>
                      </a:cubicBezTo>
                      <a:lnTo>
                        <a:pt x="69094" y="95995"/>
                      </a:lnTo>
                      <a:cubicBezTo>
                        <a:pt x="76309" y="103648"/>
                        <a:pt x="88351" y="104032"/>
                        <a:pt x="96005" y="96818"/>
                      </a:cubicBezTo>
                      <a:cubicBezTo>
                        <a:pt x="103659" y="89631"/>
                        <a:pt x="104042" y="77560"/>
                        <a:pt x="96828" y="69907"/>
                      </a:cubicBezTo>
                      <a:cubicBezTo>
                        <a:pt x="96554" y="69633"/>
                        <a:pt x="96280" y="69358"/>
                        <a:pt x="96005" y="69084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7BFEC707-4A08-F3DA-213B-96A731964D20}"/>
                    </a:ext>
                  </a:extLst>
                </p:cNvPr>
                <p:cNvSpPr/>
                <p:nvPr/>
              </p:nvSpPr>
              <p:spPr>
                <a:xfrm>
                  <a:off x="8755486" y="1469476"/>
                  <a:ext cx="127916" cy="38083"/>
                </a:xfrm>
                <a:custGeom>
                  <a:avLst/>
                  <a:gdLst>
                    <a:gd name="connsiteX0" fmla="*/ 109604 w 127916"/>
                    <a:gd name="connsiteY0" fmla="*/ 15 h 38083"/>
                    <a:gd name="connsiteX1" fmla="*/ 19764 w 127916"/>
                    <a:gd name="connsiteY1" fmla="*/ 15 h 38083"/>
                    <a:gd name="connsiteX2" fmla="*/ 13 w 127916"/>
                    <a:gd name="connsiteY2" fmla="*/ 18312 h 38083"/>
                    <a:gd name="connsiteX3" fmla="*/ 18310 w 127916"/>
                    <a:gd name="connsiteY3" fmla="*/ 38063 h 38083"/>
                    <a:gd name="connsiteX4" fmla="*/ 19764 w 127916"/>
                    <a:gd name="connsiteY4" fmla="*/ 38063 h 38083"/>
                    <a:gd name="connsiteX5" fmla="*/ 109604 w 127916"/>
                    <a:gd name="connsiteY5" fmla="*/ 38063 h 38083"/>
                    <a:gd name="connsiteX6" fmla="*/ 127901 w 127916"/>
                    <a:gd name="connsiteY6" fmla="*/ 18312 h 38083"/>
                    <a:gd name="connsiteX7" fmla="*/ 109604 w 127916"/>
                    <a:gd name="connsiteY7" fmla="*/ 15 h 38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7916" h="38083">
                      <a:moveTo>
                        <a:pt x="109604" y="15"/>
                      </a:moveTo>
                      <a:lnTo>
                        <a:pt x="19764" y="15"/>
                      </a:lnTo>
                      <a:cubicBezTo>
                        <a:pt x="9258" y="-397"/>
                        <a:pt x="425" y="7805"/>
                        <a:pt x="13" y="18312"/>
                      </a:cubicBezTo>
                      <a:cubicBezTo>
                        <a:pt x="-371" y="28818"/>
                        <a:pt x="7804" y="37651"/>
                        <a:pt x="18310" y="38063"/>
                      </a:cubicBezTo>
                      <a:cubicBezTo>
                        <a:pt x="18804" y="38090"/>
                        <a:pt x="19270" y="38090"/>
                        <a:pt x="19764" y="38063"/>
                      </a:cubicBezTo>
                      <a:lnTo>
                        <a:pt x="109604" y="38063"/>
                      </a:lnTo>
                      <a:cubicBezTo>
                        <a:pt x="120110" y="37651"/>
                        <a:pt x="128313" y="28818"/>
                        <a:pt x="127901" y="18312"/>
                      </a:cubicBezTo>
                      <a:cubicBezTo>
                        <a:pt x="127517" y="8381"/>
                        <a:pt x="119562" y="399"/>
                        <a:pt x="109604" y="15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46E2AAC6-2C4D-C515-03BD-2629BEEF2210}"/>
                    </a:ext>
                  </a:extLst>
                </p:cNvPr>
                <p:cNvSpPr/>
                <p:nvPr/>
              </p:nvSpPr>
              <p:spPr>
                <a:xfrm>
                  <a:off x="8702484" y="1274872"/>
                  <a:ext cx="101612" cy="101576"/>
                </a:xfrm>
                <a:custGeom>
                  <a:avLst/>
                  <a:gdLst>
                    <a:gd name="connsiteX0" fmla="*/ 68706 w 101612"/>
                    <a:gd name="connsiteY0" fmla="*/ 5996 h 101576"/>
                    <a:gd name="connsiteX1" fmla="*/ 5173 w 101612"/>
                    <a:gd name="connsiteY1" fmla="*/ 69501 h 101576"/>
                    <a:gd name="connsiteX2" fmla="*/ 5996 w 101612"/>
                    <a:gd name="connsiteY2" fmla="*/ 96412 h 101576"/>
                    <a:gd name="connsiteX3" fmla="*/ 32084 w 101612"/>
                    <a:gd name="connsiteY3" fmla="*/ 96412 h 101576"/>
                    <a:gd name="connsiteX4" fmla="*/ 95617 w 101612"/>
                    <a:gd name="connsiteY4" fmla="*/ 32907 h 101576"/>
                    <a:gd name="connsiteX5" fmla="*/ 96440 w 101612"/>
                    <a:gd name="connsiteY5" fmla="*/ 5996 h 101576"/>
                    <a:gd name="connsiteX6" fmla="*/ 69529 w 101612"/>
                    <a:gd name="connsiteY6" fmla="*/ 5173 h 101576"/>
                    <a:gd name="connsiteX7" fmla="*/ 68706 w 101612"/>
                    <a:gd name="connsiteY7" fmla="*/ 5996 h 101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612" h="101576">
                      <a:moveTo>
                        <a:pt x="68706" y="5996"/>
                      </a:moveTo>
                      <a:lnTo>
                        <a:pt x="5173" y="69501"/>
                      </a:lnTo>
                      <a:cubicBezTo>
                        <a:pt x="-2042" y="77155"/>
                        <a:pt x="-1657" y="89197"/>
                        <a:pt x="5996" y="96412"/>
                      </a:cubicBezTo>
                      <a:cubicBezTo>
                        <a:pt x="13321" y="103298"/>
                        <a:pt x="24760" y="103298"/>
                        <a:pt x="32084" y="96412"/>
                      </a:cubicBezTo>
                      <a:lnTo>
                        <a:pt x="95617" y="32907"/>
                      </a:lnTo>
                      <a:cubicBezTo>
                        <a:pt x="103270" y="25692"/>
                        <a:pt x="103654" y="13650"/>
                        <a:pt x="96440" y="5996"/>
                      </a:cubicBezTo>
                      <a:cubicBezTo>
                        <a:pt x="89252" y="-1657"/>
                        <a:pt x="77182" y="-2041"/>
                        <a:pt x="69529" y="5173"/>
                      </a:cubicBezTo>
                      <a:cubicBezTo>
                        <a:pt x="69254" y="5447"/>
                        <a:pt x="68980" y="5722"/>
                        <a:pt x="68706" y="5996"/>
                      </a:cubicBezTo>
                      <a:close/>
                    </a:path>
                  </a:pathLst>
                </a:custGeom>
                <a:grpFill/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B124BD3-2154-5C31-B594-26E90794F1FB}"/>
                </a:ext>
              </a:extLst>
            </p:cNvPr>
            <p:cNvGrpSpPr/>
            <p:nvPr/>
          </p:nvGrpSpPr>
          <p:grpSpPr>
            <a:xfrm>
              <a:off x="1724652" y="3750427"/>
              <a:ext cx="1629396" cy="1399187"/>
              <a:chOff x="1724652" y="3750427"/>
              <a:chExt cx="1629396" cy="1399187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2AA197-82D0-0539-01B9-752A5B647444}"/>
                  </a:ext>
                </a:extLst>
              </p:cNvPr>
              <p:cNvSpPr txBox="1"/>
              <p:nvPr/>
            </p:nvSpPr>
            <p:spPr>
              <a:xfrm>
                <a:off x="1724652" y="4780282"/>
                <a:ext cx="1629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Magnetic field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1F6BAAFA-0394-8132-98E8-3F0803520FA8}"/>
                  </a:ext>
                </a:extLst>
              </p:cNvPr>
              <p:cNvGrpSpPr/>
              <p:nvPr/>
            </p:nvGrpSpPr>
            <p:grpSpPr>
              <a:xfrm>
                <a:off x="2102561" y="3761400"/>
                <a:ext cx="920131" cy="982745"/>
                <a:chOff x="7242121" y="3612786"/>
                <a:chExt cx="920131" cy="982745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AEE0E149-6532-6758-5DE0-BF5D66C0F322}"/>
                    </a:ext>
                  </a:extLst>
                </p:cNvPr>
                <p:cNvGrpSpPr/>
                <p:nvPr/>
              </p:nvGrpSpPr>
              <p:grpSpPr>
                <a:xfrm>
                  <a:off x="7242121" y="3612786"/>
                  <a:ext cx="920131" cy="469180"/>
                  <a:chOff x="7242121" y="3827391"/>
                  <a:chExt cx="920131" cy="469180"/>
                </a:xfrm>
              </p:grpSpPr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E9BA1611-8AD4-CC60-7301-7E80F7C59B1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57982" y="4067778"/>
                    <a:ext cx="488351" cy="173423"/>
                  </a:xfrm>
                  <a:custGeom>
                    <a:avLst/>
                    <a:gdLst>
                      <a:gd name="connsiteX0" fmla="*/ 99498 w 488351"/>
                      <a:gd name="connsiteY0" fmla="*/ 131545 h 173423"/>
                      <a:gd name="connsiteX1" fmla="*/ 473176 w 488351"/>
                      <a:gd name="connsiteY1" fmla="*/ 47136 h 173423"/>
                      <a:gd name="connsiteX2" fmla="*/ 486837 w 488351"/>
                      <a:gd name="connsiteY2" fmla="*/ 22804 h 173423"/>
                      <a:gd name="connsiteX3" fmla="*/ 479101 w 488351"/>
                      <a:gd name="connsiteY3" fmla="*/ 1517 h 173423"/>
                      <a:gd name="connsiteX4" fmla="*/ 458143 w 488351"/>
                      <a:gd name="connsiteY4" fmla="*/ 8567 h 173423"/>
                      <a:gd name="connsiteX5" fmla="*/ 138040 w 488351"/>
                      <a:gd name="connsiteY5" fmla="*/ 116402 h 173423"/>
                      <a:gd name="connsiteX6" fmla="*/ 30204 w 488351"/>
                      <a:gd name="connsiteY6" fmla="*/ 8567 h 173423"/>
                      <a:gd name="connsiteX7" fmla="*/ 8561 w 488351"/>
                      <a:gd name="connsiteY7" fmla="*/ 1846 h 173423"/>
                      <a:gd name="connsiteX8" fmla="*/ 1510 w 488351"/>
                      <a:gd name="connsiteY8" fmla="*/ 22804 h 173423"/>
                      <a:gd name="connsiteX9" fmla="*/ 99498 w 488351"/>
                      <a:gd name="connsiteY9" fmla="*/ 131545 h 173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88351" h="173423">
                        <a:moveTo>
                          <a:pt x="99498" y="131545"/>
                        </a:moveTo>
                        <a:cubicBezTo>
                          <a:pt x="225987" y="211427"/>
                          <a:pt x="393295" y="173626"/>
                          <a:pt x="473176" y="47136"/>
                        </a:cubicBezTo>
                        <a:cubicBezTo>
                          <a:pt x="478142" y="39264"/>
                          <a:pt x="482695" y="31143"/>
                          <a:pt x="486837" y="22804"/>
                        </a:cubicBezTo>
                        <a:cubicBezTo>
                          <a:pt x="490596" y="14794"/>
                          <a:pt x="487112" y="5248"/>
                          <a:pt x="479101" y="1517"/>
                        </a:cubicBezTo>
                        <a:cubicBezTo>
                          <a:pt x="471366" y="-2104"/>
                          <a:pt x="462121" y="995"/>
                          <a:pt x="458143" y="8567"/>
                        </a:cubicBezTo>
                        <a:cubicBezTo>
                          <a:pt x="399522" y="126744"/>
                          <a:pt x="256189" y="175025"/>
                          <a:pt x="138040" y="116402"/>
                        </a:cubicBezTo>
                        <a:cubicBezTo>
                          <a:pt x="91268" y="93195"/>
                          <a:pt x="53412" y="55311"/>
                          <a:pt x="30204" y="8567"/>
                        </a:cubicBezTo>
                        <a:cubicBezTo>
                          <a:pt x="26089" y="722"/>
                          <a:pt x="16406" y="-2269"/>
                          <a:pt x="8561" y="1846"/>
                        </a:cubicBezTo>
                        <a:cubicBezTo>
                          <a:pt x="989" y="5824"/>
                          <a:pt x="-2111" y="15041"/>
                          <a:pt x="1510" y="22804"/>
                        </a:cubicBezTo>
                        <a:cubicBezTo>
                          <a:pt x="23593" y="67354"/>
                          <a:pt x="57499" y="104963"/>
                          <a:pt x="99498" y="131545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35880E94-678A-1B32-3CF4-9CC811E0734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568156" y="4191019"/>
                    <a:ext cx="268265" cy="105552"/>
                  </a:xfrm>
                  <a:custGeom>
                    <a:avLst/>
                    <a:gdLst>
                      <a:gd name="connsiteX0" fmla="*/ 134234 w 268265"/>
                      <a:gd name="connsiteY0" fmla="*/ 105552 h 105552"/>
                      <a:gd name="connsiteX1" fmla="*/ 266594 w 268265"/>
                      <a:gd name="connsiteY1" fmla="*/ 23475 h 105552"/>
                      <a:gd name="connsiteX2" fmla="*/ 259379 w 268265"/>
                      <a:gd name="connsiteY2" fmla="*/ 2023 h 105552"/>
                      <a:gd name="connsiteX3" fmla="*/ 237927 w 268265"/>
                      <a:gd name="connsiteY3" fmla="*/ 9238 h 105552"/>
                      <a:gd name="connsiteX4" fmla="*/ 82717 w 268265"/>
                      <a:gd name="connsiteY4" fmla="*/ 61413 h 105552"/>
                      <a:gd name="connsiteX5" fmla="*/ 30541 w 268265"/>
                      <a:gd name="connsiteY5" fmla="*/ 9238 h 105552"/>
                      <a:gd name="connsiteX6" fmla="*/ 9254 w 268265"/>
                      <a:gd name="connsiteY6" fmla="*/ 1502 h 105552"/>
                      <a:gd name="connsiteX7" fmla="*/ 1519 w 268265"/>
                      <a:gd name="connsiteY7" fmla="*/ 22817 h 105552"/>
                      <a:gd name="connsiteX8" fmla="*/ 1848 w 268265"/>
                      <a:gd name="connsiteY8" fmla="*/ 23475 h 105552"/>
                      <a:gd name="connsiteX9" fmla="*/ 134234 w 268265"/>
                      <a:gd name="connsiteY9" fmla="*/ 105552 h 105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68265" h="105552">
                        <a:moveTo>
                          <a:pt x="134234" y="105552"/>
                        </a:moveTo>
                        <a:cubicBezTo>
                          <a:pt x="190415" y="105771"/>
                          <a:pt x="241795" y="73895"/>
                          <a:pt x="266594" y="23475"/>
                        </a:cubicBezTo>
                        <a:cubicBezTo>
                          <a:pt x="270516" y="15547"/>
                          <a:pt x="267307" y="5946"/>
                          <a:pt x="259379" y="2023"/>
                        </a:cubicBezTo>
                        <a:cubicBezTo>
                          <a:pt x="251451" y="-1899"/>
                          <a:pt x="241850" y="1310"/>
                          <a:pt x="237927" y="9238"/>
                        </a:cubicBezTo>
                        <a:cubicBezTo>
                          <a:pt x="209480" y="66516"/>
                          <a:pt x="139968" y="89861"/>
                          <a:pt x="82717" y="61413"/>
                        </a:cubicBezTo>
                        <a:cubicBezTo>
                          <a:pt x="60086" y="50166"/>
                          <a:pt x="41789" y="31842"/>
                          <a:pt x="30541" y="9238"/>
                        </a:cubicBezTo>
                        <a:cubicBezTo>
                          <a:pt x="26783" y="1228"/>
                          <a:pt x="17265" y="-2229"/>
                          <a:pt x="9254" y="1502"/>
                        </a:cubicBezTo>
                        <a:cubicBezTo>
                          <a:pt x="1217" y="5260"/>
                          <a:pt x="-2240" y="14779"/>
                          <a:pt x="1519" y="22817"/>
                        </a:cubicBezTo>
                        <a:cubicBezTo>
                          <a:pt x="1628" y="23036"/>
                          <a:pt x="1738" y="23255"/>
                          <a:pt x="1848" y="23475"/>
                        </a:cubicBezTo>
                        <a:cubicBezTo>
                          <a:pt x="26646" y="73895"/>
                          <a:pt x="78054" y="105743"/>
                          <a:pt x="134234" y="105552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66893004-307D-F091-E013-294D62D7F3C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242121" y="3827391"/>
                    <a:ext cx="920131" cy="305915"/>
                  </a:xfrm>
                  <a:custGeom>
                    <a:avLst/>
                    <a:gdLst>
                      <a:gd name="connsiteX0" fmla="*/ 911157 w 920131"/>
                      <a:gd name="connsiteY0" fmla="*/ 1704 h 305915"/>
                      <a:gd name="connsiteX1" fmla="*/ 889486 w 920131"/>
                      <a:gd name="connsiteY1" fmla="*/ 8973 h 305915"/>
                      <a:gd name="connsiteX2" fmla="*/ 889486 w 920131"/>
                      <a:gd name="connsiteY2" fmla="*/ 9001 h 305915"/>
                      <a:gd name="connsiteX3" fmla="*/ 640596 w 920131"/>
                      <a:gd name="connsiteY3" fmla="*/ 240555 h 305915"/>
                      <a:gd name="connsiteX4" fmla="*/ 460066 w 920131"/>
                      <a:gd name="connsiteY4" fmla="*/ 274790 h 305915"/>
                      <a:gd name="connsiteX5" fmla="*/ 286147 w 920131"/>
                      <a:gd name="connsiteY5" fmla="*/ 243161 h 305915"/>
                      <a:gd name="connsiteX6" fmla="*/ 30645 w 920131"/>
                      <a:gd name="connsiteY6" fmla="*/ 9001 h 305915"/>
                      <a:gd name="connsiteX7" fmla="*/ 9001 w 920131"/>
                      <a:gd name="connsiteY7" fmla="*/ 1677 h 305915"/>
                      <a:gd name="connsiteX8" fmla="*/ 1677 w 920131"/>
                      <a:gd name="connsiteY8" fmla="*/ 23348 h 305915"/>
                      <a:gd name="connsiteX9" fmla="*/ 280331 w 920131"/>
                      <a:gd name="connsiteY9" fmla="*/ 275229 h 305915"/>
                      <a:gd name="connsiteX10" fmla="*/ 641007 w 920131"/>
                      <a:gd name="connsiteY10" fmla="*/ 274790 h 305915"/>
                      <a:gd name="connsiteX11" fmla="*/ 918455 w 920131"/>
                      <a:gd name="connsiteY11" fmla="*/ 23348 h 305915"/>
                      <a:gd name="connsiteX12" fmla="*/ 911157 w 920131"/>
                      <a:gd name="connsiteY12" fmla="*/ 1704 h 3059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920131" h="305915">
                        <a:moveTo>
                          <a:pt x="911157" y="1704"/>
                        </a:moveTo>
                        <a:cubicBezTo>
                          <a:pt x="903175" y="-2273"/>
                          <a:pt x="893464" y="991"/>
                          <a:pt x="889486" y="8973"/>
                        </a:cubicBezTo>
                        <a:cubicBezTo>
                          <a:pt x="889486" y="9001"/>
                          <a:pt x="889486" y="9001"/>
                          <a:pt x="889486" y="9001"/>
                        </a:cubicBezTo>
                        <a:cubicBezTo>
                          <a:pt x="837777" y="114120"/>
                          <a:pt x="749172" y="196554"/>
                          <a:pt x="640596" y="240555"/>
                        </a:cubicBezTo>
                        <a:cubicBezTo>
                          <a:pt x="593495" y="259757"/>
                          <a:pt x="526808" y="274350"/>
                          <a:pt x="460066" y="274790"/>
                        </a:cubicBezTo>
                        <a:cubicBezTo>
                          <a:pt x="396478" y="275174"/>
                          <a:pt x="332891" y="262281"/>
                          <a:pt x="286147" y="243161"/>
                        </a:cubicBezTo>
                        <a:cubicBezTo>
                          <a:pt x="174636" y="199928"/>
                          <a:pt x="83424" y="116343"/>
                          <a:pt x="30645" y="9001"/>
                        </a:cubicBezTo>
                        <a:cubicBezTo>
                          <a:pt x="26695" y="991"/>
                          <a:pt x="16984" y="-2273"/>
                          <a:pt x="9001" y="1677"/>
                        </a:cubicBezTo>
                        <a:cubicBezTo>
                          <a:pt x="991" y="5654"/>
                          <a:pt x="-2273" y="15338"/>
                          <a:pt x="1677" y="23348"/>
                        </a:cubicBezTo>
                        <a:cubicBezTo>
                          <a:pt x="59284" y="139577"/>
                          <a:pt x="158890" y="229609"/>
                          <a:pt x="280331" y="275229"/>
                        </a:cubicBezTo>
                        <a:cubicBezTo>
                          <a:pt x="381967" y="312426"/>
                          <a:pt x="510952" y="319860"/>
                          <a:pt x="641007" y="274790"/>
                        </a:cubicBezTo>
                        <a:cubicBezTo>
                          <a:pt x="761928" y="229006"/>
                          <a:pt x="861039" y="139194"/>
                          <a:pt x="918455" y="23348"/>
                        </a:cubicBezTo>
                        <a:cubicBezTo>
                          <a:pt x="922405" y="15365"/>
                          <a:pt x="919140" y="5682"/>
                          <a:pt x="911157" y="1704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46283A65-8017-01A4-C59D-8F19D9DAFC6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351245" y="3946378"/>
                    <a:ext cx="701910" cy="241041"/>
                  </a:xfrm>
                  <a:custGeom>
                    <a:avLst/>
                    <a:gdLst>
                      <a:gd name="connsiteX0" fmla="*/ 142760 w 701910"/>
                      <a:gd name="connsiteY0" fmla="*/ 179865 h 241041"/>
                      <a:gd name="connsiteX1" fmla="*/ 272870 w 701910"/>
                      <a:gd name="connsiteY1" fmla="*/ 232178 h 241041"/>
                      <a:gd name="connsiteX2" fmla="*/ 429067 w 701910"/>
                      <a:gd name="connsiteY2" fmla="*/ 232178 h 241041"/>
                      <a:gd name="connsiteX3" fmla="*/ 700233 w 701910"/>
                      <a:gd name="connsiteY3" fmla="*/ 23338 h 241041"/>
                      <a:gd name="connsiteX4" fmla="*/ 692936 w 701910"/>
                      <a:gd name="connsiteY4" fmla="*/ 1694 h 241041"/>
                      <a:gd name="connsiteX5" fmla="*/ 671265 w 701910"/>
                      <a:gd name="connsiteY5" fmla="*/ 8991 h 241041"/>
                      <a:gd name="connsiteX6" fmla="*/ 446130 w 701910"/>
                      <a:gd name="connsiteY6" fmla="*/ 195007 h 241041"/>
                      <a:gd name="connsiteX7" fmla="*/ 244999 w 701910"/>
                      <a:gd name="connsiteY7" fmla="*/ 191853 h 241041"/>
                      <a:gd name="connsiteX8" fmla="*/ 30645 w 701910"/>
                      <a:gd name="connsiteY8" fmla="*/ 8991 h 241041"/>
                      <a:gd name="connsiteX9" fmla="*/ 9001 w 701910"/>
                      <a:gd name="connsiteY9" fmla="*/ 1694 h 241041"/>
                      <a:gd name="connsiteX10" fmla="*/ 1677 w 701910"/>
                      <a:gd name="connsiteY10" fmla="*/ 23338 h 241041"/>
                      <a:gd name="connsiteX11" fmla="*/ 142760 w 701910"/>
                      <a:gd name="connsiteY11" fmla="*/ 179865 h 241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01910" h="241041">
                        <a:moveTo>
                          <a:pt x="142760" y="179865"/>
                        </a:moveTo>
                        <a:cubicBezTo>
                          <a:pt x="182591" y="205075"/>
                          <a:pt x="226674" y="222796"/>
                          <a:pt x="272870" y="232178"/>
                        </a:cubicBezTo>
                        <a:cubicBezTo>
                          <a:pt x="350969" y="252121"/>
                          <a:pt x="429067" y="232178"/>
                          <a:pt x="429067" y="232178"/>
                        </a:cubicBezTo>
                        <a:cubicBezTo>
                          <a:pt x="546833" y="208147"/>
                          <a:pt x="646933" y="131063"/>
                          <a:pt x="700233" y="23338"/>
                        </a:cubicBezTo>
                        <a:cubicBezTo>
                          <a:pt x="704183" y="15328"/>
                          <a:pt x="700919" y="5644"/>
                          <a:pt x="692936" y="1694"/>
                        </a:cubicBezTo>
                        <a:cubicBezTo>
                          <a:pt x="684926" y="-2283"/>
                          <a:pt x="675215" y="981"/>
                          <a:pt x="671265" y="8991"/>
                        </a:cubicBezTo>
                        <a:cubicBezTo>
                          <a:pt x="626359" y="100422"/>
                          <a:pt x="544392" y="168151"/>
                          <a:pt x="446130" y="195007"/>
                        </a:cubicBezTo>
                        <a:cubicBezTo>
                          <a:pt x="395298" y="206748"/>
                          <a:pt x="348472" y="222137"/>
                          <a:pt x="244999" y="191853"/>
                        </a:cubicBezTo>
                        <a:cubicBezTo>
                          <a:pt x="151401" y="163049"/>
                          <a:pt x="73823" y="96883"/>
                          <a:pt x="30645" y="8991"/>
                        </a:cubicBezTo>
                        <a:cubicBezTo>
                          <a:pt x="26695" y="981"/>
                          <a:pt x="16984" y="-2283"/>
                          <a:pt x="9001" y="1694"/>
                        </a:cubicBezTo>
                        <a:cubicBezTo>
                          <a:pt x="991" y="5644"/>
                          <a:pt x="-2273" y="15328"/>
                          <a:pt x="1677" y="23338"/>
                        </a:cubicBezTo>
                        <a:cubicBezTo>
                          <a:pt x="33498" y="87447"/>
                          <a:pt x="82300" y="141597"/>
                          <a:pt x="142760" y="179865"/>
                        </a:cubicBezTo>
                        <a:close/>
                      </a:path>
                    </a:pathLst>
                  </a:custGeom>
                  <a:solidFill>
                    <a:srgbClr val="F2AA1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0D2EF986-ECD8-79A5-EAA3-845AE0249D14}"/>
                    </a:ext>
                  </a:extLst>
                </p:cNvPr>
                <p:cNvGrpSpPr/>
                <p:nvPr/>
              </p:nvGrpSpPr>
              <p:grpSpPr>
                <a:xfrm rot="10800000">
                  <a:off x="7455244" y="4339344"/>
                  <a:ext cx="493776" cy="256187"/>
                  <a:chOff x="7380534" y="1409225"/>
                  <a:chExt cx="493776" cy="256187"/>
                </a:xfrm>
              </p:grpSpPr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9D94CEFC-0A26-DDE5-616A-610013A332B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43984" y="1438563"/>
                    <a:ext cx="366985" cy="57155"/>
                  </a:xfrm>
                  <a:custGeom>
                    <a:avLst/>
                    <a:gdLst>
                      <a:gd name="connsiteX0" fmla="*/ 0 w 366985"/>
                      <a:gd name="connsiteY0" fmla="*/ 0 h 57155"/>
                      <a:gd name="connsiteX1" fmla="*/ 16157 w 366985"/>
                      <a:gd name="connsiteY1" fmla="*/ 21534 h 57155"/>
                      <a:gd name="connsiteX2" fmla="*/ 81418 w 366985"/>
                      <a:gd name="connsiteY2" fmla="*/ 48390 h 57155"/>
                      <a:gd name="connsiteX3" fmla="*/ 238631 w 366985"/>
                      <a:gd name="connsiteY3" fmla="*/ 56620 h 57155"/>
                      <a:gd name="connsiteX4" fmla="*/ 316181 w 366985"/>
                      <a:gd name="connsiteY4" fmla="*/ 36156 h 57155"/>
                      <a:gd name="connsiteX5" fmla="*/ 350828 w 366985"/>
                      <a:gd name="connsiteY5" fmla="*/ 21644 h 57155"/>
                      <a:gd name="connsiteX6" fmla="*/ 366985 w 366985"/>
                      <a:gd name="connsiteY6" fmla="*/ 110 h 57155"/>
                      <a:gd name="connsiteX7" fmla="*/ 272125 w 366985"/>
                      <a:gd name="connsiteY7" fmla="*/ 6913 h 57155"/>
                      <a:gd name="connsiteX8" fmla="*/ 32342 w 366985"/>
                      <a:gd name="connsiteY8" fmla="*/ 521 h 571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6985" h="57155">
                        <a:moveTo>
                          <a:pt x="0" y="0"/>
                        </a:moveTo>
                        <a:lnTo>
                          <a:pt x="16157" y="21534"/>
                        </a:lnTo>
                        <a:cubicBezTo>
                          <a:pt x="16157" y="21534"/>
                          <a:pt x="63450" y="48033"/>
                          <a:pt x="81418" y="48390"/>
                        </a:cubicBezTo>
                        <a:cubicBezTo>
                          <a:pt x="99386" y="48747"/>
                          <a:pt x="221321" y="59665"/>
                          <a:pt x="238631" y="56620"/>
                        </a:cubicBezTo>
                        <a:cubicBezTo>
                          <a:pt x="255940" y="53575"/>
                          <a:pt x="314069" y="37938"/>
                          <a:pt x="316181" y="36156"/>
                        </a:cubicBezTo>
                        <a:cubicBezTo>
                          <a:pt x="318294" y="34372"/>
                          <a:pt x="350828" y="21644"/>
                          <a:pt x="350828" y="21644"/>
                        </a:cubicBezTo>
                        <a:lnTo>
                          <a:pt x="366985" y="110"/>
                        </a:lnTo>
                        <a:cubicBezTo>
                          <a:pt x="366985" y="110"/>
                          <a:pt x="296787" y="-494"/>
                          <a:pt x="272125" y="6913"/>
                        </a:cubicBezTo>
                        <a:cubicBezTo>
                          <a:pt x="247464" y="14319"/>
                          <a:pt x="32342" y="521"/>
                          <a:pt x="32342" y="521"/>
                        </a:cubicBezTo>
                        <a:close/>
                      </a:path>
                    </a:pathLst>
                  </a:custGeom>
                  <a:solidFill>
                    <a:srgbClr val="1E5B7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C3081FBC-31AD-3CB9-647E-B7060E5773F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384238" y="1495310"/>
                    <a:ext cx="488536" cy="90001"/>
                  </a:xfrm>
                  <a:custGeom>
                    <a:avLst/>
                    <a:gdLst>
                      <a:gd name="connsiteX0" fmla="*/ 0 w 488536"/>
                      <a:gd name="connsiteY0" fmla="*/ 0 h 90001"/>
                      <a:gd name="connsiteX1" fmla="*/ 29050 w 488536"/>
                      <a:gd name="connsiteY1" fmla="*/ 45921 h 90001"/>
                      <a:gd name="connsiteX2" fmla="*/ 109728 w 488536"/>
                      <a:gd name="connsiteY2" fmla="*/ 83229 h 90001"/>
                      <a:gd name="connsiteX3" fmla="*/ 321228 w 488536"/>
                      <a:gd name="connsiteY3" fmla="*/ 89511 h 90001"/>
                      <a:gd name="connsiteX4" fmla="*/ 428049 w 488536"/>
                      <a:gd name="connsiteY4" fmla="*/ 77879 h 90001"/>
                      <a:gd name="connsiteX5" fmla="*/ 462394 w 488536"/>
                      <a:gd name="connsiteY5" fmla="*/ 44769 h 90001"/>
                      <a:gd name="connsiteX6" fmla="*/ 488536 w 488536"/>
                      <a:gd name="connsiteY6" fmla="*/ 3621 h 90001"/>
                      <a:gd name="connsiteX7" fmla="*/ 104488 w 488536"/>
                      <a:gd name="connsiteY7" fmla="*/ 55 h 900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88536" h="90001">
                        <a:moveTo>
                          <a:pt x="0" y="0"/>
                        </a:moveTo>
                        <a:lnTo>
                          <a:pt x="29050" y="45921"/>
                        </a:lnTo>
                        <a:cubicBezTo>
                          <a:pt x="29050" y="45921"/>
                          <a:pt x="100758" y="83311"/>
                          <a:pt x="109728" y="83229"/>
                        </a:cubicBezTo>
                        <a:cubicBezTo>
                          <a:pt x="118698" y="83147"/>
                          <a:pt x="302739" y="92172"/>
                          <a:pt x="321228" y="89511"/>
                        </a:cubicBezTo>
                        <a:cubicBezTo>
                          <a:pt x="339717" y="86850"/>
                          <a:pt x="428049" y="77879"/>
                          <a:pt x="428049" y="77879"/>
                        </a:cubicBezTo>
                        <a:lnTo>
                          <a:pt x="462394" y="44769"/>
                        </a:lnTo>
                        <a:lnTo>
                          <a:pt x="488536" y="3621"/>
                        </a:lnTo>
                        <a:lnTo>
                          <a:pt x="104488" y="55"/>
                        </a:lnTo>
                        <a:close/>
                      </a:path>
                    </a:pathLst>
                  </a:custGeom>
                  <a:solidFill>
                    <a:srgbClr val="3A78A4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1EAC9329-771A-4E2B-059E-B81E10DFE13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380534" y="1522903"/>
                    <a:ext cx="493776" cy="142509"/>
                  </a:xfrm>
                  <a:custGeom>
                    <a:avLst/>
                    <a:gdLst>
                      <a:gd name="connsiteX0" fmla="*/ 246833 w 493776"/>
                      <a:gd name="connsiteY0" fmla="*/ 142509 h 142509"/>
                      <a:gd name="connsiteX1" fmla="*/ 481294 w 493776"/>
                      <a:gd name="connsiteY1" fmla="*/ 93735 h 142509"/>
                      <a:gd name="connsiteX2" fmla="*/ 493776 w 493776"/>
                      <a:gd name="connsiteY2" fmla="*/ 71323 h 142509"/>
                      <a:gd name="connsiteX3" fmla="*/ 246888 w 493776"/>
                      <a:gd name="connsiteY3" fmla="*/ 0 h 142509"/>
                      <a:gd name="connsiteX4" fmla="*/ 0 w 493776"/>
                      <a:gd name="connsiteY4" fmla="*/ 71323 h 142509"/>
                      <a:gd name="connsiteX5" fmla="*/ 3073 w 493776"/>
                      <a:gd name="connsiteY5" fmla="*/ 83311 h 142509"/>
                      <a:gd name="connsiteX6" fmla="*/ 12509 w 493776"/>
                      <a:gd name="connsiteY6" fmla="*/ 93735 h 142509"/>
                      <a:gd name="connsiteX7" fmla="*/ 246833 w 493776"/>
                      <a:gd name="connsiteY7" fmla="*/ 142509 h 142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93776" h="142509">
                        <a:moveTo>
                          <a:pt x="246833" y="142509"/>
                        </a:moveTo>
                        <a:cubicBezTo>
                          <a:pt x="356068" y="142509"/>
                          <a:pt x="448733" y="122072"/>
                          <a:pt x="481294" y="93735"/>
                        </a:cubicBezTo>
                        <a:cubicBezTo>
                          <a:pt x="489524" y="86713"/>
                          <a:pt x="493776" y="79169"/>
                          <a:pt x="493776" y="71323"/>
                        </a:cubicBezTo>
                        <a:cubicBezTo>
                          <a:pt x="493776" y="32013"/>
                          <a:pt x="383225" y="0"/>
                          <a:pt x="246888" y="0"/>
                        </a:cubicBezTo>
                        <a:cubicBezTo>
                          <a:pt x="110551" y="0"/>
                          <a:pt x="0" y="31876"/>
                          <a:pt x="0" y="71323"/>
                        </a:cubicBezTo>
                        <a:cubicBezTo>
                          <a:pt x="165" y="75493"/>
                          <a:pt x="1207" y="79580"/>
                          <a:pt x="3073" y="83311"/>
                        </a:cubicBezTo>
                        <a:cubicBezTo>
                          <a:pt x="5706" y="87206"/>
                          <a:pt x="8888" y="90717"/>
                          <a:pt x="12509" y="93735"/>
                        </a:cubicBezTo>
                        <a:cubicBezTo>
                          <a:pt x="44933" y="122072"/>
                          <a:pt x="137599" y="142509"/>
                          <a:pt x="246833" y="142509"/>
                        </a:cubicBezTo>
                        <a:close/>
                      </a:path>
                    </a:pathLst>
                  </a:custGeom>
                  <a:solidFill>
                    <a:srgbClr val="1E5B7D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E7871658-D02C-13B8-6CDA-CBEDE580E1F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10380" y="1463623"/>
                    <a:ext cx="434193" cy="76919"/>
                  </a:xfrm>
                  <a:custGeom>
                    <a:avLst/>
                    <a:gdLst>
                      <a:gd name="connsiteX0" fmla="*/ 217097 w 434193"/>
                      <a:gd name="connsiteY0" fmla="*/ 76919 h 76919"/>
                      <a:gd name="connsiteX1" fmla="*/ 400590 w 434193"/>
                      <a:gd name="connsiteY1" fmla="*/ 44824 h 76919"/>
                      <a:gd name="connsiteX2" fmla="*/ 434194 w 434193"/>
                      <a:gd name="connsiteY2" fmla="*/ 0 h 76919"/>
                      <a:gd name="connsiteX3" fmla="*/ 217097 w 434193"/>
                      <a:gd name="connsiteY3" fmla="*/ 35250 h 76919"/>
                      <a:gd name="connsiteX4" fmla="*/ 0 w 434193"/>
                      <a:gd name="connsiteY4" fmla="*/ 0 h 76919"/>
                      <a:gd name="connsiteX5" fmla="*/ 33604 w 434193"/>
                      <a:gd name="connsiteY5" fmla="*/ 44824 h 76919"/>
                      <a:gd name="connsiteX6" fmla="*/ 217097 w 434193"/>
                      <a:gd name="connsiteY6" fmla="*/ 76919 h 76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34193" h="76919">
                        <a:moveTo>
                          <a:pt x="217097" y="76919"/>
                        </a:moveTo>
                        <a:cubicBezTo>
                          <a:pt x="221787" y="76919"/>
                          <a:pt x="330967" y="73820"/>
                          <a:pt x="400590" y="44824"/>
                        </a:cubicBezTo>
                        <a:lnTo>
                          <a:pt x="434194" y="0"/>
                        </a:lnTo>
                        <a:cubicBezTo>
                          <a:pt x="386900" y="21946"/>
                          <a:pt x="307074" y="35250"/>
                          <a:pt x="217097" y="35250"/>
                        </a:cubicBezTo>
                        <a:cubicBezTo>
                          <a:pt x="127119" y="35250"/>
                          <a:pt x="47265" y="21891"/>
                          <a:pt x="0" y="0"/>
                        </a:cubicBezTo>
                        <a:lnTo>
                          <a:pt x="33604" y="44824"/>
                        </a:lnTo>
                        <a:cubicBezTo>
                          <a:pt x="103226" y="73820"/>
                          <a:pt x="212351" y="76810"/>
                          <a:pt x="217097" y="76919"/>
                        </a:cubicBezTo>
                        <a:close/>
                      </a:path>
                    </a:pathLst>
                  </a:custGeom>
                  <a:solidFill>
                    <a:srgbClr val="3A78A4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E6C5C731-965C-77D4-A049-A98FFD590CB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460170" y="1409225"/>
                    <a:ext cx="334670" cy="64959"/>
                  </a:xfrm>
                  <a:custGeom>
                    <a:avLst/>
                    <a:gdLst>
                      <a:gd name="connsiteX0" fmla="*/ 294291 w 334670"/>
                      <a:gd name="connsiteY0" fmla="*/ 45674 h 64959"/>
                      <a:gd name="connsiteX1" fmla="*/ 309186 w 334670"/>
                      <a:gd name="connsiteY1" fmla="*/ 33961 h 64959"/>
                      <a:gd name="connsiteX2" fmla="*/ 334670 w 334670"/>
                      <a:gd name="connsiteY2" fmla="*/ 0 h 64959"/>
                      <a:gd name="connsiteX3" fmla="*/ 167473 w 334670"/>
                      <a:gd name="connsiteY3" fmla="*/ 25238 h 64959"/>
                      <a:gd name="connsiteX4" fmla="*/ 167170 w 334670"/>
                      <a:gd name="connsiteY4" fmla="*/ 25238 h 64959"/>
                      <a:gd name="connsiteX5" fmla="*/ 0 w 334670"/>
                      <a:gd name="connsiteY5" fmla="*/ 0 h 64959"/>
                      <a:gd name="connsiteX6" fmla="*/ 25457 w 334670"/>
                      <a:gd name="connsiteY6" fmla="*/ 34043 h 64959"/>
                      <a:gd name="connsiteX7" fmla="*/ 40380 w 334670"/>
                      <a:gd name="connsiteY7" fmla="*/ 45757 h 64959"/>
                      <a:gd name="connsiteX8" fmla="*/ 167335 w 334670"/>
                      <a:gd name="connsiteY8" fmla="*/ 64959 h 64959"/>
                      <a:gd name="connsiteX9" fmla="*/ 294291 w 334670"/>
                      <a:gd name="connsiteY9" fmla="*/ 45674 h 64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4670" h="64959">
                        <a:moveTo>
                          <a:pt x="294291" y="45674"/>
                        </a:moveTo>
                        <a:cubicBezTo>
                          <a:pt x="300188" y="43150"/>
                          <a:pt x="305346" y="39118"/>
                          <a:pt x="309186" y="33961"/>
                        </a:cubicBezTo>
                        <a:lnTo>
                          <a:pt x="334670" y="0"/>
                        </a:lnTo>
                        <a:cubicBezTo>
                          <a:pt x="263073" y="23043"/>
                          <a:pt x="171889" y="25155"/>
                          <a:pt x="167473" y="25238"/>
                        </a:cubicBezTo>
                        <a:lnTo>
                          <a:pt x="167170" y="25238"/>
                        </a:lnTo>
                        <a:cubicBezTo>
                          <a:pt x="162754" y="25238"/>
                          <a:pt x="71598" y="23043"/>
                          <a:pt x="0" y="0"/>
                        </a:cubicBezTo>
                        <a:lnTo>
                          <a:pt x="25457" y="34043"/>
                        </a:lnTo>
                        <a:cubicBezTo>
                          <a:pt x="29325" y="39173"/>
                          <a:pt x="34455" y="43233"/>
                          <a:pt x="40380" y="45757"/>
                        </a:cubicBezTo>
                        <a:cubicBezTo>
                          <a:pt x="67620" y="57333"/>
                          <a:pt x="114446" y="64959"/>
                          <a:pt x="167335" y="64959"/>
                        </a:cubicBezTo>
                        <a:cubicBezTo>
                          <a:pt x="220224" y="64959"/>
                          <a:pt x="267078" y="57251"/>
                          <a:pt x="294291" y="45674"/>
                        </a:cubicBezTo>
                        <a:close/>
                      </a:path>
                    </a:pathLst>
                  </a:custGeom>
                  <a:solidFill>
                    <a:srgbClr val="3A78A4"/>
                  </a:solidFill>
                  <a:ln w="27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EE578B0-AE60-E37F-964B-2F9728A1DF5A}"/>
                  </a:ext>
                </a:extLst>
              </p:cNvPr>
              <p:cNvGrpSpPr/>
              <p:nvPr/>
            </p:nvGrpSpPr>
            <p:grpSpPr>
              <a:xfrm>
                <a:off x="2454976" y="3750427"/>
                <a:ext cx="214901" cy="707306"/>
                <a:chOff x="2452880" y="3694127"/>
                <a:chExt cx="214901" cy="428692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A791015-A20D-1094-EF60-BA3C718C06B1}"/>
                    </a:ext>
                  </a:extLst>
                </p:cNvPr>
                <p:cNvSpPr/>
                <p:nvPr/>
              </p:nvSpPr>
              <p:spPr>
                <a:xfrm>
                  <a:off x="2453875" y="3694127"/>
                  <a:ext cx="213906" cy="214594"/>
                </a:xfrm>
                <a:prstGeom prst="rect">
                  <a:avLst/>
                </a:prstGeom>
                <a:solidFill>
                  <a:srgbClr val="E5403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Ins="90000" rtlCol="0" anchor="ctr"/>
                <a:lstStyle/>
                <a:p>
                  <a:pPr algn="ctr"/>
                  <a:r>
                    <a:rPr lang="en-GB" b="1" dirty="0"/>
                    <a:t>N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BCD727DB-87C5-D558-B8B7-833A6605A69C}"/>
                    </a:ext>
                  </a:extLst>
                </p:cNvPr>
                <p:cNvSpPr/>
                <p:nvPr/>
              </p:nvSpPr>
              <p:spPr>
                <a:xfrm>
                  <a:off x="2452880" y="3908225"/>
                  <a:ext cx="213906" cy="214594"/>
                </a:xfrm>
                <a:prstGeom prst="rect">
                  <a:avLst/>
                </a:prstGeom>
                <a:solidFill>
                  <a:srgbClr val="F2AA1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0" rtlCol="0" anchor="ctr"/>
                <a:lstStyle/>
                <a:p>
                  <a:pPr algn="ctr"/>
                  <a:r>
                    <a:rPr lang="en-GB" b="1" dirty="0"/>
                    <a:t>S</a:t>
                  </a:r>
                </a:p>
              </p:txBody>
            </p:sp>
          </p:grpSp>
        </p:grpSp>
      </p:grp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BCACAF9C-7CAB-729D-17BD-588777F77EF3}"/>
              </a:ext>
            </a:extLst>
          </p:cNvPr>
          <p:cNvSpPr/>
          <p:nvPr/>
        </p:nvSpPr>
        <p:spPr>
          <a:xfrm>
            <a:off x="220675" y="5430665"/>
            <a:ext cx="7784812" cy="1228437"/>
          </a:xfrm>
          <a:prstGeom prst="roundRect">
            <a:avLst>
              <a:gd name="adj" fmla="val 4676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pic>
        <p:nvPicPr>
          <p:cNvPr id="257" name="Graphic 256" descr="Information with solid fill">
            <a:extLst>
              <a:ext uri="{FF2B5EF4-FFF2-40B4-BE49-F238E27FC236}">
                <a16:creationId xmlns:a16="http://schemas.microsoft.com/office/drawing/2014/main" id="{9FA53491-B02C-E609-BB4D-197120D00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63" y="5260801"/>
            <a:ext cx="1591452" cy="1591452"/>
          </a:xfrm>
          <a:prstGeom prst="rect">
            <a:avLst/>
          </a:prstGeom>
        </p:spPr>
      </p:pic>
      <p:sp>
        <p:nvSpPr>
          <p:cNvPr id="258" name="TextBox 257">
            <a:extLst>
              <a:ext uri="{FF2B5EF4-FFF2-40B4-BE49-F238E27FC236}">
                <a16:creationId xmlns:a16="http://schemas.microsoft.com/office/drawing/2014/main" id="{9A1F28A1-5355-0ACE-FB12-5BF7CC6F07EC}"/>
              </a:ext>
            </a:extLst>
          </p:cNvPr>
          <p:cNvSpPr txBox="1"/>
          <p:nvPr/>
        </p:nvSpPr>
        <p:spPr>
          <a:xfrm>
            <a:off x="1604754" y="5586272"/>
            <a:ext cx="689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look at sensors in a lot more detail in the following videos: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3.2 Sensors - Part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3.2 Sensors - Part 2</a:t>
            </a:r>
          </a:p>
        </p:txBody>
      </p:sp>
    </p:spTree>
    <p:extLst>
      <p:ext uri="{BB962C8B-B14F-4D97-AF65-F5344CB8AC3E}">
        <p14:creationId xmlns:p14="http://schemas.microsoft.com/office/powerpoint/2010/main" val="3862666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1">
            <a:extLst>
              <a:ext uri="{FF2B5EF4-FFF2-40B4-BE49-F238E27FC236}">
                <a16:creationId xmlns:a16="http://schemas.microsoft.com/office/drawing/2014/main" id="{317DC62B-F5B1-FD54-EAD1-E68B8E581FBB}"/>
              </a:ext>
            </a:extLst>
          </p:cNvPr>
          <p:cNvSpPr/>
          <p:nvPr/>
        </p:nvSpPr>
        <p:spPr>
          <a:xfrm rot="5400000">
            <a:off x="1242474" y="735389"/>
            <a:ext cx="4887872" cy="7369547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15482" y="1062702"/>
            <a:ext cx="11361831" cy="64633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Sensors provide these measurements as inputs to microprocessors, which then process the information and make decisions based on predefined rules.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653154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text, plate, dishware, tableware&#10;&#10;Description automatically generated">
            <a:extLst>
              <a:ext uri="{FF2B5EF4-FFF2-40B4-BE49-F238E27FC236}">
                <a16:creationId xmlns:a16="http://schemas.microsoft.com/office/drawing/2014/main" id="{B4CAA349-A3B1-B6DB-AB44-EACC1476D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8599" y="2158064"/>
            <a:ext cx="4504532" cy="4504532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B92D655-7761-1B7B-C589-1881EDF59013}"/>
              </a:ext>
            </a:extLst>
          </p:cNvPr>
          <p:cNvGrpSpPr/>
          <p:nvPr/>
        </p:nvGrpSpPr>
        <p:grpSpPr>
          <a:xfrm>
            <a:off x="328007" y="2292192"/>
            <a:ext cx="644430" cy="667892"/>
            <a:chOff x="8659907" y="5281812"/>
            <a:chExt cx="984155" cy="1019986"/>
          </a:xfrm>
        </p:grpSpPr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5F6D2EC6-89F6-99D6-3DDD-4D0FA35D9A94}"/>
                </a:ext>
              </a:extLst>
            </p:cNvPr>
            <p:cNvSpPr/>
            <p:nvPr/>
          </p:nvSpPr>
          <p:spPr>
            <a:xfrm>
              <a:off x="8890160" y="5659817"/>
              <a:ext cx="523001" cy="186418"/>
            </a:xfrm>
            <a:custGeom>
              <a:avLst/>
              <a:gdLst>
                <a:gd name="connsiteX0" fmla="*/ 106993 w 523001"/>
                <a:gd name="connsiteY0" fmla="*/ 141640 h 186418"/>
                <a:gd name="connsiteX1" fmla="*/ 506623 w 523001"/>
                <a:gd name="connsiteY1" fmla="*/ 51333 h 186418"/>
                <a:gd name="connsiteX2" fmla="*/ 521217 w 523001"/>
                <a:gd name="connsiteY2" fmla="*/ 25355 h 186418"/>
                <a:gd name="connsiteX3" fmla="*/ 513508 w 523001"/>
                <a:gd name="connsiteY3" fmla="*/ 2422 h 186418"/>
                <a:gd name="connsiteX4" fmla="*/ 490547 w 523001"/>
                <a:gd name="connsiteY4" fmla="*/ 10130 h 186418"/>
                <a:gd name="connsiteX5" fmla="*/ 148169 w 523001"/>
                <a:gd name="connsiteY5" fmla="*/ 125509 h 186418"/>
                <a:gd name="connsiteX6" fmla="*/ 32790 w 523001"/>
                <a:gd name="connsiteY6" fmla="*/ 10130 h 186418"/>
                <a:gd name="connsiteX7" fmla="*/ 10131 w 523001"/>
                <a:gd name="connsiteY7" fmla="*/ 1517 h 186418"/>
                <a:gd name="connsiteX8" fmla="*/ 1517 w 523001"/>
                <a:gd name="connsiteY8" fmla="*/ 24176 h 186418"/>
                <a:gd name="connsiteX9" fmla="*/ 2093 w 523001"/>
                <a:gd name="connsiteY9" fmla="*/ 25355 h 186418"/>
                <a:gd name="connsiteX10" fmla="*/ 106993 w 523001"/>
                <a:gd name="connsiteY10" fmla="*/ 141640 h 186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3001" h="186418">
                  <a:moveTo>
                    <a:pt x="106993" y="141640"/>
                  </a:moveTo>
                  <a:cubicBezTo>
                    <a:pt x="242287" y="227063"/>
                    <a:pt x="421200" y="186628"/>
                    <a:pt x="506623" y="51333"/>
                  </a:cubicBezTo>
                  <a:cubicBezTo>
                    <a:pt x="511944" y="42939"/>
                    <a:pt x="516800" y="34270"/>
                    <a:pt x="521217" y="25355"/>
                  </a:cubicBezTo>
                  <a:cubicBezTo>
                    <a:pt x="525414" y="16879"/>
                    <a:pt x="521957" y="6619"/>
                    <a:pt x="513508" y="2422"/>
                  </a:cubicBezTo>
                  <a:cubicBezTo>
                    <a:pt x="505031" y="-1802"/>
                    <a:pt x="494744" y="1654"/>
                    <a:pt x="490547" y="10130"/>
                  </a:cubicBezTo>
                  <a:cubicBezTo>
                    <a:pt x="427865" y="136537"/>
                    <a:pt x="274575" y="188192"/>
                    <a:pt x="148169" y="125509"/>
                  </a:cubicBezTo>
                  <a:cubicBezTo>
                    <a:pt x="98133" y="100711"/>
                    <a:pt x="57616" y="60166"/>
                    <a:pt x="32790" y="10130"/>
                  </a:cubicBezTo>
                  <a:cubicBezTo>
                    <a:pt x="28922" y="1489"/>
                    <a:pt x="18772" y="-2378"/>
                    <a:pt x="10131" y="1517"/>
                  </a:cubicBezTo>
                  <a:cubicBezTo>
                    <a:pt x="1490" y="5385"/>
                    <a:pt x="-2378" y="15534"/>
                    <a:pt x="1517" y="24176"/>
                  </a:cubicBezTo>
                  <a:cubicBezTo>
                    <a:pt x="1681" y="24587"/>
                    <a:pt x="1874" y="24971"/>
                    <a:pt x="2093" y="25355"/>
                  </a:cubicBezTo>
                  <a:cubicBezTo>
                    <a:pt x="25739" y="73005"/>
                    <a:pt x="62032" y="113220"/>
                    <a:pt x="106993" y="141640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E7C79BD-64A6-3FA5-16E3-FFD88C39D4DE}"/>
                </a:ext>
              </a:extLst>
            </p:cNvPr>
            <p:cNvSpPr/>
            <p:nvPr/>
          </p:nvSpPr>
          <p:spPr>
            <a:xfrm>
              <a:off x="9008836" y="5602024"/>
              <a:ext cx="286450" cy="112528"/>
            </a:xfrm>
            <a:custGeom>
              <a:avLst/>
              <a:gdLst>
                <a:gd name="connsiteX0" fmla="*/ 143088 w 286450"/>
                <a:gd name="connsiteY0" fmla="*/ 112527 h 112528"/>
                <a:gd name="connsiteX1" fmla="*/ 284665 w 286450"/>
                <a:gd name="connsiteY1" fmla="*/ 24745 h 112528"/>
                <a:gd name="connsiteX2" fmla="*/ 276957 w 286450"/>
                <a:gd name="connsiteY2" fmla="*/ 1785 h 112528"/>
                <a:gd name="connsiteX3" fmla="*/ 253996 w 286450"/>
                <a:gd name="connsiteY3" fmla="*/ 9520 h 112528"/>
                <a:gd name="connsiteX4" fmla="*/ 88060 w 286450"/>
                <a:gd name="connsiteY4" fmla="*/ 65372 h 112528"/>
                <a:gd name="connsiteX5" fmla="*/ 32209 w 286450"/>
                <a:gd name="connsiteY5" fmla="*/ 9520 h 112528"/>
                <a:gd name="connsiteX6" fmla="*/ 8946 w 286450"/>
                <a:gd name="connsiteY6" fmla="*/ 2662 h 112528"/>
                <a:gd name="connsiteX7" fmla="*/ 1512 w 286450"/>
                <a:gd name="connsiteY7" fmla="*/ 24745 h 112528"/>
                <a:gd name="connsiteX8" fmla="*/ 143088 w 286450"/>
                <a:gd name="connsiteY8" fmla="*/ 112527 h 11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6450" h="112528">
                  <a:moveTo>
                    <a:pt x="143088" y="112527"/>
                  </a:moveTo>
                  <a:cubicBezTo>
                    <a:pt x="203192" y="112747"/>
                    <a:pt x="258138" y="78677"/>
                    <a:pt x="284665" y="24745"/>
                  </a:cubicBezTo>
                  <a:cubicBezTo>
                    <a:pt x="288862" y="16269"/>
                    <a:pt x="285405" y="6009"/>
                    <a:pt x="276957" y="1785"/>
                  </a:cubicBezTo>
                  <a:cubicBezTo>
                    <a:pt x="268480" y="-2412"/>
                    <a:pt x="258193" y="1044"/>
                    <a:pt x="253996" y="9520"/>
                  </a:cubicBezTo>
                  <a:cubicBezTo>
                    <a:pt x="223602" y="70776"/>
                    <a:pt x="149316" y="95767"/>
                    <a:pt x="88060" y="65372"/>
                  </a:cubicBezTo>
                  <a:cubicBezTo>
                    <a:pt x="63838" y="53357"/>
                    <a:pt x="44223" y="33743"/>
                    <a:pt x="32209" y="9520"/>
                  </a:cubicBezTo>
                  <a:cubicBezTo>
                    <a:pt x="27682" y="1209"/>
                    <a:pt x="17258" y="-1864"/>
                    <a:pt x="8946" y="2662"/>
                  </a:cubicBezTo>
                  <a:cubicBezTo>
                    <a:pt x="1073" y="6942"/>
                    <a:pt x="-2164" y="16570"/>
                    <a:pt x="1512" y="24745"/>
                  </a:cubicBezTo>
                  <a:cubicBezTo>
                    <a:pt x="28039" y="78649"/>
                    <a:pt x="82985" y="112747"/>
                    <a:pt x="143088" y="112527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2D83F573-AE64-1D6F-D191-B230643575AB}"/>
                </a:ext>
              </a:extLst>
            </p:cNvPr>
            <p:cNvSpPr/>
            <p:nvPr/>
          </p:nvSpPr>
          <p:spPr>
            <a:xfrm>
              <a:off x="8659907" y="5776179"/>
              <a:ext cx="984155" cy="327173"/>
            </a:xfrm>
            <a:custGeom>
              <a:avLst/>
              <a:gdLst>
                <a:gd name="connsiteX0" fmla="*/ 974437 w 984155"/>
                <a:gd name="connsiteY0" fmla="*/ 1822 h 327173"/>
                <a:gd name="connsiteX1" fmla="*/ 951256 w 984155"/>
                <a:gd name="connsiteY1" fmla="*/ 9585 h 327173"/>
                <a:gd name="connsiteX2" fmla="*/ 951256 w 984155"/>
                <a:gd name="connsiteY2" fmla="*/ 9613 h 327173"/>
                <a:gd name="connsiteX3" fmla="*/ 685166 w 984155"/>
                <a:gd name="connsiteY3" fmla="*/ 257269 h 327173"/>
                <a:gd name="connsiteX4" fmla="*/ 492072 w 984155"/>
                <a:gd name="connsiteY4" fmla="*/ 293891 h 327173"/>
                <a:gd name="connsiteX5" fmla="*/ 306056 w 984155"/>
                <a:gd name="connsiteY5" fmla="*/ 260067 h 327173"/>
                <a:gd name="connsiteX6" fmla="*/ 32778 w 984155"/>
                <a:gd name="connsiteY6" fmla="*/ 9613 h 327173"/>
                <a:gd name="connsiteX7" fmla="*/ 9598 w 984155"/>
                <a:gd name="connsiteY7" fmla="*/ 1795 h 327173"/>
                <a:gd name="connsiteX8" fmla="*/ 1808 w 984155"/>
                <a:gd name="connsiteY8" fmla="*/ 24975 h 327173"/>
                <a:gd name="connsiteX9" fmla="*/ 299829 w 984155"/>
                <a:gd name="connsiteY9" fmla="*/ 294357 h 327173"/>
                <a:gd name="connsiteX10" fmla="*/ 685605 w 984155"/>
                <a:gd name="connsiteY10" fmla="*/ 293891 h 327173"/>
                <a:gd name="connsiteX11" fmla="*/ 982337 w 984155"/>
                <a:gd name="connsiteY11" fmla="*/ 25057 h 327173"/>
                <a:gd name="connsiteX12" fmla="*/ 974601 w 984155"/>
                <a:gd name="connsiteY12" fmla="*/ 1905 h 327173"/>
                <a:gd name="connsiteX13" fmla="*/ 974437 w 984155"/>
                <a:gd name="connsiteY13" fmla="*/ 1822 h 327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84155" h="327173">
                  <a:moveTo>
                    <a:pt x="974437" y="1822"/>
                  </a:moveTo>
                  <a:cubicBezTo>
                    <a:pt x="965905" y="-2430"/>
                    <a:pt x="955508" y="1054"/>
                    <a:pt x="951256" y="9585"/>
                  </a:cubicBezTo>
                  <a:cubicBezTo>
                    <a:pt x="951256" y="9613"/>
                    <a:pt x="951256" y="9613"/>
                    <a:pt x="951256" y="9613"/>
                  </a:cubicBezTo>
                  <a:cubicBezTo>
                    <a:pt x="895981" y="122030"/>
                    <a:pt x="801258" y="210196"/>
                    <a:pt x="685166" y="257269"/>
                  </a:cubicBezTo>
                  <a:cubicBezTo>
                    <a:pt x="634801" y="277788"/>
                    <a:pt x="563450" y="293452"/>
                    <a:pt x="492072" y="293891"/>
                  </a:cubicBezTo>
                  <a:cubicBezTo>
                    <a:pt x="424096" y="294302"/>
                    <a:pt x="356037" y="280531"/>
                    <a:pt x="306056" y="260067"/>
                  </a:cubicBezTo>
                  <a:cubicBezTo>
                    <a:pt x="186781" y="213817"/>
                    <a:pt x="89233" y="124416"/>
                    <a:pt x="32778" y="9613"/>
                  </a:cubicBezTo>
                  <a:cubicBezTo>
                    <a:pt x="28526" y="1054"/>
                    <a:pt x="18157" y="-2430"/>
                    <a:pt x="9598" y="1795"/>
                  </a:cubicBezTo>
                  <a:cubicBezTo>
                    <a:pt x="1067" y="6047"/>
                    <a:pt x="-2445" y="16416"/>
                    <a:pt x="1808" y="24975"/>
                  </a:cubicBezTo>
                  <a:cubicBezTo>
                    <a:pt x="63420" y="149297"/>
                    <a:pt x="169938" y="245583"/>
                    <a:pt x="299829" y="294357"/>
                  </a:cubicBezTo>
                  <a:cubicBezTo>
                    <a:pt x="408542" y="334133"/>
                    <a:pt x="546498" y="342089"/>
                    <a:pt x="685605" y="293891"/>
                  </a:cubicBezTo>
                  <a:cubicBezTo>
                    <a:pt x="814892" y="244952"/>
                    <a:pt x="920889" y="148912"/>
                    <a:pt x="982337" y="25057"/>
                  </a:cubicBezTo>
                  <a:cubicBezTo>
                    <a:pt x="986589" y="16526"/>
                    <a:pt x="983133" y="6156"/>
                    <a:pt x="974601" y="1905"/>
                  </a:cubicBezTo>
                  <a:cubicBezTo>
                    <a:pt x="974546" y="1877"/>
                    <a:pt x="974491" y="1850"/>
                    <a:pt x="974437" y="1822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20BA49B0-CBB6-57C4-BC9B-C40C1D99F179}"/>
                </a:ext>
              </a:extLst>
            </p:cNvPr>
            <p:cNvSpPr/>
            <p:nvPr/>
          </p:nvSpPr>
          <p:spPr>
            <a:xfrm>
              <a:off x="8776357" y="5718127"/>
              <a:ext cx="750750" cy="258092"/>
            </a:xfrm>
            <a:custGeom>
              <a:avLst/>
              <a:gdLst>
                <a:gd name="connsiteX0" fmla="*/ 152820 w 750750"/>
                <a:gd name="connsiteY0" fmla="*/ 192646 h 258092"/>
                <a:gd name="connsiteX1" fmla="*/ 291982 w 750750"/>
                <a:gd name="connsiteY1" fmla="*/ 248607 h 258092"/>
                <a:gd name="connsiteX2" fmla="*/ 459043 w 750750"/>
                <a:gd name="connsiteY2" fmla="*/ 248607 h 258092"/>
                <a:gd name="connsiteX3" fmla="*/ 749081 w 750750"/>
                <a:gd name="connsiteY3" fmla="*/ 25228 h 258092"/>
                <a:gd name="connsiteX4" fmla="*/ 740852 w 750750"/>
                <a:gd name="connsiteY4" fmla="*/ 2213 h 258092"/>
                <a:gd name="connsiteX5" fmla="*/ 718111 w 750750"/>
                <a:gd name="connsiteY5" fmla="*/ 9894 h 258092"/>
                <a:gd name="connsiteX6" fmla="*/ 477313 w 750750"/>
                <a:gd name="connsiteY6" fmla="*/ 208859 h 258092"/>
                <a:gd name="connsiteX7" fmla="*/ 262191 w 750750"/>
                <a:gd name="connsiteY7" fmla="*/ 205484 h 258092"/>
                <a:gd name="connsiteX8" fmla="*/ 32914 w 750750"/>
                <a:gd name="connsiteY8" fmla="*/ 9894 h 258092"/>
                <a:gd name="connsiteX9" fmla="*/ 9899 w 750750"/>
                <a:gd name="connsiteY9" fmla="*/ 1665 h 258092"/>
                <a:gd name="connsiteX10" fmla="*/ 1669 w 750750"/>
                <a:gd name="connsiteY10" fmla="*/ 24680 h 258092"/>
                <a:gd name="connsiteX11" fmla="*/ 1944 w 750750"/>
                <a:gd name="connsiteY11" fmla="*/ 25228 h 258092"/>
                <a:gd name="connsiteX12" fmla="*/ 152820 w 750750"/>
                <a:gd name="connsiteY12" fmla="*/ 192646 h 25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0750" h="258092">
                  <a:moveTo>
                    <a:pt x="152820" y="192646"/>
                  </a:moveTo>
                  <a:cubicBezTo>
                    <a:pt x="195422" y="219612"/>
                    <a:pt x="242577" y="238567"/>
                    <a:pt x="291982" y="248607"/>
                  </a:cubicBezTo>
                  <a:cubicBezTo>
                    <a:pt x="375512" y="269949"/>
                    <a:pt x="459043" y="248607"/>
                    <a:pt x="459043" y="248607"/>
                  </a:cubicBezTo>
                  <a:cubicBezTo>
                    <a:pt x="585011" y="222903"/>
                    <a:pt x="692051" y="140470"/>
                    <a:pt x="749081" y="25228"/>
                  </a:cubicBezTo>
                  <a:cubicBezTo>
                    <a:pt x="753169" y="16615"/>
                    <a:pt x="749493" y="6300"/>
                    <a:pt x="740852" y="2213"/>
                  </a:cubicBezTo>
                  <a:cubicBezTo>
                    <a:pt x="732458" y="-1764"/>
                    <a:pt x="722390" y="1610"/>
                    <a:pt x="718111" y="9894"/>
                  </a:cubicBezTo>
                  <a:cubicBezTo>
                    <a:pt x="670105" y="107689"/>
                    <a:pt x="582404" y="180137"/>
                    <a:pt x="477313" y="208859"/>
                  </a:cubicBezTo>
                  <a:cubicBezTo>
                    <a:pt x="422915" y="221394"/>
                    <a:pt x="372852" y="237881"/>
                    <a:pt x="262191" y="205484"/>
                  </a:cubicBezTo>
                  <a:cubicBezTo>
                    <a:pt x="162064" y="174678"/>
                    <a:pt x="79110" y="103904"/>
                    <a:pt x="32914" y="9894"/>
                  </a:cubicBezTo>
                  <a:cubicBezTo>
                    <a:pt x="28827" y="1280"/>
                    <a:pt x="18513" y="-2423"/>
                    <a:pt x="9899" y="1665"/>
                  </a:cubicBezTo>
                  <a:cubicBezTo>
                    <a:pt x="1258" y="5752"/>
                    <a:pt x="-2418" y="16066"/>
                    <a:pt x="1669" y="24680"/>
                  </a:cubicBezTo>
                  <a:cubicBezTo>
                    <a:pt x="1751" y="24872"/>
                    <a:pt x="1861" y="25037"/>
                    <a:pt x="1944" y="25228"/>
                  </a:cubicBezTo>
                  <a:cubicBezTo>
                    <a:pt x="35932" y="93808"/>
                    <a:pt x="88135" y="151717"/>
                    <a:pt x="152820" y="192646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026029E5-F440-7D98-DD28-D803479B0797}"/>
                </a:ext>
              </a:extLst>
            </p:cNvPr>
            <p:cNvSpPr/>
            <p:nvPr/>
          </p:nvSpPr>
          <p:spPr>
            <a:xfrm>
              <a:off x="8958008" y="5460958"/>
              <a:ext cx="387750" cy="60338"/>
            </a:xfrm>
            <a:custGeom>
              <a:avLst/>
              <a:gdLst>
                <a:gd name="connsiteX0" fmla="*/ 0 w 387750"/>
                <a:gd name="connsiteY0" fmla="*/ 12 h 60338"/>
                <a:gd name="connsiteX1" fmla="*/ 17063 w 387750"/>
                <a:gd name="connsiteY1" fmla="*/ 22781 h 60338"/>
                <a:gd name="connsiteX2" fmla="*/ 86026 w 387750"/>
                <a:gd name="connsiteY2" fmla="*/ 51145 h 60338"/>
                <a:gd name="connsiteX3" fmla="*/ 252127 w 387750"/>
                <a:gd name="connsiteY3" fmla="*/ 59732 h 60338"/>
                <a:gd name="connsiteX4" fmla="*/ 334067 w 387750"/>
                <a:gd name="connsiteY4" fmla="*/ 38115 h 60338"/>
                <a:gd name="connsiteX5" fmla="*/ 370688 w 387750"/>
                <a:gd name="connsiteY5" fmla="*/ 22781 h 60338"/>
                <a:gd name="connsiteX6" fmla="*/ 387751 w 387750"/>
                <a:gd name="connsiteY6" fmla="*/ 12 h 60338"/>
                <a:gd name="connsiteX7" fmla="*/ 287515 w 387750"/>
                <a:gd name="connsiteY7" fmla="*/ 7199 h 60338"/>
                <a:gd name="connsiteX8" fmla="*/ 34153 w 387750"/>
                <a:gd name="connsiteY8" fmla="*/ 451 h 60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7750" h="60338">
                  <a:moveTo>
                    <a:pt x="0" y="12"/>
                  </a:moveTo>
                  <a:lnTo>
                    <a:pt x="17063" y="22781"/>
                  </a:lnTo>
                  <a:cubicBezTo>
                    <a:pt x="17063" y="22781"/>
                    <a:pt x="67016" y="50789"/>
                    <a:pt x="86026" y="51145"/>
                  </a:cubicBezTo>
                  <a:cubicBezTo>
                    <a:pt x="105037" y="51502"/>
                    <a:pt x="233885" y="63078"/>
                    <a:pt x="252127" y="59732"/>
                  </a:cubicBezTo>
                  <a:cubicBezTo>
                    <a:pt x="270370" y="56385"/>
                    <a:pt x="331845" y="39981"/>
                    <a:pt x="334067" y="38115"/>
                  </a:cubicBezTo>
                  <a:cubicBezTo>
                    <a:pt x="336288" y="36250"/>
                    <a:pt x="370688" y="22781"/>
                    <a:pt x="370688" y="22781"/>
                  </a:cubicBezTo>
                  <a:lnTo>
                    <a:pt x="387751" y="12"/>
                  </a:lnTo>
                  <a:cubicBezTo>
                    <a:pt x="387751" y="12"/>
                    <a:pt x="313685" y="-619"/>
                    <a:pt x="287515" y="7199"/>
                  </a:cubicBezTo>
                  <a:cubicBezTo>
                    <a:pt x="261345" y="15017"/>
                    <a:pt x="34153" y="451"/>
                    <a:pt x="34153" y="451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6BADB4B-C924-F173-A429-A66B4A254A11}"/>
                </a:ext>
              </a:extLst>
            </p:cNvPr>
            <p:cNvSpPr/>
            <p:nvPr/>
          </p:nvSpPr>
          <p:spPr>
            <a:xfrm>
              <a:off x="8892692" y="5366302"/>
              <a:ext cx="516215" cy="95121"/>
            </a:xfrm>
            <a:custGeom>
              <a:avLst/>
              <a:gdLst>
                <a:gd name="connsiteX0" fmla="*/ 0 w 516215"/>
                <a:gd name="connsiteY0" fmla="*/ 0 h 95121"/>
                <a:gd name="connsiteX1" fmla="*/ 30696 w 516215"/>
                <a:gd name="connsiteY1" fmla="*/ 48555 h 95121"/>
                <a:gd name="connsiteX2" fmla="*/ 115955 w 516215"/>
                <a:gd name="connsiteY2" fmla="*/ 87975 h 95121"/>
                <a:gd name="connsiteX3" fmla="*/ 339416 w 516215"/>
                <a:gd name="connsiteY3" fmla="*/ 94613 h 95121"/>
                <a:gd name="connsiteX4" fmla="*/ 452299 w 516215"/>
                <a:gd name="connsiteY4" fmla="*/ 82296 h 95121"/>
                <a:gd name="connsiteX5" fmla="*/ 488592 w 516215"/>
                <a:gd name="connsiteY5" fmla="*/ 47320 h 95121"/>
                <a:gd name="connsiteX6" fmla="*/ 516215 w 516215"/>
                <a:gd name="connsiteY6" fmla="*/ 3786 h 95121"/>
                <a:gd name="connsiteX7" fmla="*/ 110359 w 516215"/>
                <a:gd name="connsiteY7" fmla="*/ 0 h 95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215" h="95121">
                  <a:moveTo>
                    <a:pt x="0" y="0"/>
                  </a:moveTo>
                  <a:lnTo>
                    <a:pt x="30696" y="48555"/>
                  </a:lnTo>
                  <a:cubicBezTo>
                    <a:pt x="30696" y="48555"/>
                    <a:pt x="106464" y="88030"/>
                    <a:pt x="115955" y="87975"/>
                  </a:cubicBezTo>
                  <a:cubicBezTo>
                    <a:pt x="125446" y="87920"/>
                    <a:pt x="319885" y="97384"/>
                    <a:pt x="339416" y="94613"/>
                  </a:cubicBezTo>
                  <a:cubicBezTo>
                    <a:pt x="358948" y="91842"/>
                    <a:pt x="452299" y="82296"/>
                    <a:pt x="452299" y="82296"/>
                  </a:cubicBezTo>
                  <a:lnTo>
                    <a:pt x="488592" y="47320"/>
                  </a:lnTo>
                  <a:lnTo>
                    <a:pt x="516215" y="3786"/>
                  </a:lnTo>
                  <a:lnTo>
                    <a:pt x="110359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A751B7B9-EEFB-E97C-E9C1-70007FDB96F2}"/>
                </a:ext>
              </a:extLst>
            </p:cNvPr>
            <p:cNvSpPr/>
            <p:nvPr/>
          </p:nvSpPr>
          <p:spPr>
            <a:xfrm>
              <a:off x="8890991" y="5281812"/>
              <a:ext cx="521867" cy="150436"/>
            </a:xfrm>
            <a:custGeom>
              <a:avLst/>
              <a:gdLst>
                <a:gd name="connsiteX0" fmla="*/ 260934 w 521867"/>
                <a:gd name="connsiteY0" fmla="*/ 150437 h 150436"/>
                <a:gd name="connsiteX1" fmla="*/ 508672 w 521867"/>
                <a:gd name="connsiteY1" fmla="*/ 98920 h 150436"/>
                <a:gd name="connsiteX2" fmla="*/ 521867 w 521867"/>
                <a:gd name="connsiteY2" fmla="*/ 75246 h 150436"/>
                <a:gd name="connsiteX3" fmla="*/ 260934 w 521867"/>
                <a:gd name="connsiteY3" fmla="*/ 0 h 150436"/>
                <a:gd name="connsiteX4" fmla="*/ 0 w 521867"/>
                <a:gd name="connsiteY4" fmla="*/ 75246 h 150436"/>
                <a:gd name="connsiteX5" fmla="*/ 3237 w 521867"/>
                <a:gd name="connsiteY5" fmla="*/ 87892 h 150436"/>
                <a:gd name="connsiteX6" fmla="*/ 13195 w 521867"/>
                <a:gd name="connsiteY6" fmla="*/ 98865 h 150436"/>
                <a:gd name="connsiteX7" fmla="*/ 260934 w 521867"/>
                <a:gd name="connsiteY7" fmla="*/ 150437 h 15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867" h="150436">
                  <a:moveTo>
                    <a:pt x="260934" y="150437"/>
                  </a:moveTo>
                  <a:cubicBezTo>
                    <a:pt x="376340" y="150437"/>
                    <a:pt x="474272" y="128848"/>
                    <a:pt x="508672" y="98920"/>
                  </a:cubicBezTo>
                  <a:cubicBezTo>
                    <a:pt x="517231" y="91486"/>
                    <a:pt x="521867" y="83503"/>
                    <a:pt x="521867" y="75246"/>
                  </a:cubicBezTo>
                  <a:cubicBezTo>
                    <a:pt x="521867" y="33686"/>
                    <a:pt x="405061" y="0"/>
                    <a:pt x="260934" y="0"/>
                  </a:cubicBezTo>
                  <a:cubicBezTo>
                    <a:pt x="116806" y="0"/>
                    <a:pt x="0" y="33686"/>
                    <a:pt x="0" y="75246"/>
                  </a:cubicBezTo>
                  <a:cubicBezTo>
                    <a:pt x="165" y="79635"/>
                    <a:pt x="1262" y="83969"/>
                    <a:pt x="3237" y="87892"/>
                  </a:cubicBezTo>
                  <a:cubicBezTo>
                    <a:pt x="6036" y="92007"/>
                    <a:pt x="9382" y="95683"/>
                    <a:pt x="13195" y="98865"/>
                  </a:cubicBezTo>
                  <a:cubicBezTo>
                    <a:pt x="47540" y="128848"/>
                    <a:pt x="145472" y="150437"/>
                    <a:pt x="260934" y="150437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D44AE30-3221-31C2-A44E-C399C3A9D630}"/>
                </a:ext>
              </a:extLst>
            </p:cNvPr>
            <p:cNvSpPr/>
            <p:nvPr/>
          </p:nvSpPr>
          <p:spPr>
            <a:xfrm>
              <a:off x="8922675" y="5413622"/>
              <a:ext cx="458800" cy="81281"/>
            </a:xfrm>
            <a:custGeom>
              <a:avLst/>
              <a:gdLst>
                <a:gd name="connsiteX0" fmla="*/ 229249 w 458800"/>
                <a:gd name="connsiteY0" fmla="*/ 81281 h 81281"/>
                <a:gd name="connsiteX1" fmla="*/ 423139 w 458800"/>
                <a:gd name="connsiteY1" fmla="*/ 47348 h 81281"/>
                <a:gd name="connsiteX2" fmla="*/ 458800 w 458800"/>
                <a:gd name="connsiteY2" fmla="*/ 0 h 81281"/>
                <a:gd name="connsiteX3" fmla="*/ 229387 w 458800"/>
                <a:gd name="connsiteY3" fmla="*/ 37253 h 81281"/>
                <a:gd name="connsiteX4" fmla="*/ 0 w 458800"/>
                <a:gd name="connsiteY4" fmla="*/ 0 h 81281"/>
                <a:gd name="connsiteX5" fmla="*/ 35524 w 458800"/>
                <a:gd name="connsiteY5" fmla="*/ 47348 h 81281"/>
                <a:gd name="connsiteX6" fmla="*/ 229249 w 458800"/>
                <a:gd name="connsiteY6" fmla="*/ 81281 h 8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8800" h="81281">
                  <a:moveTo>
                    <a:pt x="229249" y="81281"/>
                  </a:moveTo>
                  <a:cubicBezTo>
                    <a:pt x="234215" y="81281"/>
                    <a:pt x="349566" y="77989"/>
                    <a:pt x="423139" y="47348"/>
                  </a:cubicBezTo>
                  <a:lnTo>
                    <a:pt x="458800" y="0"/>
                  </a:lnTo>
                  <a:cubicBezTo>
                    <a:pt x="408819" y="23125"/>
                    <a:pt x="324383" y="37253"/>
                    <a:pt x="229387" y="37253"/>
                  </a:cubicBezTo>
                  <a:cubicBezTo>
                    <a:pt x="134389" y="37253"/>
                    <a:pt x="49954" y="23125"/>
                    <a:pt x="0" y="0"/>
                  </a:cubicBezTo>
                  <a:lnTo>
                    <a:pt x="35524" y="47348"/>
                  </a:lnTo>
                  <a:cubicBezTo>
                    <a:pt x="108878" y="77989"/>
                    <a:pt x="224257" y="81172"/>
                    <a:pt x="229249" y="81281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5363226-ABFB-1175-BFBD-99713EBDD93C}"/>
                </a:ext>
              </a:extLst>
            </p:cNvPr>
            <p:cNvSpPr/>
            <p:nvPr/>
          </p:nvSpPr>
          <p:spPr>
            <a:xfrm>
              <a:off x="8975070" y="5483739"/>
              <a:ext cx="353625" cy="68552"/>
            </a:xfrm>
            <a:custGeom>
              <a:avLst/>
              <a:gdLst>
                <a:gd name="connsiteX0" fmla="*/ 310969 w 353625"/>
                <a:gd name="connsiteY0" fmla="*/ 48253 h 68552"/>
                <a:gd name="connsiteX1" fmla="*/ 326688 w 353625"/>
                <a:gd name="connsiteY1" fmla="*/ 35881 h 68552"/>
                <a:gd name="connsiteX2" fmla="*/ 353626 w 353625"/>
                <a:gd name="connsiteY2" fmla="*/ 0 h 68552"/>
                <a:gd name="connsiteX3" fmla="*/ 176964 w 353625"/>
                <a:gd name="connsiteY3" fmla="*/ 26664 h 68552"/>
                <a:gd name="connsiteX4" fmla="*/ 176634 w 353625"/>
                <a:gd name="connsiteY4" fmla="*/ 26664 h 68552"/>
                <a:gd name="connsiteX5" fmla="*/ 0 w 353625"/>
                <a:gd name="connsiteY5" fmla="*/ 0 h 68552"/>
                <a:gd name="connsiteX6" fmla="*/ 26911 w 353625"/>
                <a:gd name="connsiteY6" fmla="*/ 35881 h 68552"/>
                <a:gd name="connsiteX7" fmla="*/ 42657 w 353625"/>
                <a:gd name="connsiteY7" fmla="*/ 48253 h 68552"/>
                <a:gd name="connsiteX8" fmla="*/ 176799 w 353625"/>
                <a:gd name="connsiteY8" fmla="*/ 68553 h 68552"/>
                <a:gd name="connsiteX9" fmla="*/ 310969 w 353625"/>
                <a:gd name="connsiteY9" fmla="*/ 48253 h 6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3625" h="68552">
                  <a:moveTo>
                    <a:pt x="310969" y="48253"/>
                  </a:moveTo>
                  <a:cubicBezTo>
                    <a:pt x="317196" y="45592"/>
                    <a:pt x="322627" y="41312"/>
                    <a:pt x="326688" y="35881"/>
                  </a:cubicBezTo>
                  <a:lnTo>
                    <a:pt x="353626" y="0"/>
                  </a:lnTo>
                  <a:cubicBezTo>
                    <a:pt x="277969" y="24332"/>
                    <a:pt x="181627" y="26581"/>
                    <a:pt x="176964" y="26664"/>
                  </a:cubicBezTo>
                  <a:lnTo>
                    <a:pt x="176634" y="26664"/>
                  </a:lnTo>
                  <a:cubicBezTo>
                    <a:pt x="171971" y="26664"/>
                    <a:pt x="75630" y="24332"/>
                    <a:pt x="0" y="0"/>
                  </a:cubicBezTo>
                  <a:lnTo>
                    <a:pt x="26911" y="35881"/>
                  </a:lnTo>
                  <a:cubicBezTo>
                    <a:pt x="30971" y="41312"/>
                    <a:pt x="36402" y="45592"/>
                    <a:pt x="42657" y="48253"/>
                  </a:cubicBezTo>
                  <a:cubicBezTo>
                    <a:pt x="71433" y="60487"/>
                    <a:pt x="120756" y="68553"/>
                    <a:pt x="176799" y="68553"/>
                  </a:cubicBezTo>
                  <a:cubicBezTo>
                    <a:pt x="232843" y="68553"/>
                    <a:pt x="282165" y="60487"/>
                    <a:pt x="310969" y="48253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253AF5-9B00-955F-6630-C37F6AFFA08D}"/>
                </a:ext>
              </a:extLst>
            </p:cNvPr>
            <p:cNvSpPr/>
            <p:nvPr/>
          </p:nvSpPr>
          <p:spPr>
            <a:xfrm>
              <a:off x="8936721" y="5883324"/>
              <a:ext cx="298350" cy="409224"/>
            </a:xfrm>
            <a:custGeom>
              <a:avLst/>
              <a:gdLst>
                <a:gd name="connsiteX0" fmla="*/ 226012 w 298350"/>
                <a:gd name="connsiteY0" fmla="*/ 4324 h 409224"/>
                <a:gd name="connsiteX1" fmla="*/ 2057 w 298350"/>
                <a:gd name="connsiteY1" fmla="*/ 112598 h 409224"/>
                <a:gd name="connsiteX2" fmla="*/ 0 w 298350"/>
                <a:gd name="connsiteY2" fmla="*/ 301632 h 409224"/>
                <a:gd name="connsiteX3" fmla="*/ 226012 w 298350"/>
                <a:gd name="connsiteY3" fmla="*/ 404913 h 409224"/>
                <a:gd name="connsiteX4" fmla="*/ 298350 w 298350"/>
                <a:gd name="connsiteY4" fmla="*/ 351421 h 409224"/>
                <a:gd name="connsiteX5" fmla="*/ 298350 w 298350"/>
                <a:gd name="connsiteY5" fmla="*/ 57899 h 409224"/>
                <a:gd name="connsiteX6" fmla="*/ 226012 w 298350"/>
                <a:gd name="connsiteY6" fmla="*/ 4324 h 40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8350" h="409224">
                  <a:moveTo>
                    <a:pt x="226012" y="4324"/>
                  </a:moveTo>
                  <a:lnTo>
                    <a:pt x="2057" y="112598"/>
                  </a:lnTo>
                  <a:lnTo>
                    <a:pt x="0" y="301632"/>
                  </a:lnTo>
                  <a:lnTo>
                    <a:pt x="226012" y="404913"/>
                  </a:lnTo>
                  <a:cubicBezTo>
                    <a:pt x="260549" y="420357"/>
                    <a:pt x="298350" y="392404"/>
                    <a:pt x="298350" y="351421"/>
                  </a:cubicBezTo>
                  <a:lnTo>
                    <a:pt x="298350" y="57899"/>
                  </a:lnTo>
                  <a:cubicBezTo>
                    <a:pt x="298350" y="16806"/>
                    <a:pt x="260549" y="-11148"/>
                    <a:pt x="226012" y="4324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61DA1F53-05B3-098F-45F5-B125CE28FFFC}"/>
                </a:ext>
              </a:extLst>
            </p:cNvPr>
            <p:cNvSpPr/>
            <p:nvPr/>
          </p:nvSpPr>
          <p:spPr>
            <a:xfrm>
              <a:off x="9324657" y="5953980"/>
              <a:ext cx="101340" cy="282298"/>
            </a:xfrm>
            <a:custGeom>
              <a:avLst/>
              <a:gdLst>
                <a:gd name="connsiteX0" fmla="*/ 101340 w 101340"/>
                <a:gd name="connsiteY0" fmla="*/ 141135 h 282298"/>
                <a:gd name="connsiteX1" fmla="*/ 37287 w 101340"/>
                <a:gd name="connsiteY1" fmla="*/ 5182 h 282298"/>
                <a:gd name="connsiteX2" fmla="*/ 5273 w 101340"/>
                <a:gd name="connsiteY2" fmla="*/ 8282 h 282298"/>
                <a:gd name="connsiteX3" fmla="*/ 3326 w 101340"/>
                <a:gd name="connsiteY3" fmla="*/ 11053 h 282298"/>
                <a:gd name="connsiteX4" fmla="*/ 3326 w 101340"/>
                <a:gd name="connsiteY4" fmla="*/ 11053 h 282298"/>
                <a:gd name="connsiteX5" fmla="*/ 8044 w 101340"/>
                <a:gd name="connsiteY5" fmla="*/ 40158 h 282298"/>
                <a:gd name="connsiteX6" fmla="*/ 26012 w 101340"/>
                <a:gd name="connsiteY6" fmla="*/ 224172 h 282298"/>
                <a:gd name="connsiteX7" fmla="*/ 8044 w 101340"/>
                <a:gd name="connsiteY7" fmla="*/ 242140 h 282298"/>
                <a:gd name="connsiteX8" fmla="*/ 3326 w 101340"/>
                <a:gd name="connsiteY8" fmla="*/ 271245 h 282298"/>
                <a:gd name="connsiteX9" fmla="*/ 3326 w 101340"/>
                <a:gd name="connsiteY9" fmla="*/ 271245 h 282298"/>
                <a:gd name="connsiteX10" fmla="*/ 34516 w 101340"/>
                <a:gd name="connsiteY10" fmla="*/ 279063 h 282298"/>
                <a:gd name="connsiteX11" fmla="*/ 37287 w 101340"/>
                <a:gd name="connsiteY11" fmla="*/ 277115 h 282298"/>
                <a:gd name="connsiteX12" fmla="*/ 101340 w 101340"/>
                <a:gd name="connsiteY12" fmla="*/ 141135 h 282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340" h="282298">
                  <a:moveTo>
                    <a:pt x="101340" y="141135"/>
                  </a:moveTo>
                  <a:cubicBezTo>
                    <a:pt x="101368" y="88520"/>
                    <a:pt x="77859" y="38649"/>
                    <a:pt x="37287" y="5182"/>
                  </a:cubicBezTo>
                  <a:cubicBezTo>
                    <a:pt x="27576" y="-2801"/>
                    <a:pt x="13257" y="-1402"/>
                    <a:pt x="5273" y="8282"/>
                  </a:cubicBezTo>
                  <a:cubicBezTo>
                    <a:pt x="4560" y="9160"/>
                    <a:pt x="3902" y="10092"/>
                    <a:pt x="3326" y="11053"/>
                  </a:cubicBezTo>
                  <a:lnTo>
                    <a:pt x="3326" y="11053"/>
                  </a:lnTo>
                  <a:cubicBezTo>
                    <a:pt x="-2517" y="20599"/>
                    <a:pt x="-487" y="32943"/>
                    <a:pt x="8044" y="40158"/>
                  </a:cubicBezTo>
                  <a:cubicBezTo>
                    <a:pt x="63814" y="86024"/>
                    <a:pt x="71851" y="168403"/>
                    <a:pt x="26012" y="224172"/>
                  </a:cubicBezTo>
                  <a:cubicBezTo>
                    <a:pt x="20608" y="230728"/>
                    <a:pt x="14601" y="236763"/>
                    <a:pt x="8044" y="242140"/>
                  </a:cubicBezTo>
                  <a:cubicBezTo>
                    <a:pt x="-487" y="249355"/>
                    <a:pt x="-2517" y="261699"/>
                    <a:pt x="3326" y="271245"/>
                  </a:cubicBezTo>
                  <a:lnTo>
                    <a:pt x="3326" y="271245"/>
                  </a:lnTo>
                  <a:cubicBezTo>
                    <a:pt x="9773" y="282026"/>
                    <a:pt x="23736" y="285510"/>
                    <a:pt x="34516" y="279063"/>
                  </a:cubicBezTo>
                  <a:cubicBezTo>
                    <a:pt x="35504" y="278487"/>
                    <a:pt x="36409" y="277829"/>
                    <a:pt x="37287" y="277115"/>
                  </a:cubicBezTo>
                  <a:cubicBezTo>
                    <a:pt x="77859" y="243621"/>
                    <a:pt x="101368" y="193750"/>
                    <a:pt x="101340" y="141135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9251900-425F-E023-E09E-8E9E34520851}"/>
                </a:ext>
              </a:extLst>
            </p:cNvPr>
            <p:cNvSpPr/>
            <p:nvPr/>
          </p:nvSpPr>
          <p:spPr>
            <a:xfrm>
              <a:off x="9284514" y="6020479"/>
              <a:ext cx="65441" cy="149140"/>
            </a:xfrm>
            <a:custGeom>
              <a:avLst/>
              <a:gdLst>
                <a:gd name="connsiteX0" fmla="*/ 39436 w 65441"/>
                <a:gd name="connsiteY0" fmla="*/ 7236 h 149140"/>
                <a:gd name="connsiteX1" fmla="*/ 7341 w 65441"/>
                <a:gd name="connsiteY1" fmla="*/ 6083 h 149140"/>
                <a:gd name="connsiteX2" fmla="*/ 3308 w 65441"/>
                <a:gd name="connsiteY2" fmla="*/ 11076 h 149140"/>
                <a:gd name="connsiteX3" fmla="*/ 3308 w 65441"/>
                <a:gd name="connsiteY3" fmla="*/ 11076 h 149140"/>
                <a:gd name="connsiteX4" fmla="*/ 5722 w 65441"/>
                <a:gd name="connsiteY4" fmla="*/ 37877 h 149140"/>
                <a:gd name="connsiteX5" fmla="*/ 5722 w 65441"/>
                <a:gd name="connsiteY5" fmla="*/ 111258 h 149140"/>
                <a:gd name="connsiteX6" fmla="*/ 3308 w 65441"/>
                <a:gd name="connsiteY6" fmla="*/ 138059 h 149140"/>
                <a:gd name="connsiteX7" fmla="*/ 3308 w 65441"/>
                <a:gd name="connsiteY7" fmla="*/ 138059 h 149140"/>
                <a:gd name="connsiteX8" fmla="*/ 34443 w 65441"/>
                <a:gd name="connsiteY8" fmla="*/ 145932 h 149140"/>
                <a:gd name="connsiteX9" fmla="*/ 39436 w 65441"/>
                <a:gd name="connsiteY9" fmla="*/ 141899 h 149140"/>
                <a:gd name="connsiteX10" fmla="*/ 39436 w 65441"/>
                <a:gd name="connsiteY10" fmla="*/ 7071 h 1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441" h="149140">
                  <a:moveTo>
                    <a:pt x="39436" y="7236"/>
                  </a:moveTo>
                  <a:cubicBezTo>
                    <a:pt x="30878" y="-1954"/>
                    <a:pt x="16503" y="-2448"/>
                    <a:pt x="7341" y="6083"/>
                  </a:cubicBezTo>
                  <a:cubicBezTo>
                    <a:pt x="5777" y="7565"/>
                    <a:pt x="4405" y="9238"/>
                    <a:pt x="3308" y="11076"/>
                  </a:cubicBezTo>
                  <a:lnTo>
                    <a:pt x="3308" y="11076"/>
                  </a:lnTo>
                  <a:cubicBezTo>
                    <a:pt x="-1877" y="19580"/>
                    <a:pt x="-889" y="30443"/>
                    <a:pt x="5722" y="37877"/>
                  </a:cubicBezTo>
                  <a:cubicBezTo>
                    <a:pt x="24596" y="58698"/>
                    <a:pt x="24596" y="90437"/>
                    <a:pt x="5722" y="111258"/>
                  </a:cubicBezTo>
                  <a:cubicBezTo>
                    <a:pt x="-889" y="118692"/>
                    <a:pt x="-1877" y="129555"/>
                    <a:pt x="3308" y="138059"/>
                  </a:cubicBezTo>
                  <a:lnTo>
                    <a:pt x="3308" y="138059"/>
                  </a:lnTo>
                  <a:cubicBezTo>
                    <a:pt x="9727" y="148840"/>
                    <a:pt x="23690" y="152351"/>
                    <a:pt x="34443" y="145932"/>
                  </a:cubicBezTo>
                  <a:cubicBezTo>
                    <a:pt x="36282" y="144835"/>
                    <a:pt x="37982" y="143463"/>
                    <a:pt x="39436" y="141899"/>
                  </a:cubicBezTo>
                  <a:cubicBezTo>
                    <a:pt x="74111" y="103659"/>
                    <a:pt x="74111" y="45311"/>
                    <a:pt x="39436" y="7071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32682658-3813-8F10-FEAC-5AF826104117}"/>
                </a:ext>
              </a:extLst>
            </p:cNvPr>
            <p:cNvSpPr/>
            <p:nvPr/>
          </p:nvSpPr>
          <p:spPr>
            <a:xfrm>
              <a:off x="8846277" y="5970794"/>
              <a:ext cx="107203" cy="234269"/>
            </a:xfrm>
            <a:custGeom>
              <a:avLst/>
              <a:gdLst>
                <a:gd name="connsiteX0" fmla="*/ 54672 w 107203"/>
                <a:gd name="connsiteY0" fmla="*/ 0 h 234269"/>
                <a:gd name="connsiteX1" fmla="*/ 52532 w 107203"/>
                <a:gd name="connsiteY1" fmla="*/ 0 h 234269"/>
                <a:gd name="connsiteX2" fmla="*/ 0 w 107203"/>
                <a:gd name="connsiteY2" fmla="*/ 57771 h 234269"/>
                <a:gd name="connsiteX3" fmla="*/ 0 w 107203"/>
                <a:gd name="connsiteY3" fmla="*/ 176525 h 234269"/>
                <a:gd name="connsiteX4" fmla="*/ 52532 w 107203"/>
                <a:gd name="connsiteY4" fmla="*/ 234269 h 234269"/>
                <a:gd name="connsiteX5" fmla="*/ 54672 w 107203"/>
                <a:gd name="connsiteY5" fmla="*/ 234269 h 234269"/>
                <a:gd name="connsiteX6" fmla="*/ 107204 w 107203"/>
                <a:gd name="connsiteY6" fmla="*/ 176525 h 234269"/>
                <a:gd name="connsiteX7" fmla="*/ 107204 w 107203"/>
                <a:gd name="connsiteY7" fmla="*/ 57771 h 234269"/>
                <a:gd name="connsiteX8" fmla="*/ 54672 w 107203"/>
                <a:gd name="connsiteY8" fmla="*/ 0 h 23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203" h="234269">
                  <a:moveTo>
                    <a:pt x="54672" y="0"/>
                  </a:moveTo>
                  <a:lnTo>
                    <a:pt x="52532" y="0"/>
                  </a:lnTo>
                  <a:cubicBezTo>
                    <a:pt x="23646" y="0"/>
                    <a:pt x="0" y="26005"/>
                    <a:pt x="0" y="57771"/>
                  </a:cubicBezTo>
                  <a:lnTo>
                    <a:pt x="0" y="176525"/>
                  </a:lnTo>
                  <a:cubicBezTo>
                    <a:pt x="0" y="208291"/>
                    <a:pt x="23646" y="234269"/>
                    <a:pt x="52532" y="234269"/>
                  </a:cubicBezTo>
                  <a:lnTo>
                    <a:pt x="54672" y="234269"/>
                  </a:lnTo>
                  <a:cubicBezTo>
                    <a:pt x="83558" y="234269"/>
                    <a:pt x="107204" y="208291"/>
                    <a:pt x="107204" y="176525"/>
                  </a:cubicBezTo>
                  <a:lnTo>
                    <a:pt x="107204" y="57771"/>
                  </a:lnTo>
                  <a:cubicBezTo>
                    <a:pt x="107204" y="26005"/>
                    <a:pt x="83448" y="0"/>
                    <a:pt x="54672" y="0"/>
                  </a:cubicBezTo>
                  <a:close/>
                </a:path>
              </a:pathLst>
            </a:custGeom>
            <a:solidFill>
              <a:srgbClr val="BE2827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E6D7740F-826A-07E9-89AA-0037231AC3AE}"/>
                </a:ext>
              </a:extLst>
            </p:cNvPr>
            <p:cNvSpPr/>
            <p:nvPr/>
          </p:nvSpPr>
          <p:spPr>
            <a:xfrm>
              <a:off x="9364229" y="5888434"/>
              <a:ext cx="137817" cy="413364"/>
            </a:xfrm>
            <a:custGeom>
              <a:avLst/>
              <a:gdLst>
                <a:gd name="connsiteX0" fmla="*/ 36503 w 137817"/>
                <a:gd name="connsiteY0" fmla="*/ 4535 h 413364"/>
                <a:gd name="connsiteX1" fmla="*/ 4573 w 137817"/>
                <a:gd name="connsiteY1" fmla="*/ 9171 h 413364"/>
                <a:gd name="connsiteX2" fmla="*/ 3311 w 137817"/>
                <a:gd name="connsiteY2" fmla="*/ 11037 h 413364"/>
                <a:gd name="connsiteX3" fmla="*/ 3311 w 137817"/>
                <a:gd name="connsiteY3" fmla="*/ 11037 h 413364"/>
                <a:gd name="connsiteX4" fmla="*/ 8934 w 137817"/>
                <a:gd name="connsiteY4" fmla="*/ 40883 h 413364"/>
                <a:gd name="connsiteX5" fmla="*/ 51235 w 137817"/>
                <a:gd name="connsiteY5" fmla="*/ 330208 h 413364"/>
                <a:gd name="connsiteX6" fmla="*/ 8934 w 137817"/>
                <a:gd name="connsiteY6" fmla="*/ 372508 h 413364"/>
                <a:gd name="connsiteX7" fmla="*/ 3311 w 137817"/>
                <a:gd name="connsiteY7" fmla="*/ 402327 h 413364"/>
                <a:gd name="connsiteX8" fmla="*/ 3311 w 137817"/>
                <a:gd name="connsiteY8" fmla="*/ 402327 h 413364"/>
                <a:gd name="connsiteX9" fmla="*/ 34638 w 137817"/>
                <a:gd name="connsiteY9" fmla="*/ 410090 h 413364"/>
                <a:gd name="connsiteX10" fmla="*/ 36503 w 137817"/>
                <a:gd name="connsiteY10" fmla="*/ 408828 h 413364"/>
                <a:gd name="connsiteX11" fmla="*/ 87582 w 137817"/>
                <a:gd name="connsiteY11" fmla="*/ 55586 h 413364"/>
                <a:gd name="connsiteX12" fmla="*/ 36503 w 137817"/>
                <a:gd name="connsiteY12" fmla="*/ 4508 h 41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817" h="413364">
                  <a:moveTo>
                    <a:pt x="36503" y="4535"/>
                  </a:moveTo>
                  <a:cubicBezTo>
                    <a:pt x="26409" y="-3009"/>
                    <a:pt x="12089" y="-924"/>
                    <a:pt x="4573" y="9171"/>
                  </a:cubicBezTo>
                  <a:cubicBezTo>
                    <a:pt x="4106" y="9775"/>
                    <a:pt x="3695" y="10406"/>
                    <a:pt x="3311" y="11037"/>
                  </a:cubicBezTo>
                  <a:lnTo>
                    <a:pt x="3311" y="11037"/>
                  </a:lnTo>
                  <a:cubicBezTo>
                    <a:pt x="-2724" y="20967"/>
                    <a:pt x="-310" y="33832"/>
                    <a:pt x="8934" y="40883"/>
                  </a:cubicBezTo>
                  <a:cubicBezTo>
                    <a:pt x="100503" y="109106"/>
                    <a:pt x="119458" y="238613"/>
                    <a:pt x="51235" y="330208"/>
                  </a:cubicBezTo>
                  <a:cubicBezTo>
                    <a:pt x="39274" y="346283"/>
                    <a:pt x="25010" y="360520"/>
                    <a:pt x="8934" y="372508"/>
                  </a:cubicBezTo>
                  <a:cubicBezTo>
                    <a:pt x="-310" y="379531"/>
                    <a:pt x="-2724" y="392424"/>
                    <a:pt x="3311" y="402327"/>
                  </a:cubicBezTo>
                  <a:lnTo>
                    <a:pt x="3311" y="402327"/>
                  </a:lnTo>
                  <a:cubicBezTo>
                    <a:pt x="9812" y="413107"/>
                    <a:pt x="23858" y="416591"/>
                    <a:pt x="34638" y="410090"/>
                  </a:cubicBezTo>
                  <a:cubicBezTo>
                    <a:pt x="35297" y="409706"/>
                    <a:pt x="35900" y="409267"/>
                    <a:pt x="36503" y="408828"/>
                  </a:cubicBezTo>
                  <a:cubicBezTo>
                    <a:pt x="148152" y="325380"/>
                    <a:pt x="171030" y="167235"/>
                    <a:pt x="87582" y="55586"/>
                  </a:cubicBezTo>
                  <a:cubicBezTo>
                    <a:pt x="73098" y="36192"/>
                    <a:pt x="55898" y="18992"/>
                    <a:pt x="36503" y="4508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1E78E0A-11A8-DC47-07A3-291BFC6D4DC6}"/>
              </a:ext>
            </a:extLst>
          </p:cNvPr>
          <p:cNvGrpSpPr/>
          <p:nvPr/>
        </p:nvGrpSpPr>
        <p:grpSpPr>
          <a:xfrm>
            <a:off x="298470" y="3127948"/>
            <a:ext cx="701951" cy="759387"/>
            <a:chOff x="3787172" y="5212025"/>
            <a:chExt cx="1072001" cy="1159715"/>
          </a:xfrm>
        </p:grpSpPr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985CDDA4-B108-ACC4-D38B-17BE3C9A5655}"/>
                </a:ext>
              </a:extLst>
            </p:cNvPr>
            <p:cNvSpPr/>
            <p:nvPr/>
          </p:nvSpPr>
          <p:spPr>
            <a:xfrm>
              <a:off x="4038843" y="5646511"/>
              <a:ext cx="569446" cy="203370"/>
            </a:xfrm>
            <a:custGeom>
              <a:avLst/>
              <a:gdLst>
                <a:gd name="connsiteX0" fmla="*/ 115767 w 569446"/>
                <a:gd name="connsiteY0" fmla="*/ 154534 h 203370"/>
                <a:gd name="connsiteX1" fmla="*/ 550975 w 569446"/>
                <a:gd name="connsiteY1" fmla="*/ 56409 h 203370"/>
                <a:gd name="connsiteX2" fmla="*/ 567023 w 569446"/>
                <a:gd name="connsiteY2" fmla="*/ 27853 h 203370"/>
                <a:gd name="connsiteX3" fmla="*/ 559973 w 569446"/>
                <a:gd name="connsiteY3" fmla="*/ 2423 h 203370"/>
                <a:gd name="connsiteX4" fmla="*/ 534543 w 569446"/>
                <a:gd name="connsiteY4" fmla="*/ 9473 h 203370"/>
                <a:gd name="connsiteX5" fmla="*/ 533611 w 569446"/>
                <a:gd name="connsiteY5" fmla="*/ 11394 h 203370"/>
                <a:gd name="connsiteX6" fmla="*/ 160673 w 569446"/>
                <a:gd name="connsiteY6" fmla="*/ 137060 h 203370"/>
                <a:gd name="connsiteX7" fmla="*/ 35007 w 569446"/>
                <a:gd name="connsiteY7" fmla="*/ 11394 h 203370"/>
                <a:gd name="connsiteX8" fmla="*/ 9687 w 569446"/>
                <a:gd name="connsiteY8" fmla="*/ 4015 h 203370"/>
                <a:gd name="connsiteX9" fmla="*/ 1567 w 569446"/>
                <a:gd name="connsiteY9" fmla="*/ 27853 h 203370"/>
                <a:gd name="connsiteX10" fmla="*/ 115767 w 569446"/>
                <a:gd name="connsiteY10" fmla="*/ 154534 h 20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9446" h="203370">
                  <a:moveTo>
                    <a:pt x="115767" y="154534"/>
                  </a:moveTo>
                  <a:cubicBezTo>
                    <a:pt x="263049" y="247610"/>
                    <a:pt x="457898" y="203692"/>
                    <a:pt x="550975" y="56409"/>
                  </a:cubicBezTo>
                  <a:cubicBezTo>
                    <a:pt x="556818" y="47165"/>
                    <a:pt x="562167" y="37646"/>
                    <a:pt x="567023" y="27853"/>
                  </a:cubicBezTo>
                  <a:cubicBezTo>
                    <a:pt x="572098" y="18882"/>
                    <a:pt x="568943" y="7498"/>
                    <a:pt x="559973" y="2423"/>
                  </a:cubicBezTo>
                  <a:cubicBezTo>
                    <a:pt x="551002" y="-2652"/>
                    <a:pt x="539618" y="503"/>
                    <a:pt x="534543" y="9473"/>
                  </a:cubicBezTo>
                  <a:cubicBezTo>
                    <a:pt x="534214" y="10104"/>
                    <a:pt x="533885" y="10735"/>
                    <a:pt x="533611" y="11394"/>
                  </a:cubicBezTo>
                  <a:cubicBezTo>
                    <a:pt x="465332" y="149075"/>
                    <a:pt x="298381" y="205338"/>
                    <a:pt x="160673" y="137060"/>
                  </a:cubicBezTo>
                  <a:cubicBezTo>
                    <a:pt x="106193" y="110039"/>
                    <a:pt x="62027" y="65901"/>
                    <a:pt x="35007" y="11394"/>
                  </a:cubicBezTo>
                  <a:cubicBezTo>
                    <a:pt x="30042" y="2368"/>
                    <a:pt x="18712" y="-951"/>
                    <a:pt x="9687" y="4015"/>
                  </a:cubicBezTo>
                  <a:cubicBezTo>
                    <a:pt x="1210" y="8650"/>
                    <a:pt x="-2301" y="18992"/>
                    <a:pt x="1567" y="27853"/>
                  </a:cubicBezTo>
                  <a:cubicBezTo>
                    <a:pt x="27298" y="79754"/>
                    <a:pt x="66800" y="123590"/>
                    <a:pt x="115767" y="154534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4A0A531-9410-5FA4-8705-67A65ACFBF03}"/>
                </a:ext>
              </a:extLst>
            </p:cNvPr>
            <p:cNvSpPr/>
            <p:nvPr/>
          </p:nvSpPr>
          <p:spPr>
            <a:xfrm>
              <a:off x="4166977" y="5583806"/>
              <a:ext cx="312321" cy="122571"/>
            </a:xfrm>
            <a:custGeom>
              <a:avLst/>
              <a:gdLst>
                <a:gd name="connsiteX0" fmla="*/ 156175 w 312321"/>
                <a:gd name="connsiteY0" fmla="*/ 122570 h 122571"/>
                <a:gd name="connsiteX1" fmla="*/ 310370 w 312321"/>
                <a:gd name="connsiteY1" fmla="*/ 26970 h 122571"/>
                <a:gd name="connsiteX2" fmla="*/ 301976 w 312321"/>
                <a:gd name="connsiteY2" fmla="*/ 1952 h 122571"/>
                <a:gd name="connsiteX3" fmla="*/ 276958 w 312321"/>
                <a:gd name="connsiteY3" fmla="*/ 10346 h 122571"/>
                <a:gd name="connsiteX4" fmla="*/ 96208 w 312321"/>
                <a:gd name="connsiteY4" fmla="*/ 71190 h 122571"/>
                <a:gd name="connsiteX5" fmla="*/ 35364 w 312321"/>
                <a:gd name="connsiteY5" fmla="*/ 10346 h 122571"/>
                <a:gd name="connsiteX6" fmla="*/ 10346 w 312321"/>
                <a:gd name="connsiteY6" fmla="*/ 1952 h 122571"/>
                <a:gd name="connsiteX7" fmla="*/ 1952 w 312321"/>
                <a:gd name="connsiteY7" fmla="*/ 26970 h 122571"/>
                <a:gd name="connsiteX8" fmla="*/ 156175 w 312321"/>
                <a:gd name="connsiteY8" fmla="*/ 122570 h 12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321" h="122571">
                  <a:moveTo>
                    <a:pt x="156175" y="122570"/>
                  </a:moveTo>
                  <a:cubicBezTo>
                    <a:pt x="221627" y="122790"/>
                    <a:pt x="281484" y="85702"/>
                    <a:pt x="310370" y="26970"/>
                  </a:cubicBezTo>
                  <a:cubicBezTo>
                    <a:pt x="314951" y="17753"/>
                    <a:pt x="311193" y="6533"/>
                    <a:pt x="301976" y="1952"/>
                  </a:cubicBezTo>
                  <a:cubicBezTo>
                    <a:pt x="292759" y="-2629"/>
                    <a:pt x="281539" y="1129"/>
                    <a:pt x="276958" y="10346"/>
                  </a:cubicBezTo>
                  <a:cubicBezTo>
                    <a:pt x="243847" y="77061"/>
                    <a:pt x="162923" y="104301"/>
                    <a:pt x="96208" y="71190"/>
                  </a:cubicBezTo>
                  <a:cubicBezTo>
                    <a:pt x="69819" y="58105"/>
                    <a:pt x="48449" y="36735"/>
                    <a:pt x="35364" y="10346"/>
                  </a:cubicBezTo>
                  <a:cubicBezTo>
                    <a:pt x="30783" y="1129"/>
                    <a:pt x="19563" y="-2629"/>
                    <a:pt x="10346" y="1952"/>
                  </a:cubicBezTo>
                  <a:cubicBezTo>
                    <a:pt x="1129" y="6533"/>
                    <a:pt x="-2629" y="17753"/>
                    <a:pt x="1952" y="26970"/>
                  </a:cubicBezTo>
                  <a:cubicBezTo>
                    <a:pt x="30865" y="85702"/>
                    <a:pt x="90722" y="122817"/>
                    <a:pt x="156175" y="122570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5D721B01-456E-B070-B9A3-E630018BDB22}"/>
                </a:ext>
              </a:extLst>
            </p:cNvPr>
            <p:cNvSpPr/>
            <p:nvPr/>
          </p:nvSpPr>
          <p:spPr>
            <a:xfrm>
              <a:off x="3787172" y="5773504"/>
              <a:ext cx="1072001" cy="356480"/>
            </a:xfrm>
            <a:custGeom>
              <a:avLst/>
              <a:gdLst>
                <a:gd name="connsiteX0" fmla="*/ 1061495 w 1072001"/>
                <a:gd name="connsiteY0" fmla="*/ 1974 h 356480"/>
                <a:gd name="connsiteX1" fmla="*/ 1036257 w 1072001"/>
                <a:gd name="connsiteY1" fmla="*/ 10450 h 356480"/>
                <a:gd name="connsiteX2" fmla="*/ 1036257 w 1072001"/>
                <a:gd name="connsiteY2" fmla="*/ 10478 h 356480"/>
                <a:gd name="connsiteX3" fmla="*/ 746301 w 1072001"/>
                <a:gd name="connsiteY3" fmla="*/ 280244 h 356480"/>
                <a:gd name="connsiteX4" fmla="*/ 535980 w 1072001"/>
                <a:gd name="connsiteY4" fmla="*/ 320103 h 356480"/>
                <a:gd name="connsiteX5" fmla="*/ 333340 w 1072001"/>
                <a:gd name="connsiteY5" fmla="*/ 283289 h 356480"/>
                <a:gd name="connsiteX6" fmla="*/ 35702 w 1072001"/>
                <a:gd name="connsiteY6" fmla="*/ 10478 h 356480"/>
                <a:gd name="connsiteX7" fmla="*/ 10465 w 1072001"/>
                <a:gd name="connsiteY7" fmla="*/ 1974 h 356480"/>
                <a:gd name="connsiteX8" fmla="*/ 1961 w 1072001"/>
                <a:gd name="connsiteY8" fmla="*/ 27212 h 356480"/>
                <a:gd name="connsiteX9" fmla="*/ 326564 w 1072001"/>
                <a:gd name="connsiteY9" fmla="*/ 320734 h 356480"/>
                <a:gd name="connsiteX10" fmla="*/ 746767 w 1072001"/>
                <a:gd name="connsiteY10" fmla="*/ 320212 h 356480"/>
                <a:gd name="connsiteX11" fmla="*/ 854246 w 1072001"/>
                <a:gd name="connsiteY11" fmla="*/ 266583 h 356480"/>
                <a:gd name="connsiteX12" fmla="*/ 1069999 w 1072001"/>
                <a:gd name="connsiteY12" fmla="*/ 27322 h 356480"/>
                <a:gd name="connsiteX13" fmla="*/ 1061604 w 1072001"/>
                <a:gd name="connsiteY13" fmla="*/ 2029 h 356480"/>
                <a:gd name="connsiteX14" fmla="*/ 1061495 w 1072001"/>
                <a:gd name="connsiteY14" fmla="*/ 1974 h 356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2001" h="356480">
                  <a:moveTo>
                    <a:pt x="1061495" y="1974"/>
                  </a:moveTo>
                  <a:cubicBezTo>
                    <a:pt x="1052195" y="-2662"/>
                    <a:pt x="1040893" y="1151"/>
                    <a:pt x="1036257" y="10450"/>
                  </a:cubicBezTo>
                  <a:cubicBezTo>
                    <a:pt x="1036257" y="10450"/>
                    <a:pt x="1036257" y="10478"/>
                    <a:pt x="1036257" y="10478"/>
                  </a:cubicBezTo>
                  <a:cubicBezTo>
                    <a:pt x="976017" y="132962"/>
                    <a:pt x="872790" y="228974"/>
                    <a:pt x="746301" y="280244"/>
                  </a:cubicBezTo>
                  <a:cubicBezTo>
                    <a:pt x="691437" y="302574"/>
                    <a:pt x="613722" y="319636"/>
                    <a:pt x="535980" y="320103"/>
                  </a:cubicBezTo>
                  <a:cubicBezTo>
                    <a:pt x="461913" y="320569"/>
                    <a:pt x="387847" y="305564"/>
                    <a:pt x="333340" y="283289"/>
                  </a:cubicBezTo>
                  <a:cubicBezTo>
                    <a:pt x="203422" y="232897"/>
                    <a:pt x="97178" y="135513"/>
                    <a:pt x="35702" y="10478"/>
                  </a:cubicBezTo>
                  <a:cubicBezTo>
                    <a:pt x="31094" y="1151"/>
                    <a:pt x="19792" y="-2635"/>
                    <a:pt x="10465" y="1974"/>
                  </a:cubicBezTo>
                  <a:cubicBezTo>
                    <a:pt x="1138" y="6583"/>
                    <a:pt x="-2647" y="17884"/>
                    <a:pt x="1961" y="27212"/>
                  </a:cubicBezTo>
                  <a:cubicBezTo>
                    <a:pt x="69060" y="162643"/>
                    <a:pt x="185070" y="267543"/>
                    <a:pt x="326564" y="320734"/>
                  </a:cubicBezTo>
                  <a:cubicBezTo>
                    <a:pt x="444988" y="364076"/>
                    <a:pt x="595260" y="372718"/>
                    <a:pt x="746767" y="320212"/>
                  </a:cubicBezTo>
                  <a:cubicBezTo>
                    <a:pt x="784322" y="306030"/>
                    <a:pt x="820340" y="288062"/>
                    <a:pt x="854246" y="266583"/>
                  </a:cubicBezTo>
                  <a:cubicBezTo>
                    <a:pt x="946719" y="208098"/>
                    <a:pt x="1021362" y="125336"/>
                    <a:pt x="1069999" y="27322"/>
                  </a:cubicBezTo>
                  <a:cubicBezTo>
                    <a:pt x="1074662" y="18022"/>
                    <a:pt x="1070904" y="6693"/>
                    <a:pt x="1061604" y="2029"/>
                  </a:cubicBezTo>
                  <a:cubicBezTo>
                    <a:pt x="1061577" y="2001"/>
                    <a:pt x="1061522" y="2001"/>
                    <a:pt x="1061495" y="1974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DEB42CC-AB0A-C308-4F60-DE5404B96502}"/>
                </a:ext>
              </a:extLst>
            </p:cNvPr>
            <p:cNvSpPr/>
            <p:nvPr/>
          </p:nvSpPr>
          <p:spPr>
            <a:xfrm>
              <a:off x="3914379" y="5710576"/>
              <a:ext cx="817627" cy="280816"/>
            </a:xfrm>
            <a:custGeom>
              <a:avLst/>
              <a:gdLst>
                <a:gd name="connsiteX0" fmla="*/ 166191 w 817627"/>
                <a:gd name="connsiteY0" fmla="*/ 209524 h 280816"/>
                <a:gd name="connsiteX1" fmla="*/ 317780 w 817627"/>
                <a:gd name="connsiteY1" fmla="*/ 270478 h 280816"/>
                <a:gd name="connsiteX2" fmla="*/ 499764 w 817627"/>
                <a:gd name="connsiteY2" fmla="*/ 270478 h 280816"/>
                <a:gd name="connsiteX3" fmla="*/ 815671 w 817627"/>
                <a:gd name="connsiteY3" fmla="*/ 27183 h 280816"/>
                <a:gd name="connsiteX4" fmla="*/ 807167 w 817627"/>
                <a:gd name="connsiteY4" fmla="*/ 1973 h 280816"/>
                <a:gd name="connsiteX5" fmla="*/ 781930 w 817627"/>
                <a:gd name="connsiteY5" fmla="*/ 10477 h 280816"/>
                <a:gd name="connsiteX6" fmla="*/ 519652 w 817627"/>
                <a:gd name="connsiteY6" fmla="*/ 227190 h 280816"/>
                <a:gd name="connsiteX7" fmla="*/ 285328 w 817627"/>
                <a:gd name="connsiteY7" fmla="*/ 223514 h 280816"/>
                <a:gd name="connsiteX8" fmla="*/ 35697 w 817627"/>
                <a:gd name="connsiteY8" fmla="*/ 10477 h 280816"/>
                <a:gd name="connsiteX9" fmla="*/ 10487 w 817627"/>
                <a:gd name="connsiteY9" fmla="*/ 1973 h 280816"/>
                <a:gd name="connsiteX10" fmla="*/ 1956 w 817627"/>
                <a:gd name="connsiteY10" fmla="*/ 27183 h 280816"/>
                <a:gd name="connsiteX11" fmla="*/ 166191 w 817627"/>
                <a:gd name="connsiteY11" fmla="*/ 209524 h 28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7627" h="280816">
                  <a:moveTo>
                    <a:pt x="166191" y="209524"/>
                  </a:moveTo>
                  <a:cubicBezTo>
                    <a:pt x="212606" y="238904"/>
                    <a:pt x="263959" y="259560"/>
                    <a:pt x="317780" y="270478"/>
                  </a:cubicBezTo>
                  <a:cubicBezTo>
                    <a:pt x="408772" y="293740"/>
                    <a:pt x="499764" y="270478"/>
                    <a:pt x="499764" y="270478"/>
                  </a:cubicBezTo>
                  <a:cubicBezTo>
                    <a:pt x="636952" y="242470"/>
                    <a:pt x="753538" y="152684"/>
                    <a:pt x="815671" y="27183"/>
                  </a:cubicBezTo>
                  <a:cubicBezTo>
                    <a:pt x="820280" y="17856"/>
                    <a:pt x="816467" y="6582"/>
                    <a:pt x="807167" y="1973"/>
                  </a:cubicBezTo>
                  <a:cubicBezTo>
                    <a:pt x="797840" y="-2663"/>
                    <a:pt x="786538" y="1150"/>
                    <a:pt x="781930" y="10477"/>
                  </a:cubicBezTo>
                  <a:cubicBezTo>
                    <a:pt x="729617" y="116969"/>
                    <a:pt x="634099" y="195890"/>
                    <a:pt x="519652" y="227190"/>
                  </a:cubicBezTo>
                  <a:cubicBezTo>
                    <a:pt x="460399" y="240906"/>
                    <a:pt x="405865" y="258792"/>
                    <a:pt x="285328" y="223514"/>
                  </a:cubicBezTo>
                  <a:cubicBezTo>
                    <a:pt x="176313" y="189937"/>
                    <a:pt x="86007" y="112854"/>
                    <a:pt x="35697" y="10477"/>
                  </a:cubicBezTo>
                  <a:cubicBezTo>
                    <a:pt x="31089" y="1150"/>
                    <a:pt x="19787" y="-2663"/>
                    <a:pt x="10487" y="1973"/>
                  </a:cubicBezTo>
                  <a:cubicBezTo>
                    <a:pt x="1160" y="6582"/>
                    <a:pt x="-2653" y="17856"/>
                    <a:pt x="1956" y="27183"/>
                  </a:cubicBezTo>
                  <a:cubicBezTo>
                    <a:pt x="38962" y="101854"/>
                    <a:pt x="95773" y="164920"/>
                    <a:pt x="166191" y="209524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47728B4-B1E9-9ACA-3D66-FD8B8A8CDF15}"/>
                </a:ext>
              </a:extLst>
            </p:cNvPr>
            <p:cNvSpPr/>
            <p:nvPr/>
          </p:nvSpPr>
          <p:spPr>
            <a:xfrm>
              <a:off x="4107426" y="5411249"/>
              <a:ext cx="431532" cy="67124"/>
            </a:xfrm>
            <a:custGeom>
              <a:avLst/>
              <a:gdLst>
                <a:gd name="connsiteX0" fmla="*/ 0 w 431532"/>
                <a:gd name="connsiteY0" fmla="*/ 14 h 67124"/>
                <a:gd name="connsiteX1" fmla="*/ 18983 w 431532"/>
                <a:gd name="connsiteY1" fmla="*/ 25334 h 67124"/>
                <a:gd name="connsiteX2" fmla="*/ 95793 w 431532"/>
                <a:gd name="connsiteY2" fmla="*/ 56908 h 67124"/>
                <a:gd name="connsiteX3" fmla="*/ 280630 w 431532"/>
                <a:gd name="connsiteY3" fmla="*/ 66454 h 67124"/>
                <a:gd name="connsiteX4" fmla="*/ 371813 w 431532"/>
                <a:gd name="connsiteY4" fmla="*/ 42397 h 67124"/>
                <a:gd name="connsiteX5" fmla="*/ 412522 w 431532"/>
                <a:gd name="connsiteY5" fmla="*/ 25334 h 67124"/>
                <a:gd name="connsiteX6" fmla="*/ 431533 w 431532"/>
                <a:gd name="connsiteY6" fmla="*/ 14 h 67124"/>
                <a:gd name="connsiteX7" fmla="*/ 320022 w 431532"/>
                <a:gd name="connsiteY7" fmla="*/ 7997 h 67124"/>
                <a:gd name="connsiteX8" fmla="*/ 38103 w 431532"/>
                <a:gd name="connsiteY8" fmla="*/ 508 h 6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532" h="67124">
                  <a:moveTo>
                    <a:pt x="0" y="14"/>
                  </a:moveTo>
                  <a:lnTo>
                    <a:pt x="18983" y="25334"/>
                  </a:lnTo>
                  <a:cubicBezTo>
                    <a:pt x="18983" y="25334"/>
                    <a:pt x="74588" y="56497"/>
                    <a:pt x="95793" y="56908"/>
                  </a:cubicBezTo>
                  <a:cubicBezTo>
                    <a:pt x="116998" y="57320"/>
                    <a:pt x="260385" y="70158"/>
                    <a:pt x="280630" y="66454"/>
                  </a:cubicBezTo>
                  <a:cubicBezTo>
                    <a:pt x="300874" y="62751"/>
                    <a:pt x="369317" y="44509"/>
                    <a:pt x="371813" y="42397"/>
                  </a:cubicBezTo>
                  <a:cubicBezTo>
                    <a:pt x="374310" y="40284"/>
                    <a:pt x="412522" y="25334"/>
                    <a:pt x="412522" y="25334"/>
                  </a:cubicBezTo>
                  <a:lnTo>
                    <a:pt x="431533" y="14"/>
                  </a:lnTo>
                  <a:cubicBezTo>
                    <a:pt x="431533" y="14"/>
                    <a:pt x="349017" y="-699"/>
                    <a:pt x="320022" y="7997"/>
                  </a:cubicBezTo>
                  <a:cubicBezTo>
                    <a:pt x="291026" y="16693"/>
                    <a:pt x="38103" y="508"/>
                    <a:pt x="38103" y="508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EBA4BE4-B1D5-1406-B3F3-E9616C5A95AB}"/>
                </a:ext>
              </a:extLst>
            </p:cNvPr>
            <p:cNvSpPr/>
            <p:nvPr/>
          </p:nvSpPr>
          <p:spPr>
            <a:xfrm>
              <a:off x="4034731" y="5305924"/>
              <a:ext cx="574398" cy="105857"/>
            </a:xfrm>
            <a:custGeom>
              <a:avLst/>
              <a:gdLst>
                <a:gd name="connsiteX0" fmla="*/ 0 w 574398"/>
                <a:gd name="connsiteY0" fmla="*/ 0 h 105857"/>
                <a:gd name="connsiteX1" fmla="*/ 34181 w 574398"/>
                <a:gd name="connsiteY1" fmla="*/ 54014 h 105857"/>
                <a:gd name="connsiteX2" fmla="*/ 129040 w 574398"/>
                <a:gd name="connsiteY2" fmla="*/ 97905 h 105857"/>
                <a:gd name="connsiteX3" fmla="*/ 377711 w 574398"/>
                <a:gd name="connsiteY3" fmla="*/ 105284 h 105857"/>
                <a:gd name="connsiteX4" fmla="*/ 503268 w 574398"/>
                <a:gd name="connsiteY4" fmla="*/ 91568 h 105857"/>
                <a:gd name="connsiteX5" fmla="*/ 543675 w 574398"/>
                <a:gd name="connsiteY5" fmla="*/ 52642 h 105857"/>
                <a:gd name="connsiteX6" fmla="*/ 574399 w 574398"/>
                <a:gd name="connsiteY6" fmla="*/ 4197 h 105857"/>
                <a:gd name="connsiteX7" fmla="*/ 122813 w 574398"/>
                <a:gd name="connsiteY7" fmla="*/ 0 h 10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4398" h="105857">
                  <a:moveTo>
                    <a:pt x="0" y="0"/>
                  </a:moveTo>
                  <a:lnTo>
                    <a:pt x="34181" y="54014"/>
                  </a:lnTo>
                  <a:cubicBezTo>
                    <a:pt x="34181" y="54014"/>
                    <a:pt x="118479" y="97905"/>
                    <a:pt x="129040" y="97905"/>
                  </a:cubicBezTo>
                  <a:cubicBezTo>
                    <a:pt x="139602" y="97905"/>
                    <a:pt x="355930" y="108384"/>
                    <a:pt x="377711" y="105284"/>
                  </a:cubicBezTo>
                  <a:cubicBezTo>
                    <a:pt x="399492" y="102184"/>
                    <a:pt x="503268" y="91568"/>
                    <a:pt x="503268" y="91568"/>
                  </a:cubicBezTo>
                  <a:lnTo>
                    <a:pt x="543675" y="52642"/>
                  </a:lnTo>
                  <a:lnTo>
                    <a:pt x="574399" y="4197"/>
                  </a:lnTo>
                  <a:lnTo>
                    <a:pt x="122813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D98AF6BA-F524-3B52-353D-71DFE7DB2E17}"/>
                </a:ext>
              </a:extLst>
            </p:cNvPr>
            <p:cNvSpPr/>
            <p:nvPr/>
          </p:nvSpPr>
          <p:spPr>
            <a:xfrm>
              <a:off x="4032784" y="5212025"/>
              <a:ext cx="580707" cy="167390"/>
            </a:xfrm>
            <a:custGeom>
              <a:avLst/>
              <a:gdLst>
                <a:gd name="connsiteX0" fmla="*/ 290368 w 580707"/>
                <a:gd name="connsiteY0" fmla="*/ 167390 h 167390"/>
                <a:gd name="connsiteX1" fmla="*/ 566032 w 580707"/>
                <a:gd name="connsiteY1" fmla="*/ 110057 h 167390"/>
                <a:gd name="connsiteX2" fmla="*/ 580708 w 580707"/>
                <a:gd name="connsiteY2" fmla="*/ 83695 h 167390"/>
                <a:gd name="connsiteX3" fmla="*/ 290368 w 580707"/>
                <a:gd name="connsiteY3" fmla="*/ 0 h 167390"/>
                <a:gd name="connsiteX4" fmla="*/ 0 w 580707"/>
                <a:gd name="connsiteY4" fmla="*/ 83695 h 167390"/>
                <a:gd name="connsiteX5" fmla="*/ 3621 w 580707"/>
                <a:gd name="connsiteY5" fmla="*/ 97768 h 167390"/>
                <a:gd name="connsiteX6" fmla="*/ 14594 w 580707"/>
                <a:gd name="connsiteY6" fmla="*/ 110057 h 167390"/>
                <a:gd name="connsiteX7" fmla="*/ 290368 w 580707"/>
                <a:gd name="connsiteY7" fmla="*/ 167390 h 167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0707" h="167390">
                  <a:moveTo>
                    <a:pt x="290368" y="167390"/>
                  </a:moveTo>
                  <a:cubicBezTo>
                    <a:pt x="418777" y="167390"/>
                    <a:pt x="527737" y="143360"/>
                    <a:pt x="566032" y="110057"/>
                  </a:cubicBezTo>
                  <a:cubicBezTo>
                    <a:pt x="575551" y="101828"/>
                    <a:pt x="580708" y="92885"/>
                    <a:pt x="580708" y="83695"/>
                  </a:cubicBezTo>
                  <a:cubicBezTo>
                    <a:pt x="580708" y="37472"/>
                    <a:pt x="450708" y="0"/>
                    <a:pt x="290368" y="0"/>
                  </a:cubicBezTo>
                  <a:cubicBezTo>
                    <a:pt x="130028" y="0"/>
                    <a:pt x="0" y="37472"/>
                    <a:pt x="0" y="83695"/>
                  </a:cubicBezTo>
                  <a:cubicBezTo>
                    <a:pt x="192" y="88578"/>
                    <a:pt x="1427" y="93379"/>
                    <a:pt x="3621" y="97768"/>
                  </a:cubicBezTo>
                  <a:cubicBezTo>
                    <a:pt x="6693" y="102349"/>
                    <a:pt x="10369" y="106491"/>
                    <a:pt x="14594" y="110057"/>
                  </a:cubicBezTo>
                  <a:cubicBezTo>
                    <a:pt x="52998" y="143250"/>
                    <a:pt x="161931" y="167390"/>
                    <a:pt x="290368" y="167390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76B4A71-D4AC-5C1F-F719-DBC2A50FCC94}"/>
                </a:ext>
              </a:extLst>
            </p:cNvPr>
            <p:cNvSpPr/>
            <p:nvPr/>
          </p:nvSpPr>
          <p:spPr>
            <a:xfrm>
              <a:off x="4068171" y="5358566"/>
              <a:ext cx="510235" cy="90443"/>
            </a:xfrm>
            <a:custGeom>
              <a:avLst/>
              <a:gdLst>
                <a:gd name="connsiteX0" fmla="*/ 254980 w 510235"/>
                <a:gd name="connsiteY0" fmla="*/ 90443 h 90443"/>
                <a:gd name="connsiteX1" fmla="*/ 470706 w 510235"/>
                <a:gd name="connsiteY1" fmla="*/ 52697 h 90443"/>
                <a:gd name="connsiteX2" fmla="*/ 510235 w 510235"/>
                <a:gd name="connsiteY2" fmla="*/ 0 h 90443"/>
                <a:gd name="connsiteX3" fmla="*/ 255118 w 510235"/>
                <a:gd name="connsiteY3" fmla="*/ 41450 h 90443"/>
                <a:gd name="connsiteX4" fmla="*/ 0 w 510235"/>
                <a:gd name="connsiteY4" fmla="*/ 0 h 90443"/>
                <a:gd name="connsiteX5" fmla="*/ 39529 w 510235"/>
                <a:gd name="connsiteY5" fmla="*/ 52697 h 90443"/>
                <a:gd name="connsiteX6" fmla="*/ 254980 w 510235"/>
                <a:gd name="connsiteY6" fmla="*/ 90443 h 9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235" h="90443">
                  <a:moveTo>
                    <a:pt x="254980" y="90443"/>
                  </a:moveTo>
                  <a:cubicBezTo>
                    <a:pt x="260467" y="90443"/>
                    <a:pt x="388849" y="86795"/>
                    <a:pt x="470706" y="52697"/>
                  </a:cubicBezTo>
                  <a:lnTo>
                    <a:pt x="510235" y="0"/>
                  </a:lnTo>
                  <a:cubicBezTo>
                    <a:pt x="454631" y="25731"/>
                    <a:pt x="360758" y="41450"/>
                    <a:pt x="255118" y="41450"/>
                  </a:cubicBezTo>
                  <a:cubicBezTo>
                    <a:pt x="149477" y="41450"/>
                    <a:pt x="55467" y="25731"/>
                    <a:pt x="0" y="0"/>
                  </a:cubicBezTo>
                  <a:lnTo>
                    <a:pt x="39529" y="52697"/>
                  </a:lnTo>
                  <a:cubicBezTo>
                    <a:pt x="121085" y="86685"/>
                    <a:pt x="249466" y="90306"/>
                    <a:pt x="254980" y="90443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51A32C27-B4D1-104D-0E7F-BB229636F980}"/>
                </a:ext>
              </a:extLst>
            </p:cNvPr>
            <p:cNvSpPr/>
            <p:nvPr/>
          </p:nvSpPr>
          <p:spPr>
            <a:xfrm>
              <a:off x="4126409" y="5436638"/>
              <a:ext cx="393457" cy="76206"/>
            </a:xfrm>
            <a:custGeom>
              <a:avLst/>
              <a:gdLst>
                <a:gd name="connsiteX0" fmla="*/ 346000 w 393457"/>
                <a:gd name="connsiteY0" fmla="*/ 53630 h 76206"/>
                <a:gd name="connsiteX1" fmla="*/ 363529 w 393457"/>
                <a:gd name="connsiteY1" fmla="*/ 39914 h 76206"/>
                <a:gd name="connsiteX2" fmla="*/ 393457 w 393457"/>
                <a:gd name="connsiteY2" fmla="*/ 0 h 76206"/>
                <a:gd name="connsiteX3" fmla="*/ 196907 w 393457"/>
                <a:gd name="connsiteY3" fmla="*/ 29682 h 76206"/>
                <a:gd name="connsiteX4" fmla="*/ 196550 w 393457"/>
                <a:gd name="connsiteY4" fmla="*/ 29682 h 76206"/>
                <a:gd name="connsiteX5" fmla="*/ 0 w 393457"/>
                <a:gd name="connsiteY5" fmla="*/ 0 h 76206"/>
                <a:gd name="connsiteX6" fmla="*/ 29956 w 393457"/>
                <a:gd name="connsiteY6" fmla="*/ 39914 h 76206"/>
                <a:gd name="connsiteX7" fmla="*/ 47457 w 393457"/>
                <a:gd name="connsiteY7" fmla="*/ 53630 h 76206"/>
                <a:gd name="connsiteX8" fmla="*/ 196742 w 393457"/>
                <a:gd name="connsiteY8" fmla="*/ 76206 h 76206"/>
                <a:gd name="connsiteX9" fmla="*/ 346000 w 393457"/>
                <a:gd name="connsiteY9" fmla="*/ 53630 h 7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3457" h="76206">
                  <a:moveTo>
                    <a:pt x="346000" y="53630"/>
                  </a:moveTo>
                  <a:cubicBezTo>
                    <a:pt x="352940" y="50667"/>
                    <a:pt x="358975" y="45949"/>
                    <a:pt x="363529" y="39914"/>
                  </a:cubicBezTo>
                  <a:lnTo>
                    <a:pt x="393457" y="0"/>
                  </a:lnTo>
                  <a:cubicBezTo>
                    <a:pt x="309296" y="27075"/>
                    <a:pt x="202092" y="29572"/>
                    <a:pt x="196907" y="29682"/>
                  </a:cubicBezTo>
                  <a:lnTo>
                    <a:pt x="196550" y="29682"/>
                  </a:lnTo>
                  <a:cubicBezTo>
                    <a:pt x="191366" y="29682"/>
                    <a:pt x="84079" y="26938"/>
                    <a:pt x="0" y="0"/>
                  </a:cubicBezTo>
                  <a:lnTo>
                    <a:pt x="29956" y="39914"/>
                  </a:lnTo>
                  <a:cubicBezTo>
                    <a:pt x="34482" y="45949"/>
                    <a:pt x="40517" y="50667"/>
                    <a:pt x="47457" y="53630"/>
                  </a:cubicBezTo>
                  <a:cubicBezTo>
                    <a:pt x="79498" y="67346"/>
                    <a:pt x="134389" y="76206"/>
                    <a:pt x="196742" y="76206"/>
                  </a:cubicBezTo>
                  <a:cubicBezTo>
                    <a:pt x="259095" y="76206"/>
                    <a:pt x="313987" y="67236"/>
                    <a:pt x="346000" y="53630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7EED268F-3785-1A23-80B0-D15C6328480E}"/>
                </a:ext>
              </a:extLst>
            </p:cNvPr>
            <p:cNvSpPr/>
            <p:nvPr/>
          </p:nvSpPr>
          <p:spPr>
            <a:xfrm>
              <a:off x="4084082" y="5885042"/>
              <a:ext cx="486698" cy="486698"/>
            </a:xfrm>
            <a:custGeom>
              <a:avLst/>
              <a:gdLst>
                <a:gd name="connsiteX0" fmla="*/ 243212 w 486698"/>
                <a:gd name="connsiteY0" fmla="*/ 0 h 486698"/>
                <a:gd name="connsiteX1" fmla="*/ 0 w 486698"/>
                <a:gd name="connsiteY1" fmla="*/ 243486 h 486698"/>
                <a:gd name="connsiteX2" fmla="*/ 243487 w 486698"/>
                <a:gd name="connsiteY2" fmla="*/ 486698 h 486698"/>
                <a:gd name="connsiteX3" fmla="*/ 486699 w 486698"/>
                <a:gd name="connsiteY3" fmla="*/ 243267 h 486698"/>
                <a:gd name="connsiteX4" fmla="*/ 243212 w 486698"/>
                <a:gd name="connsiteY4" fmla="*/ 0 h 486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98" h="486698">
                  <a:moveTo>
                    <a:pt x="243212" y="0"/>
                  </a:moveTo>
                  <a:cubicBezTo>
                    <a:pt x="108823" y="82"/>
                    <a:pt x="-82" y="109097"/>
                    <a:pt x="0" y="243486"/>
                  </a:cubicBezTo>
                  <a:cubicBezTo>
                    <a:pt x="82" y="377876"/>
                    <a:pt x="109097" y="486781"/>
                    <a:pt x="243487" y="486698"/>
                  </a:cubicBezTo>
                  <a:cubicBezTo>
                    <a:pt x="377876" y="486616"/>
                    <a:pt x="486754" y="377656"/>
                    <a:pt x="486699" y="243267"/>
                  </a:cubicBezTo>
                  <a:cubicBezTo>
                    <a:pt x="486507" y="108905"/>
                    <a:pt x="377574" y="82"/>
                    <a:pt x="243212" y="0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6C8F244-BB74-1BDA-9E07-A27F78F19AE7}"/>
                </a:ext>
              </a:extLst>
            </p:cNvPr>
            <p:cNvSpPr/>
            <p:nvPr/>
          </p:nvSpPr>
          <p:spPr>
            <a:xfrm>
              <a:off x="4145996" y="6109929"/>
              <a:ext cx="51517" cy="36923"/>
            </a:xfrm>
            <a:custGeom>
              <a:avLst/>
              <a:gdLst>
                <a:gd name="connsiteX0" fmla="*/ 0 w 51517"/>
                <a:gd name="connsiteY0" fmla="*/ 0 h 36923"/>
                <a:gd name="connsiteX1" fmla="*/ 51517 w 51517"/>
                <a:gd name="connsiteY1" fmla="*/ 0 h 36923"/>
                <a:gd name="connsiteX2" fmla="*/ 51517 w 51517"/>
                <a:gd name="connsiteY2" fmla="*/ 36924 h 36923"/>
                <a:gd name="connsiteX3" fmla="*/ 0 w 51517"/>
                <a:gd name="connsiteY3" fmla="*/ 36924 h 36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17" h="36923">
                  <a:moveTo>
                    <a:pt x="0" y="0"/>
                  </a:moveTo>
                  <a:lnTo>
                    <a:pt x="51517" y="0"/>
                  </a:lnTo>
                  <a:lnTo>
                    <a:pt x="51517" y="36924"/>
                  </a:lnTo>
                  <a:lnTo>
                    <a:pt x="0" y="36924"/>
                  </a:ln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E6B862D2-9BF8-65C8-CB64-752722421DC4}"/>
                </a:ext>
              </a:extLst>
            </p:cNvPr>
            <p:cNvSpPr/>
            <p:nvPr/>
          </p:nvSpPr>
          <p:spPr>
            <a:xfrm rot="18900000">
              <a:off x="4198843" y="5992716"/>
              <a:ext cx="36923" cy="51517"/>
            </a:xfrm>
            <a:custGeom>
              <a:avLst/>
              <a:gdLst>
                <a:gd name="connsiteX0" fmla="*/ 0 w 36923"/>
                <a:gd name="connsiteY0" fmla="*/ 0 h 51517"/>
                <a:gd name="connsiteX1" fmla="*/ 36923 w 36923"/>
                <a:gd name="connsiteY1" fmla="*/ 0 h 51517"/>
                <a:gd name="connsiteX2" fmla="*/ 36923 w 36923"/>
                <a:gd name="connsiteY2" fmla="*/ 51518 h 51517"/>
                <a:gd name="connsiteX3" fmla="*/ 0 w 36923"/>
                <a:gd name="connsiteY3" fmla="*/ 51518 h 51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23" h="51517">
                  <a:moveTo>
                    <a:pt x="0" y="0"/>
                  </a:moveTo>
                  <a:lnTo>
                    <a:pt x="36923" y="0"/>
                  </a:lnTo>
                  <a:lnTo>
                    <a:pt x="36923" y="51518"/>
                  </a:lnTo>
                  <a:lnTo>
                    <a:pt x="0" y="51518"/>
                  </a:ln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48DDF7D-5FA3-9DFC-63AA-9BEB0B8C03A8}"/>
                </a:ext>
              </a:extLst>
            </p:cNvPr>
            <p:cNvSpPr/>
            <p:nvPr/>
          </p:nvSpPr>
          <p:spPr>
            <a:xfrm>
              <a:off x="4308859" y="5947065"/>
              <a:ext cx="36923" cy="51517"/>
            </a:xfrm>
            <a:custGeom>
              <a:avLst/>
              <a:gdLst>
                <a:gd name="connsiteX0" fmla="*/ 0 w 36923"/>
                <a:gd name="connsiteY0" fmla="*/ 0 h 51517"/>
                <a:gd name="connsiteX1" fmla="*/ 36923 w 36923"/>
                <a:gd name="connsiteY1" fmla="*/ 0 h 51517"/>
                <a:gd name="connsiteX2" fmla="*/ 36923 w 36923"/>
                <a:gd name="connsiteY2" fmla="*/ 51517 h 51517"/>
                <a:gd name="connsiteX3" fmla="*/ 0 w 36923"/>
                <a:gd name="connsiteY3" fmla="*/ 51517 h 51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23" h="51517">
                  <a:moveTo>
                    <a:pt x="0" y="0"/>
                  </a:moveTo>
                  <a:lnTo>
                    <a:pt x="36923" y="0"/>
                  </a:lnTo>
                  <a:lnTo>
                    <a:pt x="36923" y="51517"/>
                  </a:lnTo>
                  <a:lnTo>
                    <a:pt x="0" y="51517"/>
                  </a:ln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0E3BBAE4-2DAE-26F4-79A3-ADA0D9EC170E}"/>
                </a:ext>
              </a:extLst>
            </p:cNvPr>
            <p:cNvSpPr/>
            <p:nvPr/>
          </p:nvSpPr>
          <p:spPr>
            <a:xfrm>
              <a:off x="4406188" y="5985102"/>
              <a:ext cx="102568" cy="161832"/>
            </a:xfrm>
            <a:custGeom>
              <a:avLst/>
              <a:gdLst>
                <a:gd name="connsiteX0" fmla="*/ 36265 w 102568"/>
                <a:gd name="connsiteY0" fmla="*/ 2013 h 161832"/>
                <a:gd name="connsiteX1" fmla="*/ 36018 w 102568"/>
                <a:gd name="connsiteY1" fmla="*/ 2261 h 161832"/>
                <a:gd name="connsiteX2" fmla="*/ 0 w 102568"/>
                <a:gd name="connsiteY2" fmla="*/ 38443 h 161832"/>
                <a:gd name="connsiteX3" fmla="*/ 26088 w 102568"/>
                <a:gd name="connsiteY3" fmla="*/ 64559 h 161832"/>
                <a:gd name="connsiteX4" fmla="*/ 51051 w 102568"/>
                <a:gd name="connsiteY4" fmla="*/ 124909 h 161832"/>
                <a:gd name="connsiteX5" fmla="*/ 51051 w 102568"/>
                <a:gd name="connsiteY5" fmla="*/ 161832 h 161832"/>
                <a:gd name="connsiteX6" fmla="*/ 102568 w 102568"/>
                <a:gd name="connsiteY6" fmla="*/ 161832 h 161832"/>
                <a:gd name="connsiteX7" fmla="*/ 102568 w 102568"/>
                <a:gd name="connsiteY7" fmla="*/ 124827 h 161832"/>
                <a:gd name="connsiteX8" fmla="*/ 62518 w 102568"/>
                <a:gd name="connsiteY8" fmla="*/ 28129 h 161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68" h="161832">
                  <a:moveTo>
                    <a:pt x="36265" y="2013"/>
                  </a:moveTo>
                  <a:cubicBezTo>
                    <a:pt x="36265" y="2013"/>
                    <a:pt x="31163" y="-2677"/>
                    <a:pt x="36018" y="2261"/>
                  </a:cubicBezTo>
                  <a:lnTo>
                    <a:pt x="0" y="38443"/>
                  </a:lnTo>
                  <a:lnTo>
                    <a:pt x="26088" y="64559"/>
                  </a:lnTo>
                  <a:cubicBezTo>
                    <a:pt x="41806" y="80771"/>
                    <a:pt x="50722" y="102332"/>
                    <a:pt x="51051" y="124909"/>
                  </a:cubicBezTo>
                  <a:lnTo>
                    <a:pt x="51051" y="161832"/>
                  </a:lnTo>
                  <a:lnTo>
                    <a:pt x="102568" y="161832"/>
                  </a:lnTo>
                  <a:lnTo>
                    <a:pt x="102568" y="124827"/>
                  </a:lnTo>
                  <a:cubicBezTo>
                    <a:pt x="102568" y="124827"/>
                    <a:pt x="102568" y="67082"/>
                    <a:pt x="62518" y="28129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8092F7F9-1251-55B6-E090-B976A1DD3580}"/>
                </a:ext>
              </a:extLst>
            </p:cNvPr>
            <p:cNvSpPr/>
            <p:nvPr/>
          </p:nvSpPr>
          <p:spPr>
            <a:xfrm>
              <a:off x="4300683" y="6074234"/>
              <a:ext cx="105779" cy="80739"/>
            </a:xfrm>
            <a:custGeom>
              <a:avLst/>
              <a:gdLst>
                <a:gd name="connsiteX0" fmla="*/ 99195 w 105779"/>
                <a:gd name="connsiteY0" fmla="*/ 280 h 80739"/>
                <a:gd name="connsiteX1" fmla="*/ 22578 w 105779"/>
                <a:gd name="connsiteY1" fmla="*/ 27931 h 80739"/>
                <a:gd name="connsiteX2" fmla="*/ 303 w 105779"/>
                <a:gd name="connsiteY2" fmla="*/ 58161 h 80739"/>
                <a:gd name="connsiteX3" fmla="*/ 30561 w 105779"/>
                <a:gd name="connsiteY3" fmla="*/ 80437 h 80739"/>
                <a:gd name="connsiteX4" fmla="*/ 50174 w 105779"/>
                <a:gd name="connsiteY4" fmla="*/ 66336 h 80739"/>
                <a:gd name="connsiteX5" fmla="*/ 104462 w 105779"/>
                <a:gd name="connsiteY5" fmla="*/ 8290 h 80739"/>
                <a:gd name="connsiteX6" fmla="*/ 104188 w 105779"/>
                <a:gd name="connsiteY6" fmla="*/ 1322 h 80739"/>
                <a:gd name="connsiteX7" fmla="*/ 99195 w 105779"/>
                <a:gd name="connsiteY7" fmla="*/ 280 h 80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779" h="80739">
                  <a:moveTo>
                    <a:pt x="99195" y="280"/>
                  </a:moveTo>
                  <a:lnTo>
                    <a:pt x="22578" y="27931"/>
                  </a:lnTo>
                  <a:cubicBezTo>
                    <a:pt x="8066" y="30126"/>
                    <a:pt x="-1892" y="43677"/>
                    <a:pt x="303" y="58161"/>
                  </a:cubicBezTo>
                  <a:cubicBezTo>
                    <a:pt x="2525" y="72673"/>
                    <a:pt x="16049" y="82631"/>
                    <a:pt x="30561" y="80437"/>
                  </a:cubicBezTo>
                  <a:cubicBezTo>
                    <a:pt x="38982" y="79147"/>
                    <a:pt x="46279" y="73907"/>
                    <a:pt x="50174" y="66336"/>
                  </a:cubicBezTo>
                  <a:lnTo>
                    <a:pt x="104462" y="8290"/>
                  </a:lnTo>
                  <a:cubicBezTo>
                    <a:pt x="106328" y="6288"/>
                    <a:pt x="106191" y="3160"/>
                    <a:pt x="104188" y="1322"/>
                  </a:cubicBezTo>
                  <a:cubicBezTo>
                    <a:pt x="102844" y="61"/>
                    <a:pt x="100924" y="-324"/>
                    <a:pt x="99195" y="280"/>
                  </a:cubicBezTo>
                  <a:close/>
                </a:path>
              </a:pathLst>
            </a:custGeom>
            <a:solidFill>
              <a:srgbClr val="FFFFFF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B8780B-C5F5-0587-2600-33FB231D69F6}"/>
              </a:ext>
            </a:extLst>
          </p:cNvPr>
          <p:cNvGrpSpPr/>
          <p:nvPr/>
        </p:nvGrpSpPr>
        <p:grpSpPr>
          <a:xfrm>
            <a:off x="1398243" y="2671200"/>
            <a:ext cx="809620" cy="502611"/>
            <a:chOff x="3704889" y="752514"/>
            <a:chExt cx="1236430" cy="767574"/>
          </a:xfrm>
        </p:grpSpPr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48E1534-AD97-97E3-C7BE-3D6311B8E372}"/>
                </a:ext>
              </a:extLst>
            </p:cNvPr>
            <p:cNvSpPr/>
            <p:nvPr/>
          </p:nvSpPr>
          <p:spPr>
            <a:xfrm>
              <a:off x="4667588" y="1017507"/>
              <a:ext cx="226149" cy="171312"/>
            </a:xfrm>
            <a:custGeom>
              <a:avLst/>
              <a:gdLst>
                <a:gd name="connsiteX0" fmla="*/ 0 w 226149"/>
                <a:gd name="connsiteY0" fmla="*/ 0 h 171312"/>
                <a:gd name="connsiteX1" fmla="*/ 226149 w 226149"/>
                <a:gd name="connsiteY1" fmla="*/ 0 h 171312"/>
                <a:gd name="connsiteX2" fmla="*/ 226149 w 226149"/>
                <a:gd name="connsiteY2" fmla="*/ 171313 h 171312"/>
                <a:gd name="connsiteX3" fmla="*/ 0 w 226149"/>
                <a:gd name="connsiteY3" fmla="*/ 171313 h 171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6149" h="171312">
                  <a:moveTo>
                    <a:pt x="0" y="0"/>
                  </a:moveTo>
                  <a:lnTo>
                    <a:pt x="226149" y="0"/>
                  </a:lnTo>
                  <a:lnTo>
                    <a:pt x="226149" y="171313"/>
                  </a:lnTo>
                  <a:lnTo>
                    <a:pt x="0" y="171313"/>
                  </a:lnTo>
                  <a:close/>
                </a:path>
              </a:pathLst>
            </a:custGeom>
            <a:solidFill>
              <a:srgbClr val="F6AB1B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7157588A-7634-3674-E296-779121EA351E}"/>
                </a:ext>
              </a:extLst>
            </p:cNvPr>
            <p:cNvSpPr/>
            <p:nvPr/>
          </p:nvSpPr>
          <p:spPr>
            <a:xfrm>
              <a:off x="4685857" y="1227664"/>
              <a:ext cx="187305" cy="249000"/>
            </a:xfrm>
            <a:custGeom>
              <a:avLst/>
              <a:gdLst>
                <a:gd name="connsiteX0" fmla="*/ 0 w 187305"/>
                <a:gd name="connsiteY0" fmla="*/ 0 h 249000"/>
                <a:gd name="connsiteX1" fmla="*/ 187306 w 187305"/>
                <a:gd name="connsiteY1" fmla="*/ 0 h 249000"/>
                <a:gd name="connsiteX2" fmla="*/ 187306 w 187305"/>
                <a:gd name="connsiteY2" fmla="*/ 249000 h 249000"/>
                <a:gd name="connsiteX3" fmla="*/ 0 w 187305"/>
                <a:gd name="connsiteY3" fmla="*/ 249000 h 24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305" h="249000">
                  <a:moveTo>
                    <a:pt x="0" y="0"/>
                  </a:moveTo>
                  <a:lnTo>
                    <a:pt x="187306" y="0"/>
                  </a:lnTo>
                  <a:lnTo>
                    <a:pt x="187306" y="249000"/>
                  </a:lnTo>
                  <a:lnTo>
                    <a:pt x="0" y="249000"/>
                  </a:lnTo>
                  <a:close/>
                </a:path>
              </a:pathLst>
            </a:custGeom>
            <a:solidFill>
              <a:srgbClr val="B3B3B3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41EA21E7-6314-08B3-6EA8-699E8B3F7907}"/>
                </a:ext>
              </a:extLst>
            </p:cNvPr>
            <p:cNvSpPr/>
            <p:nvPr/>
          </p:nvSpPr>
          <p:spPr>
            <a:xfrm>
              <a:off x="3704889" y="1355772"/>
              <a:ext cx="745684" cy="64930"/>
            </a:xfrm>
            <a:custGeom>
              <a:avLst/>
              <a:gdLst>
                <a:gd name="connsiteX0" fmla="*/ 731776 w 745684"/>
                <a:gd name="connsiteY0" fmla="*/ 26 h 64930"/>
                <a:gd name="connsiteX1" fmla="*/ 664623 w 745684"/>
                <a:gd name="connsiteY1" fmla="*/ 20655 h 64930"/>
                <a:gd name="connsiteX2" fmla="*/ 612118 w 745684"/>
                <a:gd name="connsiteY2" fmla="*/ 37114 h 64930"/>
                <a:gd name="connsiteX3" fmla="*/ 559613 w 745684"/>
                <a:gd name="connsiteY3" fmla="*/ 20655 h 64930"/>
                <a:gd name="connsiteX4" fmla="*/ 492459 w 745684"/>
                <a:gd name="connsiteY4" fmla="*/ 26 h 64930"/>
                <a:gd name="connsiteX5" fmla="*/ 447773 w 745684"/>
                <a:gd name="connsiteY5" fmla="*/ 8420 h 64930"/>
                <a:gd name="connsiteX6" fmla="*/ 439845 w 745684"/>
                <a:gd name="connsiteY6" fmla="*/ 12179 h 64930"/>
                <a:gd name="connsiteX7" fmla="*/ 425306 w 745684"/>
                <a:gd name="connsiteY7" fmla="*/ 20655 h 64930"/>
                <a:gd name="connsiteX8" fmla="*/ 372828 w 745684"/>
                <a:gd name="connsiteY8" fmla="*/ 37114 h 64930"/>
                <a:gd name="connsiteX9" fmla="*/ 320351 w 745684"/>
                <a:gd name="connsiteY9" fmla="*/ 20655 h 64930"/>
                <a:gd name="connsiteX10" fmla="*/ 305702 w 745684"/>
                <a:gd name="connsiteY10" fmla="*/ 12124 h 64930"/>
                <a:gd name="connsiteX11" fmla="*/ 298021 w 745684"/>
                <a:gd name="connsiteY11" fmla="*/ 8475 h 64930"/>
                <a:gd name="connsiteX12" fmla="*/ 253198 w 745684"/>
                <a:gd name="connsiteY12" fmla="*/ 26 h 64930"/>
                <a:gd name="connsiteX13" fmla="*/ 186044 w 745684"/>
                <a:gd name="connsiteY13" fmla="*/ 20655 h 64930"/>
                <a:gd name="connsiteX14" fmla="*/ 133539 w 745684"/>
                <a:gd name="connsiteY14" fmla="*/ 37114 h 64930"/>
                <a:gd name="connsiteX15" fmla="*/ 81062 w 745684"/>
                <a:gd name="connsiteY15" fmla="*/ 20655 h 64930"/>
                <a:gd name="connsiteX16" fmla="*/ 13908 w 745684"/>
                <a:gd name="connsiteY16" fmla="*/ 26 h 64930"/>
                <a:gd name="connsiteX17" fmla="*/ 0 w 745684"/>
                <a:gd name="connsiteY17" fmla="*/ 13934 h 64930"/>
                <a:gd name="connsiteX18" fmla="*/ 13908 w 745684"/>
                <a:gd name="connsiteY18" fmla="*/ 27842 h 64930"/>
                <a:gd name="connsiteX19" fmla="*/ 66413 w 745684"/>
                <a:gd name="connsiteY19" fmla="*/ 44301 h 64930"/>
                <a:gd name="connsiteX20" fmla="*/ 133539 w 745684"/>
                <a:gd name="connsiteY20" fmla="*/ 64930 h 64930"/>
                <a:gd name="connsiteX21" fmla="*/ 200693 w 745684"/>
                <a:gd name="connsiteY21" fmla="*/ 44301 h 64930"/>
                <a:gd name="connsiteX22" fmla="*/ 253198 w 745684"/>
                <a:gd name="connsiteY22" fmla="*/ 27842 h 64930"/>
                <a:gd name="connsiteX23" fmla="*/ 305675 w 745684"/>
                <a:gd name="connsiteY23" fmla="*/ 44301 h 64930"/>
                <a:gd name="connsiteX24" fmla="*/ 372828 w 745684"/>
                <a:gd name="connsiteY24" fmla="*/ 64930 h 64930"/>
                <a:gd name="connsiteX25" fmla="*/ 439982 w 745684"/>
                <a:gd name="connsiteY25" fmla="*/ 44301 h 64930"/>
                <a:gd name="connsiteX26" fmla="*/ 492459 w 745684"/>
                <a:gd name="connsiteY26" fmla="*/ 27842 h 64930"/>
                <a:gd name="connsiteX27" fmla="*/ 544964 w 745684"/>
                <a:gd name="connsiteY27" fmla="*/ 44301 h 64930"/>
                <a:gd name="connsiteX28" fmla="*/ 612118 w 745684"/>
                <a:gd name="connsiteY28" fmla="*/ 64930 h 64930"/>
                <a:gd name="connsiteX29" fmla="*/ 679271 w 745684"/>
                <a:gd name="connsiteY29" fmla="*/ 44301 h 64930"/>
                <a:gd name="connsiteX30" fmla="*/ 731776 w 745684"/>
                <a:gd name="connsiteY30" fmla="*/ 27842 h 64930"/>
                <a:gd name="connsiteX31" fmla="*/ 745684 w 745684"/>
                <a:gd name="connsiteY31" fmla="*/ 13934 h 64930"/>
                <a:gd name="connsiteX32" fmla="*/ 731776 w 745684"/>
                <a:gd name="connsiteY32" fmla="*/ 26 h 6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45684" h="64930">
                  <a:moveTo>
                    <a:pt x="731776" y="26"/>
                  </a:moveTo>
                  <a:cubicBezTo>
                    <a:pt x="697898" y="26"/>
                    <a:pt x="680204" y="10999"/>
                    <a:pt x="664623" y="20655"/>
                  </a:cubicBezTo>
                  <a:cubicBezTo>
                    <a:pt x="650358" y="29488"/>
                    <a:pt x="638068" y="37114"/>
                    <a:pt x="612118" y="37114"/>
                  </a:cubicBezTo>
                  <a:cubicBezTo>
                    <a:pt x="586167" y="37114"/>
                    <a:pt x="573878" y="29488"/>
                    <a:pt x="559613" y="20655"/>
                  </a:cubicBezTo>
                  <a:cubicBezTo>
                    <a:pt x="544032" y="10972"/>
                    <a:pt x="526338" y="26"/>
                    <a:pt x="492459" y="26"/>
                  </a:cubicBezTo>
                  <a:cubicBezTo>
                    <a:pt x="477152" y="-306"/>
                    <a:pt x="461928" y="2553"/>
                    <a:pt x="447773" y="8420"/>
                  </a:cubicBezTo>
                  <a:cubicBezTo>
                    <a:pt x="445222" y="9847"/>
                    <a:pt x="442561" y="11103"/>
                    <a:pt x="439845" y="12179"/>
                  </a:cubicBezTo>
                  <a:cubicBezTo>
                    <a:pt x="434605" y="14922"/>
                    <a:pt x="429860" y="17830"/>
                    <a:pt x="425306" y="20655"/>
                  </a:cubicBezTo>
                  <a:cubicBezTo>
                    <a:pt x="411068" y="29488"/>
                    <a:pt x="398779" y="37114"/>
                    <a:pt x="372828" y="37114"/>
                  </a:cubicBezTo>
                  <a:cubicBezTo>
                    <a:pt x="346878" y="37114"/>
                    <a:pt x="334588" y="29488"/>
                    <a:pt x="320351" y="20655"/>
                  </a:cubicBezTo>
                  <a:cubicBezTo>
                    <a:pt x="315770" y="17912"/>
                    <a:pt x="310997" y="14867"/>
                    <a:pt x="305702" y="12124"/>
                  </a:cubicBezTo>
                  <a:cubicBezTo>
                    <a:pt x="303069" y="11084"/>
                    <a:pt x="300490" y="9866"/>
                    <a:pt x="298021" y="8475"/>
                  </a:cubicBezTo>
                  <a:cubicBezTo>
                    <a:pt x="283839" y="2572"/>
                    <a:pt x="268559" y="-308"/>
                    <a:pt x="253198" y="26"/>
                  </a:cubicBezTo>
                  <a:cubicBezTo>
                    <a:pt x="219319" y="26"/>
                    <a:pt x="201625" y="10999"/>
                    <a:pt x="186044" y="20655"/>
                  </a:cubicBezTo>
                  <a:cubicBezTo>
                    <a:pt x="171807" y="29488"/>
                    <a:pt x="159490" y="37114"/>
                    <a:pt x="133539" y="37114"/>
                  </a:cubicBezTo>
                  <a:cubicBezTo>
                    <a:pt x="107588" y="37114"/>
                    <a:pt x="95299" y="29488"/>
                    <a:pt x="81062" y="20655"/>
                  </a:cubicBezTo>
                  <a:cubicBezTo>
                    <a:pt x="65480" y="10972"/>
                    <a:pt x="47787" y="26"/>
                    <a:pt x="13908" y="26"/>
                  </a:cubicBezTo>
                  <a:cubicBezTo>
                    <a:pt x="6227" y="26"/>
                    <a:pt x="0" y="6253"/>
                    <a:pt x="0" y="13934"/>
                  </a:cubicBezTo>
                  <a:cubicBezTo>
                    <a:pt x="0" y="21615"/>
                    <a:pt x="6227" y="27842"/>
                    <a:pt x="13908" y="27842"/>
                  </a:cubicBezTo>
                  <a:cubicBezTo>
                    <a:pt x="39859" y="27842"/>
                    <a:pt x="52148" y="35468"/>
                    <a:pt x="66413" y="44301"/>
                  </a:cubicBezTo>
                  <a:cubicBezTo>
                    <a:pt x="81994" y="53985"/>
                    <a:pt x="99688" y="64930"/>
                    <a:pt x="133539" y="64930"/>
                  </a:cubicBezTo>
                  <a:cubicBezTo>
                    <a:pt x="167390" y="64930"/>
                    <a:pt x="185111" y="53958"/>
                    <a:pt x="200693" y="44301"/>
                  </a:cubicBezTo>
                  <a:cubicBezTo>
                    <a:pt x="214930" y="35468"/>
                    <a:pt x="227247" y="27842"/>
                    <a:pt x="253198" y="27842"/>
                  </a:cubicBezTo>
                  <a:cubicBezTo>
                    <a:pt x="279148" y="27842"/>
                    <a:pt x="291438" y="35468"/>
                    <a:pt x="305675" y="44301"/>
                  </a:cubicBezTo>
                  <a:cubicBezTo>
                    <a:pt x="321284" y="53985"/>
                    <a:pt x="338950" y="64930"/>
                    <a:pt x="372828" y="64930"/>
                  </a:cubicBezTo>
                  <a:cubicBezTo>
                    <a:pt x="406707" y="64930"/>
                    <a:pt x="424373" y="53958"/>
                    <a:pt x="439982" y="44301"/>
                  </a:cubicBezTo>
                  <a:cubicBezTo>
                    <a:pt x="454219" y="35468"/>
                    <a:pt x="466509" y="27842"/>
                    <a:pt x="492459" y="27842"/>
                  </a:cubicBezTo>
                  <a:cubicBezTo>
                    <a:pt x="518410" y="27842"/>
                    <a:pt x="530864" y="35468"/>
                    <a:pt x="544964" y="44301"/>
                  </a:cubicBezTo>
                  <a:cubicBezTo>
                    <a:pt x="560573" y="53985"/>
                    <a:pt x="578239" y="64930"/>
                    <a:pt x="612118" y="64930"/>
                  </a:cubicBezTo>
                  <a:cubicBezTo>
                    <a:pt x="645996" y="64930"/>
                    <a:pt x="663690" y="53958"/>
                    <a:pt x="679271" y="44301"/>
                  </a:cubicBezTo>
                  <a:cubicBezTo>
                    <a:pt x="693509" y="35468"/>
                    <a:pt x="705826" y="27842"/>
                    <a:pt x="731776" y="27842"/>
                  </a:cubicBezTo>
                  <a:cubicBezTo>
                    <a:pt x="739457" y="27842"/>
                    <a:pt x="745684" y="21615"/>
                    <a:pt x="745684" y="13934"/>
                  </a:cubicBezTo>
                  <a:cubicBezTo>
                    <a:pt x="745684" y="6253"/>
                    <a:pt x="739457" y="26"/>
                    <a:pt x="731776" y="26"/>
                  </a:cubicBezTo>
                  <a:close/>
                </a:path>
              </a:pathLst>
            </a:custGeom>
            <a:solidFill>
              <a:srgbClr val="39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FEF2F9E-0811-C472-FD82-5E15EF7F7240}"/>
                </a:ext>
              </a:extLst>
            </p:cNvPr>
            <p:cNvSpPr/>
            <p:nvPr/>
          </p:nvSpPr>
          <p:spPr>
            <a:xfrm>
              <a:off x="3704889" y="1262120"/>
              <a:ext cx="745684" cy="64930"/>
            </a:xfrm>
            <a:custGeom>
              <a:avLst/>
              <a:gdLst>
                <a:gd name="connsiteX0" fmla="*/ 731776 w 745684"/>
                <a:gd name="connsiteY0" fmla="*/ 26 h 64930"/>
                <a:gd name="connsiteX1" fmla="*/ 664623 w 745684"/>
                <a:gd name="connsiteY1" fmla="*/ 20655 h 64930"/>
                <a:gd name="connsiteX2" fmla="*/ 612118 w 745684"/>
                <a:gd name="connsiteY2" fmla="*/ 37114 h 64930"/>
                <a:gd name="connsiteX3" fmla="*/ 559613 w 745684"/>
                <a:gd name="connsiteY3" fmla="*/ 20655 h 64930"/>
                <a:gd name="connsiteX4" fmla="*/ 492459 w 745684"/>
                <a:gd name="connsiteY4" fmla="*/ 26 h 64930"/>
                <a:gd name="connsiteX5" fmla="*/ 447773 w 745684"/>
                <a:gd name="connsiteY5" fmla="*/ 8420 h 64930"/>
                <a:gd name="connsiteX6" fmla="*/ 439845 w 745684"/>
                <a:gd name="connsiteY6" fmla="*/ 12179 h 64930"/>
                <a:gd name="connsiteX7" fmla="*/ 425306 w 745684"/>
                <a:gd name="connsiteY7" fmla="*/ 20655 h 64930"/>
                <a:gd name="connsiteX8" fmla="*/ 372828 w 745684"/>
                <a:gd name="connsiteY8" fmla="*/ 37114 h 64930"/>
                <a:gd name="connsiteX9" fmla="*/ 320351 w 745684"/>
                <a:gd name="connsiteY9" fmla="*/ 20655 h 64930"/>
                <a:gd name="connsiteX10" fmla="*/ 305702 w 745684"/>
                <a:gd name="connsiteY10" fmla="*/ 12124 h 64930"/>
                <a:gd name="connsiteX11" fmla="*/ 298021 w 745684"/>
                <a:gd name="connsiteY11" fmla="*/ 8475 h 64930"/>
                <a:gd name="connsiteX12" fmla="*/ 253198 w 745684"/>
                <a:gd name="connsiteY12" fmla="*/ 26 h 64930"/>
                <a:gd name="connsiteX13" fmla="*/ 186044 w 745684"/>
                <a:gd name="connsiteY13" fmla="*/ 20655 h 64930"/>
                <a:gd name="connsiteX14" fmla="*/ 133539 w 745684"/>
                <a:gd name="connsiteY14" fmla="*/ 37114 h 64930"/>
                <a:gd name="connsiteX15" fmla="*/ 81062 w 745684"/>
                <a:gd name="connsiteY15" fmla="*/ 20655 h 64930"/>
                <a:gd name="connsiteX16" fmla="*/ 13908 w 745684"/>
                <a:gd name="connsiteY16" fmla="*/ 26 h 64930"/>
                <a:gd name="connsiteX17" fmla="*/ 0 w 745684"/>
                <a:gd name="connsiteY17" fmla="*/ 13934 h 64930"/>
                <a:gd name="connsiteX18" fmla="*/ 13908 w 745684"/>
                <a:gd name="connsiteY18" fmla="*/ 27842 h 64930"/>
                <a:gd name="connsiteX19" fmla="*/ 66413 w 745684"/>
                <a:gd name="connsiteY19" fmla="*/ 44301 h 64930"/>
                <a:gd name="connsiteX20" fmla="*/ 133539 w 745684"/>
                <a:gd name="connsiteY20" fmla="*/ 64930 h 64930"/>
                <a:gd name="connsiteX21" fmla="*/ 200693 w 745684"/>
                <a:gd name="connsiteY21" fmla="*/ 44301 h 64930"/>
                <a:gd name="connsiteX22" fmla="*/ 253198 w 745684"/>
                <a:gd name="connsiteY22" fmla="*/ 27842 h 64930"/>
                <a:gd name="connsiteX23" fmla="*/ 305675 w 745684"/>
                <a:gd name="connsiteY23" fmla="*/ 44301 h 64930"/>
                <a:gd name="connsiteX24" fmla="*/ 372828 w 745684"/>
                <a:gd name="connsiteY24" fmla="*/ 64930 h 64930"/>
                <a:gd name="connsiteX25" fmla="*/ 439982 w 745684"/>
                <a:gd name="connsiteY25" fmla="*/ 44301 h 64930"/>
                <a:gd name="connsiteX26" fmla="*/ 492459 w 745684"/>
                <a:gd name="connsiteY26" fmla="*/ 27842 h 64930"/>
                <a:gd name="connsiteX27" fmla="*/ 544964 w 745684"/>
                <a:gd name="connsiteY27" fmla="*/ 44301 h 64930"/>
                <a:gd name="connsiteX28" fmla="*/ 612118 w 745684"/>
                <a:gd name="connsiteY28" fmla="*/ 64930 h 64930"/>
                <a:gd name="connsiteX29" fmla="*/ 679271 w 745684"/>
                <a:gd name="connsiteY29" fmla="*/ 44301 h 64930"/>
                <a:gd name="connsiteX30" fmla="*/ 731776 w 745684"/>
                <a:gd name="connsiteY30" fmla="*/ 27842 h 64930"/>
                <a:gd name="connsiteX31" fmla="*/ 745684 w 745684"/>
                <a:gd name="connsiteY31" fmla="*/ 13934 h 64930"/>
                <a:gd name="connsiteX32" fmla="*/ 731776 w 745684"/>
                <a:gd name="connsiteY32" fmla="*/ 26 h 6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45684" h="64930">
                  <a:moveTo>
                    <a:pt x="731776" y="26"/>
                  </a:moveTo>
                  <a:cubicBezTo>
                    <a:pt x="697898" y="26"/>
                    <a:pt x="680204" y="10999"/>
                    <a:pt x="664623" y="20655"/>
                  </a:cubicBezTo>
                  <a:cubicBezTo>
                    <a:pt x="650358" y="29488"/>
                    <a:pt x="638068" y="37114"/>
                    <a:pt x="612118" y="37114"/>
                  </a:cubicBezTo>
                  <a:cubicBezTo>
                    <a:pt x="586167" y="37114"/>
                    <a:pt x="573878" y="29488"/>
                    <a:pt x="559613" y="20655"/>
                  </a:cubicBezTo>
                  <a:cubicBezTo>
                    <a:pt x="544032" y="10972"/>
                    <a:pt x="526338" y="26"/>
                    <a:pt x="492459" y="26"/>
                  </a:cubicBezTo>
                  <a:cubicBezTo>
                    <a:pt x="477152" y="-306"/>
                    <a:pt x="461928" y="2553"/>
                    <a:pt x="447773" y="8420"/>
                  </a:cubicBezTo>
                  <a:cubicBezTo>
                    <a:pt x="445222" y="9847"/>
                    <a:pt x="442561" y="11103"/>
                    <a:pt x="439845" y="12179"/>
                  </a:cubicBezTo>
                  <a:cubicBezTo>
                    <a:pt x="434605" y="14922"/>
                    <a:pt x="429860" y="17830"/>
                    <a:pt x="425306" y="20655"/>
                  </a:cubicBezTo>
                  <a:cubicBezTo>
                    <a:pt x="411068" y="29488"/>
                    <a:pt x="398779" y="37114"/>
                    <a:pt x="372828" y="37114"/>
                  </a:cubicBezTo>
                  <a:cubicBezTo>
                    <a:pt x="346878" y="37114"/>
                    <a:pt x="334588" y="29488"/>
                    <a:pt x="320351" y="20655"/>
                  </a:cubicBezTo>
                  <a:cubicBezTo>
                    <a:pt x="315770" y="17912"/>
                    <a:pt x="310997" y="14867"/>
                    <a:pt x="305702" y="12124"/>
                  </a:cubicBezTo>
                  <a:cubicBezTo>
                    <a:pt x="303069" y="11084"/>
                    <a:pt x="300490" y="9866"/>
                    <a:pt x="298021" y="8475"/>
                  </a:cubicBezTo>
                  <a:cubicBezTo>
                    <a:pt x="283839" y="2572"/>
                    <a:pt x="268559" y="-309"/>
                    <a:pt x="253198" y="26"/>
                  </a:cubicBezTo>
                  <a:cubicBezTo>
                    <a:pt x="219319" y="26"/>
                    <a:pt x="201625" y="10999"/>
                    <a:pt x="186044" y="20655"/>
                  </a:cubicBezTo>
                  <a:cubicBezTo>
                    <a:pt x="171807" y="29488"/>
                    <a:pt x="159490" y="37114"/>
                    <a:pt x="133539" y="37114"/>
                  </a:cubicBezTo>
                  <a:cubicBezTo>
                    <a:pt x="107588" y="37114"/>
                    <a:pt x="95299" y="29488"/>
                    <a:pt x="81062" y="20655"/>
                  </a:cubicBezTo>
                  <a:cubicBezTo>
                    <a:pt x="65480" y="10972"/>
                    <a:pt x="47787" y="26"/>
                    <a:pt x="13908" y="26"/>
                  </a:cubicBezTo>
                  <a:cubicBezTo>
                    <a:pt x="6227" y="26"/>
                    <a:pt x="0" y="6253"/>
                    <a:pt x="0" y="13934"/>
                  </a:cubicBezTo>
                  <a:cubicBezTo>
                    <a:pt x="0" y="21615"/>
                    <a:pt x="6227" y="27842"/>
                    <a:pt x="13908" y="27842"/>
                  </a:cubicBezTo>
                  <a:cubicBezTo>
                    <a:pt x="39859" y="27842"/>
                    <a:pt x="52148" y="35468"/>
                    <a:pt x="66413" y="44301"/>
                  </a:cubicBezTo>
                  <a:cubicBezTo>
                    <a:pt x="81994" y="53985"/>
                    <a:pt x="99688" y="64930"/>
                    <a:pt x="133539" y="64930"/>
                  </a:cubicBezTo>
                  <a:cubicBezTo>
                    <a:pt x="167390" y="64930"/>
                    <a:pt x="185111" y="53957"/>
                    <a:pt x="200693" y="44301"/>
                  </a:cubicBezTo>
                  <a:cubicBezTo>
                    <a:pt x="214930" y="35468"/>
                    <a:pt x="227247" y="27842"/>
                    <a:pt x="253198" y="27842"/>
                  </a:cubicBezTo>
                  <a:cubicBezTo>
                    <a:pt x="279148" y="27842"/>
                    <a:pt x="291438" y="35468"/>
                    <a:pt x="305675" y="44301"/>
                  </a:cubicBezTo>
                  <a:cubicBezTo>
                    <a:pt x="321284" y="53985"/>
                    <a:pt x="338950" y="64930"/>
                    <a:pt x="372828" y="64930"/>
                  </a:cubicBezTo>
                  <a:cubicBezTo>
                    <a:pt x="406707" y="64930"/>
                    <a:pt x="424373" y="53957"/>
                    <a:pt x="439982" y="44301"/>
                  </a:cubicBezTo>
                  <a:cubicBezTo>
                    <a:pt x="454219" y="35468"/>
                    <a:pt x="466509" y="27842"/>
                    <a:pt x="492459" y="27842"/>
                  </a:cubicBezTo>
                  <a:cubicBezTo>
                    <a:pt x="518410" y="27842"/>
                    <a:pt x="530864" y="35468"/>
                    <a:pt x="544964" y="44301"/>
                  </a:cubicBezTo>
                  <a:cubicBezTo>
                    <a:pt x="560573" y="53985"/>
                    <a:pt x="578239" y="64930"/>
                    <a:pt x="612118" y="64930"/>
                  </a:cubicBezTo>
                  <a:cubicBezTo>
                    <a:pt x="645996" y="64930"/>
                    <a:pt x="663690" y="53957"/>
                    <a:pt x="679271" y="44301"/>
                  </a:cubicBezTo>
                  <a:cubicBezTo>
                    <a:pt x="693509" y="35468"/>
                    <a:pt x="705826" y="27842"/>
                    <a:pt x="731776" y="27842"/>
                  </a:cubicBezTo>
                  <a:cubicBezTo>
                    <a:pt x="739457" y="27842"/>
                    <a:pt x="745684" y="21615"/>
                    <a:pt x="745684" y="13934"/>
                  </a:cubicBezTo>
                  <a:cubicBezTo>
                    <a:pt x="745684" y="6253"/>
                    <a:pt x="739457" y="26"/>
                    <a:pt x="731776" y="26"/>
                  </a:cubicBezTo>
                  <a:close/>
                </a:path>
              </a:pathLst>
            </a:custGeom>
            <a:solidFill>
              <a:srgbClr val="39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6C54ADE7-80CC-4525-B5C4-5BFE2DAC9076}"/>
                </a:ext>
              </a:extLst>
            </p:cNvPr>
            <p:cNvSpPr/>
            <p:nvPr/>
          </p:nvSpPr>
          <p:spPr>
            <a:xfrm>
              <a:off x="3704889" y="1451704"/>
              <a:ext cx="745684" cy="64956"/>
            </a:xfrm>
            <a:custGeom>
              <a:avLst/>
              <a:gdLst>
                <a:gd name="connsiteX0" fmla="*/ 731776 w 745684"/>
                <a:gd name="connsiteY0" fmla="*/ 25 h 64956"/>
                <a:gd name="connsiteX1" fmla="*/ 664623 w 745684"/>
                <a:gd name="connsiteY1" fmla="*/ 20654 h 64956"/>
                <a:gd name="connsiteX2" fmla="*/ 612118 w 745684"/>
                <a:gd name="connsiteY2" fmla="*/ 37113 h 64956"/>
                <a:gd name="connsiteX3" fmla="*/ 559613 w 745684"/>
                <a:gd name="connsiteY3" fmla="*/ 20654 h 64956"/>
                <a:gd name="connsiteX4" fmla="*/ 492459 w 745684"/>
                <a:gd name="connsiteY4" fmla="*/ 25 h 64956"/>
                <a:gd name="connsiteX5" fmla="*/ 447773 w 745684"/>
                <a:gd name="connsiteY5" fmla="*/ 8419 h 64956"/>
                <a:gd name="connsiteX6" fmla="*/ 439845 w 745684"/>
                <a:gd name="connsiteY6" fmla="*/ 12177 h 64956"/>
                <a:gd name="connsiteX7" fmla="*/ 425306 w 745684"/>
                <a:gd name="connsiteY7" fmla="*/ 20654 h 64956"/>
                <a:gd name="connsiteX8" fmla="*/ 372828 w 745684"/>
                <a:gd name="connsiteY8" fmla="*/ 37113 h 64956"/>
                <a:gd name="connsiteX9" fmla="*/ 320351 w 745684"/>
                <a:gd name="connsiteY9" fmla="*/ 20654 h 64956"/>
                <a:gd name="connsiteX10" fmla="*/ 305702 w 745684"/>
                <a:gd name="connsiteY10" fmla="*/ 12122 h 64956"/>
                <a:gd name="connsiteX11" fmla="*/ 298021 w 745684"/>
                <a:gd name="connsiteY11" fmla="*/ 8501 h 64956"/>
                <a:gd name="connsiteX12" fmla="*/ 253198 w 745684"/>
                <a:gd name="connsiteY12" fmla="*/ 25 h 64956"/>
                <a:gd name="connsiteX13" fmla="*/ 186044 w 745684"/>
                <a:gd name="connsiteY13" fmla="*/ 20654 h 64956"/>
                <a:gd name="connsiteX14" fmla="*/ 133539 w 745684"/>
                <a:gd name="connsiteY14" fmla="*/ 37113 h 64956"/>
                <a:gd name="connsiteX15" fmla="*/ 81062 w 745684"/>
                <a:gd name="connsiteY15" fmla="*/ 20654 h 64956"/>
                <a:gd name="connsiteX16" fmla="*/ 13908 w 745684"/>
                <a:gd name="connsiteY16" fmla="*/ 25 h 64956"/>
                <a:gd name="connsiteX17" fmla="*/ 0 w 745684"/>
                <a:gd name="connsiteY17" fmla="*/ 13933 h 64956"/>
                <a:gd name="connsiteX18" fmla="*/ 13908 w 745684"/>
                <a:gd name="connsiteY18" fmla="*/ 27841 h 64956"/>
                <a:gd name="connsiteX19" fmla="*/ 66413 w 745684"/>
                <a:gd name="connsiteY19" fmla="*/ 44300 h 64956"/>
                <a:gd name="connsiteX20" fmla="*/ 133539 w 745684"/>
                <a:gd name="connsiteY20" fmla="*/ 64956 h 64956"/>
                <a:gd name="connsiteX21" fmla="*/ 200693 w 745684"/>
                <a:gd name="connsiteY21" fmla="*/ 44300 h 64956"/>
                <a:gd name="connsiteX22" fmla="*/ 253198 w 745684"/>
                <a:gd name="connsiteY22" fmla="*/ 27841 h 64956"/>
                <a:gd name="connsiteX23" fmla="*/ 305675 w 745684"/>
                <a:gd name="connsiteY23" fmla="*/ 44300 h 64956"/>
                <a:gd name="connsiteX24" fmla="*/ 372828 w 745684"/>
                <a:gd name="connsiteY24" fmla="*/ 64956 h 64956"/>
                <a:gd name="connsiteX25" fmla="*/ 439982 w 745684"/>
                <a:gd name="connsiteY25" fmla="*/ 44300 h 64956"/>
                <a:gd name="connsiteX26" fmla="*/ 492459 w 745684"/>
                <a:gd name="connsiteY26" fmla="*/ 27841 h 64956"/>
                <a:gd name="connsiteX27" fmla="*/ 544964 w 745684"/>
                <a:gd name="connsiteY27" fmla="*/ 44300 h 64956"/>
                <a:gd name="connsiteX28" fmla="*/ 612118 w 745684"/>
                <a:gd name="connsiteY28" fmla="*/ 64956 h 64956"/>
                <a:gd name="connsiteX29" fmla="*/ 679271 w 745684"/>
                <a:gd name="connsiteY29" fmla="*/ 44300 h 64956"/>
                <a:gd name="connsiteX30" fmla="*/ 731776 w 745684"/>
                <a:gd name="connsiteY30" fmla="*/ 27841 h 64956"/>
                <a:gd name="connsiteX31" fmla="*/ 745684 w 745684"/>
                <a:gd name="connsiteY31" fmla="*/ 13933 h 64956"/>
                <a:gd name="connsiteX32" fmla="*/ 731776 w 745684"/>
                <a:gd name="connsiteY32" fmla="*/ 25 h 6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45684" h="64956">
                  <a:moveTo>
                    <a:pt x="731776" y="25"/>
                  </a:moveTo>
                  <a:cubicBezTo>
                    <a:pt x="697898" y="25"/>
                    <a:pt x="680204" y="10998"/>
                    <a:pt x="664623" y="20654"/>
                  </a:cubicBezTo>
                  <a:cubicBezTo>
                    <a:pt x="650358" y="29487"/>
                    <a:pt x="638068" y="37113"/>
                    <a:pt x="612118" y="37113"/>
                  </a:cubicBezTo>
                  <a:cubicBezTo>
                    <a:pt x="586167" y="37113"/>
                    <a:pt x="573878" y="29459"/>
                    <a:pt x="559613" y="20654"/>
                  </a:cubicBezTo>
                  <a:cubicBezTo>
                    <a:pt x="544032" y="10998"/>
                    <a:pt x="526338" y="25"/>
                    <a:pt x="492459" y="25"/>
                  </a:cubicBezTo>
                  <a:cubicBezTo>
                    <a:pt x="477152" y="-291"/>
                    <a:pt x="461928" y="2568"/>
                    <a:pt x="447773" y="8419"/>
                  </a:cubicBezTo>
                  <a:cubicBezTo>
                    <a:pt x="445222" y="9856"/>
                    <a:pt x="442561" y="11113"/>
                    <a:pt x="439845" y="12177"/>
                  </a:cubicBezTo>
                  <a:cubicBezTo>
                    <a:pt x="434605" y="14920"/>
                    <a:pt x="429860" y="17856"/>
                    <a:pt x="425306" y="20654"/>
                  </a:cubicBezTo>
                  <a:cubicBezTo>
                    <a:pt x="411068" y="29487"/>
                    <a:pt x="398779" y="37113"/>
                    <a:pt x="372828" y="37113"/>
                  </a:cubicBezTo>
                  <a:cubicBezTo>
                    <a:pt x="346878" y="37113"/>
                    <a:pt x="334588" y="29459"/>
                    <a:pt x="320351" y="20654"/>
                  </a:cubicBezTo>
                  <a:cubicBezTo>
                    <a:pt x="315770" y="17910"/>
                    <a:pt x="310997" y="14893"/>
                    <a:pt x="305702" y="12122"/>
                  </a:cubicBezTo>
                  <a:cubicBezTo>
                    <a:pt x="303069" y="11080"/>
                    <a:pt x="300490" y="9870"/>
                    <a:pt x="298021" y="8501"/>
                  </a:cubicBezTo>
                  <a:cubicBezTo>
                    <a:pt x="283839" y="2587"/>
                    <a:pt x="268559" y="-302"/>
                    <a:pt x="253198" y="25"/>
                  </a:cubicBezTo>
                  <a:cubicBezTo>
                    <a:pt x="219319" y="25"/>
                    <a:pt x="201625" y="10998"/>
                    <a:pt x="186044" y="20654"/>
                  </a:cubicBezTo>
                  <a:cubicBezTo>
                    <a:pt x="171807" y="29487"/>
                    <a:pt x="159490" y="37113"/>
                    <a:pt x="133539" y="37113"/>
                  </a:cubicBezTo>
                  <a:cubicBezTo>
                    <a:pt x="107588" y="37113"/>
                    <a:pt x="95299" y="29459"/>
                    <a:pt x="81062" y="20654"/>
                  </a:cubicBezTo>
                  <a:cubicBezTo>
                    <a:pt x="65480" y="10998"/>
                    <a:pt x="47787" y="25"/>
                    <a:pt x="13908" y="25"/>
                  </a:cubicBezTo>
                  <a:cubicBezTo>
                    <a:pt x="6227" y="25"/>
                    <a:pt x="0" y="6252"/>
                    <a:pt x="0" y="13933"/>
                  </a:cubicBezTo>
                  <a:cubicBezTo>
                    <a:pt x="0" y="21614"/>
                    <a:pt x="6227" y="27841"/>
                    <a:pt x="13908" y="27841"/>
                  </a:cubicBezTo>
                  <a:cubicBezTo>
                    <a:pt x="39859" y="27841"/>
                    <a:pt x="52148" y="35467"/>
                    <a:pt x="66413" y="44300"/>
                  </a:cubicBezTo>
                  <a:cubicBezTo>
                    <a:pt x="81994" y="53984"/>
                    <a:pt x="99688" y="64956"/>
                    <a:pt x="133539" y="64956"/>
                  </a:cubicBezTo>
                  <a:cubicBezTo>
                    <a:pt x="167390" y="64956"/>
                    <a:pt x="185111" y="53984"/>
                    <a:pt x="200693" y="44300"/>
                  </a:cubicBezTo>
                  <a:cubicBezTo>
                    <a:pt x="214930" y="35467"/>
                    <a:pt x="227247" y="27841"/>
                    <a:pt x="253198" y="27841"/>
                  </a:cubicBezTo>
                  <a:cubicBezTo>
                    <a:pt x="279148" y="27841"/>
                    <a:pt x="291438" y="35467"/>
                    <a:pt x="305675" y="44300"/>
                  </a:cubicBezTo>
                  <a:cubicBezTo>
                    <a:pt x="321284" y="53984"/>
                    <a:pt x="338950" y="64956"/>
                    <a:pt x="372828" y="64956"/>
                  </a:cubicBezTo>
                  <a:cubicBezTo>
                    <a:pt x="406707" y="64956"/>
                    <a:pt x="424373" y="53984"/>
                    <a:pt x="439982" y="44300"/>
                  </a:cubicBezTo>
                  <a:cubicBezTo>
                    <a:pt x="454219" y="35467"/>
                    <a:pt x="466509" y="27841"/>
                    <a:pt x="492459" y="27841"/>
                  </a:cubicBezTo>
                  <a:cubicBezTo>
                    <a:pt x="518410" y="27841"/>
                    <a:pt x="530864" y="35494"/>
                    <a:pt x="544964" y="44300"/>
                  </a:cubicBezTo>
                  <a:cubicBezTo>
                    <a:pt x="560573" y="53984"/>
                    <a:pt x="578239" y="64956"/>
                    <a:pt x="612118" y="64956"/>
                  </a:cubicBezTo>
                  <a:cubicBezTo>
                    <a:pt x="645996" y="64956"/>
                    <a:pt x="663690" y="53984"/>
                    <a:pt x="679271" y="44300"/>
                  </a:cubicBezTo>
                  <a:cubicBezTo>
                    <a:pt x="693509" y="35494"/>
                    <a:pt x="705826" y="27841"/>
                    <a:pt x="731776" y="27841"/>
                  </a:cubicBezTo>
                  <a:cubicBezTo>
                    <a:pt x="739457" y="27841"/>
                    <a:pt x="745684" y="21614"/>
                    <a:pt x="745684" y="13933"/>
                  </a:cubicBezTo>
                  <a:cubicBezTo>
                    <a:pt x="745684" y="6252"/>
                    <a:pt x="739457" y="25"/>
                    <a:pt x="731776" y="25"/>
                  </a:cubicBezTo>
                  <a:close/>
                </a:path>
              </a:pathLst>
            </a:custGeom>
            <a:solidFill>
              <a:srgbClr val="39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AEB7DC2F-9054-C96C-4A41-59EADDF46A16}"/>
                </a:ext>
              </a:extLst>
            </p:cNvPr>
            <p:cNvSpPr/>
            <p:nvPr/>
          </p:nvSpPr>
          <p:spPr>
            <a:xfrm>
              <a:off x="4170218" y="1356781"/>
              <a:ext cx="280355" cy="64909"/>
            </a:xfrm>
            <a:custGeom>
              <a:avLst/>
              <a:gdLst>
                <a:gd name="connsiteX0" fmla="*/ 266447 w 280355"/>
                <a:gd name="connsiteY0" fmla="*/ 5 h 64909"/>
                <a:gd name="connsiteX1" fmla="*/ 199294 w 280355"/>
                <a:gd name="connsiteY1" fmla="*/ 20634 h 64909"/>
                <a:gd name="connsiteX2" fmla="*/ 146789 w 280355"/>
                <a:gd name="connsiteY2" fmla="*/ 37093 h 64909"/>
                <a:gd name="connsiteX3" fmla="*/ 94284 w 280355"/>
                <a:gd name="connsiteY3" fmla="*/ 20634 h 64909"/>
                <a:gd name="connsiteX4" fmla="*/ 27130 w 280355"/>
                <a:gd name="connsiteY4" fmla="*/ 5 h 64909"/>
                <a:gd name="connsiteX5" fmla="*/ 0 w 280355"/>
                <a:gd name="connsiteY5" fmla="*/ 2748 h 64909"/>
                <a:gd name="connsiteX6" fmla="*/ 0 w 280355"/>
                <a:gd name="connsiteY6" fmla="*/ 31552 h 64909"/>
                <a:gd name="connsiteX7" fmla="*/ 27130 w 280355"/>
                <a:gd name="connsiteY7" fmla="*/ 27821 h 64909"/>
                <a:gd name="connsiteX8" fmla="*/ 79635 w 280355"/>
                <a:gd name="connsiteY8" fmla="*/ 44280 h 64909"/>
                <a:gd name="connsiteX9" fmla="*/ 146789 w 280355"/>
                <a:gd name="connsiteY9" fmla="*/ 64909 h 64909"/>
                <a:gd name="connsiteX10" fmla="*/ 213942 w 280355"/>
                <a:gd name="connsiteY10" fmla="*/ 44280 h 64909"/>
                <a:gd name="connsiteX11" fmla="*/ 266447 w 280355"/>
                <a:gd name="connsiteY11" fmla="*/ 27821 h 64909"/>
                <a:gd name="connsiteX12" fmla="*/ 280355 w 280355"/>
                <a:gd name="connsiteY12" fmla="*/ 13913 h 64909"/>
                <a:gd name="connsiteX13" fmla="*/ 266447 w 280355"/>
                <a:gd name="connsiteY13" fmla="*/ 5 h 6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0355" h="64909">
                  <a:moveTo>
                    <a:pt x="266447" y="5"/>
                  </a:moveTo>
                  <a:cubicBezTo>
                    <a:pt x="232569" y="5"/>
                    <a:pt x="214875" y="10978"/>
                    <a:pt x="199294" y="20634"/>
                  </a:cubicBezTo>
                  <a:cubicBezTo>
                    <a:pt x="185029" y="29467"/>
                    <a:pt x="172739" y="37093"/>
                    <a:pt x="146789" y="37093"/>
                  </a:cubicBezTo>
                  <a:cubicBezTo>
                    <a:pt x="120838" y="37093"/>
                    <a:pt x="108549" y="29467"/>
                    <a:pt x="94284" y="20634"/>
                  </a:cubicBezTo>
                  <a:cubicBezTo>
                    <a:pt x="78703" y="10950"/>
                    <a:pt x="61009" y="5"/>
                    <a:pt x="27130" y="5"/>
                  </a:cubicBezTo>
                  <a:cubicBezTo>
                    <a:pt x="18023" y="-77"/>
                    <a:pt x="8915" y="842"/>
                    <a:pt x="0" y="2748"/>
                  </a:cubicBezTo>
                  <a:lnTo>
                    <a:pt x="0" y="31552"/>
                  </a:lnTo>
                  <a:cubicBezTo>
                    <a:pt x="8806" y="28902"/>
                    <a:pt x="17941" y="27643"/>
                    <a:pt x="27130" y="27821"/>
                  </a:cubicBezTo>
                  <a:cubicBezTo>
                    <a:pt x="53081" y="27821"/>
                    <a:pt x="65535" y="35447"/>
                    <a:pt x="79635" y="44280"/>
                  </a:cubicBezTo>
                  <a:cubicBezTo>
                    <a:pt x="95244" y="53964"/>
                    <a:pt x="112910" y="64909"/>
                    <a:pt x="146789" y="64909"/>
                  </a:cubicBezTo>
                  <a:cubicBezTo>
                    <a:pt x="180667" y="64909"/>
                    <a:pt x="198361" y="53936"/>
                    <a:pt x="213942" y="44280"/>
                  </a:cubicBezTo>
                  <a:cubicBezTo>
                    <a:pt x="228180" y="35447"/>
                    <a:pt x="240496" y="27821"/>
                    <a:pt x="266447" y="27821"/>
                  </a:cubicBezTo>
                  <a:cubicBezTo>
                    <a:pt x="274128" y="27821"/>
                    <a:pt x="280355" y="21594"/>
                    <a:pt x="280355" y="13913"/>
                  </a:cubicBezTo>
                  <a:cubicBezTo>
                    <a:pt x="280355" y="6232"/>
                    <a:pt x="274128" y="5"/>
                    <a:pt x="266447" y="5"/>
                  </a:cubicBezTo>
                  <a:close/>
                </a:path>
              </a:pathLst>
            </a:custGeom>
            <a:solidFill>
              <a:srgbClr val="39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C0ECA75A-68A6-E8F2-C21C-C2500D067585}"/>
                </a:ext>
              </a:extLst>
            </p:cNvPr>
            <p:cNvSpPr/>
            <p:nvPr/>
          </p:nvSpPr>
          <p:spPr>
            <a:xfrm>
              <a:off x="4008424" y="1093960"/>
              <a:ext cx="138613" cy="356177"/>
            </a:xfrm>
            <a:custGeom>
              <a:avLst/>
              <a:gdLst>
                <a:gd name="connsiteX0" fmla="*/ 69321 w 138613"/>
                <a:gd name="connsiteY0" fmla="*/ 356177 h 356177"/>
                <a:gd name="connsiteX1" fmla="*/ 138614 w 138613"/>
                <a:gd name="connsiteY1" fmla="*/ 339252 h 356177"/>
                <a:gd name="connsiteX2" fmla="*/ 138614 w 138613"/>
                <a:gd name="connsiteY2" fmla="*/ 0 h 356177"/>
                <a:gd name="connsiteX3" fmla="*/ 69321 w 138613"/>
                <a:gd name="connsiteY3" fmla="*/ 11549 h 356177"/>
                <a:gd name="connsiteX4" fmla="*/ 0 w 138613"/>
                <a:gd name="connsiteY4" fmla="*/ 0 h 356177"/>
                <a:gd name="connsiteX5" fmla="*/ 0 w 138613"/>
                <a:gd name="connsiteY5" fmla="*/ 339252 h 356177"/>
                <a:gd name="connsiteX6" fmla="*/ 69321 w 138613"/>
                <a:gd name="connsiteY6" fmla="*/ 356177 h 35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613" h="356177">
                  <a:moveTo>
                    <a:pt x="69321" y="356177"/>
                  </a:moveTo>
                  <a:cubicBezTo>
                    <a:pt x="107726" y="356177"/>
                    <a:pt x="138614" y="348606"/>
                    <a:pt x="138614" y="339252"/>
                  </a:cubicBezTo>
                  <a:lnTo>
                    <a:pt x="138614" y="0"/>
                  </a:lnTo>
                  <a:cubicBezTo>
                    <a:pt x="119796" y="10095"/>
                    <a:pt x="86493" y="11549"/>
                    <a:pt x="69321" y="11549"/>
                  </a:cubicBezTo>
                  <a:cubicBezTo>
                    <a:pt x="52148" y="11549"/>
                    <a:pt x="18818" y="10095"/>
                    <a:pt x="0" y="0"/>
                  </a:cubicBezTo>
                  <a:lnTo>
                    <a:pt x="0" y="339252"/>
                  </a:lnTo>
                  <a:cubicBezTo>
                    <a:pt x="0" y="348606"/>
                    <a:pt x="31026" y="356177"/>
                    <a:pt x="69321" y="356177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6B4AC989-C702-CA72-CA94-D5D773D9A693}"/>
                </a:ext>
              </a:extLst>
            </p:cNvPr>
            <p:cNvSpPr/>
            <p:nvPr/>
          </p:nvSpPr>
          <p:spPr>
            <a:xfrm>
              <a:off x="4008424" y="752514"/>
              <a:ext cx="932895" cy="767574"/>
            </a:xfrm>
            <a:custGeom>
              <a:avLst/>
              <a:gdLst>
                <a:gd name="connsiteX0" fmla="*/ 847155 w 932895"/>
                <a:gd name="connsiteY0" fmla="*/ 219867 h 767574"/>
                <a:gd name="connsiteX1" fmla="*/ 790700 w 932895"/>
                <a:gd name="connsiteY1" fmla="*/ 219867 h 767574"/>
                <a:gd name="connsiteX2" fmla="*/ 790700 w 932895"/>
                <a:gd name="connsiteY2" fmla="*/ 121743 h 767574"/>
                <a:gd name="connsiteX3" fmla="*/ 668957 w 932895"/>
                <a:gd name="connsiteY3" fmla="*/ 0 h 767574"/>
                <a:gd name="connsiteX4" fmla="*/ 173645 w 932895"/>
                <a:gd name="connsiteY4" fmla="*/ 0 h 767574"/>
                <a:gd name="connsiteX5" fmla="*/ 51929 w 932895"/>
                <a:gd name="connsiteY5" fmla="*/ 121743 h 767574"/>
                <a:gd name="connsiteX6" fmla="*/ 51929 w 932895"/>
                <a:gd name="connsiteY6" fmla="*/ 326304 h 767574"/>
                <a:gd name="connsiteX7" fmla="*/ 0 w 932895"/>
                <a:gd name="connsiteY7" fmla="*/ 342763 h 767574"/>
                <a:gd name="connsiteX8" fmla="*/ 69321 w 932895"/>
                <a:gd name="connsiteY8" fmla="*/ 359688 h 767574"/>
                <a:gd name="connsiteX9" fmla="*/ 138614 w 932895"/>
                <a:gd name="connsiteY9" fmla="*/ 342763 h 767574"/>
                <a:gd name="connsiteX10" fmla="*/ 86685 w 932895"/>
                <a:gd name="connsiteY10" fmla="*/ 326304 h 767574"/>
                <a:gd name="connsiteX11" fmla="*/ 86685 w 932895"/>
                <a:gd name="connsiteY11" fmla="*/ 121743 h 767574"/>
                <a:gd name="connsiteX12" fmla="*/ 173645 w 932895"/>
                <a:gd name="connsiteY12" fmla="*/ 34784 h 767574"/>
                <a:gd name="connsiteX13" fmla="*/ 668957 w 932895"/>
                <a:gd name="connsiteY13" fmla="*/ 34784 h 767574"/>
                <a:gd name="connsiteX14" fmla="*/ 755916 w 932895"/>
                <a:gd name="connsiteY14" fmla="*/ 121743 h 767574"/>
                <a:gd name="connsiteX15" fmla="*/ 755916 w 932895"/>
                <a:gd name="connsiteY15" fmla="*/ 219867 h 767574"/>
                <a:gd name="connsiteX16" fmla="*/ 699516 w 932895"/>
                <a:gd name="connsiteY16" fmla="*/ 219867 h 767574"/>
                <a:gd name="connsiteX17" fmla="*/ 613709 w 932895"/>
                <a:gd name="connsiteY17" fmla="*/ 305678 h 767574"/>
                <a:gd name="connsiteX18" fmla="*/ 615409 w 932895"/>
                <a:gd name="connsiteY18" fmla="*/ 322655 h 767574"/>
                <a:gd name="connsiteX19" fmla="*/ 659301 w 932895"/>
                <a:gd name="connsiteY19" fmla="*/ 540301 h 767574"/>
                <a:gd name="connsiteX20" fmla="*/ 659301 w 932895"/>
                <a:gd name="connsiteY20" fmla="*/ 709611 h 767574"/>
                <a:gd name="connsiteX21" fmla="*/ 717264 w 932895"/>
                <a:gd name="connsiteY21" fmla="*/ 767575 h 767574"/>
                <a:gd name="connsiteX22" fmla="*/ 829324 w 932895"/>
                <a:gd name="connsiteY22" fmla="*/ 767575 h 767574"/>
                <a:gd name="connsiteX23" fmla="*/ 887288 w 932895"/>
                <a:gd name="connsiteY23" fmla="*/ 709611 h 767574"/>
                <a:gd name="connsiteX24" fmla="*/ 887288 w 932895"/>
                <a:gd name="connsiteY24" fmla="*/ 540301 h 767574"/>
                <a:gd name="connsiteX25" fmla="*/ 931179 w 932895"/>
                <a:gd name="connsiteY25" fmla="*/ 322655 h 767574"/>
                <a:gd name="connsiteX26" fmla="*/ 864108 w 932895"/>
                <a:gd name="connsiteY26" fmla="*/ 221571 h 767574"/>
                <a:gd name="connsiteX27" fmla="*/ 847155 w 932895"/>
                <a:gd name="connsiteY27" fmla="*/ 219867 h 767574"/>
                <a:gd name="connsiteX28" fmla="*/ 733258 w 932895"/>
                <a:gd name="connsiteY28" fmla="*/ 686760 h 767574"/>
                <a:gd name="connsiteX29" fmla="*/ 690107 w 932895"/>
                <a:gd name="connsiteY29" fmla="*/ 686760 h 767574"/>
                <a:gd name="connsiteX30" fmla="*/ 690107 w 932895"/>
                <a:gd name="connsiteY30" fmla="*/ 643774 h 767574"/>
                <a:gd name="connsiteX31" fmla="*/ 733258 w 932895"/>
                <a:gd name="connsiteY31" fmla="*/ 643774 h 767574"/>
                <a:gd name="connsiteX32" fmla="*/ 733258 w 932895"/>
                <a:gd name="connsiteY32" fmla="*/ 613544 h 767574"/>
                <a:gd name="connsiteX33" fmla="*/ 690107 w 932895"/>
                <a:gd name="connsiteY33" fmla="*/ 613544 h 767574"/>
                <a:gd name="connsiteX34" fmla="*/ 690107 w 932895"/>
                <a:gd name="connsiteY34" fmla="*/ 570394 h 767574"/>
                <a:gd name="connsiteX35" fmla="*/ 733258 w 932895"/>
                <a:gd name="connsiteY35" fmla="*/ 570394 h 767574"/>
                <a:gd name="connsiteX36" fmla="*/ 733258 w 932895"/>
                <a:gd name="connsiteY36" fmla="*/ 540301 h 767574"/>
                <a:gd name="connsiteX37" fmla="*/ 690107 w 932895"/>
                <a:gd name="connsiteY37" fmla="*/ 540301 h 767574"/>
                <a:gd name="connsiteX38" fmla="*/ 690107 w 932895"/>
                <a:gd name="connsiteY38" fmla="*/ 497178 h 767574"/>
                <a:gd name="connsiteX39" fmla="*/ 733258 w 932895"/>
                <a:gd name="connsiteY39" fmla="*/ 497178 h 767574"/>
                <a:gd name="connsiteX40" fmla="*/ 794870 w 932895"/>
                <a:gd name="connsiteY40" fmla="*/ 686760 h 767574"/>
                <a:gd name="connsiteX41" fmla="*/ 751637 w 932895"/>
                <a:gd name="connsiteY41" fmla="*/ 686760 h 767574"/>
                <a:gd name="connsiteX42" fmla="*/ 751637 w 932895"/>
                <a:gd name="connsiteY42" fmla="*/ 643774 h 767574"/>
                <a:gd name="connsiteX43" fmla="*/ 794760 w 932895"/>
                <a:gd name="connsiteY43" fmla="*/ 643774 h 767574"/>
                <a:gd name="connsiteX44" fmla="*/ 794870 w 932895"/>
                <a:gd name="connsiteY44" fmla="*/ 613544 h 767574"/>
                <a:gd name="connsiteX45" fmla="*/ 751637 w 932895"/>
                <a:gd name="connsiteY45" fmla="*/ 613544 h 767574"/>
                <a:gd name="connsiteX46" fmla="*/ 751637 w 932895"/>
                <a:gd name="connsiteY46" fmla="*/ 570394 h 767574"/>
                <a:gd name="connsiteX47" fmla="*/ 794760 w 932895"/>
                <a:gd name="connsiteY47" fmla="*/ 570394 h 767574"/>
                <a:gd name="connsiteX48" fmla="*/ 794870 w 932895"/>
                <a:gd name="connsiteY48" fmla="*/ 540301 h 767574"/>
                <a:gd name="connsiteX49" fmla="*/ 751637 w 932895"/>
                <a:gd name="connsiteY49" fmla="*/ 540301 h 767574"/>
                <a:gd name="connsiteX50" fmla="*/ 751637 w 932895"/>
                <a:gd name="connsiteY50" fmla="*/ 497178 h 767574"/>
                <a:gd name="connsiteX51" fmla="*/ 794760 w 932895"/>
                <a:gd name="connsiteY51" fmla="*/ 497178 h 767574"/>
                <a:gd name="connsiteX52" fmla="*/ 856482 w 932895"/>
                <a:gd name="connsiteY52" fmla="*/ 686760 h 767574"/>
                <a:gd name="connsiteX53" fmla="*/ 813359 w 932895"/>
                <a:gd name="connsiteY53" fmla="*/ 686760 h 767574"/>
                <a:gd name="connsiteX54" fmla="*/ 813359 w 932895"/>
                <a:gd name="connsiteY54" fmla="*/ 643774 h 767574"/>
                <a:gd name="connsiteX55" fmla="*/ 856482 w 932895"/>
                <a:gd name="connsiteY55" fmla="*/ 643774 h 767574"/>
                <a:gd name="connsiteX56" fmla="*/ 856482 w 932895"/>
                <a:gd name="connsiteY56" fmla="*/ 613544 h 767574"/>
                <a:gd name="connsiteX57" fmla="*/ 813359 w 932895"/>
                <a:gd name="connsiteY57" fmla="*/ 613544 h 767574"/>
                <a:gd name="connsiteX58" fmla="*/ 813359 w 932895"/>
                <a:gd name="connsiteY58" fmla="*/ 570394 h 767574"/>
                <a:gd name="connsiteX59" fmla="*/ 856482 w 932895"/>
                <a:gd name="connsiteY59" fmla="*/ 570394 h 767574"/>
                <a:gd name="connsiteX60" fmla="*/ 856482 w 932895"/>
                <a:gd name="connsiteY60" fmla="*/ 540301 h 767574"/>
                <a:gd name="connsiteX61" fmla="*/ 813359 w 932895"/>
                <a:gd name="connsiteY61" fmla="*/ 540301 h 767574"/>
                <a:gd name="connsiteX62" fmla="*/ 813359 w 932895"/>
                <a:gd name="connsiteY62" fmla="*/ 497178 h 767574"/>
                <a:gd name="connsiteX63" fmla="*/ 856482 w 932895"/>
                <a:gd name="connsiteY63" fmla="*/ 497178 h 767574"/>
                <a:gd name="connsiteX64" fmla="*/ 868799 w 932895"/>
                <a:gd name="connsiteY64" fmla="*/ 414717 h 767574"/>
                <a:gd name="connsiteX65" fmla="*/ 677790 w 932895"/>
                <a:gd name="connsiteY65" fmla="*/ 414717 h 767574"/>
                <a:gd name="connsiteX66" fmla="*/ 677790 w 932895"/>
                <a:gd name="connsiteY66" fmla="*/ 282220 h 767574"/>
                <a:gd name="connsiteX67" fmla="*/ 868799 w 932895"/>
                <a:gd name="connsiteY67" fmla="*/ 282220 h 767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932895" h="767574">
                  <a:moveTo>
                    <a:pt x="847155" y="219867"/>
                  </a:moveTo>
                  <a:lnTo>
                    <a:pt x="790700" y="219867"/>
                  </a:lnTo>
                  <a:lnTo>
                    <a:pt x="790700" y="121743"/>
                  </a:lnTo>
                  <a:cubicBezTo>
                    <a:pt x="790618" y="54538"/>
                    <a:pt x="736165" y="77"/>
                    <a:pt x="668957" y="0"/>
                  </a:cubicBezTo>
                  <a:lnTo>
                    <a:pt x="173645" y="0"/>
                  </a:lnTo>
                  <a:cubicBezTo>
                    <a:pt x="106436" y="77"/>
                    <a:pt x="51984" y="54543"/>
                    <a:pt x="51929" y="121743"/>
                  </a:cubicBezTo>
                  <a:lnTo>
                    <a:pt x="51929" y="326304"/>
                  </a:lnTo>
                  <a:cubicBezTo>
                    <a:pt x="22055" y="328196"/>
                    <a:pt x="0" y="334835"/>
                    <a:pt x="0" y="342763"/>
                  </a:cubicBezTo>
                  <a:cubicBezTo>
                    <a:pt x="0" y="352117"/>
                    <a:pt x="31026" y="359688"/>
                    <a:pt x="69321" y="359688"/>
                  </a:cubicBezTo>
                  <a:cubicBezTo>
                    <a:pt x="107616" y="359688"/>
                    <a:pt x="138614" y="352117"/>
                    <a:pt x="138614" y="342763"/>
                  </a:cubicBezTo>
                  <a:cubicBezTo>
                    <a:pt x="138614" y="334890"/>
                    <a:pt x="116668" y="328251"/>
                    <a:pt x="86685" y="326304"/>
                  </a:cubicBezTo>
                  <a:lnTo>
                    <a:pt x="86685" y="121743"/>
                  </a:lnTo>
                  <a:cubicBezTo>
                    <a:pt x="86740" y="73743"/>
                    <a:pt x="125639" y="34844"/>
                    <a:pt x="173645" y="34784"/>
                  </a:cubicBezTo>
                  <a:lnTo>
                    <a:pt x="668957" y="34784"/>
                  </a:lnTo>
                  <a:cubicBezTo>
                    <a:pt x="716963" y="34844"/>
                    <a:pt x="755861" y="73743"/>
                    <a:pt x="755916" y="121743"/>
                  </a:cubicBezTo>
                  <a:lnTo>
                    <a:pt x="755916" y="219867"/>
                  </a:lnTo>
                  <a:lnTo>
                    <a:pt x="699516" y="219867"/>
                  </a:lnTo>
                  <a:cubicBezTo>
                    <a:pt x="652113" y="219870"/>
                    <a:pt x="613709" y="258289"/>
                    <a:pt x="613709" y="305678"/>
                  </a:cubicBezTo>
                  <a:cubicBezTo>
                    <a:pt x="613709" y="311381"/>
                    <a:pt x="614285" y="317067"/>
                    <a:pt x="615409" y="322655"/>
                  </a:cubicBezTo>
                  <a:lnTo>
                    <a:pt x="659301" y="540301"/>
                  </a:lnTo>
                  <a:lnTo>
                    <a:pt x="659301" y="709611"/>
                  </a:lnTo>
                  <a:cubicBezTo>
                    <a:pt x="659301" y="741624"/>
                    <a:pt x="685252" y="767575"/>
                    <a:pt x="717264" y="767575"/>
                  </a:cubicBezTo>
                  <a:lnTo>
                    <a:pt x="829324" y="767575"/>
                  </a:lnTo>
                  <a:cubicBezTo>
                    <a:pt x="861337" y="767575"/>
                    <a:pt x="887288" y="741624"/>
                    <a:pt x="887288" y="709611"/>
                  </a:cubicBezTo>
                  <a:lnTo>
                    <a:pt x="887288" y="540301"/>
                  </a:lnTo>
                  <a:lnTo>
                    <a:pt x="931179" y="322655"/>
                  </a:lnTo>
                  <a:cubicBezTo>
                    <a:pt x="940561" y="276221"/>
                    <a:pt x="910551" y="230964"/>
                    <a:pt x="864108" y="221571"/>
                  </a:cubicBezTo>
                  <a:cubicBezTo>
                    <a:pt x="858539" y="220441"/>
                    <a:pt x="852861" y="219870"/>
                    <a:pt x="847155" y="219867"/>
                  </a:cubicBezTo>
                  <a:close/>
                  <a:moveTo>
                    <a:pt x="733258" y="686760"/>
                  </a:moveTo>
                  <a:lnTo>
                    <a:pt x="690107" y="686760"/>
                  </a:lnTo>
                  <a:lnTo>
                    <a:pt x="690107" y="643774"/>
                  </a:lnTo>
                  <a:lnTo>
                    <a:pt x="733258" y="643774"/>
                  </a:lnTo>
                  <a:close/>
                  <a:moveTo>
                    <a:pt x="733258" y="613544"/>
                  </a:moveTo>
                  <a:lnTo>
                    <a:pt x="690107" y="613544"/>
                  </a:lnTo>
                  <a:lnTo>
                    <a:pt x="690107" y="570394"/>
                  </a:lnTo>
                  <a:lnTo>
                    <a:pt x="733258" y="570394"/>
                  </a:lnTo>
                  <a:close/>
                  <a:moveTo>
                    <a:pt x="733258" y="540301"/>
                  </a:moveTo>
                  <a:lnTo>
                    <a:pt x="690107" y="540301"/>
                  </a:lnTo>
                  <a:lnTo>
                    <a:pt x="690107" y="497178"/>
                  </a:lnTo>
                  <a:lnTo>
                    <a:pt x="733258" y="497178"/>
                  </a:lnTo>
                  <a:close/>
                  <a:moveTo>
                    <a:pt x="794870" y="686760"/>
                  </a:moveTo>
                  <a:lnTo>
                    <a:pt x="751637" y="686760"/>
                  </a:lnTo>
                  <a:lnTo>
                    <a:pt x="751637" y="643774"/>
                  </a:lnTo>
                  <a:lnTo>
                    <a:pt x="794760" y="643774"/>
                  </a:lnTo>
                  <a:close/>
                  <a:moveTo>
                    <a:pt x="794870" y="613544"/>
                  </a:moveTo>
                  <a:lnTo>
                    <a:pt x="751637" y="613544"/>
                  </a:lnTo>
                  <a:lnTo>
                    <a:pt x="751637" y="570394"/>
                  </a:lnTo>
                  <a:lnTo>
                    <a:pt x="794760" y="570394"/>
                  </a:lnTo>
                  <a:close/>
                  <a:moveTo>
                    <a:pt x="794870" y="540301"/>
                  </a:moveTo>
                  <a:lnTo>
                    <a:pt x="751637" y="540301"/>
                  </a:lnTo>
                  <a:lnTo>
                    <a:pt x="751637" y="497178"/>
                  </a:lnTo>
                  <a:lnTo>
                    <a:pt x="794760" y="497178"/>
                  </a:lnTo>
                  <a:close/>
                  <a:moveTo>
                    <a:pt x="856482" y="686760"/>
                  </a:moveTo>
                  <a:lnTo>
                    <a:pt x="813359" y="686760"/>
                  </a:lnTo>
                  <a:lnTo>
                    <a:pt x="813359" y="643774"/>
                  </a:lnTo>
                  <a:lnTo>
                    <a:pt x="856482" y="643774"/>
                  </a:lnTo>
                  <a:close/>
                  <a:moveTo>
                    <a:pt x="856482" y="613544"/>
                  </a:moveTo>
                  <a:lnTo>
                    <a:pt x="813359" y="613544"/>
                  </a:lnTo>
                  <a:lnTo>
                    <a:pt x="813359" y="570394"/>
                  </a:lnTo>
                  <a:lnTo>
                    <a:pt x="856482" y="570394"/>
                  </a:lnTo>
                  <a:close/>
                  <a:moveTo>
                    <a:pt x="856482" y="540301"/>
                  </a:moveTo>
                  <a:lnTo>
                    <a:pt x="813359" y="540301"/>
                  </a:lnTo>
                  <a:lnTo>
                    <a:pt x="813359" y="497178"/>
                  </a:lnTo>
                  <a:lnTo>
                    <a:pt x="856482" y="497178"/>
                  </a:lnTo>
                  <a:close/>
                  <a:moveTo>
                    <a:pt x="868799" y="414717"/>
                  </a:moveTo>
                  <a:lnTo>
                    <a:pt x="677790" y="414717"/>
                  </a:lnTo>
                  <a:lnTo>
                    <a:pt x="677790" y="282220"/>
                  </a:lnTo>
                  <a:lnTo>
                    <a:pt x="868799" y="282220"/>
                  </a:lnTo>
                  <a:close/>
                </a:path>
              </a:pathLst>
            </a:custGeom>
            <a:solidFill>
              <a:srgbClr val="39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DD95F2A-34A0-5846-E8FC-9BF91CD3F4F6}"/>
              </a:ext>
            </a:extLst>
          </p:cNvPr>
          <p:cNvGrpSpPr/>
          <p:nvPr/>
        </p:nvGrpSpPr>
        <p:grpSpPr>
          <a:xfrm>
            <a:off x="3525823" y="4651613"/>
            <a:ext cx="628895" cy="654993"/>
            <a:chOff x="7112966" y="2186961"/>
            <a:chExt cx="960431" cy="1000287"/>
          </a:xfrm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20B98CA-D8F1-2DED-5C1C-3914B5011EA2}"/>
                </a:ext>
              </a:extLst>
            </p:cNvPr>
            <p:cNvSpPr/>
            <p:nvPr/>
          </p:nvSpPr>
          <p:spPr>
            <a:xfrm>
              <a:off x="7337771" y="2561737"/>
              <a:ext cx="510704" cy="182026"/>
            </a:xfrm>
            <a:custGeom>
              <a:avLst/>
              <a:gdLst>
                <a:gd name="connsiteX0" fmla="*/ 104152 w 510704"/>
                <a:gd name="connsiteY0" fmla="*/ 138284 h 182026"/>
                <a:gd name="connsiteX1" fmla="*/ 494372 w 510704"/>
                <a:gd name="connsiteY1" fmla="*/ 50175 h 182026"/>
                <a:gd name="connsiteX2" fmla="*/ 508665 w 510704"/>
                <a:gd name="connsiteY2" fmla="*/ 24743 h 182026"/>
                <a:gd name="connsiteX3" fmla="*/ 501971 w 510704"/>
                <a:gd name="connsiteY3" fmla="*/ 2043 h 182026"/>
                <a:gd name="connsiteX4" fmla="*/ 479284 w 510704"/>
                <a:gd name="connsiteY4" fmla="*/ 8731 h 182026"/>
                <a:gd name="connsiteX5" fmla="*/ 478708 w 510704"/>
                <a:gd name="connsiteY5" fmla="*/ 9875 h 182026"/>
                <a:gd name="connsiteX6" fmla="*/ 144450 w 510704"/>
                <a:gd name="connsiteY6" fmla="*/ 122582 h 182026"/>
                <a:gd name="connsiteX7" fmla="*/ 31731 w 510704"/>
                <a:gd name="connsiteY7" fmla="*/ 9875 h 182026"/>
                <a:gd name="connsiteX8" fmla="*/ 9292 w 510704"/>
                <a:gd name="connsiteY8" fmla="*/ 2318 h 182026"/>
                <a:gd name="connsiteX9" fmla="*/ 1748 w 510704"/>
                <a:gd name="connsiteY9" fmla="*/ 24743 h 182026"/>
                <a:gd name="connsiteX10" fmla="*/ 104152 w 510704"/>
                <a:gd name="connsiteY10" fmla="*/ 138284 h 18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0704" h="182026">
                  <a:moveTo>
                    <a:pt x="104152" y="138284"/>
                  </a:moveTo>
                  <a:cubicBezTo>
                    <a:pt x="236237" y="221705"/>
                    <a:pt x="410951" y="182258"/>
                    <a:pt x="494372" y="50175"/>
                  </a:cubicBezTo>
                  <a:cubicBezTo>
                    <a:pt x="499584" y="41949"/>
                    <a:pt x="504330" y="33461"/>
                    <a:pt x="508665" y="24743"/>
                  </a:cubicBezTo>
                  <a:cubicBezTo>
                    <a:pt x="513081" y="16629"/>
                    <a:pt x="510091" y="6465"/>
                    <a:pt x="501971" y="2043"/>
                  </a:cubicBezTo>
                  <a:cubicBezTo>
                    <a:pt x="493851" y="-2379"/>
                    <a:pt x="483701" y="614"/>
                    <a:pt x="479284" y="8731"/>
                  </a:cubicBezTo>
                  <a:cubicBezTo>
                    <a:pt x="479065" y="9104"/>
                    <a:pt x="478873" y="9486"/>
                    <a:pt x="478708" y="9875"/>
                  </a:cubicBezTo>
                  <a:cubicBezTo>
                    <a:pt x="417535" y="133305"/>
                    <a:pt x="267866" y="183767"/>
                    <a:pt x="144450" y="122582"/>
                  </a:cubicBezTo>
                  <a:cubicBezTo>
                    <a:pt x="95566" y="98349"/>
                    <a:pt x="55954" y="58759"/>
                    <a:pt x="31731" y="9875"/>
                  </a:cubicBezTo>
                  <a:cubicBezTo>
                    <a:pt x="27617" y="1596"/>
                    <a:pt x="17577" y="-1789"/>
                    <a:pt x="9292" y="2318"/>
                  </a:cubicBezTo>
                  <a:cubicBezTo>
                    <a:pt x="1035" y="6424"/>
                    <a:pt x="-2366" y="16464"/>
                    <a:pt x="1748" y="24743"/>
                  </a:cubicBezTo>
                  <a:cubicBezTo>
                    <a:pt x="24819" y="71263"/>
                    <a:pt x="60260" y="110540"/>
                    <a:pt x="104152" y="138284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6E2859E-A9CD-C114-502E-13B7625C6C51}"/>
                </a:ext>
              </a:extLst>
            </p:cNvPr>
            <p:cNvSpPr/>
            <p:nvPr/>
          </p:nvSpPr>
          <p:spPr>
            <a:xfrm>
              <a:off x="7452684" y="2504705"/>
              <a:ext cx="280577" cy="110470"/>
            </a:xfrm>
            <a:custGeom>
              <a:avLst/>
              <a:gdLst>
                <a:gd name="connsiteX0" fmla="*/ 140307 w 280577"/>
                <a:gd name="connsiteY0" fmla="*/ 110469 h 110470"/>
                <a:gd name="connsiteX1" fmla="*/ 278537 w 280577"/>
                <a:gd name="connsiteY1" fmla="*/ 24744 h 110470"/>
                <a:gd name="connsiteX2" fmla="*/ 271843 w 280577"/>
                <a:gd name="connsiteY2" fmla="*/ 2044 h 110470"/>
                <a:gd name="connsiteX3" fmla="*/ 249157 w 280577"/>
                <a:gd name="connsiteY3" fmla="*/ 8732 h 110470"/>
                <a:gd name="connsiteX4" fmla="*/ 248581 w 280577"/>
                <a:gd name="connsiteY4" fmla="*/ 9876 h 110470"/>
                <a:gd name="connsiteX5" fmla="*/ 86541 w 280577"/>
                <a:gd name="connsiteY5" fmla="*/ 64417 h 110470"/>
                <a:gd name="connsiteX6" fmla="*/ 32006 w 280577"/>
                <a:gd name="connsiteY6" fmla="*/ 9876 h 110470"/>
                <a:gd name="connsiteX7" fmla="*/ 9868 w 280577"/>
                <a:gd name="connsiteY7" fmla="*/ 1477 h 110470"/>
                <a:gd name="connsiteX8" fmla="*/ 1474 w 280577"/>
                <a:gd name="connsiteY8" fmla="*/ 23601 h 110470"/>
                <a:gd name="connsiteX9" fmla="*/ 2050 w 280577"/>
                <a:gd name="connsiteY9" fmla="*/ 24744 h 110470"/>
                <a:gd name="connsiteX10" fmla="*/ 140307 w 280577"/>
                <a:gd name="connsiteY10" fmla="*/ 110469 h 11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0577" h="110470">
                  <a:moveTo>
                    <a:pt x="140307" y="110469"/>
                  </a:moveTo>
                  <a:cubicBezTo>
                    <a:pt x="198984" y="110678"/>
                    <a:pt x="252641" y="77403"/>
                    <a:pt x="278537" y="24744"/>
                  </a:cubicBezTo>
                  <a:cubicBezTo>
                    <a:pt x="282953" y="16630"/>
                    <a:pt x="279964" y="6466"/>
                    <a:pt x="271843" y="2044"/>
                  </a:cubicBezTo>
                  <a:cubicBezTo>
                    <a:pt x="263724" y="-2378"/>
                    <a:pt x="253574" y="615"/>
                    <a:pt x="249157" y="8732"/>
                  </a:cubicBezTo>
                  <a:cubicBezTo>
                    <a:pt x="248938" y="9105"/>
                    <a:pt x="248746" y="9487"/>
                    <a:pt x="248581" y="9876"/>
                  </a:cubicBezTo>
                  <a:cubicBezTo>
                    <a:pt x="218900" y="69681"/>
                    <a:pt x="146342" y="94101"/>
                    <a:pt x="86541" y="64417"/>
                  </a:cubicBezTo>
                  <a:cubicBezTo>
                    <a:pt x="62894" y="52678"/>
                    <a:pt x="43747" y="33523"/>
                    <a:pt x="32006" y="9876"/>
                  </a:cubicBezTo>
                  <a:cubicBezTo>
                    <a:pt x="28220" y="1446"/>
                    <a:pt x="18317" y="-2315"/>
                    <a:pt x="9868" y="1477"/>
                  </a:cubicBezTo>
                  <a:cubicBezTo>
                    <a:pt x="1447" y="5265"/>
                    <a:pt x="-2312" y="15171"/>
                    <a:pt x="1474" y="23601"/>
                  </a:cubicBezTo>
                  <a:cubicBezTo>
                    <a:pt x="1666" y="23987"/>
                    <a:pt x="1858" y="24371"/>
                    <a:pt x="2050" y="24744"/>
                  </a:cubicBezTo>
                  <a:cubicBezTo>
                    <a:pt x="27973" y="77378"/>
                    <a:pt x="81630" y="110642"/>
                    <a:pt x="140307" y="110469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0D6FD1D-4289-3E9A-BF00-085CF7C1866A}"/>
                </a:ext>
              </a:extLst>
            </p:cNvPr>
            <p:cNvSpPr/>
            <p:nvPr/>
          </p:nvSpPr>
          <p:spPr>
            <a:xfrm>
              <a:off x="7112966" y="2675348"/>
              <a:ext cx="960431" cy="319361"/>
            </a:xfrm>
            <a:custGeom>
              <a:avLst/>
              <a:gdLst>
                <a:gd name="connsiteX0" fmla="*/ 951115 w 960431"/>
                <a:gd name="connsiteY0" fmla="*/ 1767 h 319361"/>
                <a:gd name="connsiteX1" fmla="*/ 928511 w 960431"/>
                <a:gd name="connsiteY1" fmla="*/ 9363 h 319361"/>
                <a:gd name="connsiteX2" fmla="*/ 928483 w 960431"/>
                <a:gd name="connsiteY2" fmla="*/ 9394 h 319361"/>
                <a:gd name="connsiteX3" fmla="*/ 668565 w 960431"/>
                <a:gd name="connsiteY3" fmla="*/ 251207 h 319361"/>
                <a:gd name="connsiteX4" fmla="*/ 480025 w 960431"/>
                <a:gd name="connsiteY4" fmla="*/ 286868 h 319361"/>
                <a:gd name="connsiteX5" fmla="*/ 298370 w 960431"/>
                <a:gd name="connsiteY5" fmla="*/ 253950 h 319361"/>
                <a:gd name="connsiteX6" fmla="*/ 31539 w 960431"/>
                <a:gd name="connsiteY6" fmla="*/ 9421 h 319361"/>
                <a:gd name="connsiteX7" fmla="*/ 8524 w 960431"/>
                <a:gd name="connsiteY7" fmla="*/ 3092 h 319361"/>
                <a:gd name="connsiteX8" fmla="*/ 1364 w 960431"/>
                <a:gd name="connsiteY8" fmla="*/ 24399 h 319361"/>
                <a:gd name="connsiteX9" fmla="*/ 292308 w 960431"/>
                <a:gd name="connsiteY9" fmla="*/ 287307 h 319361"/>
                <a:gd name="connsiteX10" fmla="*/ 668977 w 960431"/>
                <a:gd name="connsiteY10" fmla="*/ 286841 h 319361"/>
                <a:gd name="connsiteX11" fmla="*/ 958713 w 960431"/>
                <a:gd name="connsiteY11" fmla="*/ 24262 h 319361"/>
                <a:gd name="connsiteX12" fmla="*/ 951115 w 960431"/>
                <a:gd name="connsiteY12" fmla="*/ 1767 h 31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0431" h="319361">
                  <a:moveTo>
                    <a:pt x="951115" y="1767"/>
                  </a:moveTo>
                  <a:cubicBezTo>
                    <a:pt x="942775" y="-2380"/>
                    <a:pt x="932653" y="1021"/>
                    <a:pt x="928511" y="9363"/>
                  </a:cubicBezTo>
                  <a:cubicBezTo>
                    <a:pt x="928483" y="9374"/>
                    <a:pt x="928483" y="9383"/>
                    <a:pt x="928483" y="9394"/>
                  </a:cubicBezTo>
                  <a:cubicBezTo>
                    <a:pt x="874470" y="119177"/>
                    <a:pt x="781969" y="205258"/>
                    <a:pt x="668565" y="251207"/>
                  </a:cubicBezTo>
                  <a:cubicBezTo>
                    <a:pt x="619380" y="271232"/>
                    <a:pt x="549703" y="286512"/>
                    <a:pt x="480025" y="286868"/>
                  </a:cubicBezTo>
                  <a:cubicBezTo>
                    <a:pt x="413640" y="287280"/>
                    <a:pt x="347199" y="273811"/>
                    <a:pt x="298370" y="253950"/>
                  </a:cubicBezTo>
                  <a:cubicBezTo>
                    <a:pt x="181921" y="208797"/>
                    <a:pt x="86678" y="121508"/>
                    <a:pt x="31539" y="9421"/>
                  </a:cubicBezTo>
                  <a:cubicBezTo>
                    <a:pt x="26931" y="1320"/>
                    <a:pt x="16644" y="-1511"/>
                    <a:pt x="8524" y="3092"/>
                  </a:cubicBezTo>
                  <a:cubicBezTo>
                    <a:pt x="1062" y="7336"/>
                    <a:pt x="-2010" y="16507"/>
                    <a:pt x="1364" y="24399"/>
                  </a:cubicBezTo>
                  <a:cubicBezTo>
                    <a:pt x="61522" y="145731"/>
                    <a:pt x="165517" y="239685"/>
                    <a:pt x="292308" y="287307"/>
                  </a:cubicBezTo>
                  <a:cubicBezTo>
                    <a:pt x="398442" y="326151"/>
                    <a:pt x="533161" y="333942"/>
                    <a:pt x="668977" y="286841"/>
                  </a:cubicBezTo>
                  <a:cubicBezTo>
                    <a:pt x="795273" y="239054"/>
                    <a:pt x="898775" y="145237"/>
                    <a:pt x="958713" y="24262"/>
                  </a:cubicBezTo>
                  <a:cubicBezTo>
                    <a:pt x="962773" y="15950"/>
                    <a:pt x="959399" y="5913"/>
                    <a:pt x="951115" y="1767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55E3298-7F48-ED3E-7AA1-5CAC3FF42F16}"/>
                </a:ext>
              </a:extLst>
            </p:cNvPr>
            <p:cNvSpPr/>
            <p:nvPr/>
          </p:nvSpPr>
          <p:spPr>
            <a:xfrm>
              <a:off x="7226157" y="2618078"/>
              <a:ext cx="732968" cy="252591"/>
            </a:xfrm>
            <a:custGeom>
              <a:avLst/>
              <a:gdLst>
                <a:gd name="connsiteX0" fmla="*/ 149381 w 732968"/>
                <a:gd name="connsiteY0" fmla="*/ 188682 h 252591"/>
                <a:gd name="connsiteX1" fmla="*/ 285252 w 732968"/>
                <a:gd name="connsiteY1" fmla="*/ 243326 h 252591"/>
                <a:gd name="connsiteX2" fmla="*/ 448390 w 732968"/>
                <a:gd name="connsiteY2" fmla="*/ 243326 h 252591"/>
                <a:gd name="connsiteX3" fmla="*/ 731598 w 732968"/>
                <a:gd name="connsiteY3" fmla="*/ 25214 h 252591"/>
                <a:gd name="connsiteX4" fmla="*/ 722737 w 732968"/>
                <a:gd name="connsiteY4" fmla="*/ 3066 h 252591"/>
                <a:gd name="connsiteX5" fmla="*/ 701423 w 732968"/>
                <a:gd name="connsiteY5" fmla="*/ 10236 h 252591"/>
                <a:gd name="connsiteX6" fmla="*/ 466303 w 732968"/>
                <a:gd name="connsiteY6" fmla="*/ 204510 h 252591"/>
                <a:gd name="connsiteX7" fmla="*/ 256256 w 732968"/>
                <a:gd name="connsiteY7" fmla="*/ 201218 h 252591"/>
                <a:gd name="connsiteX8" fmla="*/ 32384 w 732968"/>
                <a:gd name="connsiteY8" fmla="*/ 10236 h 252591"/>
                <a:gd name="connsiteX9" fmla="*/ 10246 w 732968"/>
                <a:gd name="connsiteY9" fmla="*/ 1365 h 252591"/>
                <a:gd name="connsiteX10" fmla="*/ 1358 w 732968"/>
                <a:gd name="connsiteY10" fmla="*/ 23514 h 252591"/>
                <a:gd name="connsiteX11" fmla="*/ 2209 w 732968"/>
                <a:gd name="connsiteY11" fmla="*/ 25214 h 252591"/>
                <a:gd name="connsiteX12" fmla="*/ 149381 w 732968"/>
                <a:gd name="connsiteY12" fmla="*/ 188682 h 252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2968" h="252591">
                  <a:moveTo>
                    <a:pt x="149381" y="188682"/>
                  </a:moveTo>
                  <a:cubicBezTo>
                    <a:pt x="190968" y="215016"/>
                    <a:pt x="237026" y="233533"/>
                    <a:pt x="285252" y="243326"/>
                  </a:cubicBezTo>
                  <a:cubicBezTo>
                    <a:pt x="366835" y="264174"/>
                    <a:pt x="448390" y="243326"/>
                    <a:pt x="448390" y="243326"/>
                  </a:cubicBezTo>
                  <a:cubicBezTo>
                    <a:pt x="571395" y="218226"/>
                    <a:pt x="675911" y="137713"/>
                    <a:pt x="731598" y="25214"/>
                  </a:cubicBezTo>
                  <a:cubicBezTo>
                    <a:pt x="735274" y="16647"/>
                    <a:pt x="731296" y="6733"/>
                    <a:pt x="722737" y="3066"/>
                  </a:cubicBezTo>
                  <a:cubicBezTo>
                    <a:pt x="714837" y="-314"/>
                    <a:pt x="705675" y="2775"/>
                    <a:pt x="701423" y="10236"/>
                  </a:cubicBezTo>
                  <a:cubicBezTo>
                    <a:pt x="654542" y="105722"/>
                    <a:pt x="568926" y="176474"/>
                    <a:pt x="466303" y="204510"/>
                  </a:cubicBezTo>
                  <a:cubicBezTo>
                    <a:pt x="413195" y="216772"/>
                    <a:pt x="364311" y="232847"/>
                    <a:pt x="256256" y="201218"/>
                  </a:cubicBezTo>
                  <a:cubicBezTo>
                    <a:pt x="158489" y="171153"/>
                    <a:pt x="77482" y="102038"/>
                    <a:pt x="32384" y="10236"/>
                  </a:cubicBezTo>
                  <a:cubicBezTo>
                    <a:pt x="28708" y="1669"/>
                    <a:pt x="18805" y="-2300"/>
                    <a:pt x="10246" y="1365"/>
                  </a:cubicBezTo>
                  <a:cubicBezTo>
                    <a:pt x="1660" y="5033"/>
                    <a:pt x="-2291" y="14949"/>
                    <a:pt x="1358" y="23514"/>
                  </a:cubicBezTo>
                  <a:cubicBezTo>
                    <a:pt x="1605" y="24098"/>
                    <a:pt x="1907" y="24663"/>
                    <a:pt x="2209" y="25214"/>
                  </a:cubicBezTo>
                  <a:cubicBezTo>
                    <a:pt x="35347" y="92162"/>
                    <a:pt x="86260" y="148713"/>
                    <a:pt x="149381" y="188682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982B78A-ABB3-E3A6-77BA-55F8A50BE4EB}"/>
                </a:ext>
              </a:extLst>
            </p:cNvPr>
            <p:cNvSpPr/>
            <p:nvPr/>
          </p:nvSpPr>
          <p:spPr>
            <a:xfrm>
              <a:off x="7398114" y="2367038"/>
              <a:ext cx="389699" cy="60620"/>
            </a:xfrm>
            <a:custGeom>
              <a:avLst/>
              <a:gdLst>
                <a:gd name="connsiteX0" fmla="*/ 0 w 389699"/>
                <a:gd name="connsiteY0" fmla="*/ 14 h 60620"/>
                <a:gd name="connsiteX1" fmla="*/ 17145 w 389699"/>
                <a:gd name="connsiteY1" fmla="*/ 22864 h 60620"/>
                <a:gd name="connsiteX2" fmla="*/ 86466 w 389699"/>
                <a:gd name="connsiteY2" fmla="*/ 51394 h 60620"/>
                <a:gd name="connsiteX3" fmla="*/ 253445 w 389699"/>
                <a:gd name="connsiteY3" fmla="*/ 60007 h 60620"/>
                <a:gd name="connsiteX4" fmla="*/ 335741 w 389699"/>
                <a:gd name="connsiteY4" fmla="*/ 38309 h 60620"/>
                <a:gd name="connsiteX5" fmla="*/ 372527 w 389699"/>
                <a:gd name="connsiteY5" fmla="*/ 22864 h 60620"/>
                <a:gd name="connsiteX6" fmla="*/ 389699 w 389699"/>
                <a:gd name="connsiteY6" fmla="*/ 14 h 60620"/>
                <a:gd name="connsiteX7" fmla="*/ 288941 w 389699"/>
                <a:gd name="connsiteY7" fmla="*/ 7228 h 60620"/>
                <a:gd name="connsiteX8" fmla="*/ 34290 w 389699"/>
                <a:gd name="connsiteY8" fmla="*/ 452 h 6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99" h="60620">
                  <a:moveTo>
                    <a:pt x="0" y="14"/>
                  </a:moveTo>
                  <a:lnTo>
                    <a:pt x="17145" y="22864"/>
                  </a:lnTo>
                  <a:cubicBezTo>
                    <a:pt x="17145" y="22864"/>
                    <a:pt x="67373" y="51037"/>
                    <a:pt x="86466" y="51394"/>
                  </a:cubicBezTo>
                  <a:cubicBezTo>
                    <a:pt x="105558" y="51750"/>
                    <a:pt x="235093" y="63381"/>
                    <a:pt x="253445" y="60007"/>
                  </a:cubicBezTo>
                  <a:cubicBezTo>
                    <a:pt x="271796" y="56633"/>
                    <a:pt x="333546" y="40174"/>
                    <a:pt x="335741" y="38309"/>
                  </a:cubicBezTo>
                  <a:cubicBezTo>
                    <a:pt x="337935" y="36443"/>
                    <a:pt x="372527" y="22864"/>
                    <a:pt x="372527" y="22864"/>
                  </a:cubicBezTo>
                  <a:lnTo>
                    <a:pt x="389699" y="14"/>
                  </a:lnTo>
                  <a:cubicBezTo>
                    <a:pt x="389699" y="14"/>
                    <a:pt x="315167" y="-645"/>
                    <a:pt x="288941" y="7228"/>
                  </a:cubicBezTo>
                  <a:cubicBezTo>
                    <a:pt x="262716" y="15101"/>
                    <a:pt x="34290" y="452"/>
                    <a:pt x="34290" y="452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C8A2544-C65F-E728-05BA-65C5AFF16931}"/>
                </a:ext>
              </a:extLst>
            </p:cNvPr>
            <p:cNvSpPr/>
            <p:nvPr/>
          </p:nvSpPr>
          <p:spPr>
            <a:xfrm>
              <a:off x="7332469" y="2271863"/>
              <a:ext cx="518903" cy="95704"/>
            </a:xfrm>
            <a:custGeom>
              <a:avLst/>
              <a:gdLst>
                <a:gd name="connsiteX0" fmla="*/ 0 w 518903"/>
                <a:gd name="connsiteY0" fmla="*/ 27 h 95704"/>
                <a:gd name="connsiteX1" fmla="*/ 30888 w 518903"/>
                <a:gd name="connsiteY1" fmla="*/ 48884 h 95704"/>
                <a:gd name="connsiteX2" fmla="*/ 116559 w 518903"/>
                <a:gd name="connsiteY2" fmla="*/ 88523 h 95704"/>
                <a:gd name="connsiteX3" fmla="*/ 341200 w 518903"/>
                <a:gd name="connsiteY3" fmla="*/ 95189 h 95704"/>
                <a:gd name="connsiteX4" fmla="*/ 454631 w 518903"/>
                <a:gd name="connsiteY4" fmla="*/ 82817 h 95704"/>
                <a:gd name="connsiteX5" fmla="*/ 491115 w 518903"/>
                <a:gd name="connsiteY5" fmla="*/ 47677 h 95704"/>
                <a:gd name="connsiteX6" fmla="*/ 518904 w 518903"/>
                <a:gd name="connsiteY6" fmla="*/ 3786 h 95704"/>
                <a:gd name="connsiteX7" fmla="*/ 110962 w 518903"/>
                <a:gd name="connsiteY7" fmla="*/ 0 h 9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8903" h="95704">
                  <a:moveTo>
                    <a:pt x="0" y="27"/>
                  </a:moveTo>
                  <a:lnTo>
                    <a:pt x="30888" y="48884"/>
                  </a:lnTo>
                  <a:cubicBezTo>
                    <a:pt x="30888" y="48884"/>
                    <a:pt x="107012" y="88578"/>
                    <a:pt x="116559" y="88523"/>
                  </a:cubicBezTo>
                  <a:cubicBezTo>
                    <a:pt x="126105" y="88468"/>
                    <a:pt x="321558" y="97987"/>
                    <a:pt x="341200" y="95189"/>
                  </a:cubicBezTo>
                  <a:cubicBezTo>
                    <a:pt x="360841" y="92391"/>
                    <a:pt x="454631" y="82817"/>
                    <a:pt x="454631" y="82817"/>
                  </a:cubicBezTo>
                  <a:lnTo>
                    <a:pt x="491115" y="47677"/>
                  </a:lnTo>
                  <a:lnTo>
                    <a:pt x="518904" y="3786"/>
                  </a:lnTo>
                  <a:lnTo>
                    <a:pt x="110962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EF1EA74A-D4C7-C6F6-8110-595773372B8A}"/>
                </a:ext>
              </a:extLst>
            </p:cNvPr>
            <p:cNvSpPr/>
            <p:nvPr/>
          </p:nvSpPr>
          <p:spPr>
            <a:xfrm>
              <a:off x="7330687" y="2186961"/>
              <a:ext cx="524582" cy="151205"/>
            </a:xfrm>
            <a:custGeom>
              <a:avLst/>
              <a:gdLst>
                <a:gd name="connsiteX0" fmla="*/ 262304 w 524582"/>
                <a:gd name="connsiteY0" fmla="*/ 151205 h 151205"/>
                <a:gd name="connsiteX1" fmla="*/ 511305 w 524582"/>
                <a:gd name="connsiteY1" fmla="*/ 99414 h 151205"/>
                <a:gd name="connsiteX2" fmla="*/ 524582 w 524582"/>
                <a:gd name="connsiteY2" fmla="*/ 75603 h 151205"/>
                <a:gd name="connsiteX3" fmla="*/ 262304 w 524582"/>
                <a:gd name="connsiteY3" fmla="*/ 0 h 151205"/>
                <a:gd name="connsiteX4" fmla="*/ 0 w 524582"/>
                <a:gd name="connsiteY4" fmla="*/ 75603 h 151205"/>
                <a:gd name="connsiteX5" fmla="*/ 3264 w 524582"/>
                <a:gd name="connsiteY5" fmla="*/ 88331 h 151205"/>
                <a:gd name="connsiteX6" fmla="*/ 13277 w 524582"/>
                <a:gd name="connsiteY6" fmla="*/ 99304 h 151205"/>
                <a:gd name="connsiteX7" fmla="*/ 262304 w 524582"/>
                <a:gd name="connsiteY7" fmla="*/ 151205 h 15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82" h="151205">
                  <a:moveTo>
                    <a:pt x="262304" y="151205"/>
                  </a:moveTo>
                  <a:cubicBezTo>
                    <a:pt x="378315" y="151205"/>
                    <a:pt x="476713" y="129507"/>
                    <a:pt x="511305" y="99414"/>
                  </a:cubicBezTo>
                  <a:cubicBezTo>
                    <a:pt x="519919" y="91925"/>
                    <a:pt x="524582" y="83915"/>
                    <a:pt x="524582" y="75603"/>
                  </a:cubicBezTo>
                  <a:cubicBezTo>
                    <a:pt x="524582" y="33851"/>
                    <a:pt x="407146" y="0"/>
                    <a:pt x="262304" y="0"/>
                  </a:cubicBezTo>
                  <a:cubicBezTo>
                    <a:pt x="117463" y="0"/>
                    <a:pt x="0" y="33851"/>
                    <a:pt x="0" y="75603"/>
                  </a:cubicBezTo>
                  <a:cubicBezTo>
                    <a:pt x="164" y="80030"/>
                    <a:pt x="1289" y="84370"/>
                    <a:pt x="3264" y="88331"/>
                  </a:cubicBezTo>
                  <a:cubicBezTo>
                    <a:pt x="6062" y="92438"/>
                    <a:pt x="9436" y="96130"/>
                    <a:pt x="13277" y="99304"/>
                  </a:cubicBezTo>
                  <a:cubicBezTo>
                    <a:pt x="47869" y="129507"/>
                    <a:pt x="146294" y="151205"/>
                    <a:pt x="262304" y="151205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53BC846-08AD-F225-F3DF-8C7DA0C3797C}"/>
                </a:ext>
              </a:extLst>
            </p:cNvPr>
            <p:cNvSpPr/>
            <p:nvPr/>
          </p:nvSpPr>
          <p:spPr>
            <a:xfrm>
              <a:off x="7362398" y="2319457"/>
              <a:ext cx="461022" cy="81692"/>
            </a:xfrm>
            <a:custGeom>
              <a:avLst/>
              <a:gdLst>
                <a:gd name="connsiteX0" fmla="*/ 230594 w 461022"/>
                <a:gd name="connsiteY0" fmla="*/ 81692 h 81692"/>
                <a:gd name="connsiteX1" fmla="*/ 425361 w 461022"/>
                <a:gd name="connsiteY1" fmla="*/ 47594 h 81692"/>
                <a:gd name="connsiteX2" fmla="*/ 461022 w 461022"/>
                <a:gd name="connsiteY2" fmla="*/ 0 h 81692"/>
                <a:gd name="connsiteX3" fmla="*/ 230456 w 461022"/>
                <a:gd name="connsiteY3" fmla="*/ 37417 h 81692"/>
                <a:gd name="connsiteX4" fmla="*/ 0 w 461022"/>
                <a:gd name="connsiteY4" fmla="*/ 0 h 81692"/>
                <a:gd name="connsiteX5" fmla="*/ 35662 w 461022"/>
                <a:gd name="connsiteY5" fmla="*/ 47594 h 81692"/>
                <a:gd name="connsiteX6" fmla="*/ 230594 w 461022"/>
                <a:gd name="connsiteY6" fmla="*/ 81692 h 81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1022" h="81692">
                  <a:moveTo>
                    <a:pt x="230594" y="81692"/>
                  </a:moveTo>
                  <a:cubicBezTo>
                    <a:pt x="235559" y="81692"/>
                    <a:pt x="351514" y="78373"/>
                    <a:pt x="425361" y="47594"/>
                  </a:cubicBezTo>
                  <a:lnTo>
                    <a:pt x="461022" y="0"/>
                  </a:lnTo>
                  <a:cubicBezTo>
                    <a:pt x="410794" y="23235"/>
                    <a:pt x="326002" y="37417"/>
                    <a:pt x="230456" y="37417"/>
                  </a:cubicBezTo>
                  <a:cubicBezTo>
                    <a:pt x="134911" y="37417"/>
                    <a:pt x="50338" y="23235"/>
                    <a:pt x="0" y="0"/>
                  </a:cubicBezTo>
                  <a:lnTo>
                    <a:pt x="35662" y="47594"/>
                  </a:lnTo>
                  <a:cubicBezTo>
                    <a:pt x="109646" y="78373"/>
                    <a:pt x="225601" y="81555"/>
                    <a:pt x="230594" y="81692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B2F2EFB-B884-CDF4-D53C-B767CF01DE2A}"/>
                </a:ext>
              </a:extLst>
            </p:cNvPr>
            <p:cNvSpPr/>
            <p:nvPr/>
          </p:nvSpPr>
          <p:spPr>
            <a:xfrm>
              <a:off x="7415259" y="2389903"/>
              <a:ext cx="355436" cy="68909"/>
            </a:xfrm>
            <a:custGeom>
              <a:avLst/>
              <a:gdLst>
                <a:gd name="connsiteX0" fmla="*/ 312561 w 355436"/>
                <a:gd name="connsiteY0" fmla="*/ 48500 h 68909"/>
                <a:gd name="connsiteX1" fmla="*/ 328388 w 355436"/>
                <a:gd name="connsiteY1" fmla="*/ 36073 h 68909"/>
                <a:gd name="connsiteX2" fmla="*/ 355437 w 355436"/>
                <a:gd name="connsiteY2" fmla="*/ 0 h 68909"/>
                <a:gd name="connsiteX3" fmla="*/ 177869 w 355436"/>
                <a:gd name="connsiteY3" fmla="*/ 26828 h 68909"/>
                <a:gd name="connsiteX4" fmla="*/ 177567 w 355436"/>
                <a:gd name="connsiteY4" fmla="*/ 26828 h 68909"/>
                <a:gd name="connsiteX5" fmla="*/ 0 w 355436"/>
                <a:gd name="connsiteY5" fmla="*/ 0 h 68909"/>
                <a:gd name="connsiteX6" fmla="*/ 27048 w 355436"/>
                <a:gd name="connsiteY6" fmla="*/ 36073 h 68909"/>
                <a:gd name="connsiteX7" fmla="*/ 42877 w 355436"/>
                <a:gd name="connsiteY7" fmla="*/ 48500 h 68909"/>
                <a:gd name="connsiteX8" fmla="*/ 177732 w 355436"/>
                <a:gd name="connsiteY8" fmla="*/ 68909 h 68909"/>
                <a:gd name="connsiteX9" fmla="*/ 312561 w 355436"/>
                <a:gd name="connsiteY9" fmla="*/ 48500 h 6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5436" h="68909">
                  <a:moveTo>
                    <a:pt x="312561" y="48500"/>
                  </a:moveTo>
                  <a:cubicBezTo>
                    <a:pt x="318842" y="45828"/>
                    <a:pt x="324301" y="41540"/>
                    <a:pt x="328388" y="36073"/>
                  </a:cubicBezTo>
                  <a:lnTo>
                    <a:pt x="355437" y="0"/>
                  </a:lnTo>
                  <a:cubicBezTo>
                    <a:pt x="279395" y="24469"/>
                    <a:pt x="182615" y="26719"/>
                    <a:pt x="177869" y="26828"/>
                  </a:cubicBezTo>
                  <a:lnTo>
                    <a:pt x="177567" y="26828"/>
                  </a:lnTo>
                  <a:cubicBezTo>
                    <a:pt x="172877" y="26828"/>
                    <a:pt x="76069" y="24469"/>
                    <a:pt x="0" y="0"/>
                  </a:cubicBezTo>
                  <a:lnTo>
                    <a:pt x="27048" y="36073"/>
                  </a:lnTo>
                  <a:cubicBezTo>
                    <a:pt x="31136" y="41535"/>
                    <a:pt x="36595" y="45820"/>
                    <a:pt x="42877" y="48500"/>
                  </a:cubicBezTo>
                  <a:cubicBezTo>
                    <a:pt x="71817" y="60817"/>
                    <a:pt x="121387" y="68909"/>
                    <a:pt x="177732" y="68909"/>
                  </a:cubicBezTo>
                  <a:cubicBezTo>
                    <a:pt x="234077" y="68909"/>
                    <a:pt x="283647" y="60817"/>
                    <a:pt x="312561" y="48500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19374DC-B2B6-E647-2515-6B14552C7905}"/>
                </a:ext>
              </a:extLst>
            </p:cNvPr>
            <p:cNvSpPr/>
            <p:nvPr/>
          </p:nvSpPr>
          <p:spPr>
            <a:xfrm>
              <a:off x="7546000" y="2709380"/>
              <a:ext cx="68179" cy="298856"/>
            </a:xfrm>
            <a:custGeom>
              <a:avLst/>
              <a:gdLst>
                <a:gd name="connsiteX0" fmla="*/ 0 w 68179"/>
                <a:gd name="connsiteY0" fmla="*/ 30720 h 298856"/>
                <a:gd name="connsiteX1" fmla="*/ 0 w 68179"/>
                <a:gd name="connsiteY1" fmla="*/ 258406 h 298856"/>
                <a:gd name="connsiteX2" fmla="*/ 51681 w 68179"/>
                <a:gd name="connsiteY2" fmla="*/ 286770 h 298856"/>
                <a:gd name="connsiteX3" fmla="*/ 68141 w 68179"/>
                <a:gd name="connsiteY3" fmla="*/ 179072 h 298856"/>
                <a:gd name="connsiteX4" fmla="*/ 64273 w 68179"/>
                <a:gd name="connsiteY4" fmla="*/ 161 h 298856"/>
                <a:gd name="connsiteX5" fmla="*/ 0 w 68179"/>
                <a:gd name="connsiteY5" fmla="*/ 30720 h 29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79" h="298856">
                  <a:moveTo>
                    <a:pt x="0" y="30720"/>
                  </a:moveTo>
                  <a:lnTo>
                    <a:pt x="0" y="258406"/>
                  </a:lnTo>
                  <a:cubicBezTo>
                    <a:pt x="0" y="258406"/>
                    <a:pt x="36814" y="325614"/>
                    <a:pt x="51681" y="286770"/>
                  </a:cubicBezTo>
                  <a:cubicBezTo>
                    <a:pt x="66550" y="247927"/>
                    <a:pt x="67647" y="189524"/>
                    <a:pt x="68141" y="179072"/>
                  </a:cubicBezTo>
                  <a:cubicBezTo>
                    <a:pt x="68635" y="168621"/>
                    <a:pt x="64273" y="2904"/>
                    <a:pt x="64273" y="161"/>
                  </a:cubicBezTo>
                  <a:cubicBezTo>
                    <a:pt x="64273" y="-2583"/>
                    <a:pt x="0" y="30720"/>
                    <a:pt x="0" y="30720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99F102D-ACF2-46D2-B458-1A92BA8E8B0A}"/>
                </a:ext>
              </a:extLst>
            </p:cNvPr>
            <p:cNvSpPr/>
            <p:nvPr/>
          </p:nvSpPr>
          <p:spPr>
            <a:xfrm>
              <a:off x="7509145" y="2642771"/>
              <a:ext cx="167692" cy="544477"/>
            </a:xfrm>
            <a:custGeom>
              <a:avLst/>
              <a:gdLst>
                <a:gd name="connsiteX0" fmla="*/ 130838 w 167692"/>
                <a:gd name="connsiteY0" fmla="*/ 391208 h 544477"/>
                <a:gd name="connsiteX1" fmla="*/ 130838 w 167692"/>
                <a:gd name="connsiteY1" fmla="*/ 46991 h 544477"/>
                <a:gd name="connsiteX2" fmla="*/ 83846 w 167692"/>
                <a:gd name="connsiteY2" fmla="*/ 0 h 544477"/>
                <a:gd name="connsiteX3" fmla="*/ 36856 w 167692"/>
                <a:gd name="connsiteY3" fmla="*/ 46991 h 544477"/>
                <a:gd name="connsiteX4" fmla="*/ 36856 w 167692"/>
                <a:gd name="connsiteY4" fmla="*/ 97329 h 544477"/>
                <a:gd name="connsiteX5" fmla="*/ 83846 w 167692"/>
                <a:gd name="connsiteY5" fmla="*/ 97329 h 544477"/>
                <a:gd name="connsiteX6" fmla="*/ 90073 w 167692"/>
                <a:gd name="connsiteY6" fmla="*/ 103556 h 544477"/>
                <a:gd name="connsiteX7" fmla="*/ 83846 w 167692"/>
                <a:gd name="connsiteY7" fmla="*/ 109783 h 544477"/>
                <a:gd name="connsiteX8" fmla="*/ 36856 w 167692"/>
                <a:gd name="connsiteY8" fmla="*/ 109783 h 544477"/>
                <a:gd name="connsiteX9" fmla="*/ 36856 w 167692"/>
                <a:gd name="connsiteY9" fmla="*/ 169009 h 544477"/>
                <a:gd name="connsiteX10" fmla="*/ 83846 w 167692"/>
                <a:gd name="connsiteY10" fmla="*/ 169009 h 544477"/>
                <a:gd name="connsiteX11" fmla="*/ 90073 w 167692"/>
                <a:gd name="connsiteY11" fmla="*/ 175236 h 544477"/>
                <a:gd name="connsiteX12" fmla="*/ 83846 w 167692"/>
                <a:gd name="connsiteY12" fmla="*/ 181463 h 544477"/>
                <a:gd name="connsiteX13" fmla="*/ 36856 w 167692"/>
                <a:gd name="connsiteY13" fmla="*/ 181463 h 544477"/>
                <a:gd name="connsiteX14" fmla="*/ 36856 w 167692"/>
                <a:gd name="connsiteY14" fmla="*/ 240798 h 544477"/>
                <a:gd name="connsiteX15" fmla="*/ 83846 w 167692"/>
                <a:gd name="connsiteY15" fmla="*/ 240798 h 544477"/>
                <a:gd name="connsiteX16" fmla="*/ 90485 w 167692"/>
                <a:gd name="connsiteY16" fmla="*/ 246586 h 544477"/>
                <a:gd name="connsiteX17" fmla="*/ 84669 w 167692"/>
                <a:gd name="connsiteY17" fmla="*/ 253225 h 544477"/>
                <a:gd name="connsiteX18" fmla="*/ 83846 w 167692"/>
                <a:gd name="connsiteY18" fmla="*/ 253225 h 544477"/>
                <a:gd name="connsiteX19" fmla="*/ 36856 w 167692"/>
                <a:gd name="connsiteY19" fmla="*/ 253225 h 544477"/>
                <a:gd name="connsiteX20" fmla="*/ 36856 w 167692"/>
                <a:gd name="connsiteY20" fmla="*/ 312560 h 544477"/>
                <a:gd name="connsiteX21" fmla="*/ 83846 w 167692"/>
                <a:gd name="connsiteY21" fmla="*/ 312560 h 544477"/>
                <a:gd name="connsiteX22" fmla="*/ 90485 w 167692"/>
                <a:gd name="connsiteY22" fmla="*/ 318348 h 544477"/>
                <a:gd name="connsiteX23" fmla="*/ 84669 w 167692"/>
                <a:gd name="connsiteY23" fmla="*/ 324987 h 544477"/>
                <a:gd name="connsiteX24" fmla="*/ 83846 w 167692"/>
                <a:gd name="connsiteY24" fmla="*/ 324987 h 544477"/>
                <a:gd name="connsiteX25" fmla="*/ 36856 w 167692"/>
                <a:gd name="connsiteY25" fmla="*/ 324987 h 544477"/>
                <a:gd name="connsiteX26" fmla="*/ 36856 w 167692"/>
                <a:gd name="connsiteY26" fmla="*/ 391208 h 544477"/>
                <a:gd name="connsiteX27" fmla="*/ 14416 w 167692"/>
                <a:gd name="connsiteY27" fmla="*/ 507629 h 544477"/>
                <a:gd name="connsiteX28" fmla="*/ 130838 w 167692"/>
                <a:gd name="connsiteY28" fmla="*/ 530069 h 544477"/>
                <a:gd name="connsiteX29" fmla="*/ 153277 w 167692"/>
                <a:gd name="connsiteY29" fmla="*/ 413647 h 544477"/>
                <a:gd name="connsiteX30" fmla="*/ 130838 w 167692"/>
                <a:gd name="connsiteY30" fmla="*/ 391208 h 544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7692" h="544477">
                  <a:moveTo>
                    <a:pt x="130838" y="391208"/>
                  </a:moveTo>
                  <a:lnTo>
                    <a:pt x="130838" y="46991"/>
                  </a:lnTo>
                  <a:cubicBezTo>
                    <a:pt x="130838" y="21038"/>
                    <a:pt x="109797" y="0"/>
                    <a:pt x="83846" y="0"/>
                  </a:cubicBezTo>
                  <a:cubicBezTo>
                    <a:pt x="57896" y="0"/>
                    <a:pt x="36856" y="21038"/>
                    <a:pt x="36856" y="46991"/>
                  </a:cubicBezTo>
                  <a:lnTo>
                    <a:pt x="36856" y="97329"/>
                  </a:lnTo>
                  <a:lnTo>
                    <a:pt x="83846" y="97329"/>
                  </a:lnTo>
                  <a:cubicBezTo>
                    <a:pt x="87275" y="97329"/>
                    <a:pt x="90073" y="100116"/>
                    <a:pt x="90073" y="103556"/>
                  </a:cubicBezTo>
                  <a:cubicBezTo>
                    <a:pt x="90073" y="106985"/>
                    <a:pt x="87275" y="109783"/>
                    <a:pt x="83846" y="109783"/>
                  </a:cubicBezTo>
                  <a:lnTo>
                    <a:pt x="36856" y="109783"/>
                  </a:lnTo>
                  <a:lnTo>
                    <a:pt x="36856" y="169009"/>
                  </a:lnTo>
                  <a:lnTo>
                    <a:pt x="83846" y="169009"/>
                  </a:lnTo>
                  <a:cubicBezTo>
                    <a:pt x="87275" y="169009"/>
                    <a:pt x="90073" y="171807"/>
                    <a:pt x="90073" y="175236"/>
                  </a:cubicBezTo>
                  <a:cubicBezTo>
                    <a:pt x="90073" y="178665"/>
                    <a:pt x="87275" y="181463"/>
                    <a:pt x="83846" y="181463"/>
                  </a:cubicBezTo>
                  <a:lnTo>
                    <a:pt x="36856" y="181463"/>
                  </a:lnTo>
                  <a:lnTo>
                    <a:pt x="36856" y="240798"/>
                  </a:lnTo>
                  <a:lnTo>
                    <a:pt x="83846" y="240798"/>
                  </a:lnTo>
                  <a:cubicBezTo>
                    <a:pt x="87275" y="240579"/>
                    <a:pt x="90238" y="243157"/>
                    <a:pt x="90485" y="246586"/>
                  </a:cubicBezTo>
                  <a:cubicBezTo>
                    <a:pt x="90704" y="250043"/>
                    <a:pt x="88098" y="253005"/>
                    <a:pt x="84669" y="253225"/>
                  </a:cubicBezTo>
                  <a:cubicBezTo>
                    <a:pt x="84395" y="253252"/>
                    <a:pt x="84121" y="253252"/>
                    <a:pt x="83846" y="253225"/>
                  </a:cubicBezTo>
                  <a:lnTo>
                    <a:pt x="36856" y="253225"/>
                  </a:lnTo>
                  <a:lnTo>
                    <a:pt x="36856" y="312560"/>
                  </a:lnTo>
                  <a:lnTo>
                    <a:pt x="83846" y="312560"/>
                  </a:lnTo>
                  <a:cubicBezTo>
                    <a:pt x="87275" y="312341"/>
                    <a:pt x="90238" y="314919"/>
                    <a:pt x="90485" y="318348"/>
                  </a:cubicBezTo>
                  <a:cubicBezTo>
                    <a:pt x="90704" y="321805"/>
                    <a:pt x="88098" y="324768"/>
                    <a:pt x="84669" y="324987"/>
                  </a:cubicBezTo>
                  <a:cubicBezTo>
                    <a:pt x="84395" y="325014"/>
                    <a:pt x="84121" y="325014"/>
                    <a:pt x="83846" y="324987"/>
                  </a:cubicBezTo>
                  <a:lnTo>
                    <a:pt x="36856" y="324987"/>
                  </a:lnTo>
                  <a:lnTo>
                    <a:pt x="36856" y="391208"/>
                  </a:lnTo>
                  <a:cubicBezTo>
                    <a:pt x="-1494" y="417158"/>
                    <a:pt x="-11535" y="469279"/>
                    <a:pt x="14416" y="507629"/>
                  </a:cubicBezTo>
                  <a:cubicBezTo>
                    <a:pt x="40367" y="545952"/>
                    <a:pt x="92488" y="556019"/>
                    <a:pt x="130838" y="530069"/>
                  </a:cubicBezTo>
                  <a:cubicBezTo>
                    <a:pt x="169188" y="504090"/>
                    <a:pt x="179227" y="451970"/>
                    <a:pt x="153277" y="413647"/>
                  </a:cubicBezTo>
                  <a:cubicBezTo>
                    <a:pt x="147297" y="404814"/>
                    <a:pt x="139671" y="397188"/>
                    <a:pt x="130838" y="391208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D4E6B184-5154-D048-5F6F-E3E51F16A351}"/>
              </a:ext>
            </a:extLst>
          </p:cNvPr>
          <p:cNvGrpSpPr/>
          <p:nvPr/>
        </p:nvGrpSpPr>
        <p:grpSpPr>
          <a:xfrm>
            <a:off x="328007" y="4093601"/>
            <a:ext cx="617002" cy="644964"/>
            <a:chOff x="5526075" y="2194505"/>
            <a:chExt cx="942269" cy="984972"/>
          </a:xfrm>
        </p:grpSpPr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1A8DF611-2240-88F1-AE39-151CBB6824D3}"/>
                </a:ext>
              </a:extLst>
            </p:cNvPr>
            <p:cNvSpPr/>
            <p:nvPr/>
          </p:nvSpPr>
          <p:spPr>
            <a:xfrm>
              <a:off x="5747525" y="2561305"/>
              <a:ext cx="500639" cy="179233"/>
            </a:xfrm>
            <a:custGeom>
              <a:avLst/>
              <a:gdLst>
                <a:gd name="connsiteX0" fmla="*/ 101587 w 500639"/>
                <a:gd name="connsiteY0" fmla="*/ 136330 h 179233"/>
                <a:gd name="connsiteX1" fmla="*/ 484208 w 500639"/>
                <a:gd name="connsiteY1" fmla="*/ 49977 h 179233"/>
                <a:gd name="connsiteX2" fmla="*/ 498254 w 500639"/>
                <a:gd name="connsiteY2" fmla="*/ 24983 h 179233"/>
                <a:gd name="connsiteX3" fmla="*/ 492685 w 500639"/>
                <a:gd name="connsiteY3" fmla="*/ 2379 h 179233"/>
                <a:gd name="connsiteX4" fmla="*/ 470081 w 500639"/>
                <a:gd name="connsiteY4" fmla="*/ 7940 h 179233"/>
                <a:gd name="connsiteX5" fmla="*/ 468874 w 500639"/>
                <a:gd name="connsiteY5" fmla="*/ 10389 h 179233"/>
                <a:gd name="connsiteX6" fmla="*/ 141117 w 500639"/>
                <a:gd name="connsiteY6" fmla="*/ 120907 h 179233"/>
                <a:gd name="connsiteX7" fmla="*/ 30593 w 500639"/>
                <a:gd name="connsiteY7" fmla="*/ 10389 h 179233"/>
                <a:gd name="connsiteX8" fmla="*/ 8016 w 500639"/>
                <a:gd name="connsiteY8" fmla="*/ 4700 h 179233"/>
                <a:gd name="connsiteX9" fmla="*/ 1186 w 500639"/>
                <a:gd name="connsiteY9" fmla="*/ 24956 h 179233"/>
                <a:gd name="connsiteX10" fmla="*/ 101587 w 500639"/>
                <a:gd name="connsiteY10" fmla="*/ 136330 h 17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0639" h="179233">
                  <a:moveTo>
                    <a:pt x="101587" y="136330"/>
                  </a:moveTo>
                  <a:cubicBezTo>
                    <a:pt x="231093" y="218132"/>
                    <a:pt x="402406" y="179483"/>
                    <a:pt x="484208" y="49977"/>
                  </a:cubicBezTo>
                  <a:cubicBezTo>
                    <a:pt x="489311" y="41892"/>
                    <a:pt x="494002" y="33550"/>
                    <a:pt x="498254" y="24983"/>
                  </a:cubicBezTo>
                  <a:cubicBezTo>
                    <a:pt x="502972" y="17206"/>
                    <a:pt x="500476" y="7087"/>
                    <a:pt x="492685" y="2379"/>
                  </a:cubicBezTo>
                  <a:cubicBezTo>
                    <a:pt x="484922" y="-2325"/>
                    <a:pt x="474799" y="163"/>
                    <a:pt x="470081" y="7940"/>
                  </a:cubicBezTo>
                  <a:cubicBezTo>
                    <a:pt x="469615" y="8722"/>
                    <a:pt x="469203" y="9542"/>
                    <a:pt x="468874" y="10389"/>
                  </a:cubicBezTo>
                  <a:cubicBezTo>
                    <a:pt x="408880" y="131417"/>
                    <a:pt x="262146" y="180899"/>
                    <a:pt x="141117" y="120907"/>
                  </a:cubicBezTo>
                  <a:cubicBezTo>
                    <a:pt x="93165" y="97149"/>
                    <a:pt x="54349" y="58327"/>
                    <a:pt x="30593" y="10389"/>
                  </a:cubicBezTo>
                  <a:cubicBezTo>
                    <a:pt x="25930" y="2585"/>
                    <a:pt x="15834" y="37"/>
                    <a:pt x="8016" y="4700"/>
                  </a:cubicBezTo>
                  <a:cubicBezTo>
                    <a:pt x="1076" y="8850"/>
                    <a:pt x="-1832" y="17442"/>
                    <a:pt x="1186" y="24956"/>
                  </a:cubicBezTo>
                  <a:cubicBezTo>
                    <a:pt x="23817" y="70575"/>
                    <a:pt x="58546" y="109104"/>
                    <a:pt x="101587" y="136330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B27F6D4-1181-F613-7747-AFEDCE4EED8C}"/>
                </a:ext>
              </a:extLst>
            </p:cNvPr>
            <p:cNvSpPr/>
            <p:nvPr/>
          </p:nvSpPr>
          <p:spPr>
            <a:xfrm>
              <a:off x="5860539" y="2507820"/>
              <a:ext cx="273437" cy="106587"/>
            </a:xfrm>
            <a:custGeom>
              <a:avLst/>
              <a:gdLst>
                <a:gd name="connsiteX0" fmla="*/ 136705 w 273437"/>
                <a:gd name="connsiteY0" fmla="*/ 106586 h 106587"/>
                <a:gd name="connsiteX1" fmla="*/ 272274 w 273437"/>
                <a:gd name="connsiteY1" fmla="*/ 22535 h 106587"/>
                <a:gd name="connsiteX2" fmla="*/ 263057 w 273437"/>
                <a:gd name="connsiteY2" fmla="*/ 1165 h 106587"/>
                <a:gd name="connsiteX3" fmla="*/ 242894 w 273437"/>
                <a:gd name="connsiteY3" fmla="*/ 7941 h 106587"/>
                <a:gd name="connsiteX4" fmla="*/ 84090 w 273437"/>
                <a:gd name="connsiteY4" fmla="*/ 61480 h 106587"/>
                <a:gd name="connsiteX5" fmla="*/ 30543 w 273437"/>
                <a:gd name="connsiteY5" fmla="*/ 7941 h 106587"/>
                <a:gd name="connsiteX6" fmla="*/ 7939 w 273437"/>
                <a:gd name="connsiteY6" fmla="*/ 2380 h 106587"/>
                <a:gd name="connsiteX7" fmla="*/ 1163 w 273437"/>
                <a:gd name="connsiteY7" fmla="*/ 22535 h 106587"/>
                <a:gd name="connsiteX8" fmla="*/ 136705 w 273437"/>
                <a:gd name="connsiteY8" fmla="*/ 106586 h 1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3437" h="106587">
                  <a:moveTo>
                    <a:pt x="136705" y="106586"/>
                  </a:moveTo>
                  <a:cubicBezTo>
                    <a:pt x="194257" y="106792"/>
                    <a:pt x="246872" y="74167"/>
                    <a:pt x="272274" y="22535"/>
                  </a:cubicBezTo>
                  <a:cubicBezTo>
                    <a:pt x="275621" y="14086"/>
                    <a:pt x="271506" y="4517"/>
                    <a:pt x="263057" y="1165"/>
                  </a:cubicBezTo>
                  <a:cubicBezTo>
                    <a:pt x="255568" y="-1803"/>
                    <a:pt x="247064" y="1064"/>
                    <a:pt x="242894" y="7941"/>
                  </a:cubicBezTo>
                  <a:cubicBezTo>
                    <a:pt x="213816" y="66580"/>
                    <a:pt x="142712" y="90550"/>
                    <a:pt x="84090" y="61480"/>
                  </a:cubicBezTo>
                  <a:cubicBezTo>
                    <a:pt x="60855" y="49970"/>
                    <a:pt x="42064" y="31162"/>
                    <a:pt x="30543" y="7941"/>
                  </a:cubicBezTo>
                  <a:cubicBezTo>
                    <a:pt x="25825" y="164"/>
                    <a:pt x="15730" y="-2327"/>
                    <a:pt x="7939" y="2380"/>
                  </a:cubicBezTo>
                  <a:cubicBezTo>
                    <a:pt x="1054" y="6542"/>
                    <a:pt x="-1799" y="15062"/>
                    <a:pt x="1163" y="22535"/>
                  </a:cubicBezTo>
                  <a:cubicBezTo>
                    <a:pt x="26565" y="74156"/>
                    <a:pt x="79180" y="106781"/>
                    <a:pt x="136705" y="106586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8425391F-99DA-C05E-0765-DB800DC4D144}"/>
                </a:ext>
              </a:extLst>
            </p:cNvPr>
            <p:cNvSpPr/>
            <p:nvPr/>
          </p:nvSpPr>
          <p:spPr>
            <a:xfrm>
              <a:off x="5526075" y="2673392"/>
              <a:ext cx="942269" cy="313217"/>
            </a:xfrm>
            <a:custGeom>
              <a:avLst/>
              <a:gdLst>
                <a:gd name="connsiteX0" fmla="*/ 933097 w 942269"/>
                <a:gd name="connsiteY0" fmla="*/ 1749 h 313217"/>
                <a:gd name="connsiteX1" fmla="*/ 911015 w 942269"/>
                <a:gd name="connsiteY1" fmla="*/ 9087 h 313217"/>
                <a:gd name="connsiteX2" fmla="*/ 910932 w 942269"/>
                <a:gd name="connsiteY2" fmla="*/ 9238 h 313217"/>
                <a:gd name="connsiteX3" fmla="*/ 656061 w 942269"/>
                <a:gd name="connsiteY3" fmla="*/ 246360 h 313217"/>
                <a:gd name="connsiteX4" fmla="*/ 471142 w 942269"/>
                <a:gd name="connsiteY4" fmla="*/ 281418 h 313217"/>
                <a:gd name="connsiteX5" fmla="*/ 293026 w 942269"/>
                <a:gd name="connsiteY5" fmla="*/ 249049 h 313217"/>
                <a:gd name="connsiteX6" fmla="*/ 31380 w 942269"/>
                <a:gd name="connsiteY6" fmla="*/ 9238 h 313217"/>
                <a:gd name="connsiteX7" fmla="*/ 9215 w 942269"/>
                <a:gd name="connsiteY7" fmla="*/ 1763 h 313217"/>
                <a:gd name="connsiteX8" fmla="*/ 1726 w 942269"/>
                <a:gd name="connsiteY8" fmla="*/ 23942 h 313217"/>
                <a:gd name="connsiteX9" fmla="*/ 287019 w 942269"/>
                <a:gd name="connsiteY9" fmla="*/ 281803 h 313217"/>
                <a:gd name="connsiteX10" fmla="*/ 656391 w 942269"/>
                <a:gd name="connsiteY10" fmla="*/ 281336 h 313217"/>
                <a:gd name="connsiteX11" fmla="*/ 940531 w 942269"/>
                <a:gd name="connsiteY11" fmla="*/ 23859 h 313217"/>
                <a:gd name="connsiteX12" fmla="*/ 933152 w 942269"/>
                <a:gd name="connsiteY12" fmla="*/ 1779 h 313217"/>
                <a:gd name="connsiteX13" fmla="*/ 933097 w 942269"/>
                <a:gd name="connsiteY13" fmla="*/ 1749 h 31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42269" h="313217">
                  <a:moveTo>
                    <a:pt x="933097" y="1749"/>
                  </a:moveTo>
                  <a:cubicBezTo>
                    <a:pt x="924977" y="-2324"/>
                    <a:pt x="915074" y="959"/>
                    <a:pt x="911015" y="9087"/>
                  </a:cubicBezTo>
                  <a:cubicBezTo>
                    <a:pt x="910987" y="9137"/>
                    <a:pt x="910960" y="9189"/>
                    <a:pt x="910932" y="9238"/>
                  </a:cubicBezTo>
                  <a:cubicBezTo>
                    <a:pt x="857961" y="116881"/>
                    <a:pt x="767243" y="201290"/>
                    <a:pt x="656061" y="246360"/>
                  </a:cubicBezTo>
                  <a:cubicBezTo>
                    <a:pt x="607809" y="266002"/>
                    <a:pt x="539503" y="281007"/>
                    <a:pt x="471142" y="281418"/>
                  </a:cubicBezTo>
                  <a:cubicBezTo>
                    <a:pt x="406046" y="281830"/>
                    <a:pt x="340922" y="268635"/>
                    <a:pt x="293026" y="249049"/>
                  </a:cubicBezTo>
                  <a:cubicBezTo>
                    <a:pt x="178827" y="204746"/>
                    <a:pt x="85448" y="119158"/>
                    <a:pt x="31380" y="9238"/>
                  </a:cubicBezTo>
                  <a:cubicBezTo>
                    <a:pt x="27320" y="1050"/>
                    <a:pt x="17389" y="-2297"/>
                    <a:pt x="9215" y="1763"/>
                  </a:cubicBezTo>
                  <a:cubicBezTo>
                    <a:pt x="1012" y="5823"/>
                    <a:pt x="-2334" y="15753"/>
                    <a:pt x="1726" y="23942"/>
                  </a:cubicBezTo>
                  <a:cubicBezTo>
                    <a:pt x="60732" y="142942"/>
                    <a:pt x="162697" y="235086"/>
                    <a:pt x="287019" y="281803"/>
                  </a:cubicBezTo>
                  <a:cubicBezTo>
                    <a:pt x="391123" y="319878"/>
                    <a:pt x="523208" y="327504"/>
                    <a:pt x="656391" y="281336"/>
                  </a:cubicBezTo>
                  <a:cubicBezTo>
                    <a:pt x="780246" y="234482"/>
                    <a:pt x="881744" y="142503"/>
                    <a:pt x="940531" y="23859"/>
                  </a:cubicBezTo>
                  <a:cubicBezTo>
                    <a:pt x="944591" y="15726"/>
                    <a:pt x="941299" y="5842"/>
                    <a:pt x="933152" y="1779"/>
                  </a:cubicBezTo>
                  <a:cubicBezTo>
                    <a:pt x="933152" y="1771"/>
                    <a:pt x="933124" y="1760"/>
                    <a:pt x="933097" y="1749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CCA7830-15D1-FFCE-53B1-30F2515C618B}"/>
                </a:ext>
              </a:extLst>
            </p:cNvPr>
            <p:cNvSpPr/>
            <p:nvPr/>
          </p:nvSpPr>
          <p:spPr>
            <a:xfrm>
              <a:off x="5638025" y="2617976"/>
              <a:ext cx="718631" cy="246969"/>
            </a:xfrm>
            <a:custGeom>
              <a:avLst/>
              <a:gdLst>
                <a:gd name="connsiteX0" fmla="*/ 145963 w 718631"/>
                <a:gd name="connsiteY0" fmla="*/ 184312 h 246969"/>
                <a:gd name="connsiteX1" fmla="*/ 279228 w 718631"/>
                <a:gd name="connsiteY1" fmla="*/ 237887 h 246969"/>
                <a:gd name="connsiteX2" fmla="*/ 439184 w 718631"/>
                <a:gd name="connsiteY2" fmla="*/ 237887 h 246969"/>
                <a:gd name="connsiteX3" fmla="*/ 716905 w 718631"/>
                <a:gd name="connsiteY3" fmla="*/ 23917 h 246969"/>
                <a:gd name="connsiteX4" fmla="*/ 709417 w 718631"/>
                <a:gd name="connsiteY4" fmla="*/ 1725 h 246969"/>
                <a:gd name="connsiteX5" fmla="*/ 687224 w 718631"/>
                <a:gd name="connsiteY5" fmla="*/ 9214 h 246969"/>
                <a:gd name="connsiteX6" fmla="*/ 456795 w 718631"/>
                <a:gd name="connsiteY6" fmla="*/ 199729 h 246969"/>
                <a:gd name="connsiteX7" fmla="*/ 250836 w 718631"/>
                <a:gd name="connsiteY7" fmla="*/ 196519 h 246969"/>
                <a:gd name="connsiteX8" fmla="*/ 31380 w 718631"/>
                <a:gd name="connsiteY8" fmla="*/ 9214 h 246969"/>
                <a:gd name="connsiteX9" fmla="*/ 9215 w 718631"/>
                <a:gd name="connsiteY9" fmla="*/ 1738 h 246969"/>
                <a:gd name="connsiteX10" fmla="*/ 1726 w 718631"/>
                <a:gd name="connsiteY10" fmla="*/ 23917 h 246969"/>
                <a:gd name="connsiteX11" fmla="*/ 145963 w 718631"/>
                <a:gd name="connsiteY11" fmla="*/ 184312 h 24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8631" h="246969">
                  <a:moveTo>
                    <a:pt x="145963" y="184312"/>
                  </a:moveTo>
                  <a:cubicBezTo>
                    <a:pt x="186755" y="210126"/>
                    <a:pt x="231908" y="228286"/>
                    <a:pt x="279228" y="237887"/>
                  </a:cubicBezTo>
                  <a:cubicBezTo>
                    <a:pt x="359192" y="258324"/>
                    <a:pt x="439184" y="237887"/>
                    <a:pt x="439184" y="237887"/>
                  </a:cubicBezTo>
                  <a:cubicBezTo>
                    <a:pt x="559830" y="213253"/>
                    <a:pt x="662316" y="134276"/>
                    <a:pt x="716905" y="23917"/>
                  </a:cubicBezTo>
                  <a:cubicBezTo>
                    <a:pt x="720965" y="15720"/>
                    <a:pt x="717619" y="5785"/>
                    <a:pt x="709417" y="1725"/>
                  </a:cubicBezTo>
                  <a:cubicBezTo>
                    <a:pt x="701214" y="-2335"/>
                    <a:pt x="691284" y="1017"/>
                    <a:pt x="687224" y="9214"/>
                  </a:cubicBezTo>
                  <a:cubicBezTo>
                    <a:pt x="641275" y="102817"/>
                    <a:pt x="557361" y="172187"/>
                    <a:pt x="456795" y="199729"/>
                  </a:cubicBezTo>
                  <a:cubicBezTo>
                    <a:pt x="404674" y="211744"/>
                    <a:pt x="356778" y="227518"/>
                    <a:pt x="250836" y="196519"/>
                  </a:cubicBezTo>
                  <a:cubicBezTo>
                    <a:pt x="154988" y="167003"/>
                    <a:pt x="75600" y="99224"/>
                    <a:pt x="31380" y="9214"/>
                  </a:cubicBezTo>
                  <a:cubicBezTo>
                    <a:pt x="27320" y="1025"/>
                    <a:pt x="17389" y="-2321"/>
                    <a:pt x="9215" y="1738"/>
                  </a:cubicBezTo>
                  <a:cubicBezTo>
                    <a:pt x="1013" y="5798"/>
                    <a:pt x="-2334" y="15729"/>
                    <a:pt x="1726" y="23917"/>
                  </a:cubicBezTo>
                  <a:cubicBezTo>
                    <a:pt x="34205" y="89589"/>
                    <a:pt x="84104" y="145084"/>
                    <a:pt x="145963" y="184312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0D61118-355B-DC0A-A4B7-6F0D61EB3584}"/>
                </a:ext>
              </a:extLst>
            </p:cNvPr>
            <p:cNvSpPr/>
            <p:nvPr/>
          </p:nvSpPr>
          <p:spPr>
            <a:xfrm>
              <a:off x="5806125" y="2371072"/>
              <a:ext cx="382210" cy="59479"/>
            </a:xfrm>
            <a:custGeom>
              <a:avLst/>
              <a:gdLst>
                <a:gd name="connsiteX0" fmla="*/ 0 w 382210"/>
                <a:gd name="connsiteY0" fmla="*/ 12 h 59479"/>
                <a:gd name="connsiteX1" fmla="*/ 16816 w 382210"/>
                <a:gd name="connsiteY1" fmla="*/ 22452 h 59479"/>
                <a:gd name="connsiteX2" fmla="*/ 84792 w 382210"/>
                <a:gd name="connsiteY2" fmla="*/ 50432 h 59479"/>
                <a:gd name="connsiteX3" fmla="*/ 248534 w 382210"/>
                <a:gd name="connsiteY3" fmla="*/ 58882 h 59479"/>
                <a:gd name="connsiteX4" fmla="*/ 329294 w 382210"/>
                <a:gd name="connsiteY4" fmla="*/ 37567 h 59479"/>
                <a:gd name="connsiteX5" fmla="*/ 365367 w 382210"/>
                <a:gd name="connsiteY5" fmla="*/ 22452 h 59479"/>
                <a:gd name="connsiteX6" fmla="*/ 382210 w 382210"/>
                <a:gd name="connsiteY6" fmla="*/ 12 h 59479"/>
                <a:gd name="connsiteX7" fmla="*/ 283455 w 382210"/>
                <a:gd name="connsiteY7" fmla="*/ 7117 h 59479"/>
                <a:gd name="connsiteX8" fmla="*/ 33824 w 382210"/>
                <a:gd name="connsiteY8" fmla="*/ 451 h 5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2210" h="59479">
                  <a:moveTo>
                    <a:pt x="0" y="12"/>
                  </a:moveTo>
                  <a:lnTo>
                    <a:pt x="16816" y="22452"/>
                  </a:lnTo>
                  <a:cubicBezTo>
                    <a:pt x="16816" y="22452"/>
                    <a:pt x="66193" y="50049"/>
                    <a:pt x="84792" y="50432"/>
                  </a:cubicBezTo>
                  <a:cubicBezTo>
                    <a:pt x="103391" y="50817"/>
                    <a:pt x="230539" y="62173"/>
                    <a:pt x="248534" y="58882"/>
                  </a:cubicBezTo>
                  <a:cubicBezTo>
                    <a:pt x="266529" y="55590"/>
                    <a:pt x="327099" y="39405"/>
                    <a:pt x="329294" y="37567"/>
                  </a:cubicBezTo>
                  <a:cubicBezTo>
                    <a:pt x="331489" y="35729"/>
                    <a:pt x="365367" y="22452"/>
                    <a:pt x="365367" y="22452"/>
                  </a:cubicBezTo>
                  <a:lnTo>
                    <a:pt x="382210" y="12"/>
                  </a:lnTo>
                  <a:cubicBezTo>
                    <a:pt x="382210" y="12"/>
                    <a:pt x="309104" y="-618"/>
                    <a:pt x="283455" y="7117"/>
                  </a:cubicBezTo>
                  <a:cubicBezTo>
                    <a:pt x="257806" y="14853"/>
                    <a:pt x="33824" y="451"/>
                    <a:pt x="33824" y="451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B051D055-EE91-5DF7-9D4D-3A97BF8127AD}"/>
                </a:ext>
              </a:extLst>
            </p:cNvPr>
            <p:cNvSpPr/>
            <p:nvPr/>
          </p:nvSpPr>
          <p:spPr>
            <a:xfrm>
              <a:off x="5741743" y="2277788"/>
              <a:ext cx="508616" cy="93744"/>
            </a:xfrm>
            <a:custGeom>
              <a:avLst/>
              <a:gdLst>
                <a:gd name="connsiteX0" fmla="*/ 0 w 508616"/>
                <a:gd name="connsiteY0" fmla="*/ 0 h 93744"/>
                <a:gd name="connsiteX1" fmla="*/ 30175 w 508616"/>
                <a:gd name="connsiteY1" fmla="*/ 47841 h 93744"/>
                <a:gd name="connsiteX2" fmla="*/ 114199 w 508616"/>
                <a:gd name="connsiteY2" fmla="*/ 86685 h 93744"/>
                <a:gd name="connsiteX3" fmla="*/ 334479 w 508616"/>
                <a:gd name="connsiteY3" fmla="*/ 93241 h 93744"/>
                <a:gd name="connsiteX4" fmla="*/ 445715 w 508616"/>
                <a:gd name="connsiteY4" fmla="*/ 81116 h 93744"/>
                <a:gd name="connsiteX5" fmla="*/ 481377 w 508616"/>
                <a:gd name="connsiteY5" fmla="*/ 46634 h 93744"/>
                <a:gd name="connsiteX6" fmla="*/ 508617 w 508616"/>
                <a:gd name="connsiteY6" fmla="*/ 3703 h 93744"/>
                <a:gd name="connsiteX7" fmla="*/ 108576 w 508616"/>
                <a:gd name="connsiteY7" fmla="*/ 0 h 93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8616" h="93744">
                  <a:moveTo>
                    <a:pt x="0" y="0"/>
                  </a:moveTo>
                  <a:lnTo>
                    <a:pt x="30175" y="47841"/>
                  </a:lnTo>
                  <a:cubicBezTo>
                    <a:pt x="30175" y="47841"/>
                    <a:pt x="104845" y="86767"/>
                    <a:pt x="114199" y="86685"/>
                  </a:cubicBezTo>
                  <a:cubicBezTo>
                    <a:pt x="123554" y="86603"/>
                    <a:pt x="315194" y="95985"/>
                    <a:pt x="334479" y="93241"/>
                  </a:cubicBezTo>
                  <a:cubicBezTo>
                    <a:pt x="353763" y="90498"/>
                    <a:pt x="445715" y="81116"/>
                    <a:pt x="445715" y="81116"/>
                  </a:cubicBezTo>
                  <a:lnTo>
                    <a:pt x="481377" y="46634"/>
                  </a:lnTo>
                  <a:lnTo>
                    <a:pt x="508617" y="3703"/>
                  </a:lnTo>
                  <a:lnTo>
                    <a:pt x="108576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EEDD06F-6788-67DA-54FC-6CBC4EC8BE8E}"/>
                </a:ext>
              </a:extLst>
            </p:cNvPr>
            <p:cNvSpPr/>
            <p:nvPr/>
          </p:nvSpPr>
          <p:spPr>
            <a:xfrm>
              <a:off x="5740014" y="2194505"/>
              <a:ext cx="514377" cy="148187"/>
            </a:xfrm>
            <a:custGeom>
              <a:avLst/>
              <a:gdLst>
                <a:gd name="connsiteX0" fmla="*/ 257230 w 514377"/>
                <a:gd name="connsiteY0" fmla="*/ 148188 h 148187"/>
                <a:gd name="connsiteX1" fmla="*/ 501375 w 514377"/>
                <a:gd name="connsiteY1" fmla="*/ 97411 h 148187"/>
                <a:gd name="connsiteX2" fmla="*/ 514377 w 514377"/>
                <a:gd name="connsiteY2" fmla="*/ 74066 h 148187"/>
                <a:gd name="connsiteX3" fmla="*/ 257175 w 514377"/>
                <a:gd name="connsiteY3" fmla="*/ 0 h 148187"/>
                <a:gd name="connsiteX4" fmla="*/ 0 w 514377"/>
                <a:gd name="connsiteY4" fmla="*/ 74066 h 148187"/>
                <a:gd name="connsiteX5" fmla="*/ 3182 w 514377"/>
                <a:gd name="connsiteY5" fmla="*/ 86521 h 148187"/>
                <a:gd name="connsiteX6" fmla="*/ 13003 w 514377"/>
                <a:gd name="connsiteY6" fmla="*/ 97493 h 148187"/>
                <a:gd name="connsiteX7" fmla="*/ 257230 w 514377"/>
                <a:gd name="connsiteY7" fmla="*/ 148188 h 14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4377" h="148187">
                  <a:moveTo>
                    <a:pt x="257230" y="148188"/>
                  </a:moveTo>
                  <a:cubicBezTo>
                    <a:pt x="370990" y="148188"/>
                    <a:pt x="467524" y="126900"/>
                    <a:pt x="501375" y="97411"/>
                  </a:cubicBezTo>
                  <a:cubicBezTo>
                    <a:pt x="509824" y="90059"/>
                    <a:pt x="514377" y="82214"/>
                    <a:pt x="514377" y="74066"/>
                  </a:cubicBezTo>
                  <a:cubicBezTo>
                    <a:pt x="514377" y="33110"/>
                    <a:pt x="399163" y="0"/>
                    <a:pt x="257175" y="0"/>
                  </a:cubicBezTo>
                  <a:cubicBezTo>
                    <a:pt x="115187" y="0"/>
                    <a:pt x="0" y="33193"/>
                    <a:pt x="0" y="74066"/>
                  </a:cubicBezTo>
                  <a:cubicBezTo>
                    <a:pt x="137" y="78398"/>
                    <a:pt x="1235" y="82647"/>
                    <a:pt x="3182" y="86521"/>
                  </a:cubicBezTo>
                  <a:cubicBezTo>
                    <a:pt x="5925" y="90630"/>
                    <a:pt x="9217" y="94325"/>
                    <a:pt x="13003" y="97493"/>
                  </a:cubicBezTo>
                  <a:cubicBezTo>
                    <a:pt x="46936" y="126983"/>
                    <a:pt x="143470" y="148188"/>
                    <a:pt x="257230" y="148188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745D790E-F8E5-4FBB-DFB4-B781DEF061D8}"/>
                </a:ext>
              </a:extLst>
            </p:cNvPr>
            <p:cNvSpPr/>
            <p:nvPr/>
          </p:nvSpPr>
          <p:spPr>
            <a:xfrm>
              <a:off x="5771150" y="2324450"/>
              <a:ext cx="452216" cy="80074"/>
            </a:xfrm>
            <a:custGeom>
              <a:avLst/>
              <a:gdLst>
                <a:gd name="connsiteX0" fmla="*/ 226095 w 452216"/>
                <a:gd name="connsiteY0" fmla="*/ 80074 h 80074"/>
                <a:gd name="connsiteX1" fmla="*/ 417214 w 452216"/>
                <a:gd name="connsiteY1" fmla="*/ 46634 h 80074"/>
                <a:gd name="connsiteX2" fmla="*/ 452217 w 452216"/>
                <a:gd name="connsiteY2" fmla="*/ 0 h 80074"/>
                <a:gd name="connsiteX3" fmla="*/ 226095 w 452216"/>
                <a:gd name="connsiteY3" fmla="*/ 36704 h 80074"/>
                <a:gd name="connsiteX4" fmla="*/ 0 w 452216"/>
                <a:gd name="connsiteY4" fmla="*/ 0 h 80074"/>
                <a:gd name="connsiteX5" fmla="*/ 35003 w 452216"/>
                <a:gd name="connsiteY5" fmla="*/ 46634 h 80074"/>
                <a:gd name="connsiteX6" fmla="*/ 226095 w 452216"/>
                <a:gd name="connsiteY6" fmla="*/ 80074 h 8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216" h="80074">
                  <a:moveTo>
                    <a:pt x="226095" y="80074"/>
                  </a:moveTo>
                  <a:cubicBezTo>
                    <a:pt x="230978" y="80074"/>
                    <a:pt x="344711" y="76837"/>
                    <a:pt x="417214" y="46634"/>
                  </a:cubicBezTo>
                  <a:lnTo>
                    <a:pt x="452217" y="0"/>
                  </a:lnTo>
                  <a:cubicBezTo>
                    <a:pt x="402839" y="22796"/>
                    <a:pt x="319802" y="36704"/>
                    <a:pt x="226095" y="36704"/>
                  </a:cubicBezTo>
                  <a:cubicBezTo>
                    <a:pt x="132387" y="36704"/>
                    <a:pt x="49241" y="22796"/>
                    <a:pt x="0" y="0"/>
                  </a:cubicBezTo>
                  <a:lnTo>
                    <a:pt x="35003" y="46634"/>
                  </a:lnTo>
                  <a:cubicBezTo>
                    <a:pt x="107479" y="76837"/>
                    <a:pt x="221212" y="79964"/>
                    <a:pt x="226095" y="80074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5B2A701-5096-7CA2-CA92-8F4ADEDC2D6C}"/>
                </a:ext>
              </a:extLst>
            </p:cNvPr>
            <p:cNvSpPr/>
            <p:nvPr/>
          </p:nvSpPr>
          <p:spPr>
            <a:xfrm>
              <a:off x="5822941" y="2393524"/>
              <a:ext cx="348551" cy="67564"/>
            </a:xfrm>
            <a:custGeom>
              <a:avLst/>
              <a:gdLst>
                <a:gd name="connsiteX0" fmla="*/ 306525 w 348551"/>
                <a:gd name="connsiteY0" fmla="*/ 47567 h 67564"/>
                <a:gd name="connsiteX1" fmla="*/ 322024 w 348551"/>
                <a:gd name="connsiteY1" fmla="*/ 35360 h 67564"/>
                <a:gd name="connsiteX2" fmla="*/ 348551 w 348551"/>
                <a:gd name="connsiteY2" fmla="*/ 0 h 67564"/>
                <a:gd name="connsiteX3" fmla="*/ 174440 w 348551"/>
                <a:gd name="connsiteY3" fmla="*/ 26307 h 67564"/>
                <a:gd name="connsiteX4" fmla="*/ 174138 w 348551"/>
                <a:gd name="connsiteY4" fmla="*/ 26307 h 67564"/>
                <a:gd name="connsiteX5" fmla="*/ 0 w 348551"/>
                <a:gd name="connsiteY5" fmla="*/ 0 h 67564"/>
                <a:gd name="connsiteX6" fmla="*/ 26554 w 348551"/>
                <a:gd name="connsiteY6" fmla="*/ 35360 h 67564"/>
                <a:gd name="connsiteX7" fmla="*/ 42053 w 348551"/>
                <a:gd name="connsiteY7" fmla="*/ 47567 h 67564"/>
                <a:gd name="connsiteX8" fmla="*/ 174276 w 348551"/>
                <a:gd name="connsiteY8" fmla="*/ 67565 h 67564"/>
                <a:gd name="connsiteX9" fmla="*/ 306525 w 348551"/>
                <a:gd name="connsiteY9" fmla="*/ 47567 h 67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8551" h="67564">
                  <a:moveTo>
                    <a:pt x="306525" y="47567"/>
                  </a:moveTo>
                  <a:cubicBezTo>
                    <a:pt x="312670" y="44925"/>
                    <a:pt x="318019" y="40717"/>
                    <a:pt x="322024" y="35360"/>
                  </a:cubicBezTo>
                  <a:lnTo>
                    <a:pt x="348551" y="0"/>
                  </a:lnTo>
                  <a:cubicBezTo>
                    <a:pt x="273991" y="24003"/>
                    <a:pt x="179049" y="26198"/>
                    <a:pt x="174440" y="26307"/>
                  </a:cubicBezTo>
                  <a:lnTo>
                    <a:pt x="174138" y="26307"/>
                  </a:lnTo>
                  <a:cubicBezTo>
                    <a:pt x="169530" y="26307"/>
                    <a:pt x="74588" y="24003"/>
                    <a:pt x="0" y="0"/>
                  </a:cubicBezTo>
                  <a:lnTo>
                    <a:pt x="26554" y="35360"/>
                  </a:lnTo>
                  <a:cubicBezTo>
                    <a:pt x="30559" y="40717"/>
                    <a:pt x="35909" y="44925"/>
                    <a:pt x="42053" y="47567"/>
                  </a:cubicBezTo>
                  <a:cubicBezTo>
                    <a:pt x="70418" y="59610"/>
                    <a:pt x="119055" y="67565"/>
                    <a:pt x="174276" y="67565"/>
                  </a:cubicBezTo>
                  <a:cubicBezTo>
                    <a:pt x="229496" y="67565"/>
                    <a:pt x="278161" y="59610"/>
                    <a:pt x="306525" y="47567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F3FA76F7-181C-2895-BC40-E0EAD2946FDC}"/>
                </a:ext>
              </a:extLst>
            </p:cNvPr>
            <p:cNvSpPr/>
            <p:nvPr/>
          </p:nvSpPr>
          <p:spPr>
            <a:xfrm>
              <a:off x="5862792" y="2782250"/>
              <a:ext cx="266639" cy="387717"/>
            </a:xfrm>
            <a:custGeom>
              <a:avLst/>
              <a:gdLst>
                <a:gd name="connsiteX0" fmla="*/ 121477 w 266639"/>
                <a:gd name="connsiteY0" fmla="*/ 1000 h 387717"/>
                <a:gd name="connsiteX1" fmla="*/ 40003 w 266639"/>
                <a:gd name="connsiteY1" fmla="*/ 35509 h 387717"/>
                <a:gd name="connsiteX2" fmla="*/ 364 w 266639"/>
                <a:gd name="connsiteY2" fmla="*/ 107600 h 387717"/>
                <a:gd name="connsiteX3" fmla="*/ 17235 w 266639"/>
                <a:gd name="connsiteY3" fmla="*/ 194450 h 387717"/>
                <a:gd name="connsiteX4" fmla="*/ 60742 w 266639"/>
                <a:gd name="connsiteY4" fmla="*/ 261604 h 387717"/>
                <a:gd name="connsiteX5" fmla="*/ 86418 w 266639"/>
                <a:gd name="connsiteY5" fmla="*/ 355558 h 387717"/>
                <a:gd name="connsiteX6" fmla="*/ 137634 w 266639"/>
                <a:gd name="connsiteY6" fmla="*/ 386392 h 387717"/>
                <a:gd name="connsiteX7" fmla="*/ 178151 w 266639"/>
                <a:gd name="connsiteY7" fmla="*/ 365983 h 387717"/>
                <a:gd name="connsiteX8" fmla="*/ 189124 w 266639"/>
                <a:gd name="connsiteY8" fmla="*/ 303328 h 387717"/>
                <a:gd name="connsiteX9" fmla="*/ 230272 w 266639"/>
                <a:gd name="connsiteY9" fmla="*/ 231511 h 387717"/>
                <a:gd name="connsiteX10" fmla="*/ 263190 w 266639"/>
                <a:gd name="connsiteY10" fmla="*/ 155771 h 387717"/>
                <a:gd name="connsiteX11" fmla="*/ 250050 w 266639"/>
                <a:gd name="connsiteY11" fmla="*/ 66343 h 387717"/>
                <a:gd name="connsiteX12" fmla="*/ 165642 w 266639"/>
                <a:gd name="connsiteY12" fmla="*/ 1000 h 387717"/>
                <a:gd name="connsiteX13" fmla="*/ 121477 w 266639"/>
                <a:gd name="connsiteY13" fmla="*/ 1000 h 387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6639" h="387717">
                  <a:moveTo>
                    <a:pt x="121477" y="1000"/>
                  </a:moveTo>
                  <a:cubicBezTo>
                    <a:pt x="87708" y="8352"/>
                    <a:pt x="48069" y="22945"/>
                    <a:pt x="40003" y="35509"/>
                  </a:cubicBezTo>
                  <a:cubicBezTo>
                    <a:pt x="31938" y="48073"/>
                    <a:pt x="-376" y="84283"/>
                    <a:pt x="364" y="107600"/>
                  </a:cubicBezTo>
                  <a:cubicBezTo>
                    <a:pt x="1105" y="130918"/>
                    <a:pt x="-5561" y="169460"/>
                    <a:pt x="17235" y="194450"/>
                  </a:cubicBezTo>
                  <a:cubicBezTo>
                    <a:pt x="40031" y="219441"/>
                    <a:pt x="61867" y="246077"/>
                    <a:pt x="60742" y="261604"/>
                  </a:cubicBezTo>
                  <a:cubicBezTo>
                    <a:pt x="59617" y="277130"/>
                    <a:pt x="82688" y="329251"/>
                    <a:pt x="86418" y="355558"/>
                  </a:cubicBezTo>
                  <a:cubicBezTo>
                    <a:pt x="90149" y="381865"/>
                    <a:pt x="112671" y="391522"/>
                    <a:pt x="137634" y="386392"/>
                  </a:cubicBezTo>
                  <a:cubicBezTo>
                    <a:pt x="162597" y="381262"/>
                    <a:pt x="175353" y="371277"/>
                    <a:pt x="178151" y="365983"/>
                  </a:cubicBezTo>
                  <a:cubicBezTo>
                    <a:pt x="180949" y="360688"/>
                    <a:pt x="184598" y="310570"/>
                    <a:pt x="189124" y="303328"/>
                  </a:cubicBezTo>
                  <a:cubicBezTo>
                    <a:pt x="193650" y="296086"/>
                    <a:pt x="225828" y="238095"/>
                    <a:pt x="230272" y="231511"/>
                  </a:cubicBezTo>
                  <a:cubicBezTo>
                    <a:pt x="234716" y="224927"/>
                    <a:pt x="258746" y="182819"/>
                    <a:pt x="263190" y="155771"/>
                  </a:cubicBezTo>
                  <a:cubicBezTo>
                    <a:pt x="267634" y="128723"/>
                    <a:pt x="271420" y="91278"/>
                    <a:pt x="250050" y="66343"/>
                  </a:cubicBezTo>
                  <a:cubicBezTo>
                    <a:pt x="228681" y="41407"/>
                    <a:pt x="179577" y="3249"/>
                    <a:pt x="165642" y="1000"/>
                  </a:cubicBezTo>
                  <a:cubicBezTo>
                    <a:pt x="151707" y="-1250"/>
                    <a:pt x="121477" y="1000"/>
                    <a:pt x="121477" y="1000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8F1189-26D4-7B8A-0216-B331CBC3C643}"/>
                </a:ext>
              </a:extLst>
            </p:cNvPr>
            <p:cNvSpPr/>
            <p:nvPr/>
          </p:nvSpPr>
          <p:spPr>
            <a:xfrm>
              <a:off x="5853857" y="2773786"/>
              <a:ext cx="286569" cy="405691"/>
            </a:xfrm>
            <a:custGeom>
              <a:avLst/>
              <a:gdLst>
                <a:gd name="connsiteX0" fmla="*/ 143387 w 286569"/>
                <a:gd name="connsiteY0" fmla="*/ 0 h 405691"/>
                <a:gd name="connsiteX1" fmla="*/ 0 w 286569"/>
                <a:gd name="connsiteY1" fmla="*/ 143305 h 405691"/>
                <a:gd name="connsiteX2" fmla="*/ 40545 w 286569"/>
                <a:gd name="connsiteY2" fmla="*/ 243212 h 405691"/>
                <a:gd name="connsiteX3" fmla="*/ 40545 w 286569"/>
                <a:gd name="connsiteY3" fmla="*/ 243212 h 405691"/>
                <a:gd name="connsiteX4" fmla="*/ 40545 w 286569"/>
                <a:gd name="connsiteY4" fmla="*/ 243212 h 405691"/>
                <a:gd name="connsiteX5" fmla="*/ 40545 w 286569"/>
                <a:gd name="connsiteY5" fmla="*/ 243212 h 405691"/>
                <a:gd name="connsiteX6" fmla="*/ 82077 w 286569"/>
                <a:gd name="connsiteY6" fmla="*/ 338840 h 405691"/>
                <a:gd name="connsiteX7" fmla="*/ 143277 w 286569"/>
                <a:gd name="connsiteY7" fmla="*/ 405692 h 405691"/>
                <a:gd name="connsiteX8" fmla="*/ 204506 w 286569"/>
                <a:gd name="connsiteY8" fmla="*/ 338840 h 405691"/>
                <a:gd name="connsiteX9" fmla="*/ 246038 w 286569"/>
                <a:gd name="connsiteY9" fmla="*/ 243212 h 405691"/>
                <a:gd name="connsiteX10" fmla="*/ 246038 w 286569"/>
                <a:gd name="connsiteY10" fmla="*/ 243212 h 405691"/>
                <a:gd name="connsiteX11" fmla="*/ 246038 w 286569"/>
                <a:gd name="connsiteY11" fmla="*/ 243212 h 405691"/>
                <a:gd name="connsiteX12" fmla="*/ 246038 w 286569"/>
                <a:gd name="connsiteY12" fmla="*/ 243212 h 405691"/>
                <a:gd name="connsiteX13" fmla="*/ 243130 w 286569"/>
                <a:gd name="connsiteY13" fmla="*/ 40545 h 405691"/>
                <a:gd name="connsiteX14" fmla="*/ 143168 w 286569"/>
                <a:gd name="connsiteY14" fmla="*/ 0 h 405691"/>
                <a:gd name="connsiteX15" fmla="*/ 154963 w 286569"/>
                <a:gd name="connsiteY15" fmla="*/ 388026 h 405691"/>
                <a:gd name="connsiteX16" fmla="*/ 154963 w 286569"/>
                <a:gd name="connsiteY16" fmla="*/ 388026 h 405691"/>
                <a:gd name="connsiteX17" fmla="*/ 148133 w 286569"/>
                <a:gd name="connsiteY17" fmla="*/ 381716 h 405691"/>
                <a:gd name="connsiteX18" fmla="*/ 137160 w 286569"/>
                <a:gd name="connsiteY18" fmla="*/ 381716 h 405691"/>
                <a:gd name="connsiteX19" fmla="*/ 130357 w 286569"/>
                <a:gd name="connsiteY19" fmla="*/ 387779 h 405691"/>
                <a:gd name="connsiteX20" fmla="*/ 130357 w 286569"/>
                <a:gd name="connsiteY20" fmla="*/ 387779 h 405691"/>
                <a:gd name="connsiteX21" fmla="*/ 99715 w 286569"/>
                <a:gd name="connsiteY21" fmla="*/ 360923 h 405691"/>
                <a:gd name="connsiteX22" fmla="*/ 187141 w 286569"/>
                <a:gd name="connsiteY22" fmla="*/ 360923 h 405691"/>
                <a:gd name="connsiteX23" fmla="*/ 154936 w 286569"/>
                <a:gd name="connsiteY23" fmla="*/ 388026 h 405691"/>
                <a:gd name="connsiteX24" fmla="*/ 189912 w 286569"/>
                <a:gd name="connsiteY24" fmla="*/ 344134 h 405691"/>
                <a:gd name="connsiteX25" fmla="*/ 96753 w 286569"/>
                <a:gd name="connsiteY25" fmla="*/ 344134 h 405691"/>
                <a:gd name="connsiteX26" fmla="*/ 96753 w 286569"/>
                <a:gd name="connsiteY26" fmla="*/ 337030 h 405691"/>
                <a:gd name="connsiteX27" fmla="*/ 95299 w 286569"/>
                <a:gd name="connsiteY27" fmla="*/ 328388 h 405691"/>
                <a:gd name="connsiteX28" fmla="*/ 191311 w 286569"/>
                <a:gd name="connsiteY28" fmla="*/ 328388 h 405691"/>
                <a:gd name="connsiteX29" fmla="*/ 189884 w 286569"/>
                <a:gd name="connsiteY29" fmla="*/ 337030 h 405691"/>
                <a:gd name="connsiteX30" fmla="*/ 190022 w 286569"/>
                <a:gd name="connsiteY30" fmla="*/ 344217 h 405691"/>
                <a:gd name="connsiteX31" fmla="*/ 234023 w 286569"/>
                <a:gd name="connsiteY31" fmla="*/ 231663 h 405691"/>
                <a:gd name="connsiteX32" fmla="*/ 206591 w 286569"/>
                <a:gd name="connsiteY32" fmla="*/ 271906 h 405691"/>
                <a:gd name="connsiteX33" fmla="*/ 194466 w 286569"/>
                <a:gd name="connsiteY33" fmla="*/ 311573 h 405691"/>
                <a:gd name="connsiteX34" fmla="*/ 92364 w 286569"/>
                <a:gd name="connsiteY34" fmla="*/ 311573 h 405691"/>
                <a:gd name="connsiteX35" fmla="*/ 80239 w 286569"/>
                <a:gd name="connsiteY35" fmla="*/ 271906 h 405691"/>
                <a:gd name="connsiteX36" fmla="*/ 52807 w 286569"/>
                <a:gd name="connsiteY36" fmla="*/ 231663 h 405691"/>
                <a:gd name="connsiteX37" fmla="*/ 54837 w 286569"/>
                <a:gd name="connsiteY37" fmla="*/ 52450 h 405691"/>
                <a:gd name="connsiteX38" fmla="*/ 234050 w 286569"/>
                <a:gd name="connsiteY38" fmla="*/ 54480 h 405691"/>
                <a:gd name="connsiteX39" fmla="*/ 234050 w 286569"/>
                <a:gd name="connsiteY39" fmla="*/ 231663 h 40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6569" h="405691">
                  <a:moveTo>
                    <a:pt x="143387" y="0"/>
                  </a:moveTo>
                  <a:cubicBezTo>
                    <a:pt x="64218" y="-27"/>
                    <a:pt x="27" y="64136"/>
                    <a:pt x="0" y="143305"/>
                  </a:cubicBezTo>
                  <a:cubicBezTo>
                    <a:pt x="0" y="180612"/>
                    <a:pt x="14539" y="216439"/>
                    <a:pt x="40545" y="243212"/>
                  </a:cubicBezTo>
                  <a:lnTo>
                    <a:pt x="40545" y="243212"/>
                  </a:lnTo>
                  <a:lnTo>
                    <a:pt x="40545" y="243212"/>
                  </a:lnTo>
                  <a:lnTo>
                    <a:pt x="40545" y="243212"/>
                  </a:lnTo>
                  <a:cubicBezTo>
                    <a:pt x="43041" y="246092"/>
                    <a:pt x="83860" y="293550"/>
                    <a:pt x="82077" y="338840"/>
                  </a:cubicBezTo>
                  <a:cubicBezTo>
                    <a:pt x="80239" y="385475"/>
                    <a:pt x="107424" y="405692"/>
                    <a:pt x="143277" y="405692"/>
                  </a:cubicBezTo>
                  <a:cubicBezTo>
                    <a:pt x="179131" y="405692"/>
                    <a:pt x="206371" y="385557"/>
                    <a:pt x="204506" y="338840"/>
                  </a:cubicBezTo>
                  <a:cubicBezTo>
                    <a:pt x="202723" y="293550"/>
                    <a:pt x="243541" y="246092"/>
                    <a:pt x="246038" y="243212"/>
                  </a:cubicBezTo>
                  <a:lnTo>
                    <a:pt x="246038" y="243212"/>
                  </a:lnTo>
                  <a:lnTo>
                    <a:pt x="246038" y="243212"/>
                  </a:lnTo>
                  <a:lnTo>
                    <a:pt x="246038" y="243212"/>
                  </a:lnTo>
                  <a:cubicBezTo>
                    <a:pt x="301204" y="186428"/>
                    <a:pt x="299887" y="95683"/>
                    <a:pt x="243130" y="40545"/>
                  </a:cubicBezTo>
                  <a:cubicBezTo>
                    <a:pt x="216356" y="14512"/>
                    <a:pt x="180503" y="-27"/>
                    <a:pt x="143168" y="0"/>
                  </a:cubicBezTo>
                  <a:close/>
                  <a:moveTo>
                    <a:pt x="154963" y="388026"/>
                  </a:moveTo>
                  <a:lnTo>
                    <a:pt x="154963" y="388026"/>
                  </a:lnTo>
                  <a:cubicBezTo>
                    <a:pt x="154689" y="384460"/>
                    <a:pt x="151699" y="381716"/>
                    <a:pt x="148133" y="381716"/>
                  </a:cubicBezTo>
                  <a:lnTo>
                    <a:pt x="137160" y="381716"/>
                  </a:lnTo>
                  <a:cubicBezTo>
                    <a:pt x="133676" y="381744"/>
                    <a:pt x="130768" y="384322"/>
                    <a:pt x="130357" y="387779"/>
                  </a:cubicBezTo>
                  <a:lnTo>
                    <a:pt x="130357" y="387779"/>
                  </a:lnTo>
                  <a:cubicBezTo>
                    <a:pt x="115763" y="385584"/>
                    <a:pt x="103803" y="375105"/>
                    <a:pt x="99715" y="360923"/>
                  </a:cubicBezTo>
                  <a:lnTo>
                    <a:pt x="187141" y="360923"/>
                  </a:lnTo>
                  <a:cubicBezTo>
                    <a:pt x="182834" y="375626"/>
                    <a:pt x="170133" y="386297"/>
                    <a:pt x="154936" y="388026"/>
                  </a:cubicBezTo>
                  <a:close/>
                  <a:moveTo>
                    <a:pt x="189912" y="344134"/>
                  </a:moveTo>
                  <a:lnTo>
                    <a:pt x="96753" y="344134"/>
                  </a:lnTo>
                  <a:cubicBezTo>
                    <a:pt x="96753" y="341885"/>
                    <a:pt x="96753" y="339526"/>
                    <a:pt x="96753" y="337030"/>
                  </a:cubicBezTo>
                  <a:cubicBezTo>
                    <a:pt x="96259" y="334012"/>
                    <a:pt x="95765" y="331132"/>
                    <a:pt x="95299" y="328388"/>
                  </a:cubicBezTo>
                  <a:lnTo>
                    <a:pt x="191311" y="328388"/>
                  </a:lnTo>
                  <a:cubicBezTo>
                    <a:pt x="190845" y="331132"/>
                    <a:pt x="190378" y="333875"/>
                    <a:pt x="189884" y="337030"/>
                  </a:cubicBezTo>
                  <a:cubicBezTo>
                    <a:pt x="190022" y="339745"/>
                    <a:pt x="190022" y="341967"/>
                    <a:pt x="190022" y="344217"/>
                  </a:cubicBezTo>
                  <a:close/>
                  <a:moveTo>
                    <a:pt x="234023" y="231663"/>
                  </a:moveTo>
                  <a:cubicBezTo>
                    <a:pt x="220498" y="250043"/>
                    <a:pt x="212324" y="260604"/>
                    <a:pt x="206591" y="271906"/>
                  </a:cubicBezTo>
                  <a:cubicBezTo>
                    <a:pt x="201296" y="282303"/>
                    <a:pt x="198032" y="293303"/>
                    <a:pt x="194466" y="311573"/>
                  </a:cubicBezTo>
                  <a:lnTo>
                    <a:pt x="92364" y="311573"/>
                  </a:lnTo>
                  <a:cubicBezTo>
                    <a:pt x="88797" y="293303"/>
                    <a:pt x="85533" y="282303"/>
                    <a:pt x="80239" y="271906"/>
                  </a:cubicBezTo>
                  <a:cubicBezTo>
                    <a:pt x="74450" y="260604"/>
                    <a:pt x="66276" y="249960"/>
                    <a:pt x="52807" y="231663"/>
                  </a:cubicBezTo>
                  <a:cubicBezTo>
                    <a:pt x="3868" y="181627"/>
                    <a:pt x="4773" y="101361"/>
                    <a:pt x="54837" y="52450"/>
                  </a:cubicBezTo>
                  <a:cubicBezTo>
                    <a:pt x="104872" y="3511"/>
                    <a:pt x="185111" y="4417"/>
                    <a:pt x="234050" y="54480"/>
                  </a:cubicBezTo>
                  <a:cubicBezTo>
                    <a:pt x="282193" y="103720"/>
                    <a:pt x="282193" y="182423"/>
                    <a:pt x="234050" y="231663"/>
                  </a:cubicBezTo>
                  <a:close/>
                </a:path>
              </a:pathLst>
            </a:custGeom>
            <a:solidFill>
              <a:srgbClr val="DD9527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2DDC5BF-B451-763D-852E-6BB6C85B617F}"/>
                </a:ext>
              </a:extLst>
            </p:cNvPr>
            <p:cNvSpPr/>
            <p:nvPr/>
          </p:nvSpPr>
          <p:spPr>
            <a:xfrm>
              <a:off x="5886046" y="2809157"/>
              <a:ext cx="135669" cy="161388"/>
            </a:xfrm>
            <a:custGeom>
              <a:avLst/>
              <a:gdLst>
                <a:gd name="connsiteX0" fmla="*/ 129084 w 135669"/>
                <a:gd name="connsiteY0" fmla="*/ 2376 h 161388"/>
                <a:gd name="connsiteX1" fmla="*/ 2348 w 135669"/>
                <a:gd name="connsiteY1" fmla="*/ 84507 h 161388"/>
                <a:gd name="connsiteX2" fmla="*/ 12498 w 135669"/>
                <a:gd name="connsiteY2" fmla="*/ 156955 h 161388"/>
                <a:gd name="connsiteX3" fmla="*/ 23772 w 135669"/>
                <a:gd name="connsiteY3" fmla="*/ 160412 h 161388"/>
                <a:gd name="connsiteX4" fmla="*/ 27229 w 135669"/>
                <a:gd name="connsiteY4" fmla="*/ 149137 h 161388"/>
                <a:gd name="connsiteX5" fmla="*/ 64426 w 135669"/>
                <a:gd name="connsiteY5" fmla="*/ 27257 h 161388"/>
                <a:gd name="connsiteX6" fmla="*/ 125600 w 135669"/>
                <a:gd name="connsiteY6" fmla="*/ 18671 h 161388"/>
                <a:gd name="connsiteX7" fmla="*/ 135475 w 135669"/>
                <a:gd name="connsiteY7" fmla="*/ 12279 h 161388"/>
                <a:gd name="connsiteX8" fmla="*/ 129084 w 135669"/>
                <a:gd name="connsiteY8" fmla="*/ 2376 h 16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669" h="161388">
                  <a:moveTo>
                    <a:pt x="129084" y="2376"/>
                  </a:moveTo>
                  <a:cubicBezTo>
                    <a:pt x="71394" y="-9941"/>
                    <a:pt x="14665" y="26845"/>
                    <a:pt x="2348" y="84507"/>
                  </a:cubicBezTo>
                  <a:cubicBezTo>
                    <a:pt x="-2892" y="109114"/>
                    <a:pt x="702" y="134763"/>
                    <a:pt x="12498" y="156955"/>
                  </a:cubicBezTo>
                  <a:cubicBezTo>
                    <a:pt x="14665" y="161015"/>
                    <a:pt x="19712" y="162579"/>
                    <a:pt x="23772" y="160412"/>
                  </a:cubicBezTo>
                  <a:cubicBezTo>
                    <a:pt x="27832" y="158245"/>
                    <a:pt x="29396" y="153197"/>
                    <a:pt x="27229" y="149137"/>
                  </a:cubicBezTo>
                  <a:cubicBezTo>
                    <a:pt x="3856" y="105191"/>
                    <a:pt x="20508" y="50629"/>
                    <a:pt x="64426" y="27257"/>
                  </a:cubicBezTo>
                  <a:cubicBezTo>
                    <a:pt x="83190" y="17272"/>
                    <a:pt x="104834" y="14227"/>
                    <a:pt x="125600" y="18671"/>
                  </a:cubicBezTo>
                  <a:cubicBezTo>
                    <a:pt x="130099" y="19631"/>
                    <a:pt x="134515" y="16778"/>
                    <a:pt x="135475" y="12279"/>
                  </a:cubicBezTo>
                  <a:cubicBezTo>
                    <a:pt x="136463" y="7753"/>
                    <a:pt x="133582" y="3336"/>
                    <a:pt x="129084" y="2376"/>
                  </a:cubicBezTo>
                  <a:close/>
                </a:path>
              </a:pathLst>
            </a:custGeom>
            <a:solidFill>
              <a:srgbClr val="FFFFFF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E3DD98-189D-B083-C70C-0158AA2FB775}"/>
              </a:ext>
            </a:extLst>
          </p:cNvPr>
          <p:cNvGrpSpPr/>
          <p:nvPr/>
        </p:nvGrpSpPr>
        <p:grpSpPr>
          <a:xfrm>
            <a:off x="2491943" y="5033659"/>
            <a:ext cx="631479" cy="758075"/>
            <a:chOff x="8967925" y="3668023"/>
            <a:chExt cx="964378" cy="1157712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50D900C-37F1-5FD8-F840-06BC3D0712BA}"/>
                </a:ext>
              </a:extLst>
            </p:cNvPr>
            <p:cNvSpPr/>
            <p:nvPr/>
          </p:nvSpPr>
          <p:spPr>
            <a:xfrm>
              <a:off x="9193889" y="4059761"/>
              <a:ext cx="512434" cy="182176"/>
            </a:xfrm>
            <a:custGeom>
              <a:avLst/>
              <a:gdLst>
                <a:gd name="connsiteX0" fmla="*/ 104694 w 512434"/>
                <a:gd name="connsiteY0" fmla="*/ 138276 h 182176"/>
                <a:gd name="connsiteX1" fmla="*/ 496368 w 512434"/>
                <a:gd name="connsiteY1" fmla="*/ 49835 h 182176"/>
                <a:gd name="connsiteX2" fmla="*/ 510688 w 512434"/>
                <a:gd name="connsiteY2" fmla="*/ 24323 h 182176"/>
                <a:gd name="connsiteX3" fmla="*/ 503061 w 512434"/>
                <a:gd name="connsiteY3" fmla="*/ 1774 h 182176"/>
                <a:gd name="connsiteX4" fmla="*/ 480512 w 512434"/>
                <a:gd name="connsiteY4" fmla="*/ 9373 h 182176"/>
                <a:gd name="connsiteX5" fmla="*/ 145019 w 512434"/>
                <a:gd name="connsiteY5" fmla="*/ 122475 h 182176"/>
                <a:gd name="connsiteX6" fmla="*/ 31917 w 512434"/>
                <a:gd name="connsiteY6" fmla="*/ 9373 h 182176"/>
                <a:gd name="connsiteX7" fmla="*/ 9368 w 512434"/>
                <a:gd name="connsiteY7" fmla="*/ 1746 h 182176"/>
                <a:gd name="connsiteX8" fmla="*/ 1742 w 512434"/>
                <a:gd name="connsiteY8" fmla="*/ 24268 h 182176"/>
                <a:gd name="connsiteX9" fmla="*/ 104694 w 512434"/>
                <a:gd name="connsiteY9" fmla="*/ 138276 h 18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434" h="182176">
                  <a:moveTo>
                    <a:pt x="104694" y="138276"/>
                  </a:moveTo>
                  <a:cubicBezTo>
                    <a:pt x="237273" y="221998"/>
                    <a:pt x="412618" y="182413"/>
                    <a:pt x="496368" y="49835"/>
                  </a:cubicBezTo>
                  <a:cubicBezTo>
                    <a:pt x="501580" y="41578"/>
                    <a:pt x="506353" y="33074"/>
                    <a:pt x="510688" y="24323"/>
                  </a:cubicBezTo>
                  <a:cubicBezTo>
                    <a:pt x="514802" y="15984"/>
                    <a:pt x="511401" y="5889"/>
                    <a:pt x="503061" y="1774"/>
                  </a:cubicBezTo>
                  <a:cubicBezTo>
                    <a:pt x="494750" y="-2368"/>
                    <a:pt x="484627" y="1033"/>
                    <a:pt x="480512" y="9373"/>
                  </a:cubicBezTo>
                  <a:cubicBezTo>
                    <a:pt x="419092" y="133255"/>
                    <a:pt x="268902" y="183895"/>
                    <a:pt x="145019" y="122475"/>
                  </a:cubicBezTo>
                  <a:cubicBezTo>
                    <a:pt x="95971" y="98170"/>
                    <a:pt x="56249" y="58421"/>
                    <a:pt x="31917" y="9373"/>
                  </a:cubicBezTo>
                  <a:cubicBezTo>
                    <a:pt x="27802" y="1033"/>
                    <a:pt x="17707" y="-2368"/>
                    <a:pt x="9368" y="1746"/>
                  </a:cubicBezTo>
                  <a:cubicBezTo>
                    <a:pt x="1056" y="5834"/>
                    <a:pt x="-2373" y="15929"/>
                    <a:pt x="1742" y="24268"/>
                  </a:cubicBezTo>
                  <a:cubicBezTo>
                    <a:pt x="24949" y="70985"/>
                    <a:pt x="60556" y="110432"/>
                    <a:pt x="104694" y="138276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C067278-E910-2228-DC7C-FA292763745A}"/>
                </a:ext>
              </a:extLst>
            </p:cNvPr>
            <p:cNvSpPr/>
            <p:nvPr/>
          </p:nvSpPr>
          <p:spPr>
            <a:xfrm>
              <a:off x="9309510" y="4002538"/>
              <a:ext cx="281187" cy="110324"/>
            </a:xfrm>
            <a:custGeom>
              <a:avLst/>
              <a:gdLst>
                <a:gd name="connsiteX0" fmla="*/ 140690 w 281187"/>
                <a:gd name="connsiteY0" fmla="*/ 110322 h 110324"/>
                <a:gd name="connsiteX1" fmla="*/ 279441 w 281187"/>
                <a:gd name="connsiteY1" fmla="*/ 24296 h 110324"/>
                <a:gd name="connsiteX2" fmla="*/ 271815 w 281187"/>
                <a:gd name="connsiteY2" fmla="*/ 1746 h 110324"/>
                <a:gd name="connsiteX3" fmla="*/ 249265 w 281187"/>
                <a:gd name="connsiteY3" fmla="*/ 9372 h 110324"/>
                <a:gd name="connsiteX4" fmla="*/ 86703 w 281187"/>
                <a:gd name="connsiteY4" fmla="*/ 64154 h 110324"/>
                <a:gd name="connsiteX5" fmla="*/ 31922 w 281187"/>
                <a:gd name="connsiteY5" fmla="*/ 9372 h 110324"/>
                <a:gd name="connsiteX6" fmla="*/ 9373 w 281187"/>
                <a:gd name="connsiteY6" fmla="*/ 1746 h 110324"/>
                <a:gd name="connsiteX7" fmla="*/ 1746 w 281187"/>
                <a:gd name="connsiteY7" fmla="*/ 24296 h 110324"/>
                <a:gd name="connsiteX8" fmla="*/ 140690 w 281187"/>
                <a:gd name="connsiteY8" fmla="*/ 110322 h 110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187" h="110324">
                  <a:moveTo>
                    <a:pt x="140690" y="110322"/>
                  </a:moveTo>
                  <a:cubicBezTo>
                    <a:pt x="199586" y="110542"/>
                    <a:pt x="253435" y="77157"/>
                    <a:pt x="279441" y="24296"/>
                  </a:cubicBezTo>
                  <a:cubicBezTo>
                    <a:pt x="283555" y="15956"/>
                    <a:pt x="280154" y="5861"/>
                    <a:pt x="271815" y="1746"/>
                  </a:cubicBezTo>
                  <a:cubicBezTo>
                    <a:pt x="263475" y="-2368"/>
                    <a:pt x="253380" y="1033"/>
                    <a:pt x="249265" y="9372"/>
                  </a:cubicBezTo>
                  <a:cubicBezTo>
                    <a:pt x="219502" y="69394"/>
                    <a:pt x="146725" y="93918"/>
                    <a:pt x="86703" y="64154"/>
                  </a:cubicBezTo>
                  <a:cubicBezTo>
                    <a:pt x="62947" y="52358"/>
                    <a:pt x="43690" y="33129"/>
                    <a:pt x="31922" y="9372"/>
                  </a:cubicBezTo>
                  <a:cubicBezTo>
                    <a:pt x="27807" y="1033"/>
                    <a:pt x="17712" y="-2368"/>
                    <a:pt x="9373" y="1746"/>
                  </a:cubicBezTo>
                  <a:cubicBezTo>
                    <a:pt x="1033" y="5861"/>
                    <a:pt x="-2368" y="15956"/>
                    <a:pt x="1746" y="24296"/>
                  </a:cubicBezTo>
                  <a:cubicBezTo>
                    <a:pt x="27779" y="77212"/>
                    <a:pt x="81738" y="110624"/>
                    <a:pt x="140690" y="110322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F51D211-36B9-E502-6CB1-F8F302B9A823}"/>
                </a:ext>
              </a:extLst>
            </p:cNvPr>
            <p:cNvSpPr/>
            <p:nvPr/>
          </p:nvSpPr>
          <p:spPr>
            <a:xfrm>
              <a:off x="8967925" y="4173263"/>
              <a:ext cx="964378" cy="320606"/>
            </a:xfrm>
            <a:custGeom>
              <a:avLst/>
              <a:gdLst>
                <a:gd name="connsiteX0" fmla="*/ 955038 w 964378"/>
                <a:gd name="connsiteY0" fmla="*/ 1758 h 320606"/>
                <a:gd name="connsiteX1" fmla="*/ 932324 w 964378"/>
                <a:gd name="connsiteY1" fmla="*/ 9411 h 320606"/>
                <a:gd name="connsiteX2" fmla="*/ 671473 w 964378"/>
                <a:gd name="connsiteY2" fmla="*/ 252102 h 320606"/>
                <a:gd name="connsiteX3" fmla="*/ 482192 w 964378"/>
                <a:gd name="connsiteY3" fmla="*/ 287984 h 320606"/>
                <a:gd name="connsiteX4" fmla="*/ 299907 w 964378"/>
                <a:gd name="connsiteY4" fmla="*/ 254846 h 320606"/>
                <a:gd name="connsiteX5" fmla="*/ 32115 w 964378"/>
                <a:gd name="connsiteY5" fmla="*/ 9411 h 320606"/>
                <a:gd name="connsiteX6" fmla="*/ 9402 w 964378"/>
                <a:gd name="connsiteY6" fmla="*/ 1785 h 320606"/>
                <a:gd name="connsiteX7" fmla="*/ 1775 w 964378"/>
                <a:gd name="connsiteY7" fmla="*/ 24472 h 320606"/>
                <a:gd name="connsiteX8" fmla="*/ 293817 w 964378"/>
                <a:gd name="connsiteY8" fmla="*/ 288450 h 320606"/>
                <a:gd name="connsiteX9" fmla="*/ 671830 w 964378"/>
                <a:gd name="connsiteY9" fmla="*/ 287984 h 320606"/>
                <a:gd name="connsiteX10" fmla="*/ 962609 w 964378"/>
                <a:gd name="connsiteY10" fmla="*/ 24472 h 320606"/>
                <a:gd name="connsiteX11" fmla="*/ 955038 w 964378"/>
                <a:gd name="connsiteY11" fmla="*/ 1758 h 32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378" h="320606">
                  <a:moveTo>
                    <a:pt x="955038" y="1758"/>
                  </a:moveTo>
                  <a:cubicBezTo>
                    <a:pt x="946643" y="-2384"/>
                    <a:pt x="936494" y="1045"/>
                    <a:pt x="932324" y="9411"/>
                  </a:cubicBezTo>
                  <a:cubicBezTo>
                    <a:pt x="878118" y="119606"/>
                    <a:pt x="785288" y="205990"/>
                    <a:pt x="671473" y="252102"/>
                  </a:cubicBezTo>
                  <a:cubicBezTo>
                    <a:pt x="622095" y="272210"/>
                    <a:pt x="552199" y="287545"/>
                    <a:pt x="482192" y="287984"/>
                  </a:cubicBezTo>
                  <a:cubicBezTo>
                    <a:pt x="415587" y="288395"/>
                    <a:pt x="348900" y="274871"/>
                    <a:pt x="299907" y="254846"/>
                  </a:cubicBezTo>
                  <a:cubicBezTo>
                    <a:pt x="183019" y="209500"/>
                    <a:pt x="87446" y="121910"/>
                    <a:pt x="32115" y="9411"/>
                  </a:cubicBezTo>
                  <a:cubicBezTo>
                    <a:pt x="27946" y="1045"/>
                    <a:pt x="17796" y="-2384"/>
                    <a:pt x="9402" y="1785"/>
                  </a:cubicBezTo>
                  <a:cubicBezTo>
                    <a:pt x="1035" y="5928"/>
                    <a:pt x="-2394" y="16105"/>
                    <a:pt x="1775" y="24472"/>
                  </a:cubicBezTo>
                  <a:cubicBezTo>
                    <a:pt x="62153" y="146270"/>
                    <a:pt x="166532" y="240636"/>
                    <a:pt x="293817" y="288450"/>
                  </a:cubicBezTo>
                  <a:cubicBezTo>
                    <a:pt x="400335" y="327431"/>
                    <a:pt x="535548" y="335221"/>
                    <a:pt x="671830" y="287984"/>
                  </a:cubicBezTo>
                  <a:cubicBezTo>
                    <a:pt x="798538" y="240005"/>
                    <a:pt x="902423" y="145858"/>
                    <a:pt x="962609" y="24472"/>
                  </a:cubicBezTo>
                  <a:cubicBezTo>
                    <a:pt x="966751" y="16105"/>
                    <a:pt x="963377" y="5955"/>
                    <a:pt x="955038" y="1758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2E5E021-C9A1-87D6-77F9-03109757A018}"/>
                </a:ext>
              </a:extLst>
            </p:cNvPr>
            <p:cNvSpPr/>
            <p:nvPr/>
          </p:nvSpPr>
          <p:spPr>
            <a:xfrm>
              <a:off x="9082416" y="4116671"/>
              <a:ext cx="735593" cy="252626"/>
            </a:xfrm>
            <a:custGeom>
              <a:avLst/>
              <a:gdLst>
                <a:gd name="connsiteX0" fmla="*/ 149534 w 735593"/>
                <a:gd name="connsiteY0" fmla="*/ 188460 h 252626"/>
                <a:gd name="connsiteX1" fmla="*/ 285899 w 735593"/>
                <a:gd name="connsiteY1" fmla="*/ 243324 h 252626"/>
                <a:gd name="connsiteX2" fmla="*/ 449640 w 735593"/>
                <a:gd name="connsiteY2" fmla="*/ 243324 h 252626"/>
                <a:gd name="connsiteX3" fmla="*/ 733835 w 735593"/>
                <a:gd name="connsiteY3" fmla="*/ 24444 h 252626"/>
                <a:gd name="connsiteX4" fmla="*/ 726182 w 735593"/>
                <a:gd name="connsiteY4" fmla="*/ 1758 h 252626"/>
                <a:gd name="connsiteX5" fmla="*/ 703496 w 735593"/>
                <a:gd name="connsiteY5" fmla="*/ 9411 h 252626"/>
                <a:gd name="connsiteX6" fmla="*/ 467581 w 735593"/>
                <a:gd name="connsiteY6" fmla="*/ 204398 h 252626"/>
                <a:gd name="connsiteX7" fmla="*/ 256766 w 735593"/>
                <a:gd name="connsiteY7" fmla="*/ 201079 h 252626"/>
                <a:gd name="connsiteX8" fmla="*/ 32098 w 735593"/>
                <a:gd name="connsiteY8" fmla="*/ 9411 h 252626"/>
                <a:gd name="connsiteX9" fmla="*/ 9411 w 735593"/>
                <a:gd name="connsiteY9" fmla="*/ 1758 h 252626"/>
                <a:gd name="connsiteX10" fmla="*/ 1758 w 735593"/>
                <a:gd name="connsiteY10" fmla="*/ 24444 h 252626"/>
                <a:gd name="connsiteX11" fmla="*/ 149534 w 735593"/>
                <a:gd name="connsiteY11" fmla="*/ 188460 h 252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5593" h="252626">
                  <a:moveTo>
                    <a:pt x="149534" y="188460"/>
                  </a:moveTo>
                  <a:cubicBezTo>
                    <a:pt x="191286" y="214877"/>
                    <a:pt x="237481" y="233476"/>
                    <a:pt x="285899" y="243324"/>
                  </a:cubicBezTo>
                  <a:cubicBezTo>
                    <a:pt x="367756" y="264255"/>
                    <a:pt x="449640" y="243324"/>
                    <a:pt x="449640" y="243324"/>
                  </a:cubicBezTo>
                  <a:cubicBezTo>
                    <a:pt x="573084" y="218141"/>
                    <a:pt x="677956" y="137354"/>
                    <a:pt x="733835" y="24444"/>
                  </a:cubicBezTo>
                  <a:cubicBezTo>
                    <a:pt x="737978" y="16077"/>
                    <a:pt x="734549" y="5900"/>
                    <a:pt x="726182" y="1758"/>
                  </a:cubicBezTo>
                  <a:cubicBezTo>
                    <a:pt x="717815" y="-2384"/>
                    <a:pt x="707638" y="1045"/>
                    <a:pt x="703496" y="9411"/>
                  </a:cubicBezTo>
                  <a:cubicBezTo>
                    <a:pt x="656450" y="105231"/>
                    <a:pt x="570533" y="176226"/>
                    <a:pt x="467581" y="204398"/>
                  </a:cubicBezTo>
                  <a:cubicBezTo>
                    <a:pt x="414280" y="216688"/>
                    <a:pt x="365205" y="232818"/>
                    <a:pt x="256766" y="201079"/>
                  </a:cubicBezTo>
                  <a:cubicBezTo>
                    <a:pt x="158641" y="170903"/>
                    <a:pt x="77360" y="101555"/>
                    <a:pt x="32098" y="9411"/>
                  </a:cubicBezTo>
                  <a:cubicBezTo>
                    <a:pt x="27955" y="1045"/>
                    <a:pt x="17778" y="-2384"/>
                    <a:pt x="9411" y="1758"/>
                  </a:cubicBezTo>
                  <a:cubicBezTo>
                    <a:pt x="1045" y="5900"/>
                    <a:pt x="-2384" y="16077"/>
                    <a:pt x="1758" y="24444"/>
                  </a:cubicBezTo>
                  <a:cubicBezTo>
                    <a:pt x="35060" y="91625"/>
                    <a:pt x="86166" y="148354"/>
                    <a:pt x="149534" y="188460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D8FF37F-FF05-AA8A-D49C-2CF3C2D38965}"/>
                </a:ext>
              </a:extLst>
            </p:cNvPr>
            <p:cNvSpPr/>
            <p:nvPr/>
          </p:nvSpPr>
          <p:spPr>
            <a:xfrm>
              <a:off x="9256118" y="3847333"/>
              <a:ext cx="388135" cy="60403"/>
            </a:xfrm>
            <a:custGeom>
              <a:avLst/>
              <a:gdLst>
                <a:gd name="connsiteX0" fmla="*/ 0 w 388135"/>
                <a:gd name="connsiteY0" fmla="*/ 12 h 60403"/>
                <a:gd name="connsiteX1" fmla="*/ 17063 w 388135"/>
                <a:gd name="connsiteY1" fmla="*/ 22808 h 60403"/>
                <a:gd name="connsiteX2" fmla="*/ 86109 w 388135"/>
                <a:gd name="connsiteY2" fmla="*/ 51228 h 60403"/>
                <a:gd name="connsiteX3" fmla="*/ 252402 w 388135"/>
                <a:gd name="connsiteY3" fmla="*/ 59787 h 60403"/>
                <a:gd name="connsiteX4" fmla="*/ 334424 w 388135"/>
                <a:gd name="connsiteY4" fmla="*/ 38170 h 60403"/>
                <a:gd name="connsiteX5" fmla="*/ 371045 w 388135"/>
                <a:gd name="connsiteY5" fmla="*/ 22808 h 60403"/>
                <a:gd name="connsiteX6" fmla="*/ 388135 w 388135"/>
                <a:gd name="connsiteY6" fmla="*/ 12 h 60403"/>
                <a:gd name="connsiteX7" fmla="*/ 287817 w 388135"/>
                <a:gd name="connsiteY7" fmla="*/ 7227 h 60403"/>
                <a:gd name="connsiteX8" fmla="*/ 34208 w 388135"/>
                <a:gd name="connsiteY8" fmla="*/ 451 h 60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135" h="60403">
                  <a:moveTo>
                    <a:pt x="0" y="12"/>
                  </a:moveTo>
                  <a:lnTo>
                    <a:pt x="17063" y="22808"/>
                  </a:lnTo>
                  <a:cubicBezTo>
                    <a:pt x="17063" y="22808"/>
                    <a:pt x="67099" y="50844"/>
                    <a:pt x="86109" y="51228"/>
                  </a:cubicBezTo>
                  <a:cubicBezTo>
                    <a:pt x="105119" y="51612"/>
                    <a:pt x="234242" y="63161"/>
                    <a:pt x="252402" y="59787"/>
                  </a:cubicBezTo>
                  <a:cubicBezTo>
                    <a:pt x="270562" y="56412"/>
                    <a:pt x="332174" y="40036"/>
                    <a:pt x="334424" y="38170"/>
                  </a:cubicBezTo>
                  <a:cubicBezTo>
                    <a:pt x="336673" y="36305"/>
                    <a:pt x="371045" y="22808"/>
                    <a:pt x="371045" y="22808"/>
                  </a:cubicBezTo>
                  <a:lnTo>
                    <a:pt x="388135" y="12"/>
                  </a:lnTo>
                  <a:cubicBezTo>
                    <a:pt x="388135" y="12"/>
                    <a:pt x="313905" y="-619"/>
                    <a:pt x="287817" y="7227"/>
                  </a:cubicBezTo>
                  <a:cubicBezTo>
                    <a:pt x="261729" y="15072"/>
                    <a:pt x="34208" y="451"/>
                    <a:pt x="34208" y="451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3284370-60E3-A38F-A25C-F52B52B606CB}"/>
                </a:ext>
              </a:extLst>
            </p:cNvPr>
            <p:cNvSpPr/>
            <p:nvPr/>
          </p:nvSpPr>
          <p:spPr>
            <a:xfrm>
              <a:off x="9190720" y="3752596"/>
              <a:ext cx="516764" cy="95211"/>
            </a:xfrm>
            <a:custGeom>
              <a:avLst/>
              <a:gdLst>
                <a:gd name="connsiteX0" fmla="*/ 0 w 516764"/>
                <a:gd name="connsiteY0" fmla="*/ 0 h 95211"/>
                <a:gd name="connsiteX1" fmla="*/ 30751 w 516764"/>
                <a:gd name="connsiteY1" fmla="*/ 48582 h 95211"/>
                <a:gd name="connsiteX2" fmla="*/ 116092 w 516764"/>
                <a:gd name="connsiteY2" fmla="*/ 88057 h 95211"/>
                <a:gd name="connsiteX3" fmla="*/ 339800 w 516764"/>
                <a:gd name="connsiteY3" fmla="*/ 94695 h 95211"/>
                <a:gd name="connsiteX4" fmla="*/ 452765 w 516764"/>
                <a:gd name="connsiteY4" fmla="*/ 82378 h 95211"/>
                <a:gd name="connsiteX5" fmla="*/ 489085 w 516764"/>
                <a:gd name="connsiteY5" fmla="*/ 47375 h 95211"/>
                <a:gd name="connsiteX6" fmla="*/ 516764 w 516764"/>
                <a:gd name="connsiteY6" fmla="*/ 3786 h 95211"/>
                <a:gd name="connsiteX7" fmla="*/ 110496 w 516764"/>
                <a:gd name="connsiteY7" fmla="*/ 0 h 9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764" h="95211">
                  <a:moveTo>
                    <a:pt x="0" y="0"/>
                  </a:moveTo>
                  <a:lnTo>
                    <a:pt x="30751" y="48582"/>
                  </a:lnTo>
                  <a:cubicBezTo>
                    <a:pt x="30751" y="48582"/>
                    <a:pt x="106573" y="88112"/>
                    <a:pt x="116092" y="88057"/>
                  </a:cubicBezTo>
                  <a:cubicBezTo>
                    <a:pt x="125611" y="88002"/>
                    <a:pt x="320214" y="97493"/>
                    <a:pt x="339800" y="94695"/>
                  </a:cubicBezTo>
                  <a:cubicBezTo>
                    <a:pt x="359387" y="91897"/>
                    <a:pt x="452765" y="82378"/>
                    <a:pt x="452765" y="82378"/>
                  </a:cubicBezTo>
                  <a:lnTo>
                    <a:pt x="489085" y="47375"/>
                  </a:lnTo>
                  <a:lnTo>
                    <a:pt x="516764" y="3786"/>
                  </a:lnTo>
                  <a:lnTo>
                    <a:pt x="110496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E4D0F42-40D6-6D65-4E67-35E27F10AEB4}"/>
                </a:ext>
              </a:extLst>
            </p:cNvPr>
            <p:cNvSpPr/>
            <p:nvPr/>
          </p:nvSpPr>
          <p:spPr>
            <a:xfrm>
              <a:off x="9188992" y="3668023"/>
              <a:ext cx="522414" cy="150601"/>
            </a:xfrm>
            <a:custGeom>
              <a:avLst/>
              <a:gdLst>
                <a:gd name="connsiteX0" fmla="*/ 261207 w 522414"/>
                <a:gd name="connsiteY0" fmla="*/ 150602 h 150601"/>
                <a:gd name="connsiteX1" fmla="*/ 509220 w 522414"/>
                <a:gd name="connsiteY1" fmla="*/ 99002 h 150601"/>
                <a:gd name="connsiteX2" fmla="*/ 522415 w 522414"/>
                <a:gd name="connsiteY2" fmla="*/ 75301 h 150601"/>
                <a:gd name="connsiteX3" fmla="*/ 261207 w 522414"/>
                <a:gd name="connsiteY3" fmla="*/ 0 h 150601"/>
                <a:gd name="connsiteX4" fmla="*/ 0 w 522414"/>
                <a:gd name="connsiteY4" fmla="*/ 75301 h 150601"/>
                <a:gd name="connsiteX5" fmla="*/ 3264 w 522414"/>
                <a:gd name="connsiteY5" fmla="*/ 87947 h 150601"/>
                <a:gd name="connsiteX6" fmla="*/ 13222 w 522414"/>
                <a:gd name="connsiteY6" fmla="*/ 98920 h 150601"/>
                <a:gd name="connsiteX7" fmla="*/ 261207 w 522414"/>
                <a:gd name="connsiteY7" fmla="*/ 150602 h 15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2414" h="150601">
                  <a:moveTo>
                    <a:pt x="261207" y="150602"/>
                  </a:moveTo>
                  <a:cubicBezTo>
                    <a:pt x="376751" y="150602"/>
                    <a:pt x="474766" y="128958"/>
                    <a:pt x="509220" y="99002"/>
                  </a:cubicBezTo>
                  <a:cubicBezTo>
                    <a:pt x="517779" y="91541"/>
                    <a:pt x="522415" y="83586"/>
                    <a:pt x="522415" y="75301"/>
                  </a:cubicBezTo>
                  <a:cubicBezTo>
                    <a:pt x="522415" y="33714"/>
                    <a:pt x="405472" y="0"/>
                    <a:pt x="261207" y="0"/>
                  </a:cubicBezTo>
                  <a:cubicBezTo>
                    <a:pt x="116943" y="0"/>
                    <a:pt x="0" y="33714"/>
                    <a:pt x="0" y="75301"/>
                  </a:cubicBezTo>
                  <a:cubicBezTo>
                    <a:pt x="164" y="79690"/>
                    <a:pt x="1289" y="84024"/>
                    <a:pt x="3264" y="87947"/>
                  </a:cubicBezTo>
                  <a:cubicBezTo>
                    <a:pt x="6035" y="92062"/>
                    <a:pt x="9409" y="95765"/>
                    <a:pt x="13222" y="98920"/>
                  </a:cubicBezTo>
                  <a:cubicBezTo>
                    <a:pt x="47649" y="128958"/>
                    <a:pt x="145664" y="150602"/>
                    <a:pt x="261207" y="150602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105D80D-96BE-15E9-4535-8147276F630F}"/>
                </a:ext>
              </a:extLst>
            </p:cNvPr>
            <p:cNvSpPr/>
            <p:nvPr/>
          </p:nvSpPr>
          <p:spPr>
            <a:xfrm>
              <a:off x="9220676" y="3799971"/>
              <a:ext cx="459266" cy="81335"/>
            </a:xfrm>
            <a:custGeom>
              <a:avLst/>
              <a:gdLst>
                <a:gd name="connsiteX0" fmla="*/ 229524 w 459266"/>
                <a:gd name="connsiteY0" fmla="*/ 81336 h 81335"/>
                <a:gd name="connsiteX1" fmla="*/ 423605 w 459266"/>
                <a:gd name="connsiteY1" fmla="*/ 47375 h 81335"/>
                <a:gd name="connsiteX2" fmla="*/ 459267 w 459266"/>
                <a:gd name="connsiteY2" fmla="*/ 0 h 81335"/>
                <a:gd name="connsiteX3" fmla="*/ 229634 w 459266"/>
                <a:gd name="connsiteY3" fmla="*/ 37280 h 81335"/>
                <a:gd name="connsiteX4" fmla="*/ 0 w 459266"/>
                <a:gd name="connsiteY4" fmla="*/ 0 h 81335"/>
                <a:gd name="connsiteX5" fmla="*/ 35662 w 459266"/>
                <a:gd name="connsiteY5" fmla="*/ 47375 h 81335"/>
                <a:gd name="connsiteX6" fmla="*/ 229524 w 459266"/>
                <a:gd name="connsiteY6" fmla="*/ 81336 h 8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9266" h="81335">
                  <a:moveTo>
                    <a:pt x="229524" y="81336"/>
                  </a:moveTo>
                  <a:cubicBezTo>
                    <a:pt x="234489" y="81336"/>
                    <a:pt x="349978" y="78071"/>
                    <a:pt x="423605" y="47375"/>
                  </a:cubicBezTo>
                  <a:lnTo>
                    <a:pt x="459267" y="0"/>
                  </a:lnTo>
                  <a:cubicBezTo>
                    <a:pt x="409258" y="23125"/>
                    <a:pt x="324850" y="37280"/>
                    <a:pt x="229634" y="37280"/>
                  </a:cubicBezTo>
                  <a:cubicBezTo>
                    <a:pt x="134417" y="37280"/>
                    <a:pt x="50036" y="23125"/>
                    <a:pt x="0" y="0"/>
                  </a:cubicBezTo>
                  <a:lnTo>
                    <a:pt x="35662" y="47375"/>
                  </a:lnTo>
                  <a:cubicBezTo>
                    <a:pt x="109070" y="78071"/>
                    <a:pt x="224558" y="81116"/>
                    <a:pt x="229524" y="81336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AE434E65-4FFA-6E9E-5309-43094E5EAB64}"/>
                </a:ext>
              </a:extLst>
            </p:cNvPr>
            <p:cNvSpPr/>
            <p:nvPr/>
          </p:nvSpPr>
          <p:spPr>
            <a:xfrm>
              <a:off x="9273318" y="3870142"/>
              <a:ext cx="353982" cy="68607"/>
            </a:xfrm>
            <a:custGeom>
              <a:avLst/>
              <a:gdLst>
                <a:gd name="connsiteX0" fmla="*/ 311298 w 353982"/>
                <a:gd name="connsiteY0" fmla="*/ 48308 h 68607"/>
                <a:gd name="connsiteX1" fmla="*/ 327044 w 353982"/>
                <a:gd name="connsiteY1" fmla="*/ 35908 h 68607"/>
                <a:gd name="connsiteX2" fmla="*/ 353983 w 353982"/>
                <a:gd name="connsiteY2" fmla="*/ 0 h 68607"/>
                <a:gd name="connsiteX3" fmla="*/ 177156 w 353982"/>
                <a:gd name="connsiteY3" fmla="*/ 26691 h 68607"/>
                <a:gd name="connsiteX4" fmla="*/ 176854 w 353982"/>
                <a:gd name="connsiteY4" fmla="*/ 26691 h 68607"/>
                <a:gd name="connsiteX5" fmla="*/ 0 w 353982"/>
                <a:gd name="connsiteY5" fmla="*/ 0 h 68607"/>
                <a:gd name="connsiteX6" fmla="*/ 26966 w 353982"/>
                <a:gd name="connsiteY6" fmla="*/ 35908 h 68607"/>
                <a:gd name="connsiteX7" fmla="*/ 42711 w 353982"/>
                <a:gd name="connsiteY7" fmla="*/ 48308 h 68607"/>
                <a:gd name="connsiteX8" fmla="*/ 177128 w 353982"/>
                <a:gd name="connsiteY8" fmla="*/ 68607 h 68607"/>
                <a:gd name="connsiteX9" fmla="*/ 311298 w 353982"/>
                <a:gd name="connsiteY9" fmla="*/ 48308 h 6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3982" h="68607">
                  <a:moveTo>
                    <a:pt x="311298" y="48308"/>
                  </a:moveTo>
                  <a:cubicBezTo>
                    <a:pt x="317553" y="45647"/>
                    <a:pt x="322984" y="41367"/>
                    <a:pt x="327044" y="35908"/>
                  </a:cubicBezTo>
                  <a:lnTo>
                    <a:pt x="353983" y="0"/>
                  </a:lnTo>
                  <a:cubicBezTo>
                    <a:pt x="278270" y="24360"/>
                    <a:pt x="181819" y="26609"/>
                    <a:pt x="177156" y="26691"/>
                  </a:cubicBezTo>
                  <a:lnTo>
                    <a:pt x="176854" y="26691"/>
                  </a:lnTo>
                  <a:cubicBezTo>
                    <a:pt x="172163" y="26691"/>
                    <a:pt x="75740" y="24360"/>
                    <a:pt x="0" y="0"/>
                  </a:cubicBezTo>
                  <a:lnTo>
                    <a:pt x="26966" y="35908"/>
                  </a:lnTo>
                  <a:cubicBezTo>
                    <a:pt x="31025" y="41367"/>
                    <a:pt x="36457" y="45647"/>
                    <a:pt x="42711" y="48308"/>
                  </a:cubicBezTo>
                  <a:cubicBezTo>
                    <a:pt x="71515" y="60542"/>
                    <a:pt x="120920" y="68607"/>
                    <a:pt x="177128" y="68607"/>
                  </a:cubicBezTo>
                  <a:cubicBezTo>
                    <a:pt x="233336" y="68607"/>
                    <a:pt x="282357" y="60542"/>
                    <a:pt x="311298" y="48308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04DCE3A-13BA-460B-FD87-A66A5CA98AC8}"/>
                </a:ext>
              </a:extLst>
            </p:cNvPr>
            <p:cNvGrpSpPr/>
            <p:nvPr/>
          </p:nvGrpSpPr>
          <p:grpSpPr>
            <a:xfrm>
              <a:off x="9314620" y="4194479"/>
              <a:ext cx="335174" cy="631256"/>
              <a:chOff x="9314620" y="4194479"/>
              <a:chExt cx="335174" cy="631256"/>
            </a:xfrm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0ADCD1F6-DFF2-8368-FE32-4A5A0424A581}"/>
                  </a:ext>
                </a:extLst>
              </p:cNvPr>
              <p:cNvSpPr/>
              <p:nvPr/>
            </p:nvSpPr>
            <p:spPr>
              <a:xfrm rot="19505400">
                <a:off x="9393679" y="4194479"/>
                <a:ext cx="120810" cy="120810"/>
              </a:xfrm>
              <a:custGeom>
                <a:avLst/>
                <a:gdLst>
                  <a:gd name="connsiteX0" fmla="*/ 120810 w 120810"/>
                  <a:gd name="connsiteY0" fmla="*/ 60405 h 120810"/>
                  <a:gd name="connsiteX1" fmla="*/ 60405 w 120810"/>
                  <a:gd name="connsiteY1" fmla="*/ 120810 h 120810"/>
                  <a:gd name="connsiteX2" fmla="*/ 0 w 120810"/>
                  <a:gd name="connsiteY2" fmla="*/ 60405 h 120810"/>
                  <a:gd name="connsiteX3" fmla="*/ 60405 w 120810"/>
                  <a:gd name="connsiteY3" fmla="*/ 0 h 120810"/>
                  <a:gd name="connsiteX4" fmla="*/ 120810 w 120810"/>
                  <a:gd name="connsiteY4" fmla="*/ 60405 h 120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810" h="120810">
                    <a:moveTo>
                      <a:pt x="120810" y="60405"/>
                    </a:moveTo>
                    <a:cubicBezTo>
                      <a:pt x="120810" y="93766"/>
                      <a:pt x="93766" y="120810"/>
                      <a:pt x="60405" y="120810"/>
                    </a:cubicBezTo>
                    <a:cubicBezTo>
                      <a:pt x="27044" y="120810"/>
                      <a:pt x="0" y="93766"/>
                      <a:pt x="0" y="60405"/>
                    </a:cubicBezTo>
                    <a:cubicBezTo>
                      <a:pt x="0" y="27044"/>
                      <a:pt x="27044" y="0"/>
                      <a:pt x="60405" y="0"/>
                    </a:cubicBezTo>
                    <a:cubicBezTo>
                      <a:pt x="93766" y="0"/>
                      <a:pt x="120810" y="27044"/>
                      <a:pt x="120810" y="60405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CA83B2AB-CCB5-8E92-F5B3-9D4E6F6CEA29}"/>
                  </a:ext>
                </a:extLst>
              </p:cNvPr>
              <p:cNvSpPr/>
              <p:nvPr/>
            </p:nvSpPr>
            <p:spPr>
              <a:xfrm>
                <a:off x="9314620" y="4326144"/>
                <a:ext cx="335174" cy="499591"/>
              </a:xfrm>
              <a:custGeom>
                <a:avLst/>
                <a:gdLst>
                  <a:gd name="connsiteX0" fmla="*/ 317919 w 335174"/>
                  <a:gd name="connsiteY0" fmla="*/ 118095 h 499591"/>
                  <a:gd name="connsiteX1" fmla="*/ 204159 w 335174"/>
                  <a:gd name="connsiteY1" fmla="*/ 81363 h 499591"/>
                  <a:gd name="connsiteX2" fmla="*/ 200017 w 335174"/>
                  <a:gd name="connsiteY2" fmla="*/ 75109 h 499591"/>
                  <a:gd name="connsiteX3" fmla="*/ 200017 w 335174"/>
                  <a:gd name="connsiteY3" fmla="*/ 54206 h 499591"/>
                  <a:gd name="connsiteX4" fmla="*/ 145784 w 335174"/>
                  <a:gd name="connsiteY4" fmla="*/ 0 h 499591"/>
                  <a:gd name="connsiteX5" fmla="*/ 133412 w 335174"/>
                  <a:gd name="connsiteY5" fmla="*/ 0 h 499591"/>
                  <a:gd name="connsiteX6" fmla="*/ 111466 w 335174"/>
                  <a:gd name="connsiteY6" fmla="*/ 4663 h 499591"/>
                  <a:gd name="connsiteX7" fmla="*/ 103017 w 335174"/>
                  <a:gd name="connsiteY7" fmla="*/ 8230 h 499591"/>
                  <a:gd name="connsiteX8" fmla="*/ 24260 w 335174"/>
                  <a:gd name="connsiteY8" fmla="*/ 60707 h 499591"/>
                  <a:gd name="connsiteX9" fmla="*/ 13287 w 335174"/>
                  <a:gd name="connsiteY9" fmla="*/ 78812 h 499591"/>
                  <a:gd name="connsiteX10" fmla="*/ 147 w 335174"/>
                  <a:gd name="connsiteY10" fmla="*/ 204807 h 499591"/>
                  <a:gd name="connsiteX11" fmla="*/ 22203 w 335174"/>
                  <a:gd name="connsiteY11" fmla="*/ 232239 h 499591"/>
                  <a:gd name="connsiteX12" fmla="*/ 22285 w 335174"/>
                  <a:gd name="connsiteY12" fmla="*/ 232239 h 499591"/>
                  <a:gd name="connsiteX13" fmla="*/ 25028 w 335174"/>
                  <a:gd name="connsiteY13" fmla="*/ 232239 h 499591"/>
                  <a:gd name="connsiteX14" fmla="*/ 49717 w 335174"/>
                  <a:gd name="connsiteY14" fmla="*/ 209965 h 499591"/>
                  <a:gd name="connsiteX15" fmla="*/ 61622 w 335174"/>
                  <a:gd name="connsiteY15" fmla="*/ 95573 h 499591"/>
                  <a:gd name="connsiteX16" fmla="*/ 79261 w 335174"/>
                  <a:gd name="connsiteY16" fmla="*/ 83832 h 499591"/>
                  <a:gd name="connsiteX17" fmla="*/ 79261 w 335174"/>
                  <a:gd name="connsiteY17" fmla="*/ 193972 h 499591"/>
                  <a:gd name="connsiteX18" fmla="*/ 80166 w 335174"/>
                  <a:gd name="connsiteY18" fmla="*/ 202860 h 499591"/>
                  <a:gd name="connsiteX19" fmla="*/ 80166 w 335174"/>
                  <a:gd name="connsiteY19" fmla="*/ 205795 h 499591"/>
                  <a:gd name="connsiteX20" fmla="*/ 84967 w 335174"/>
                  <a:gd name="connsiteY20" fmla="*/ 308528 h 499591"/>
                  <a:gd name="connsiteX21" fmla="*/ 24617 w 335174"/>
                  <a:gd name="connsiteY21" fmla="*/ 394801 h 499591"/>
                  <a:gd name="connsiteX22" fmla="*/ 31996 w 335174"/>
                  <a:gd name="connsiteY22" fmla="*/ 436306 h 499591"/>
                  <a:gd name="connsiteX23" fmla="*/ 73528 w 335174"/>
                  <a:gd name="connsiteY23" fmla="*/ 428927 h 499591"/>
                  <a:gd name="connsiteX24" fmla="*/ 139529 w 335174"/>
                  <a:gd name="connsiteY24" fmla="*/ 334342 h 499591"/>
                  <a:gd name="connsiteX25" fmla="*/ 144851 w 335174"/>
                  <a:gd name="connsiteY25" fmla="*/ 315907 h 499591"/>
                  <a:gd name="connsiteX26" fmla="*/ 141257 w 335174"/>
                  <a:gd name="connsiteY26" fmla="*/ 238878 h 499591"/>
                  <a:gd name="connsiteX27" fmla="*/ 151490 w 335174"/>
                  <a:gd name="connsiteY27" fmla="*/ 238878 h 499591"/>
                  <a:gd name="connsiteX28" fmla="*/ 190278 w 335174"/>
                  <a:gd name="connsiteY28" fmla="*/ 327484 h 499591"/>
                  <a:gd name="connsiteX29" fmla="*/ 196067 w 335174"/>
                  <a:gd name="connsiteY29" fmla="*/ 470980 h 499591"/>
                  <a:gd name="connsiteX30" fmla="*/ 225830 w 335174"/>
                  <a:gd name="connsiteY30" fmla="*/ 499592 h 499591"/>
                  <a:gd name="connsiteX31" fmla="*/ 227065 w 335174"/>
                  <a:gd name="connsiteY31" fmla="*/ 499592 h 499591"/>
                  <a:gd name="connsiteX32" fmla="*/ 255649 w 335174"/>
                  <a:gd name="connsiteY32" fmla="*/ 468594 h 499591"/>
                  <a:gd name="connsiteX33" fmla="*/ 249641 w 335174"/>
                  <a:gd name="connsiteY33" fmla="*/ 319500 h 499591"/>
                  <a:gd name="connsiteX34" fmla="*/ 247172 w 335174"/>
                  <a:gd name="connsiteY34" fmla="*/ 308747 h 499591"/>
                  <a:gd name="connsiteX35" fmla="*/ 199523 w 335174"/>
                  <a:gd name="connsiteY35" fmla="*/ 199952 h 499591"/>
                  <a:gd name="connsiteX36" fmla="*/ 199989 w 335174"/>
                  <a:gd name="connsiteY36" fmla="*/ 193999 h 499591"/>
                  <a:gd name="connsiteX37" fmla="*/ 199989 w 335174"/>
                  <a:gd name="connsiteY37" fmla="*/ 132304 h 499591"/>
                  <a:gd name="connsiteX38" fmla="*/ 302667 w 335174"/>
                  <a:gd name="connsiteY38" fmla="*/ 165415 h 499591"/>
                  <a:gd name="connsiteX39" fmla="*/ 310293 w 335174"/>
                  <a:gd name="connsiteY39" fmla="*/ 166622 h 499591"/>
                  <a:gd name="connsiteX40" fmla="*/ 335174 w 335174"/>
                  <a:gd name="connsiteY40" fmla="*/ 141851 h 499591"/>
                  <a:gd name="connsiteX41" fmla="*/ 317919 w 335174"/>
                  <a:gd name="connsiteY41" fmla="*/ 118150 h 499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35174" h="499591">
                    <a:moveTo>
                      <a:pt x="317919" y="118095"/>
                    </a:moveTo>
                    <a:lnTo>
                      <a:pt x="204159" y="81363"/>
                    </a:lnTo>
                    <a:lnTo>
                      <a:pt x="200017" y="75109"/>
                    </a:lnTo>
                    <a:lnTo>
                      <a:pt x="200017" y="54206"/>
                    </a:lnTo>
                    <a:cubicBezTo>
                      <a:pt x="199934" y="24305"/>
                      <a:pt x="175684" y="82"/>
                      <a:pt x="145784" y="0"/>
                    </a:cubicBezTo>
                    <a:lnTo>
                      <a:pt x="133412" y="0"/>
                    </a:lnTo>
                    <a:cubicBezTo>
                      <a:pt x="125840" y="0"/>
                      <a:pt x="118379" y="1591"/>
                      <a:pt x="111466" y="4663"/>
                    </a:cubicBezTo>
                    <a:cubicBezTo>
                      <a:pt x="108449" y="5322"/>
                      <a:pt x="105596" y="6529"/>
                      <a:pt x="103017" y="8230"/>
                    </a:cubicBezTo>
                    <a:lnTo>
                      <a:pt x="24260" y="60707"/>
                    </a:lnTo>
                    <a:cubicBezTo>
                      <a:pt x="18060" y="64795"/>
                      <a:pt x="14028" y="71433"/>
                      <a:pt x="13287" y="78812"/>
                    </a:cubicBezTo>
                    <a:lnTo>
                      <a:pt x="147" y="204807"/>
                    </a:lnTo>
                    <a:cubicBezTo>
                      <a:pt x="-1334" y="218468"/>
                      <a:pt x="8541" y="230758"/>
                      <a:pt x="22203" y="232239"/>
                    </a:cubicBezTo>
                    <a:cubicBezTo>
                      <a:pt x="22230" y="232239"/>
                      <a:pt x="22257" y="232239"/>
                      <a:pt x="22285" y="232239"/>
                    </a:cubicBezTo>
                    <a:cubicBezTo>
                      <a:pt x="23163" y="232239"/>
                      <a:pt x="24040" y="232239"/>
                      <a:pt x="25028" y="232239"/>
                    </a:cubicBezTo>
                    <a:cubicBezTo>
                      <a:pt x="37729" y="232212"/>
                      <a:pt x="48372" y="222610"/>
                      <a:pt x="49717" y="209965"/>
                    </a:cubicBezTo>
                    <a:lnTo>
                      <a:pt x="61622" y="95573"/>
                    </a:lnTo>
                    <a:lnTo>
                      <a:pt x="79261" y="83832"/>
                    </a:lnTo>
                    <a:lnTo>
                      <a:pt x="79261" y="193972"/>
                    </a:lnTo>
                    <a:cubicBezTo>
                      <a:pt x="79261" y="196962"/>
                      <a:pt x="79563" y="199925"/>
                      <a:pt x="80166" y="202860"/>
                    </a:cubicBezTo>
                    <a:cubicBezTo>
                      <a:pt x="80166" y="203820"/>
                      <a:pt x="80166" y="204807"/>
                      <a:pt x="80166" y="205795"/>
                    </a:cubicBezTo>
                    <a:lnTo>
                      <a:pt x="84967" y="308528"/>
                    </a:lnTo>
                    <a:lnTo>
                      <a:pt x="24617" y="394801"/>
                    </a:lnTo>
                    <a:cubicBezTo>
                      <a:pt x="15180" y="408298"/>
                      <a:pt x="18499" y="426897"/>
                      <a:pt x="31996" y="436306"/>
                    </a:cubicBezTo>
                    <a:cubicBezTo>
                      <a:pt x="45520" y="445743"/>
                      <a:pt x="64091" y="442423"/>
                      <a:pt x="73528" y="428927"/>
                    </a:cubicBezTo>
                    <a:lnTo>
                      <a:pt x="139529" y="334342"/>
                    </a:lnTo>
                    <a:cubicBezTo>
                      <a:pt x="143287" y="328964"/>
                      <a:pt x="145153" y="322463"/>
                      <a:pt x="144851" y="315907"/>
                    </a:cubicBezTo>
                    <a:lnTo>
                      <a:pt x="141257" y="238878"/>
                    </a:lnTo>
                    <a:lnTo>
                      <a:pt x="151490" y="238878"/>
                    </a:lnTo>
                    <a:lnTo>
                      <a:pt x="190278" y="327484"/>
                    </a:lnTo>
                    <a:lnTo>
                      <a:pt x="196067" y="470980"/>
                    </a:lnTo>
                    <a:cubicBezTo>
                      <a:pt x="196725" y="486945"/>
                      <a:pt x="209837" y="499564"/>
                      <a:pt x="225830" y="499592"/>
                    </a:cubicBezTo>
                    <a:lnTo>
                      <a:pt x="227065" y="499592"/>
                    </a:lnTo>
                    <a:cubicBezTo>
                      <a:pt x="243524" y="498934"/>
                      <a:pt x="256307" y="485053"/>
                      <a:pt x="255649" y="468594"/>
                    </a:cubicBezTo>
                    <a:lnTo>
                      <a:pt x="249641" y="319500"/>
                    </a:lnTo>
                    <a:cubicBezTo>
                      <a:pt x="249504" y="315798"/>
                      <a:pt x="248654" y="312149"/>
                      <a:pt x="247172" y="308747"/>
                    </a:cubicBezTo>
                    <a:lnTo>
                      <a:pt x="199523" y="199952"/>
                    </a:lnTo>
                    <a:cubicBezTo>
                      <a:pt x="199825" y="197977"/>
                      <a:pt x="199962" y="196002"/>
                      <a:pt x="199989" y="193999"/>
                    </a:cubicBezTo>
                    <a:lnTo>
                      <a:pt x="199989" y="132304"/>
                    </a:lnTo>
                    <a:lnTo>
                      <a:pt x="302667" y="165415"/>
                    </a:lnTo>
                    <a:cubicBezTo>
                      <a:pt x="305136" y="166211"/>
                      <a:pt x="307715" y="166622"/>
                      <a:pt x="310293" y="166622"/>
                    </a:cubicBezTo>
                    <a:cubicBezTo>
                      <a:pt x="324009" y="166649"/>
                      <a:pt x="335147" y="155567"/>
                      <a:pt x="335174" y="141851"/>
                    </a:cubicBezTo>
                    <a:cubicBezTo>
                      <a:pt x="335202" y="131043"/>
                      <a:pt x="328234" y="121442"/>
                      <a:pt x="317919" y="118150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52FB363-CE6F-A632-8006-82268FE63038}"/>
              </a:ext>
            </a:extLst>
          </p:cNvPr>
          <p:cNvGrpSpPr/>
          <p:nvPr/>
        </p:nvGrpSpPr>
        <p:grpSpPr>
          <a:xfrm>
            <a:off x="1426117" y="5310382"/>
            <a:ext cx="602506" cy="643506"/>
            <a:chOff x="7242121" y="3612786"/>
            <a:chExt cx="920131" cy="982745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DE064C22-5F95-B03B-6BC0-4ED7DD84A0B7}"/>
                </a:ext>
              </a:extLst>
            </p:cNvPr>
            <p:cNvGrpSpPr/>
            <p:nvPr/>
          </p:nvGrpSpPr>
          <p:grpSpPr>
            <a:xfrm>
              <a:off x="7242121" y="3612786"/>
              <a:ext cx="920131" cy="469180"/>
              <a:chOff x="7242121" y="3827391"/>
              <a:chExt cx="920131" cy="469180"/>
            </a:xfrm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87406541-E091-89BF-F8D2-8E3978D9AE8F}"/>
                  </a:ext>
                </a:extLst>
              </p:cNvPr>
              <p:cNvSpPr/>
              <p:nvPr/>
            </p:nvSpPr>
            <p:spPr>
              <a:xfrm rot="10800000">
                <a:off x="7457982" y="4067778"/>
                <a:ext cx="488351" cy="173423"/>
              </a:xfrm>
              <a:custGeom>
                <a:avLst/>
                <a:gdLst>
                  <a:gd name="connsiteX0" fmla="*/ 99498 w 488351"/>
                  <a:gd name="connsiteY0" fmla="*/ 131545 h 173423"/>
                  <a:gd name="connsiteX1" fmla="*/ 473176 w 488351"/>
                  <a:gd name="connsiteY1" fmla="*/ 47136 h 173423"/>
                  <a:gd name="connsiteX2" fmla="*/ 486837 w 488351"/>
                  <a:gd name="connsiteY2" fmla="*/ 22804 h 173423"/>
                  <a:gd name="connsiteX3" fmla="*/ 479101 w 488351"/>
                  <a:gd name="connsiteY3" fmla="*/ 1517 h 173423"/>
                  <a:gd name="connsiteX4" fmla="*/ 458143 w 488351"/>
                  <a:gd name="connsiteY4" fmla="*/ 8567 h 173423"/>
                  <a:gd name="connsiteX5" fmla="*/ 138040 w 488351"/>
                  <a:gd name="connsiteY5" fmla="*/ 116402 h 173423"/>
                  <a:gd name="connsiteX6" fmla="*/ 30204 w 488351"/>
                  <a:gd name="connsiteY6" fmla="*/ 8567 h 173423"/>
                  <a:gd name="connsiteX7" fmla="*/ 8561 w 488351"/>
                  <a:gd name="connsiteY7" fmla="*/ 1846 h 173423"/>
                  <a:gd name="connsiteX8" fmla="*/ 1510 w 488351"/>
                  <a:gd name="connsiteY8" fmla="*/ 22804 h 173423"/>
                  <a:gd name="connsiteX9" fmla="*/ 99498 w 488351"/>
                  <a:gd name="connsiteY9" fmla="*/ 131545 h 173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8351" h="173423">
                    <a:moveTo>
                      <a:pt x="99498" y="131545"/>
                    </a:moveTo>
                    <a:cubicBezTo>
                      <a:pt x="225987" y="211427"/>
                      <a:pt x="393295" y="173626"/>
                      <a:pt x="473176" y="47136"/>
                    </a:cubicBezTo>
                    <a:cubicBezTo>
                      <a:pt x="478142" y="39264"/>
                      <a:pt x="482695" y="31143"/>
                      <a:pt x="486837" y="22804"/>
                    </a:cubicBezTo>
                    <a:cubicBezTo>
                      <a:pt x="490596" y="14794"/>
                      <a:pt x="487112" y="5248"/>
                      <a:pt x="479101" y="1517"/>
                    </a:cubicBezTo>
                    <a:cubicBezTo>
                      <a:pt x="471366" y="-2104"/>
                      <a:pt x="462121" y="995"/>
                      <a:pt x="458143" y="8567"/>
                    </a:cubicBezTo>
                    <a:cubicBezTo>
                      <a:pt x="399522" y="126744"/>
                      <a:pt x="256189" y="175025"/>
                      <a:pt x="138040" y="116402"/>
                    </a:cubicBezTo>
                    <a:cubicBezTo>
                      <a:pt x="91268" y="93195"/>
                      <a:pt x="53412" y="55311"/>
                      <a:pt x="30204" y="8567"/>
                    </a:cubicBezTo>
                    <a:cubicBezTo>
                      <a:pt x="26089" y="722"/>
                      <a:pt x="16406" y="-2269"/>
                      <a:pt x="8561" y="1846"/>
                    </a:cubicBezTo>
                    <a:cubicBezTo>
                      <a:pt x="989" y="5824"/>
                      <a:pt x="-2111" y="15041"/>
                      <a:pt x="1510" y="22804"/>
                    </a:cubicBezTo>
                    <a:cubicBezTo>
                      <a:pt x="23593" y="67354"/>
                      <a:pt x="57499" y="104963"/>
                      <a:pt x="99498" y="131545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40183CE-56E1-7FD7-6A5F-5C727299114D}"/>
                  </a:ext>
                </a:extLst>
              </p:cNvPr>
              <p:cNvSpPr/>
              <p:nvPr/>
            </p:nvSpPr>
            <p:spPr>
              <a:xfrm rot="10800000">
                <a:off x="7568156" y="4191019"/>
                <a:ext cx="268265" cy="105552"/>
              </a:xfrm>
              <a:custGeom>
                <a:avLst/>
                <a:gdLst>
                  <a:gd name="connsiteX0" fmla="*/ 134234 w 268265"/>
                  <a:gd name="connsiteY0" fmla="*/ 105552 h 105552"/>
                  <a:gd name="connsiteX1" fmla="*/ 266594 w 268265"/>
                  <a:gd name="connsiteY1" fmla="*/ 23475 h 105552"/>
                  <a:gd name="connsiteX2" fmla="*/ 259379 w 268265"/>
                  <a:gd name="connsiteY2" fmla="*/ 2023 h 105552"/>
                  <a:gd name="connsiteX3" fmla="*/ 237927 w 268265"/>
                  <a:gd name="connsiteY3" fmla="*/ 9238 h 105552"/>
                  <a:gd name="connsiteX4" fmla="*/ 82717 w 268265"/>
                  <a:gd name="connsiteY4" fmla="*/ 61413 h 105552"/>
                  <a:gd name="connsiteX5" fmla="*/ 30541 w 268265"/>
                  <a:gd name="connsiteY5" fmla="*/ 9238 h 105552"/>
                  <a:gd name="connsiteX6" fmla="*/ 9254 w 268265"/>
                  <a:gd name="connsiteY6" fmla="*/ 1502 h 105552"/>
                  <a:gd name="connsiteX7" fmla="*/ 1519 w 268265"/>
                  <a:gd name="connsiteY7" fmla="*/ 22817 h 105552"/>
                  <a:gd name="connsiteX8" fmla="*/ 1848 w 268265"/>
                  <a:gd name="connsiteY8" fmla="*/ 23475 h 105552"/>
                  <a:gd name="connsiteX9" fmla="*/ 134234 w 268265"/>
                  <a:gd name="connsiteY9" fmla="*/ 105552 h 105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8265" h="105552">
                    <a:moveTo>
                      <a:pt x="134234" y="105552"/>
                    </a:moveTo>
                    <a:cubicBezTo>
                      <a:pt x="190415" y="105771"/>
                      <a:pt x="241795" y="73895"/>
                      <a:pt x="266594" y="23475"/>
                    </a:cubicBezTo>
                    <a:cubicBezTo>
                      <a:pt x="270516" y="15547"/>
                      <a:pt x="267307" y="5946"/>
                      <a:pt x="259379" y="2023"/>
                    </a:cubicBezTo>
                    <a:cubicBezTo>
                      <a:pt x="251451" y="-1899"/>
                      <a:pt x="241850" y="1310"/>
                      <a:pt x="237927" y="9238"/>
                    </a:cubicBezTo>
                    <a:cubicBezTo>
                      <a:pt x="209480" y="66516"/>
                      <a:pt x="139968" y="89861"/>
                      <a:pt x="82717" y="61413"/>
                    </a:cubicBezTo>
                    <a:cubicBezTo>
                      <a:pt x="60086" y="50166"/>
                      <a:pt x="41789" y="31842"/>
                      <a:pt x="30541" y="9238"/>
                    </a:cubicBezTo>
                    <a:cubicBezTo>
                      <a:pt x="26783" y="1228"/>
                      <a:pt x="17265" y="-2229"/>
                      <a:pt x="9254" y="1502"/>
                    </a:cubicBezTo>
                    <a:cubicBezTo>
                      <a:pt x="1217" y="5260"/>
                      <a:pt x="-2240" y="14779"/>
                      <a:pt x="1519" y="22817"/>
                    </a:cubicBezTo>
                    <a:cubicBezTo>
                      <a:pt x="1628" y="23036"/>
                      <a:pt x="1738" y="23255"/>
                      <a:pt x="1848" y="23475"/>
                    </a:cubicBezTo>
                    <a:cubicBezTo>
                      <a:pt x="26646" y="73895"/>
                      <a:pt x="78054" y="105743"/>
                      <a:pt x="134234" y="105552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ECD043A6-7B9D-F5B4-3892-795DDFA55CAE}"/>
                  </a:ext>
                </a:extLst>
              </p:cNvPr>
              <p:cNvSpPr/>
              <p:nvPr/>
            </p:nvSpPr>
            <p:spPr>
              <a:xfrm rot="10800000">
                <a:off x="7242121" y="3827391"/>
                <a:ext cx="920131" cy="305915"/>
              </a:xfrm>
              <a:custGeom>
                <a:avLst/>
                <a:gdLst>
                  <a:gd name="connsiteX0" fmla="*/ 911157 w 920131"/>
                  <a:gd name="connsiteY0" fmla="*/ 1704 h 305915"/>
                  <a:gd name="connsiteX1" fmla="*/ 889486 w 920131"/>
                  <a:gd name="connsiteY1" fmla="*/ 8973 h 305915"/>
                  <a:gd name="connsiteX2" fmla="*/ 889486 w 920131"/>
                  <a:gd name="connsiteY2" fmla="*/ 9001 h 305915"/>
                  <a:gd name="connsiteX3" fmla="*/ 640596 w 920131"/>
                  <a:gd name="connsiteY3" fmla="*/ 240555 h 305915"/>
                  <a:gd name="connsiteX4" fmla="*/ 460066 w 920131"/>
                  <a:gd name="connsiteY4" fmla="*/ 274790 h 305915"/>
                  <a:gd name="connsiteX5" fmla="*/ 286147 w 920131"/>
                  <a:gd name="connsiteY5" fmla="*/ 243161 h 305915"/>
                  <a:gd name="connsiteX6" fmla="*/ 30645 w 920131"/>
                  <a:gd name="connsiteY6" fmla="*/ 9001 h 305915"/>
                  <a:gd name="connsiteX7" fmla="*/ 9001 w 920131"/>
                  <a:gd name="connsiteY7" fmla="*/ 1677 h 305915"/>
                  <a:gd name="connsiteX8" fmla="*/ 1677 w 920131"/>
                  <a:gd name="connsiteY8" fmla="*/ 23348 h 305915"/>
                  <a:gd name="connsiteX9" fmla="*/ 280331 w 920131"/>
                  <a:gd name="connsiteY9" fmla="*/ 275229 h 305915"/>
                  <a:gd name="connsiteX10" fmla="*/ 641007 w 920131"/>
                  <a:gd name="connsiteY10" fmla="*/ 274790 h 305915"/>
                  <a:gd name="connsiteX11" fmla="*/ 918455 w 920131"/>
                  <a:gd name="connsiteY11" fmla="*/ 23348 h 305915"/>
                  <a:gd name="connsiteX12" fmla="*/ 911157 w 920131"/>
                  <a:gd name="connsiteY12" fmla="*/ 1704 h 30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20131" h="305915">
                    <a:moveTo>
                      <a:pt x="911157" y="1704"/>
                    </a:moveTo>
                    <a:cubicBezTo>
                      <a:pt x="903175" y="-2273"/>
                      <a:pt x="893464" y="991"/>
                      <a:pt x="889486" y="8973"/>
                    </a:cubicBezTo>
                    <a:cubicBezTo>
                      <a:pt x="889486" y="9001"/>
                      <a:pt x="889486" y="9001"/>
                      <a:pt x="889486" y="9001"/>
                    </a:cubicBezTo>
                    <a:cubicBezTo>
                      <a:pt x="837777" y="114120"/>
                      <a:pt x="749172" y="196554"/>
                      <a:pt x="640596" y="240555"/>
                    </a:cubicBezTo>
                    <a:cubicBezTo>
                      <a:pt x="593495" y="259757"/>
                      <a:pt x="526808" y="274350"/>
                      <a:pt x="460066" y="274790"/>
                    </a:cubicBezTo>
                    <a:cubicBezTo>
                      <a:pt x="396478" y="275174"/>
                      <a:pt x="332891" y="262281"/>
                      <a:pt x="286147" y="243161"/>
                    </a:cubicBezTo>
                    <a:cubicBezTo>
                      <a:pt x="174636" y="199928"/>
                      <a:pt x="83424" y="116343"/>
                      <a:pt x="30645" y="9001"/>
                    </a:cubicBezTo>
                    <a:cubicBezTo>
                      <a:pt x="26695" y="991"/>
                      <a:pt x="16984" y="-2273"/>
                      <a:pt x="9001" y="1677"/>
                    </a:cubicBezTo>
                    <a:cubicBezTo>
                      <a:pt x="991" y="5654"/>
                      <a:pt x="-2273" y="15338"/>
                      <a:pt x="1677" y="23348"/>
                    </a:cubicBezTo>
                    <a:cubicBezTo>
                      <a:pt x="59284" y="139577"/>
                      <a:pt x="158890" y="229609"/>
                      <a:pt x="280331" y="275229"/>
                    </a:cubicBezTo>
                    <a:cubicBezTo>
                      <a:pt x="381967" y="312426"/>
                      <a:pt x="510952" y="319860"/>
                      <a:pt x="641007" y="274790"/>
                    </a:cubicBezTo>
                    <a:cubicBezTo>
                      <a:pt x="761928" y="229006"/>
                      <a:pt x="861039" y="139194"/>
                      <a:pt x="918455" y="23348"/>
                    </a:cubicBezTo>
                    <a:cubicBezTo>
                      <a:pt x="922405" y="15365"/>
                      <a:pt x="919140" y="5682"/>
                      <a:pt x="911157" y="1704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8EBF7DF8-26D1-0D70-AAA2-92394A8F02A5}"/>
                  </a:ext>
                </a:extLst>
              </p:cNvPr>
              <p:cNvSpPr/>
              <p:nvPr/>
            </p:nvSpPr>
            <p:spPr>
              <a:xfrm rot="10800000">
                <a:off x="7351245" y="3946378"/>
                <a:ext cx="701910" cy="241041"/>
              </a:xfrm>
              <a:custGeom>
                <a:avLst/>
                <a:gdLst>
                  <a:gd name="connsiteX0" fmla="*/ 142760 w 701910"/>
                  <a:gd name="connsiteY0" fmla="*/ 179865 h 241041"/>
                  <a:gd name="connsiteX1" fmla="*/ 272870 w 701910"/>
                  <a:gd name="connsiteY1" fmla="*/ 232178 h 241041"/>
                  <a:gd name="connsiteX2" fmla="*/ 429067 w 701910"/>
                  <a:gd name="connsiteY2" fmla="*/ 232178 h 241041"/>
                  <a:gd name="connsiteX3" fmla="*/ 700233 w 701910"/>
                  <a:gd name="connsiteY3" fmla="*/ 23338 h 241041"/>
                  <a:gd name="connsiteX4" fmla="*/ 692936 w 701910"/>
                  <a:gd name="connsiteY4" fmla="*/ 1694 h 241041"/>
                  <a:gd name="connsiteX5" fmla="*/ 671265 w 701910"/>
                  <a:gd name="connsiteY5" fmla="*/ 8991 h 241041"/>
                  <a:gd name="connsiteX6" fmla="*/ 446130 w 701910"/>
                  <a:gd name="connsiteY6" fmla="*/ 195007 h 241041"/>
                  <a:gd name="connsiteX7" fmla="*/ 244999 w 701910"/>
                  <a:gd name="connsiteY7" fmla="*/ 191853 h 241041"/>
                  <a:gd name="connsiteX8" fmla="*/ 30645 w 701910"/>
                  <a:gd name="connsiteY8" fmla="*/ 8991 h 241041"/>
                  <a:gd name="connsiteX9" fmla="*/ 9001 w 701910"/>
                  <a:gd name="connsiteY9" fmla="*/ 1694 h 241041"/>
                  <a:gd name="connsiteX10" fmla="*/ 1677 w 701910"/>
                  <a:gd name="connsiteY10" fmla="*/ 23338 h 241041"/>
                  <a:gd name="connsiteX11" fmla="*/ 142760 w 701910"/>
                  <a:gd name="connsiteY11" fmla="*/ 179865 h 241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1910" h="241041">
                    <a:moveTo>
                      <a:pt x="142760" y="179865"/>
                    </a:moveTo>
                    <a:cubicBezTo>
                      <a:pt x="182591" y="205075"/>
                      <a:pt x="226674" y="222796"/>
                      <a:pt x="272870" y="232178"/>
                    </a:cubicBezTo>
                    <a:cubicBezTo>
                      <a:pt x="350969" y="252121"/>
                      <a:pt x="429067" y="232178"/>
                      <a:pt x="429067" y="232178"/>
                    </a:cubicBezTo>
                    <a:cubicBezTo>
                      <a:pt x="546833" y="208147"/>
                      <a:pt x="646933" y="131063"/>
                      <a:pt x="700233" y="23338"/>
                    </a:cubicBezTo>
                    <a:cubicBezTo>
                      <a:pt x="704183" y="15328"/>
                      <a:pt x="700919" y="5644"/>
                      <a:pt x="692936" y="1694"/>
                    </a:cubicBezTo>
                    <a:cubicBezTo>
                      <a:pt x="684926" y="-2283"/>
                      <a:pt x="675215" y="981"/>
                      <a:pt x="671265" y="8991"/>
                    </a:cubicBezTo>
                    <a:cubicBezTo>
                      <a:pt x="626359" y="100422"/>
                      <a:pt x="544392" y="168151"/>
                      <a:pt x="446130" y="195007"/>
                    </a:cubicBezTo>
                    <a:cubicBezTo>
                      <a:pt x="395298" y="206748"/>
                      <a:pt x="348472" y="222137"/>
                      <a:pt x="244999" y="191853"/>
                    </a:cubicBezTo>
                    <a:cubicBezTo>
                      <a:pt x="151401" y="163049"/>
                      <a:pt x="73823" y="96883"/>
                      <a:pt x="30645" y="8991"/>
                    </a:cubicBezTo>
                    <a:cubicBezTo>
                      <a:pt x="26695" y="981"/>
                      <a:pt x="16984" y="-2283"/>
                      <a:pt x="9001" y="1694"/>
                    </a:cubicBezTo>
                    <a:cubicBezTo>
                      <a:pt x="991" y="5644"/>
                      <a:pt x="-2273" y="15328"/>
                      <a:pt x="1677" y="23338"/>
                    </a:cubicBezTo>
                    <a:cubicBezTo>
                      <a:pt x="33498" y="87447"/>
                      <a:pt x="82300" y="141597"/>
                      <a:pt x="142760" y="179865"/>
                    </a:cubicBezTo>
                    <a:close/>
                  </a:path>
                </a:pathLst>
              </a:custGeom>
              <a:solidFill>
                <a:srgbClr val="F2AA1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F63C55BB-E130-A203-870E-27D3D37C4D1F}"/>
                </a:ext>
              </a:extLst>
            </p:cNvPr>
            <p:cNvGrpSpPr/>
            <p:nvPr/>
          </p:nvGrpSpPr>
          <p:grpSpPr>
            <a:xfrm rot="10800000">
              <a:off x="7455244" y="4339344"/>
              <a:ext cx="493776" cy="256187"/>
              <a:chOff x="7380534" y="1409225"/>
              <a:chExt cx="493776" cy="256187"/>
            </a:xfrm>
          </p:grpSpPr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29518C40-9338-9994-67BC-7B9FFE0898E7}"/>
                  </a:ext>
                </a:extLst>
              </p:cNvPr>
              <p:cNvSpPr/>
              <p:nvPr/>
            </p:nvSpPr>
            <p:spPr>
              <a:xfrm rot="10800000">
                <a:off x="7443984" y="1438563"/>
                <a:ext cx="366985" cy="57155"/>
              </a:xfrm>
              <a:custGeom>
                <a:avLst/>
                <a:gdLst>
                  <a:gd name="connsiteX0" fmla="*/ 0 w 366985"/>
                  <a:gd name="connsiteY0" fmla="*/ 0 h 57155"/>
                  <a:gd name="connsiteX1" fmla="*/ 16157 w 366985"/>
                  <a:gd name="connsiteY1" fmla="*/ 21534 h 57155"/>
                  <a:gd name="connsiteX2" fmla="*/ 81418 w 366985"/>
                  <a:gd name="connsiteY2" fmla="*/ 48390 h 57155"/>
                  <a:gd name="connsiteX3" fmla="*/ 238631 w 366985"/>
                  <a:gd name="connsiteY3" fmla="*/ 56620 h 57155"/>
                  <a:gd name="connsiteX4" fmla="*/ 316181 w 366985"/>
                  <a:gd name="connsiteY4" fmla="*/ 36156 h 57155"/>
                  <a:gd name="connsiteX5" fmla="*/ 350828 w 366985"/>
                  <a:gd name="connsiteY5" fmla="*/ 21644 h 57155"/>
                  <a:gd name="connsiteX6" fmla="*/ 366985 w 366985"/>
                  <a:gd name="connsiteY6" fmla="*/ 110 h 57155"/>
                  <a:gd name="connsiteX7" fmla="*/ 272125 w 366985"/>
                  <a:gd name="connsiteY7" fmla="*/ 6913 h 57155"/>
                  <a:gd name="connsiteX8" fmla="*/ 32342 w 366985"/>
                  <a:gd name="connsiteY8" fmla="*/ 521 h 57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6985" h="57155">
                    <a:moveTo>
                      <a:pt x="0" y="0"/>
                    </a:moveTo>
                    <a:lnTo>
                      <a:pt x="16157" y="21534"/>
                    </a:lnTo>
                    <a:cubicBezTo>
                      <a:pt x="16157" y="21534"/>
                      <a:pt x="63450" y="48033"/>
                      <a:pt x="81418" y="48390"/>
                    </a:cubicBezTo>
                    <a:cubicBezTo>
                      <a:pt x="99386" y="48747"/>
                      <a:pt x="221321" y="59665"/>
                      <a:pt x="238631" y="56620"/>
                    </a:cubicBezTo>
                    <a:cubicBezTo>
                      <a:pt x="255940" y="53575"/>
                      <a:pt x="314069" y="37938"/>
                      <a:pt x="316181" y="36156"/>
                    </a:cubicBezTo>
                    <a:cubicBezTo>
                      <a:pt x="318294" y="34372"/>
                      <a:pt x="350828" y="21644"/>
                      <a:pt x="350828" y="21644"/>
                    </a:cubicBezTo>
                    <a:lnTo>
                      <a:pt x="366985" y="110"/>
                    </a:lnTo>
                    <a:cubicBezTo>
                      <a:pt x="366985" y="110"/>
                      <a:pt x="296787" y="-494"/>
                      <a:pt x="272125" y="6913"/>
                    </a:cubicBezTo>
                    <a:cubicBezTo>
                      <a:pt x="247464" y="14319"/>
                      <a:pt x="32342" y="521"/>
                      <a:pt x="32342" y="521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85A8DAF9-DAEE-FA75-E004-69D1AF9C6F80}"/>
                  </a:ext>
                </a:extLst>
              </p:cNvPr>
              <p:cNvSpPr/>
              <p:nvPr/>
            </p:nvSpPr>
            <p:spPr>
              <a:xfrm rot="10800000">
                <a:off x="7384238" y="1495310"/>
                <a:ext cx="488536" cy="90001"/>
              </a:xfrm>
              <a:custGeom>
                <a:avLst/>
                <a:gdLst>
                  <a:gd name="connsiteX0" fmla="*/ 0 w 488536"/>
                  <a:gd name="connsiteY0" fmla="*/ 0 h 90001"/>
                  <a:gd name="connsiteX1" fmla="*/ 29050 w 488536"/>
                  <a:gd name="connsiteY1" fmla="*/ 45921 h 90001"/>
                  <a:gd name="connsiteX2" fmla="*/ 109728 w 488536"/>
                  <a:gd name="connsiteY2" fmla="*/ 83229 h 90001"/>
                  <a:gd name="connsiteX3" fmla="*/ 321228 w 488536"/>
                  <a:gd name="connsiteY3" fmla="*/ 89511 h 90001"/>
                  <a:gd name="connsiteX4" fmla="*/ 428049 w 488536"/>
                  <a:gd name="connsiteY4" fmla="*/ 77879 h 90001"/>
                  <a:gd name="connsiteX5" fmla="*/ 462394 w 488536"/>
                  <a:gd name="connsiteY5" fmla="*/ 44769 h 90001"/>
                  <a:gd name="connsiteX6" fmla="*/ 488536 w 488536"/>
                  <a:gd name="connsiteY6" fmla="*/ 3621 h 90001"/>
                  <a:gd name="connsiteX7" fmla="*/ 104488 w 488536"/>
                  <a:gd name="connsiteY7" fmla="*/ 55 h 90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8536" h="90001">
                    <a:moveTo>
                      <a:pt x="0" y="0"/>
                    </a:moveTo>
                    <a:lnTo>
                      <a:pt x="29050" y="45921"/>
                    </a:lnTo>
                    <a:cubicBezTo>
                      <a:pt x="29050" y="45921"/>
                      <a:pt x="100758" y="83311"/>
                      <a:pt x="109728" y="83229"/>
                    </a:cubicBezTo>
                    <a:cubicBezTo>
                      <a:pt x="118698" y="83147"/>
                      <a:pt x="302739" y="92172"/>
                      <a:pt x="321228" y="89511"/>
                    </a:cubicBezTo>
                    <a:cubicBezTo>
                      <a:pt x="339717" y="86850"/>
                      <a:pt x="428049" y="77879"/>
                      <a:pt x="428049" y="77879"/>
                    </a:cubicBezTo>
                    <a:lnTo>
                      <a:pt x="462394" y="44769"/>
                    </a:lnTo>
                    <a:lnTo>
                      <a:pt x="488536" y="3621"/>
                    </a:lnTo>
                    <a:lnTo>
                      <a:pt x="104488" y="55"/>
                    </a:ln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FB6D3DE7-E15A-246A-B24C-CD2523D2EBD8}"/>
                  </a:ext>
                </a:extLst>
              </p:cNvPr>
              <p:cNvSpPr/>
              <p:nvPr/>
            </p:nvSpPr>
            <p:spPr>
              <a:xfrm rot="10800000">
                <a:off x="7380534" y="1522903"/>
                <a:ext cx="493776" cy="142509"/>
              </a:xfrm>
              <a:custGeom>
                <a:avLst/>
                <a:gdLst>
                  <a:gd name="connsiteX0" fmla="*/ 246833 w 493776"/>
                  <a:gd name="connsiteY0" fmla="*/ 142509 h 142509"/>
                  <a:gd name="connsiteX1" fmla="*/ 481294 w 493776"/>
                  <a:gd name="connsiteY1" fmla="*/ 93735 h 142509"/>
                  <a:gd name="connsiteX2" fmla="*/ 493776 w 493776"/>
                  <a:gd name="connsiteY2" fmla="*/ 71323 h 142509"/>
                  <a:gd name="connsiteX3" fmla="*/ 246888 w 493776"/>
                  <a:gd name="connsiteY3" fmla="*/ 0 h 142509"/>
                  <a:gd name="connsiteX4" fmla="*/ 0 w 493776"/>
                  <a:gd name="connsiteY4" fmla="*/ 71323 h 142509"/>
                  <a:gd name="connsiteX5" fmla="*/ 3073 w 493776"/>
                  <a:gd name="connsiteY5" fmla="*/ 83311 h 142509"/>
                  <a:gd name="connsiteX6" fmla="*/ 12509 w 493776"/>
                  <a:gd name="connsiteY6" fmla="*/ 93735 h 142509"/>
                  <a:gd name="connsiteX7" fmla="*/ 246833 w 493776"/>
                  <a:gd name="connsiteY7" fmla="*/ 142509 h 14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3776" h="142509">
                    <a:moveTo>
                      <a:pt x="246833" y="142509"/>
                    </a:moveTo>
                    <a:cubicBezTo>
                      <a:pt x="356068" y="142509"/>
                      <a:pt x="448733" y="122072"/>
                      <a:pt x="481294" y="93735"/>
                    </a:cubicBezTo>
                    <a:cubicBezTo>
                      <a:pt x="489524" y="86713"/>
                      <a:pt x="493776" y="79169"/>
                      <a:pt x="493776" y="71323"/>
                    </a:cubicBezTo>
                    <a:cubicBezTo>
                      <a:pt x="493776" y="32013"/>
                      <a:pt x="383225" y="0"/>
                      <a:pt x="246888" y="0"/>
                    </a:cubicBezTo>
                    <a:cubicBezTo>
                      <a:pt x="110551" y="0"/>
                      <a:pt x="0" y="31876"/>
                      <a:pt x="0" y="71323"/>
                    </a:cubicBezTo>
                    <a:cubicBezTo>
                      <a:pt x="165" y="75493"/>
                      <a:pt x="1207" y="79580"/>
                      <a:pt x="3073" y="83311"/>
                    </a:cubicBezTo>
                    <a:cubicBezTo>
                      <a:pt x="5706" y="87206"/>
                      <a:pt x="8888" y="90717"/>
                      <a:pt x="12509" y="93735"/>
                    </a:cubicBezTo>
                    <a:cubicBezTo>
                      <a:pt x="44933" y="122072"/>
                      <a:pt x="137599" y="142509"/>
                      <a:pt x="246833" y="142509"/>
                    </a:cubicBezTo>
                    <a:close/>
                  </a:path>
                </a:pathLst>
              </a:custGeom>
              <a:solidFill>
                <a:srgbClr val="1E5B7D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4428CF1A-55AA-7881-4242-EDD3D53939BA}"/>
                  </a:ext>
                </a:extLst>
              </p:cNvPr>
              <p:cNvSpPr/>
              <p:nvPr/>
            </p:nvSpPr>
            <p:spPr>
              <a:xfrm rot="10800000">
                <a:off x="7410380" y="1463623"/>
                <a:ext cx="434193" cy="76919"/>
              </a:xfrm>
              <a:custGeom>
                <a:avLst/>
                <a:gdLst>
                  <a:gd name="connsiteX0" fmla="*/ 217097 w 434193"/>
                  <a:gd name="connsiteY0" fmla="*/ 76919 h 76919"/>
                  <a:gd name="connsiteX1" fmla="*/ 400590 w 434193"/>
                  <a:gd name="connsiteY1" fmla="*/ 44824 h 76919"/>
                  <a:gd name="connsiteX2" fmla="*/ 434194 w 434193"/>
                  <a:gd name="connsiteY2" fmla="*/ 0 h 76919"/>
                  <a:gd name="connsiteX3" fmla="*/ 217097 w 434193"/>
                  <a:gd name="connsiteY3" fmla="*/ 35250 h 76919"/>
                  <a:gd name="connsiteX4" fmla="*/ 0 w 434193"/>
                  <a:gd name="connsiteY4" fmla="*/ 0 h 76919"/>
                  <a:gd name="connsiteX5" fmla="*/ 33604 w 434193"/>
                  <a:gd name="connsiteY5" fmla="*/ 44824 h 76919"/>
                  <a:gd name="connsiteX6" fmla="*/ 217097 w 434193"/>
                  <a:gd name="connsiteY6" fmla="*/ 76919 h 76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4193" h="76919">
                    <a:moveTo>
                      <a:pt x="217097" y="76919"/>
                    </a:moveTo>
                    <a:cubicBezTo>
                      <a:pt x="221787" y="76919"/>
                      <a:pt x="330967" y="73820"/>
                      <a:pt x="400590" y="44824"/>
                    </a:cubicBezTo>
                    <a:lnTo>
                      <a:pt x="434194" y="0"/>
                    </a:lnTo>
                    <a:cubicBezTo>
                      <a:pt x="386900" y="21946"/>
                      <a:pt x="307074" y="35250"/>
                      <a:pt x="217097" y="35250"/>
                    </a:cubicBezTo>
                    <a:cubicBezTo>
                      <a:pt x="127119" y="35250"/>
                      <a:pt x="47265" y="21891"/>
                      <a:pt x="0" y="0"/>
                    </a:cubicBezTo>
                    <a:lnTo>
                      <a:pt x="33604" y="44824"/>
                    </a:lnTo>
                    <a:cubicBezTo>
                      <a:pt x="103226" y="73820"/>
                      <a:pt x="212351" y="76810"/>
                      <a:pt x="217097" y="76919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F60F0685-FF43-8517-9293-6AD49DE3E76E}"/>
                  </a:ext>
                </a:extLst>
              </p:cNvPr>
              <p:cNvSpPr/>
              <p:nvPr/>
            </p:nvSpPr>
            <p:spPr>
              <a:xfrm rot="10800000">
                <a:off x="7460170" y="1409225"/>
                <a:ext cx="334670" cy="64959"/>
              </a:xfrm>
              <a:custGeom>
                <a:avLst/>
                <a:gdLst>
                  <a:gd name="connsiteX0" fmla="*/ 294291 w 334670"/>
                  <a:gd name="connsiteY0" fmla="*/ 45674 h 64959"/>
                  <a:gd name="connsiteX1" fmla="*/ 309186 w 334670"/>
                  <a:gd name="connsiteY1" fmla="*/ 33961 h 64959"/>
                  <a:gd name="connsiteX2" fmla="*/ 334670 w 334670"/>
                  <a:gd name="connsiteY2" fmla="*/ 0 h 64959"/>
                  <a:gd name="connsiteX3" fmla="*/ 167473 w 334670"/>
                  <a:gd name="connsiteY3" fmla="*/ 25238 h 64959"/>
                  <a:gd name="connsiteX4" fmla="*/ 167170 w 334670"/>
                  <a:gd name="connsiteY4" fmla="*/ 25238 h 64959"/>
                  <a:gd name="connsiteX5" fmla="*/ 0 w 334670"/>
                  <a:gd name="connsiteY5" fmla="*/ 0 h 64959"/>
                  <a:gd name="connsiteX6" fmla="*/ 25457 w 334670"/>
                  <a:gd name="connsiteY6" fmla="*/ 34043 h 64959"/>
                  <a:gd name="connsiteX7" fmla="*/ 40380 w 334670"/>
                  <a:gd name="connsiteY7" fmla="*/ 45757 h 64959"/>
                  <a:gd name="connsiteX8" fmla="*/ 167335 w 334670"/>
                  <a:gd name="connsiteY8" fmla="*/ 64959 h 64959"/>
                  <a:gd name="connsiteX9" fmla="*/ 294291 w 334670"/>
                  <a:gd name="connsiteY9" fmla="*/ 45674 h 64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670" h="64959">
                    <a:moveTo>
                      <a:pt x="294291" y="45674"/>
                    </a:moveTo>
                    <a:cubicBezTo>
                      <a:pt x="300188" y="43150"/>
                      <a:pt x="305346" y="39118"/>
                      <a:pt x="309186" y="33961"/>
                    </a:cubicBezTo>
                    <a:lnTo>
                      <a:pt x="334670" y="0"/>
                    </a:lnTo>
                    <a:cubicBezTo>
                      <a:pt x="263073" y="23043"/>
                      <a:pt x="171889" y="25155"/>
                      <a:pt x="167473" y="25238"/>
                    </a:cubicBezTo>
                    <a:lnTo>
                      <a:pt x="167170" y="25238"/>
                    </a:lnTo>
                    <a:cubicBezTo>
                      <a:pt x="162754" y="25238"/>
                      <a:pt x="71598" y="23043"/>
                      <a:pt x="0" y="0"/>
                    </a:cubicBezTo>
                    <a:lnTo>
                      <a:pt x="25457" y="34043"/>
                    </a:lnTo>
                    <a:cubicBezTo>
                      <a:pt x="29325" y="39173"/>
                      <a:pt x="34455" y="43233"/>
                      <a:pt x="40380" y="45757"/>
                    </a:cubicBezTo>
                    <a:cubicBezTo>
                      <a:pt x="67620" y="57333"/>
                      <a:pt x="114446" y="64959"/>
                      <a:pt x="167335" y="64959"/>
                    </a:cubicBezTo>
                    <a:cubicBezTo>
                      <a:pt x="220224" y="64959"/>
                      <a:pt x="267078" y="57251"/>
                      <a:pt x="294291" y="45674"/>
                    </a:cubicBez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EA985221-6260-DE13-E0CF-754B9D852220}"/>
                </a:ext>
              </a:extLst>
            </p:cNvPr>
            <p:cNvGrpSpPr/>
            <p:nvPr/>
          </p:nvGrpSpPr>
          <p:grpSpPr>
            <a:xfrm>
              <a:off x="7481069" y="3984609"/>
              <a:ext cx="453945" cy="424620"/>
              <a:chOff x="7394962" y="1490022"/>
              <a:chExt cx="453945" cy="424620"/>
            </a:xfrm>
          </p:grpSpPr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C7EA971-9E5F-9AAA-41DB-1F2C0A471F0A}"/>
                  </a:ext>
                </a:extLst>
              </p:cNvPr>
              <p:cNvSpPr/>
              <p:nvPr/>
            </p:nvSpPr>
            <p:spPr>
              <a:xfrm>
                <a:off x="7394962" y="1490022"/>
                <a:ext cx="453944" cy="169447"/>
              </a:xfrm>
              <a:custGeom>
                <a:avLst/>
                <a:gdLst>
                  <a:gd name="connsiteX0" fmla="*/ 232267 w 453944"/>
                  <a:gd name="connsiteY0" fmla="*/ 0 h 169447"/>
                  <a:gd name="connsiteX1" fmla="*/ 0 w 453944"/>
                  <a:gd name="connsiteY1" fmla="*/ 81445 h 169447"/>
                  <a:gd name="connsiteX2" fmla="*/ 221623 w 453944"/>
                  <a:gd name="connsiteY2" fmla="*/ 169448 h 169447"/>
                  <a:gd name="connsiteX3" fmla="*/ 453945 w 453944"/>
                  <a:gd name="connsiteY3" fmla="*/ 88030 h 169447"/>
                  <a:gd name="connsiteX4" fmla="*/ 232267 w 453944"/>
                  <a:gd name="connsiteY4" fmla="*/ 0 h 169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3944" h="169447">
                    <a:moveTo>
                      <a:pt x="232267" y="0"/>
                    </a:moveTo>
                    <a:lnTo>
                      <a:pt x="0" y="81445"/>
                    </a:lnTo>
                    <a:lnTo>
                      <a:pt x="221623" y="169448"/>
                    </a:lnTo>
                    <a:lnTo>
                      <a:pt x="453945" y="88030"/>
                    </a:lnTo>
                    <a:lnTo>
                      <a:pt x="232267" y="0"/>
                    </a:lnTo>
                    <a:close/>
                  </a:path>
                </a:pathLst>
              </a:custGeom>
              <a:solidFill>
                <a:srgbClr val="3A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2EF64CD2-6DF2-F83B-A101-4BC99FE682FE}"/>
                  </a:ext>
                </a:extLst>
              </p:cNvPr>
              <p:cNvSpPr/>
              <p:nvPr/>
            </p:nvSpPr>
            <p:spPr>
              <a:xfrm>
                <a:off x="7616586" y="1578052"/>
                <a:ext cx="232321" cy="336590"/>
              </a:xfrm>
              <a:custGeom>
                <a:avLst/>
                <a:gdLst>
                  <a:gd name="connsiteX0" fmla="*/ 0 w 232321"/>
                  <a:gd name="connsiteY0" fmla="*/ 151918 h 336590"/>
                  <a:gd name="connsiteX1" fmla="*/ 0 w 232321"/>
                  <a:gd name="connsiteY1" fmla="*/ 195864 h 336590"/>
                  <a:gd name="connsiteX2" fmla="*/ 0 w 232321"/>
                  <a:gd name="connsiteY2" fmla="*/ 336591 h 336590"/>
                  <a:gd name="connsiteX3" fmla="*/ 232321 w 232321"/>
                  <a:gd name="connsiteY3" fmla="*/ 248287 h 336590"/>
                  <a:gd name="connsiteX4" fmla="*/ 232321 w 232321"/>
                  <a:gd name="connsiteY4" fmla="*/ 0 h 336590"/>
                  <a:gd name="connsiteX5" fmla="*/ 0 w 232321"/>
                  <a:gd name="connsiteY5" fmla="*/ 81775 h 336590"/>
                  <a:gd name="connsiteX6" fmla="*/ 0 w 232321"/>
                  <a:gd name="connsiteY6" fmla="*/ 151918 h 33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2321" h="336590">
                    <a:moveTo>
                      <a:pt x="0" y="151918"/>
                    </a:moveTo>
                    <a:lnTo>
                      <a:pt x="0" y="195864"/>
                    </a:lnTo>
                    <a:lnTo>
                      <a:pt x="0" y="336591"/>
                    </a:lnTo>
                    <a:lnTo>
                      <a:pt x="232321" y="248287"/>
                    </a:lnTo>
                    <a:lnTo>
                      <a:pt x="232321" y="0"/>
                    </a:lnTo>
                    <a:lnTo>
                      <a:pt x="0" y="81775"/>
                    </a:lnTo>
                    <a:lnTo>
                      <a:pt x="0" y="151918"/>
                    </a:lnTo>
                    <a:close/>
                  </a:path>
                </a:pathLst>
              </a:custGeom>
              <a:solidFill>
                <a:srgbClr val="BE2827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3836A478-C85B-D0FC-200F-F43B901F1904}"/>
                  </a:ext>
                </a:extLst>
              </p:cNvPr>
              <p:cNvSpPr/>
              <p:nvPr/>
            </p:nvSpPr>
            <p:spPr>
              <a:xfrm>
                <a:off x="7396033" y="1571468"/>
                <a:ext cx="220553" cy="343174"/>
              </a:xfrm>
              <a:custGeom>
                <a:avLst/>
                <a:gdLst>
                  <a:gd name="connsiteX0" fmla="*/ 0 w 220553"/>
                  <a:gd name="connsiteY0" fmla="*/ 158502 h 343174"/>
                  <a:gd name="connsiteX1" fmla="*/ 0 w 220553"/>
                  <a:gd name="connsiteY1" fmla="*/ 202448 h 343174"/>
                  <a:gd name="connsiteX2" fmla="*/ 0 w 220553"/>
                  <a:gd name="connsiteY2" fmla="*/ 255145 h 343174"/>
                  <a:gd name="connsiteX3" fmla="*/ 220553 w 220553"/>
                  <a:gd name="connsiteY3" fmla="*/ 343175 h 343174"/>
                  <a:gd name="connsiteX4" fmla="*/ 220553 w 220553"/>
                  <a:gd name="connsiteY4" fmla="*/ 202448 h 343174"/>
                  <a:gd name="connsiteX5" fmla="*/ 220553 w 220553"/>
                  <a:gd name="connsiteY5" fmla="*/ 158502 h 343174"/>
                  <a:gd name="connsiteX6" fmla="*/ 220553 w 220553"/>
                  <a:gd name="connsiteY6" fmla="*/ 88002 h 343174"/>
                  <a:gd name="connsiteX7" fmla="*/ 220553 w 220553"/>
                  <a:gd name="connsiteY7" fmla="*/ 88002 h 343174"/>
                  <a:gd name="connsiteX8" fmla="*/ 0 w 220553"/>
                  <a:gd name="connsiteY8" fmla="*/ 0 h 343174"/>
                  <a:gd name="connsiteX9" fmla="*/ 0 w 220553"/>
                  <a:gd name="connsiteY9" fmla="*/ 158502 h 343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553" h="343174">
                    <a:moveTo>
                      <a:pt x="0" y="158502"/>
                    </a:moveTo>
                    <a:lnTo>
                      <a:pt x="0" y="202448"/>
                    </a:lnTo>
                    <a:lnTo>
                      <a:pt x="0" y="255145"/>
                    </a:lnTo>
                    <a:lnTo>
                      <a:pt x="220553" y="343175"/>
                    </a:lnTo>
                    <a:lnTo>
                      <a:pt x="220553" y="202448"/>
                    </a:lnTo>
                    <a:lnTo>
                      <a:pt x="220553" y="158502"/>
                    </a:lnTo>
                    <a:lnTo>
                      <a:pt x="220553" y="88002"/>
                    </a:lnTo>
                    <a:lnTo>
                      <a:pt x="220553" y="88002"/>
                    </a:lnTo>
                    <a:lnTo>
                      <a:pt x="0" y="0"/>
                    </a:lnTo>
                    <a:lnTo>
                      <a:pt x="0" y="158502"/>
                    </a:ln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157760D-4334-50A9-6B27-D6D5F7086A3E}"/>
              </a:ext>
            </a:extLst>
          </p:cNvPr>
          <p:cNvGrpSpPr/>
          <p:nvPr/>
        </p:nvGrpSpPr>
        <p:grpSpPr>
          <a:xfrm>
            <a:off x="1520431" y="3529202"/>
            <a:ext cx="581478" cy="546871"/>
            <a:chOff x="3879229" y="2269476"/>
            <a:chExt cx="888018" cy="835167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76A0821-5835-797D-A557-5A38527997D4}"/>
                </a:ext>
              </a:extLst>
            </p:cNvPr>
            <p:cNvSpPr/>
            <p:nvPr/>
          </p:nvSpPr>
          <p:spPr>
            <a:xfrm>
              <a:off x="4143006" y="2435949"/>
              <a:ext cx="360291" cy="56018"/>
            </a:xfrm>
            <a:custGeom>
              <a:avLst/>
              <a:gdLst>
                <a:gd name="connsiteX0" fmla="*/ 0 w 360291"/>
                <a:gd name="connsiteY0" fmla="*/ 12 h 56018"/>
                <a:gd name="connsiteX1" fmla="*/ 15855 w 360291"/>
                <a:gd name="connsiteY1" fmla="*/ 21162 h 56018"/>
                <a:gd name="connsiteX2" fmla="*/ 79937 w 360291"/>
                <a:gd name="connsiteY2" fmla="*/ 47524 h 56018"/>
                <a:gd name="connsiteX3" fmla="*/ 234269 w 360291"/>
                <a:gd name="connsiteY3" fmla="*/ 55480 h 56018"/>
                <a:gd name="connsiteX4" fmla="*/ 310420 w 360291"/>
                <a:gd name="connsiteY4" fmla="*/ 35427 h 56018"/>
                <a:gd name="connsiteX5" fmla="*/ 344436 w 360291"/>
                <a:gd name="connsiteY5" fmla="*/ 21162 h 56018"/>
                <a:gd name="connsiteX6" fmla="*/ 360292 w 360291"/>
                <a:gd name="connsiteY6" fmla="*/ 12 h 56018"/>
                <a:gd name="connsiteX7" fmla="*/ 267023 w 360291"/>
                <a:gd name="connsiteY7" fmla="*/ 6678 h 56018"/>
                <a:gd name="connsiteX8" fmla="*/ 31601 w 360291"/>
                <a:gd name="connsiteY8" fmla="*/ 424 h 56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291" h="56018">
                  <a:moveTo>
                    <a:pt x="0" y="12"/>
                  </a:moveTo>
                  <a:lnTo>
                    <a:pt x="15855" y="21162"/>
                  </a:lnTo>
                  <a:cubicBezTo>
                    <a:pt x="15855" y="21162"/>
                    <a:pt x="62271" y="47168"/>
                    <a:pt x="79937" y="47524"/>
                  </a:cubicBezTo>
                  <a:cubicBezTo>
                    <a:pt x="97603" y="47881"/>
                    <a:pt x="217316" y="58497"/>
                    <a:pt x="234269" y="55480"/>
                  </a:cubicBezTo>
                  <a:cubicBezTo>
                    <a:pt x="251222" y="52462"/>
                    <a:pt x="308335" y="37155"/>
                    <a:pt x="310420" y="35427"/>
                  </a:cubicBezTo>
                  <a:cubicBezTo>
                    <a:pt x="312505" y="33699"/>
                    <a:pt x="344436" y="21162"/>
                    <a:pt x="344436" y="21162"/>
                  </a:cubicBezTo>
                  <a:lnTo>
                    <a:pt x="360292" y="12"/>
                  </a:lnTo>
                  <a:cubicBezTo>
                    <a:pt x="360292" y="12"/>
                    <a:pt x="291383" y="-591"/>
                    <a:pt x="267023" y="6678"/>
                  </a:cubicBezTo>
                  <a:cubicBezTo>
                    <a:pt x="242663" y="13948"/>
                    <a:pt x="31601" y="424"/>
                    <a:pt x="31601" y="424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B41201D-F4AB-2717-C9C3-6769BD61AB36}"/>
                </a:ext>
              </a:extLst>
            </p:cNvPr>
            <p:cNvSpPr/>
            <p:nvPr/>
          </p:nvSpPr>
          <p:spPr>
            <a:xfrm>
              <a:off x="4082299" y="2347932"/>
              <a:ext cx="479675" cy="88374"/>
            </a:xfrm>
            <a:custGeom>
              <a:avLst/>
              <a:gdLst>
                <a:gd name="connsiteX0" fmla="*/ 0 w 479675"/>
                <a:gd name="connsiteY0" fmla="*/ 0 h 88374"/>
                <a:gd name="connsiteX1" fmla="*/ 28556 w 479675"/>
                <a:gd name="connsiteY1" fmla="*/ 45098 h 88374"/>
                <a:gd name="connsiteX2" fmla="*/ 107753 w 479675"/>
                <a:gd name="connsiteY2" fmla="*/ 81747 h 88374"/>
                <a:gd name="connsiteX3" fmla="*/ 315413 w 479675"/>
                <a:gd name="connsiteY3" fmla="*/ 87892 h 88374"/>
                <a:gd name="connsiteX4" fmla="*/ 420286 w 479675"/>
                <a:gd name="connsiteY4" fmla="*/ 76480 h 88374"/>
                <a:gd name="connsiteX5" fmla="*/ 454000 w 479675"/>
                <a:gd name="connsiteY5" fmla="*/ 43974 h 88374"/>
                <a:gd name="connsiteX6" fmla="*/ 479676 w 479675"/>
                <a:gd name="connsiteY6" fmla="*/ 3511 h 88374"/>
                <a:gd name="connsiteX7" fmla="*/ 102568 w 479675"/>
                <a:gd name="connsiteY7" fmla="*/ 0 h 88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675" h="88374">
                  <a:moveTo>
                    <a:pt x="0" y="0"/>
                  </a:moveTo>
                  <a:lnTo>
                    <a:pt x="28556" y="45098"/>
                  </a:lnTo>
                  <a:cubicBezTo>
                    <a:pt x="28556" y="45098"/>
                    <a:pt x="98920" y="81802"/>
                    <a:pt x="107753" y="81747"/>
                  </a:cubicBezTo>
                  <a:cubicBezTo>
                    <a:pt x="116586" y="81693"/>
                    <a:pt x="297226" y="90498"/>
                    <a:pt x="315413" y="87892"/>
                  </a:cubicBezTo>
                  <a:cubicBezTo>
                    <a:pt x="333601" y="85286"/>
                    <a:pt x="420286" y="76480"/>
                    <a:pt x="420286" y="76480"/>
                  </a:cubicBezTo>
                  <a:lnTo>
                    <a:pt x="454000" y="43974"/>
                  </a:lnTo>
                  <a:lnTo>
                    <a:pt x="479676" y="3511"/>
                  </a:lnTo>
                  <a:lnTo>
                    <a:pt x="102568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781F3E3-35CC-F419-CBEB-5DF23C4F5924}"/>
                </a:ext>
              </a:extLst>
            </p:cNvPr>
            <p:cNvSpPr/>
            <p:nvPr/>
          </p:nvSpPr>
          <p:spPr>
            <a:xfrm>
              <a:off x="4080680" y="2269476"/>
              <a:ext cx="484915" cy="139738"/>
            </a:xfrm>
            <a:custGeom>
              <a:avLst/>
              <a:gdLst>
                <a:gd name="connsiteX0" fmla="*/ 242472 w 484915"/>
                <a:gd name="connsiteY0" fmla="*/ 139739 h 139738"/>
                <a:gd name="connsiteX1" fmla="*/ 472654 w 484915"/>
                <a:gd name="connsiteY1" fmla="*/ 91870 h 139738"/>
                <a:gd name="connsiteX2" fmla="*/ 484916 w 484915"/>
                <a:gd name="connsiteY2" fmla="*/ 69924 h 139738"/>
                <a:gd name="connsiteX3" fmla="*/ 242472 w 484915"/>
                <a:gd name="connsiteY3" fmla="*/ 0 h 139738"/>
                <a:gd name="connsiteX4" fmla="*/ 0 w 484915"/>
                <a:gd name="connsiteY4" fmla="*/ 69924 h 139738"/>
                <a:gd name="connsiteX5" fmla="*/ 3017 w 484915"/>
                <a:gd name="connsiteY5" fmla="*/ 81665 h 139738"/>
                <a:gd name="connsiteX6" fmla="*/ 12262 w 484915"/>
                <a:gd name="connsiteY6" fmla="*/ 91925 h 139738"/>
                <a:gd name="connsiteX7" fmla="*/ 242472 w 484915"/>
                <a:gd name="connsiteY7" fmla="*/ 139739 h 13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4915" h="139738">
                  <a:moveTo>
                    <a:pt x="242472" y="139739"/>
                  </a:moveTo>
                  <a:cubicBezTo>
                    <a:pt x="349703" y="139739"/>
                    <a:pt x="440695" y="119686"/>
                    <a:pt x="472654" y="91870"/>
                  </a:cubicBezTo>
                  <a:cubicBezTo>
                    <a:pt x="480609" y="84957"/>
                    <a:pt x="484916" y="77550"/>
                    <a:pt x="484916" y="69924"/>
                  </a:cubicBezTo>
                  <a:cubicBezTo>
                    <a:pt x="484916" y="31300"/>
                    <a:pt x="376367" y="0"/>
                    <a:pt x="242472" y="0"/>
                  </a:cubicBezTo>
                  <a:cubicBezTo>
                    <a:pt x="108576" y="0"/>
                    <a:pt x="0" y="31300"/>
                    <a:pt x="0" y="69924"/>
                  </a:cubicBezTo>
                  <a:cubicBezTo>
                    <a:pt x="137" y="74011"/>
                    <a:pt x="1180" y="78017"/>
                    <a:pt x="3017" y="81665"/>
                  </a:cubicBezTo>
                  <a:cubicBezTo>
                    <a:pt x="5596" y="85506"/>
                    <a:pt x="8696" y="88962"/>
                    <a:pt x="12262" y="91925"/>
                  </a:cubicBezTo>
                  <a:cubicBezTo>
                    <a:pt x="44248" y="119686"/>
                    <a:pt x="135212" y="139739"/>
                    <a:pt x="242472" y="139739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BD862C1-57AD-2E8B-D0C4-A033116EF98F}"/>
                </a:ext>
              </a:extLst>
            </p:cNvPr>
            <p:cNvSpPr/>
            <p:nvPr/>
          </p:nvSpPr>
          <p:spPr>
            <a:xfrm>
              <a:off x="4109923" y="2392015"/>
              <a:ext cx="426293" cy="75410"/>
            </a:xfrm>
            <a:custGeom>
              <a:avLst/>
              <a:gdLst>
                <a:gd name="connsiteX0" fmla="*/ 213229 w 426293"/>
                <a:gd name="connsiteY0" fmla="*/ 75411 h 75410"/>
                <a:gd name="connsiteX1" fmla="*/ 393375 w 426293"/>
                <a:gd name="connsiteY1" fmla="*/ 43891 h 75410"/>
                <a:gd name="connsiteX2" fmla="*/ 426293 w 426293"/>
                <a:gd name="connsiteY2" fmla="*/ 0 h 75410"/>
                <a:gd name="connsiteX3" fmla="*/ 213147 w 426293"/>
                <a:gd name="connsiteY3" fmla="*/ 34619 h 75410"/>
                <a:gd name="connsiteX4" fmla="*/ 0 w 426293"/>
                <a:gd name="connsiteY4" fmla="*/ 0 h 75410"/>
                <a:gd name="connsiteX5" fmla="*/ 32918 w 426293"/>
                <a:gd name="connsiteY5" fmla="*/ 43891 h 75410"/>
                <a:gd name="connsiteX6" fmla="*/ 213229 w 426293"/>
                <a:gd name="connsiteY6" fmla="*/ 75411 h 7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293" h="75410">
                  <a:moveTo>
                    <a:pt x="213229" y="75411"/>
                  </a:moveTo>
                  <a:cubicBezTo>
                    <a:pt x="217810" y="75411"/>
                    <a:pt x="325014" y="72366"/>
                    <a:pt x="393375" y="43891"/>
                  </a:cubicBezTo>
                  <a:lnTo>
                    <a:pt x="426293" y="0"/>
                  </a:lnTo>
                  <a:cubicBezTo>
                    <a:pt x="379851" y="21479"/>
                    <a:pt x="301478" y="34619"/>
                    <a:pt x="213147" y="34619"/>
                  </a:cubicBezTo>
                  <a:cubicBezTo>
                    <a:pt x="124816" y="34619"/>
                    <a:pt x="46415" y="21479"/>
                    <a:pt x="0" y="0"/>
                  </a:cubicBezTo>
                  <a:lnTo>
                    <a:pt x="32918" y="43891"/>
                  </a:lnTo>
                  <a:cubicBezTo>
                    <a:pt x="101498" y="72366"/>
                    <a:pt x="208621" y="75301"/>
                    <a:pt x="213229" y="75411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6CDB3F9-D513-2320-B053-D824402A5108}"/>
                </a:ext>
              </a:extLst>
            </p:cNvPr>
            <p:cNvSpPr/>
            <p:nvPr/>
          </p:nvSpPr>
          <p:spPr>
            <a:xfrm>
              <a:off x="4158861" y="2456974"/>
              <a:ext cx="328580" cy="63669"/>
            </a:xfrm>
            <a:custGeom>
              <a:avLst/>
              <a:gdLst>
                <a:gd name="connsiteX0" fmla="*/ 288941 w 328580"/>
                <a:gd name="connsiteY0" fmla="*/ 44824 h 63669"/>
                <a:gd name="connsiteX1" fmla="*/ 303563 w 328580"/>
                <a:gd name="connsiteY1" fmla="*/ 33330 h 63669"/>
                <a:gd name="connsiteX2" fmla="*/ 328581 w 328580"/>
                <a:gd name="connsiteY2" fmla="*/ 0 h 63669"/>
                <a:gd name="connsiteX3" fmla="*/ 164428 w 328580"/>
                <a:gd name="connsiteY3" fmla="*/ 24689 h 63669"/>
                <a:gd name="connsiteX4" fmla="*/ 164126 w 328580"/>
                <a:gd name="connsiteY4" fmla="*/ 24689 h 63669"/>
                <a:gd name="connsiteX5" fmla="*/ 0 w 328580"/>
                <a:gd name="connsiteY5" fmla="*/ 0 h 63669"/>
                <a:gd name="connsiteX6" fmla="*/ 24991 w 328580"/>
                <a:gd name="connsiteY6" fmla="*/ 33330 h 63669"/>
                <a:gd name="connsiteX7" fmla="*/ 39639 w 328580"/>
                <a:gd name="connsiteY7" fmla="*/ 44824 h 63669"/>
                <a:gd name="connsiteX8" fmla="*/ 164290 w 328580"/>
                <a:gd name="connsiteY8" fmla="*/ 63670 h 63669"/>
                <a:gd name="connsiteX9" fmla="*/ 288941 w 328580"/>
                <a:gd name="connsiteY9" fmla="*/ 44824 h 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580" h="63669">
                  <a:moveTo>
                    <a:pt x="288941" y="44824"/>
                  </a:moveTo>
                  <a:cubicBezTo>
                    <a:pt x="294757" y="42352"/>
                    <a:pt x="299804" y="38388"/>
                    <a:pt x="303563" y="33330"/>
                  </a:cubicBezTo>
                  <a:lnTo>
                    <a:pt x="328581" y="0"/>
                  </a:lnTo>
                  <a:cubicBezTo>
                    <a:pt x="258272" y="22604"/>
                    <a:pt x="168762" y="24689"/>
                    <a:pt x="164428" y="24689"/>
                  </a:cubicBezTo>
                  <a:lnTo>
                    <a:pt x="164126" y="24689"/>
                  </a:lnTo>
                  <a:cubicBezTo>
                    <a:pt x="159791" y="24689"/>
                    <a:pt x="70281" y="22522"/>
                    <a:pt x="0" y="0"/>
                  </a:cubicBezTo>
                  <a:lnTo>
                    <a:pt x="24991" y="33330"/>
                  </a:lnTo>
                  <a:cubicBezTo>
                    <a:pt x="28776" y="38380"/>
                    <a:pt x="33824" y="42344"/>
                    <a:pt x="39639" y="44824"/>
                  </a:cubicBezTo>
                  <a:cubicBezTo>
                    <a:pt x="66386" y="56181"/>
                    <a:pt x="112224" y="63670"/>
                    <a:pt x="164290" y="63670"/>
                  </a:cubicBezTo>
                  <a:cubicBezTo>
                    <a:pt x="216356" y="63670"/>
                    <a:pt x="262195" y="56263"/>
                    <a:pt x="288941" y="44824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2910F05-A685-EDFE-C174-63FCD9801A10}"/>
                </a:ext>
              </a:extLst>
            </p:cNvPr>
            <p:cNvSpPr/>
            <p:nvPr/>
          </p:nvSpPr>
          <p:spPr>
            <a:xfrm>
              <a:off x="4086949" y="2615844"/>
              <a:ext cx="472412" cy="168302"/>
            </a:xfrm>
            <a:custGeom>
              <a:avLst/>
              <a:gdLst>
                <a:gd name="connsiteX0" fmla="*/ 96546 w 472412"/>
                <a:gd name="connsiteY0" fmla="*/ 127876 h 168302"/>
                <a:gd name="connsiteX1" fmla="*/ 457332 w 472412"/>
                <a:gd name="connsiteY1" fmla="*/ 46379 h 168302"/>
                <a:gd name="connsiteX2" fmla="*/ 470499 w 472412"/>
                <a:gd name="connsiteY2" fmla="*/ 22921 h 168302"/>
                <a:gd name="connsiteX3" fmla="*/ 464382 w 472412"/>
                <a:gd name="connsiteY3" fmla="*/ 1914 h 168302"/>
                <a:gd name="connsiteX4" fmla="*/ 443369 w 472412"/>
                <a:gd name="connsiteY4" fmla="*/ 8031 h 168302"/>
                <a:gd name="connsiteX5" fmla="*/ 442793 w 472412"/>
                <a:gd name="connsiteY5" fmla="*/ 9205 h 168302"/>
                <a:gd name="connsiteX6" fmla="*/ 133772 w 472412"/>
                <a:gd name="connsiteY6" fmla="*/ 113356 h 168302"/>
                <a:gd name="connsiteX7" fmla="*/ 29612 w 472412"/>
                <a:gd name="connsiteY7" fmla="*/ 9205 h 168302"/>
                <a:gd name="connsiteX8" fmla="*/ 9203 w 472412"/>
                <a:gd name="connsiteY8" fmla="*/ 1332 h 168302"/>
                <a:gd name="connsiteX9" fmla="*/ 1330 w 472412"/>
                <a:gd name="connsiteY9" fmla="*/ 21747 h 168302"/>
                <a:gd name="connsiteX10" fmla="*/ 1906 w 472412"/>
                <a:gd name="connsiteY10" fmla="*/ 22921 h 168302"/>
                <a:gd name="connsiteX11" fmla="*/ 96546 w 472412"/>
                <a:gd name="connsiteY11" fmla="*/ 127876 h 168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2412" h="168302">
                  <a:moveTo>
                    <a:pt x="96546" y="127876"/>
                  </a:moveTo>
                  <a:cubicBezTo>
                    <a:pt x="218673" y="204988"/>
                    <a:pt x="380193" y="168503"/>
                    <a:pt x="457332" y="46379"/>
                  </a:cubicBezTo>
                  <a:cubicBezTo>
                    <a:pt x="462105" y="38791"/>
                    <a:pt x="466522" y="30962"/>
                    <a:pt x="470499" y="22921"/>
                  </a:cubicBezTo>
                  <a:cubicBezTo>
                    <a:pt x="474614" y="15433"/>
                    <a:pt x="471871" y="6026"/>
                    <a:pt x="464382" y="1914"/>
                  </a:cubicBezTo>
                  <a:cubicBezTo>
                    <a:pt x="456893" y="-2198"/>
                    <a:pt x="447484" y="540"/>
                    <a:pt x="443369" y="8031"/>
                  </a:cubicBezTo>
                  <a:cubicBezTo>
                    <a:pt x="443177" y="8413"/>
                    <a:pt x="442958" y="8805"/>
                    <a:pt x="442793" y="9205"/>
                  </a:cubicBezTo>
                  <a:cubicBezTo>
                    <a:pt x="386228" y="123303"/>
                    <a:pt x="247861" y="169930"/>
                    <a:pt x="133772" y="113356"/>
                  </a:cubicBezTo>
                  <a:cubicBezTo>
                    <a:pt x="88591" y="90958"/>
                    <a:pt x="51997" y="54375"/>
                    <a:pt x="29612" y="9205"/>
                  </a:cubicBezTo>
                  <a:cubicBezTo>
                    <a:pt x="26156" y="1393"/>
                    <a:pt x="17021" y="-2132"/>
                    <a:pt x="9203" y="1332"/>
                  </a:cubicBezTo>
                  <a:cubicBezTo>
                    <a:pt x="1385" y="4794"/>
                    <a:pt x="-2127" y="13935"/>
                    <a:pt x="1330" y="21747"/>
                  </a:cubicBezTo>
                  <a:cubicBezTo>
                    <a:pt x="1495" y="22145"/>
                    <a:pt x="1686" y="22537"/>
                    <a:pt x="1906" y="22921"/>
                  </a:cubicBezTo>
                  <a:cubicBezTo>
                    <a:pt x="23248" y="65913"/>
                    <a:pt x="55974" y="102216"/>
                    <a:pt x="96546" y="127876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C9A69AC-D240-D7ED-899F-9CA352534DD1}"/>
                </a:ext>
              </a:extLst>
            </p:cNvPr>
            <p:cNvSpPr/>
            <p:nvPr/>
          </p:nvSpPr>
          <p:spPr>
            <a:xfrm>
              <a:off x="4193956" y="2563734"/>
              <a:ext cx="258581" cy="101559"/>
            </a:xfrm>
            <a:custGeom>
              <a:avLst/>
              <a:gdLst>
                <a:gd name="connsiteX0" fmla="*/ 129196 w 258581"/>
                <a:gd name="connsiteY0" fmla="*/ 101558 h 101559"/>
                <a:gd name="connsiteX1" fmla="*/ 256974 w 258581"/>
                <a:gd name="connsiteY1" fmla="*/ 22307 h 101559"/>
                <a:gd name="connsiteX2" fmla="*/ 249979 w 258581"/>
                <a:gd name="connsiteY2" fmla="*/ 1610 h 101559"/>
                <a:gd name="connsiteX3" fmla="*/ 229295 w 258581"/>
                <a:gd name="connsiteY3" fmla="*/ 8591 h 101559"/>
                <a:gd name="connsiteX4" fmla="*/ 79599 w 258581"/>
                <a:gd name="connsiteY4" fmla="*/ 59137 h 101559"/>
                <a:gd name="connsiteX5" fmla="*/ 29041 w 258581"/>
                <a:gd name="connsiteY5" fmla="*/ 8591 h 101559"/>
                <a:gd name="connsiteX6" fmla="*/ 8029 w 258581"/>
                <a:gd name="connsiteY6" fmla="*/ 2474 h 101559"/>
                <a:gd name="connsiteX7" fmla="*/ 1335 w 258581"/>
                <a:gd name="connsiteY7" fmla="*/ 22307 h 101559"/>
                <a:gd name="connsiteX8" fmla="*/ 129196 w 258581"/>
                <a:gd name="connsiteY8" fmla="*/ 101558 h 10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8581" h="101559">
                  <a:moveTo>
                    <a:pt x="129196" y="101558"/>
                  </a:moveTo>
                  <a:cubicBezTo>
                    <a:pt x="183429" y="101745"/>
                    <a:pt x="233026" y="70982"/>
                    <a:pt x="256974" y="22307"/>
                  </a:cubicBezTo>
                  <a:cubicBezTo>
                    <a:pt x="260759" y="14665"/>
                    <a:pt x="257632" y="5398"/>
                    <a:pt x="249979" y="1610"/>
                  </a:cubicBezTo>
                  <a:cubicBezTo>
                    <a:pt x="242353" y="-2179"/>
                    <a:pt x="233081" y="949"/>
                    <a:pt x="229295" y="8591"/>
                  </a:cubicBezTo>
                  <a:cubicBezTo>
                    <a:pt x="201918" y="63888"/>
                    <a:pt x="134874" y="86520"/>
                    <a:pt x="79599" y="59137"/>
                  </a:cubicBezTo>
                  <a:cubicBezTo>
                    <a:pt x="57653" y="48277"/>
                    <a:pt x="39905" y="30520"/>
                    <a:pt x="29041" y="8591"/>
                  </a:cubicBezTo>
                  <a:cubicBezTo>
                    <a:pt x="24926" y="1099"/>
                    <a:pt x="15518" y="-1638"/>
                    <a:pt x="8029" y="2474"/>
                  </a:cubicBezTo>
                  <a:cubicBezTo>
                    <a:pt x="978" y="6342"/>
                    <a:pt x="-1929" y="14961"/>
                    <a:pt x="1335" y="22307"/>
                  </a:cubicBezTo>
                  <a:cubicBezTo>
                    <a:pt x="25283" y="71004"/>
                    <a:pt x="74935" y="101769"/>
                    <a:pt x="129196" y="101558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64DB5435-6BD8-ADF1-AB2F-C279E0594CBC}"/>
                </a:ext>
              </a:extLst>
            </p:cNvPr>
            <p:cNvSpPr/>
            <p:nvPr/>
          </p:nvSpPr>
          <p:spPr>
            <a:xfrm>
              <a:off x="3879229" y="2720910"/>
              <a:ext cx="888018" cy="295198"/>
            </a:xfrm>
            <a:custGeom>
              <a:avLst/>
              <a:gdLst>
                <a:gd name="connsiteX0" fmla="*/ 879406 w 888018"/>
                <a:gd name="connsiteY0" fmla="*/ 1633 h 295198"/>
                <a:gd name="connsiteX1" fmla="*/ 858475 w 888018"/>
                <a:gd name="connsiteY1" fmla="*/ 8667 h 295198"/>
                <a:gd name="connsiteX2" fmla="*/ 858475 w 888018"/>
                <a:gd name="connsiteY2" fmla="*/ 8683 h 295198"/>
                <a:gd name="connsiteX3" fmla="*/ 618198 w 888018"/>
                <a:gd name="connsiteY3" fmla="*/ 232227 h 295198"/>
                <a:gd name="connsiteX4" fmla="*/ 443923 w 888018"/>
                <a:gd name="connsiteY4" fmla="*/ 265145 h 295198"/>
                <a:gd name="connsiteX5" fmla="*/ 276011 w 888018"/>
                <a:gd name="connsiteY5" fmla="*/ 234641 h 295198"/>
                <a:gd name="connsiteX6" fmla="*/ 29343 w 888018"/>
                <a:gd name="connsiteY6" fmla="*/ 8574 h 295198"/>
                <a:gd name="connsiteX7" fmla="*/ 8193 w 888018"/>
                <a:gd name="connsiteY7" fmla="*/ 2272 h 295198"/>
                <a:gd name="connsiteX8" fmla="*/ 1390 w 888018"/>
                <a:gd name="connsiteY8" fmla="*/ 22427 h 295198"/>
                <a:gd name="connsiteX9" fmla="*/ 270388 w 888018"/>
                <a:gd name="connsiteY9" fmla="*/ 265584 h 295198"/>
                <a:gd name="connsiteX10" fmla="*/ 618582 w 888018"/>
                <a:gd name="connsiteY10" fmla="*/ 265145 h 295198"/>
                <a:gd name="connsiteX11" fmla="*/ 707654 w 888018"/>
                <a:gd name="connsiteY11" fmla="*/ 220705 h 295198"/>
                <a:gd name="connsiteX12" fmla="*/ 886428 w 888018"/>
                <a:gd name="connsiteY12" fmla="*/ 22427 h 295198"/>
                <a:gd name="connsiteX13" fmla="*/ 879406 w 888018"/>
                <a:gd name="connsiteY13" fmla="*/ 1633 h 295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8018" h="295198">
                  <a:moveTo>
                    <a:pt x="879406" y="1633"/>
                  </a:moveTo>
                  <a:cubicBezTo>
                    <a:pt x="871697" y="-2202"/>
                    <a:pt x="862315" y="947"/>
                    <a:pt x="858475" y="8667"/>
                  </a:cubicBezTo>
                  <a:cubicBezTo>
                    <a:pt x="858475" y="8672"/>
                    <a:pt x="858475" y="8678"/>
                    <a:pt x="858475" y="8683"/>
                  </a:cubicBezTo>
                  <a:cubicBezTo>
                    <a:pt x="808549" y="110182"/>
                    <a:pt x="723016" y="189762"/>
                    <a:pt x="618198" y="232227"/>
                  </a:cubicBezTo>
                  <a:cubicBezTo>
                    <a:pt x="572743" y="250743"/>
                    <a:pt x="508470" y="264871"/>
                    <a:pt x="443923" y="265145"/>
                  </a:cubicBezTo>
                  <a:cubicBezTo>
                    <a:pt x="382530" y="265529"/>
                    <a:pt x="321137" y="253075"/>
                    <a:pt x="276011" y="234641"/>
                  </a:cubicBezTo>
                  <a:cubicBezTo>
                    <a:pt x="168341" y="192889"/>
                    <a:pt x="80312" y="112212"/>
                    <a:pt x="29343" y="8574"/>
                  </a:cubicBezTo>
                  <a:cubicBezTo>
                    <a:pt x="25228" y="991"/>
                    <a:pt x="15764" y="-1829"/>
                    <a:pt x="8193" y="2272"/>
                  </a:cubicBezTo>
                  <a:cubicBezTo>
                    <a:pt x="978" y="6168"/>
                    <a:pt x="-1984" y="14965"/>
                    <a:pt x="1390" y="22427"/>
                  </a:cubicBezTo>
                  <a:cubicBezTo>
                    <a:pt x="57021" y="134623"/>
                    <a:pt x="153171" y="221528"/>
                    <a:pt x="270388" y="265584"/>
                  </a:cubicBezTo>
                  <a:cubicBezTo>
                    <a:pt x="368512" y="301493"/>
                    <a:pt x="493026" y="308652"/>
                    <a:pt x="618582" y="265145"/>
                  </a:cubicBezTo>
                  <a:cubicBezTo>
                    <a:pt x="649717" y="253404"/>
                    <a:pt x="679536" y="238508"/>
                    <a:pt x="707654" y="220705"/>
                  </a:cubicBezTo>
                  <a:cubicBezTo>
                    <a:pt x="784299" y="172233"/>
                    <a:pt x="846131" y="103653"/>
                    <a:pt x="886428" y="22427"/>
                  </a:cubicBezTo>
                  <a:cubicBezTo>
                    <a:pt x="890186" y="14743"/>
                    <a:pt x="887059" y="5460"/>
                    <a:pt x="879406" y="1633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1749CA1-0B13-0C2F-8631-D952B24F4174}"/>
                </a:ext>
              </a:extLst>
            </p:cNvPr>
            <p:cNvSpPr/>
            <p:nvPr/>
          </p:nvSpPr>
          <p:spPr>
            <a:xfrm>
              <a:off x="3984168" y="2668378"/>
              <a:ext cx="677895" cy="233051"/>
            </a:xfrm>
            <a:custGeom>
              <a:avLst/>
              <a:gdLst>
                <a:gd name="connsiteX0" fmla="*/ 137962 w 677895"/>
                <a:gd name="connsiteY0" fmla="*/ 174015 h 233051"/>
                <a:gd name="connsiteX1" fmla="*/ 263573 w 677895"/>
                <a:gd name="connsiteY1" fmla="*/ 224517 h 233051"/>
                <a:gd name="connsiteX2" fmla="*/ 414449 w 677895"/>
                <a:gd name="connsiteY2" fmla="*/ 224517 h 233051"/>
                <a:gd name="connsiteX3" fmla="*/ 676261 w 677895"/>
                <a:gd name="connsiteY3" fmla="*/ 22920 h 233051"/>
                <a:gd name="connsiteX4" fmla="*/ 669210 w 677895"/>
                <a:gd name="connsiteY4" fmla="*/ 1989 h 233051"/>
                <a:gd name="connsiteX5" fmla="*/ 648280 w 677895"/>
                <a:gd name="connsiteY5" fmla="*/ 9039 h 233051"/>
                <a:gd name="connsiteX6" fmla="*/ 430936 w 677895"/>
                <a:gd name="connsiteY6" fmla="*/ 188664 h 233051"/>
                <a:gd name="connsiteX7" fmla="*/ 236772 w 677895"/>
                <a:gd name="connsiteY7" fmla="*/ 185619 h 233051"/>
                <a:gd name="connsiteX8" fmla="*/ 29743 w 677895"/>
                <a:gd name="connsiteY8" fmla="*/ 8984 h 233051"/>
                <a:gd name="connsiteX9" fmla="*/ 8977 w 677895"/>
                <a:gd name="connsiteY9" fmla="*/ 1482 h 233051"/>
                <a:gd name="connsiteX10" fmla="*/ 1488 w 677895"/>
                <a:gd name="connsiteY10" fmla="*/ 22239 h 233051"/>
                <a:gd name="connsiteX11" fmla="*/ 1790 w 677895"/>
                <a:gd name="connsiteY11" fmla="*/ 22865 h 233051"/>
                <a:gd name="connsiteX12" fmla="*/ 137962 w 677895"/>
                <a:gd name="connsiteY12" fmla="*/ 174015 h 233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7895" h="233051">
                  <a:moveTo>
                    <a:pt x="137962" y="174015"/>
                  </a:moveTo>
                  <a:cubicBezTo>
                    <a:pt x="176422" y="198347"/>
                    <a:pt x="218969" y="215465"/>
                    <a:pt x="263573" y="224517"/>
                  </a:cubicBezTo>
                  <a:cubicBezTo>
                    <a:pt x="338984" y="243720"/>
                    <a:pt x="414449" y="224517"/>
                    <a:pt x="414449" y="224517"/>
                  </a:cubicBezTo>
                  <a:cubicBezTo>
                    <a:pt x="528155" y="201310"/>
                    <a:pt x="624771" y="126914"/>
                    <a:pt x="676261" y="22920"/>
                  </a:cubicBezTo>
                  <a:cubicBezTo>
                    <a:pt x="680101" y="15192"/>
                    <a:pt x="676946" y="5821"/>
                    <a:pt x="669210" y="1989"/>
                  </a:cubicBezTo>
                  <a:cubicBezTo>
                    <a:pt x="661475" y="-1843"/>
                    <a:pt x="652120" y="1312"/>
                    <a:pt x="648280" y="9039"/>
                  </a:cubicBezTo>
                  <a:cubicBezTo>
                    <a:pt x="604937" y="97315"/>
                    <a:pt x="525796" y="162713"/>
                    <a:pt x="430936" y="188664"/>
                  </a:cubicBezTo>
                  <a:cubicBezTo>
                    <a:pt x="381860" y="199966"/>
                    <a:pt x="336652" y="214834"/>
                    <a:pt x="236772" y="185619"/>
                  </a:cubicBezTo>
                  <a:cubicBezTo>
                    <a:pt x="146356" y="157830"/>
                    <a:pt x="71439" y="93886"/>
                    <a:pt x="29743" y="8984"/>
                  </a:cubicBezTo>
                  <a:cubicBezTo>
                    <a:pt x="26095" y="1180"/>
                    <a:pt x="16795" y="-2181"/>
                    <a:pt x="8977" y="1482"/>
                  </a:cubicBezTo>
                  <a:cubicBezTo>
                    <a:pt x="1186" y="5141"/>
                    <a:pt x="-2188" y="14435"/>
                    <a:pt x="1488" y="22239"/>
                  </a:cubicBezTo>
                  <a:cubicBezTo>
                    <a:pt x="1570" y="22451"/>
                    <a:pt x="1680" y="22659"/>
                    <a:pt x="1790" y="22865"/>
                  </a:cubicBezTo>
                  <a:cubicBezTo>
                    <a:pt x="32486" y="84779"/>
                    <a:pt x="79587" y="137064"/>
                    <a:pt x="137962" y="174015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314AD73-1476-0623-4A75-114DE2BD2010}"/>
                </a:ext>
              </a:extLst>
            </p:cNvPr>
            <p:cNvSpPr/>
            <p:nvPr/>
          </p:nvSpPr>
          <p:spPr>
            <a:xfrm>
              <a:off x="4087040" y="2859228"/>
              <a:ext cx="476964" cy="238342"/>
            </a:xfrm>
            <a:custGeom>
              <a:avLst/>
              <a:gdLst>
                <a:gd name="connsiteX0" fmla="*/ 142431 w 476964"/>
                <a:gd name="connsiteY0" fmla="*/ 5413 h 238342"/>
                <a:gd name="connsiteX1" fmla="*/ 39890 w 476964"/>
                <a:gd name="connsiteY1" fmla="*/ 148060 h 238342"/>
                <a:gd name="connsiteX2" fmla="*/ 283185 w 476964"/>
                <a:gd name="connsiteY2" fmla="*/ 208410 h 238342"/>
                <a:gd name="connsiteX3" fmla="*/ 431976 w 476964"/>
                <a:gd name="connsiteY3" fmla="*/ 222483 h 238342"/>
                <a:gd name="connsiteX4" fmla="*/ 448079 w 476964"/>
                <a:gd name="connsiteY4" fmla="*/ 77724 h 238342"/>
                <a:gd name="connsiteX5" fmla="*/ 259072 w 476964"/>
                <a:gd name="connsiteY5" fmla="*/ 5331 h 238342"/>
                <a:gd name="connsiteX6" fmla="*/ 142431 w 476964"/>
                <a:gd name="connsiteY6" fmla="*/ 5413 h 238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964" h="238342">
                  <a:moveTo>
                    <a:pt x="142431" y="5413"/>
                  </a:moveTo>
                  <a:cubicBezTo>
                    <a:pt x="29960" y="81811"/>
                    <a:pt x="-52583" y="107954"/>
                    <a:pt x="39890" y="148060"/>
                  </a:cubicBezTo>
                  <a:cubicBezTo>
                    <a:pt x="132364" y="188165"/>
                    <a:pt x="228897" y="202348"/>
                    <a:pt x="283185" y="208410"/>
                  </a:cubicBezTo>
                  <a:cubicBezTo>
                    <a:pt x="337473" y="214473"/>
                    <a:pt x="411869" y="262698"/>
                    <a:pt x="431976" y="222483"/>
                  </a:cubicBezTo>
                  <a:cubicBezTo>
                    <a:pt x="452084" y="182267"/>
                    <a:pt x="512407" y="110012"/>
                    <a:pt x="448079" y="77724"/>
                  </a:cubicBezTo>
                  <a:cubicBezTo>
                    <a:pt x="383751" y="45437"/>
                    <a:pt x="311330" y="17374"/>
                    <a:pt x="259072" y="5331"/>
                  </a:cubicBezTo>
                  <a:cubicBezTo>
                    <a:pt x="206814" y="-6712"/>
                    <a:pt x="142431" y="5413"/>
                    <a:pt x="142431" y="5413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B8BFF6F-66D0-5C26-167C-357694610601}"/>
                </a:ext>
              </a:extLst>
            </p:cNvPr>
            <p:cNvSpPr/>
            <p:nvPr/>
          </p:nvSpPr>
          <p:spPr>
            <a:xfrm>
              <a:off x="4319165" y="2914158"/>
              <a:ext cx="74073" cy="92772"/>
            </a:xfrm>
            <a:custGeom>
              <a:avLst/>
              <a:gdLst>
                <a:gd name="connsiteX0" fmla="*/ 56244 w 74073"/>
                <a:gd name="connsiteY0" fmla="*/ 5374 h 92772"/>
                <a:gd name="connsiteX1" fmla="*/ 21954 w 74073"/>
                <a:gd name="connsiteY1" fmla="*/ 2960 h 92772"/>
                <a:gd name="connsiteX2" fmla="*/ 10405 w 74073"/>
                <a:gd name="connsiteY2" fmla="*/ 11629 h 92772"/>
                <a:gd name="connsiteX3" fmla="*/ 2752 w 74073"/>
                <a:gd name="connsiteY3" fmla="*/ 26168 h 92772"/>
                <a:gd name="connsiteX4" fmla="*/ 9 w 74073"/>
                <a:gd name="connsiteY4" fmla="*/ 46028 h 92772"/>
                <a:gd name="connsiteX5" fmla="*/ 2752 w 74073"/>
                <a:gd name="connsiteY5" fmla="*/ 66109 h 92772"/>
                <a:gd name="connsiteX6" fmla="*/ 10652 w 74073"/>
                <a:gd name="connsiteY6" fmla="*/ 80977 h 92772"/>
                <a:gd name="connsiteX7" fmla="*/ 22393 w 74073"/>
                <a:gd name="connsiteY7" fmla="*/ 89837 h 92772"/>
                <a:gd name="connsiteX8" fmla="*/ 55531 w 74073"/>
                <a:gd name="connsiteY8" fmla="*/ 87698 h 92772"/>
                <a:gd name="connsiteX9" fmla="*/ 69055 w 74073"/>
                <a:gd name="connsiteY9" fmla="*/ 72061 h 92772"/>
                <a:gd name="connsiteX10" fmla="*/ 69439 w 74073"/>
                <a:gd name="connsiteY10" fmla="*/ 21230 h 92772"/>
                <a:gd name="connsiteX11" fmla="*/ 56244 w 74073"/>
                <a:gd name="connsiteY11" fmla="*/ 5374 h 92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073" h="92772">
                  <a:moveTo>
                    <a:pt x="56244" y="5374"/>
                  </a:moveTo>
                  <a:cubicBezTo>
                    <a:pt x="45847" y="-825"/>
                    <a:pt x="33119" y="-1703"/>
                    <a:pt x="21954" y="2960"/>
                  </a:cubicBezTo>
                  <a:cubicBezTo>
                    <a:pt x="17483" y="4935"/>
                    <a:pt x="13532" y="7898"/>
                    <a:pt x="10405" y="11629"/>
                  </a:cubicBezTo>
                  <a:cubicBezTo>
                    <a:pt x="6894" y="15908"/>
                    <a:pt x="4288" y="20846"/>
                    <a:pt x="2752" y="26168"/>
                  </a:cubicBezTo>
                  <a:cubicBezTo>
                    <a:pt x="831" y="32614"/>
                    <a:pt x="-101" y="39308"/>
                    <a:pt x="9" y="46028"/>
                  </a:cubicBezTo>
                  <a:cubicBezTo>
                    <a:pt x="-101" y="52831"/>
                    <a:pt x="831" y="59580"/>
                    <a:pt x="2752" y="66109"/>
                  </a:cubicBezTo>
                  <a:cubicBezTo>
                    <a:pt x="4343" y="71568"/>
                    <a:pt x="7031" y="76615"/>
                    <a:pt x="10652" y="80977"/>
                  </a:cubicBezTo>
                  <a:cubicBezTo>
                    <a:pt x="13862" y="84762"/>
                    <a:pt x="17867" y="87780"/>
                    <a:pt x="22393" y="89837"/>
                  </a:cubicBezTo>
                  <a:cubicBezTo>
                    <a:pt x="33146" y="94391"/>
                    <a:pt x="45436" y="93623"/>
                    <a:pt x="55531" y="87698"/>
                  </a:cubicBezTo>
                  <a:cubicBezTo>
                    <a:pt x="61511" y="83967"/>
                    <a:pt x="66230" y="78508"/>
                    <a:pt x="69055" y="72061"/>
                  </a:cubicBezTo>
                  <a:cubicBezTo>
                    <a:pt x="75611" y="55767"/>
                    <a:pt x="75748" y="37607"/>
                    <a:pt x="69439" y="21230"/>
                  </a:cubicBezTo>
                  <a:cubicBezTo>
                    <a:pt x="66778" y="14701"/>
                    <a:pt x="62169" y="9187"/>
                    <a:pt x="56244" y="5374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27DA8F3-A8DD-58CA-5E60-798B4A179748}"/>
                </a:ext>
              </a:extLst>
            </p:cNvPr>
            <p:cNvSpPr/>
            <p:nvPr/>
          </p:nvSpPr>
          <p:spPr>
            <a:xfrm>
              <a:off x="3948787" y="2770700"/>
              <a:ext cx="743970" cy="333943"/>
            </a:xfrm>
            <a:custGeom>
              <a:avLst/>
              <a:gdLst>
                <a:gd name="connsiteX0" fmla="*/ 578596 w 743970"/>
                <a:gd name="connsiteY0" fmla="*/ 55042 h 333943"/>
                <a:gd name="connsiteX1" fmla="*/ 495806 w 743970"/>
                <a:gd name="connsiteY1" fmla="*/ 75506 h 333943"/>
                <a:gd name="connsiteX2" fmla="*/ 212461 w 743970"/>
                <a:gd name="connsiteY2" fmla="*/ 44289 h 333943"/>
                <a:gd name="connsiteX3" fmla="*/ 149038 w 743970"/>
                <a:gd name="connsiteY3" fmla="*/ 132839 h 333943"/>
                <a:gd name="connsiteX4" fmla="*/ 2469 w 743970"/>
                <a:gd name="connsiteY4" fmla="*/ 230086 h 333943"/>
                <a:gd name="connsiteX5" fmla="*/ 0 w 743970"/>
                <a:gd name="connsiteY5" fmla="*/ 254665 h 333943"/>
                <a:gd name="connsiteX6" fmla="*/ 0 w 743970"/>
                <a:gd name="connsiteY6" fmla="*/ 256503 h 333943"/>
                <a:gd name="connsiteX7" fmla="*/ 79169 w 743970"/>
                <a:gd name="connsiteY7" fmla="*/ 333943 h 333943"/>
                <a:gd name="connsiteX8" fmla="*/ 658807 w 743970"/>
                <a:gd name="connsiteY8" fmla="*/ 333943 h 333943"/>
                <a:gd name="connsiteX9" fmla="*/ 732489 w 743970"/>
                <a:gd name="connsiteY9" fmla="*/ 283825 h 333943"/>
                <a:gd name="connsiteX10" fmla="*/ 636971 w 743970"/>
                <a:gd name="connsiteY10" fmla="*/ 66454 h 333943"/>
                <a:gd name="connsiteX11" fmla="*/ 578568 w 743970"/>
                <a:gd name="connsiteY11" fmla="*/ 55042 h 333943"/>
                <a:gd name="connsiteX12" fmla="*/ 322984 w 743970"/>
                <a:gd name="connsiteY12" fmla="*/ 227288 h 333943"/>
                <a:gd name="connsiteX13" fmla="*/ 296540 w 743970"/>
                <a:gd name="connsiteY13" fmla="*/ 252827 h 333943"/>
                <a:gd name="connsiteX14" fmla="*/ 272729 w 743970"/>
                <a:gd name="connsiteY14" fmla="*/ 257189 h 333943"/>
                <a:gd name="connsiteX15" fmla="*/ 253965 w 743970"/>
                <a:gd name="connsiteY15" fmla="*/ 255241 h 333943"/>
                <a:gd name="connsiteX16" fmla="*/ 238631 w 743970"/>
                <a:gd name="connsiteY16" fmla="*/ 249151 h 333943"/>
                <a:gd name="connsiteX17" fmla="*/ 225985 w 743970"/>
                <a:gd name="connsiteY17" fmla="*/ 238178 h 333943"/>
                <a:gd name="connsiteX18" fmla="*/ 217179 w 743970"/>
                <a:gd name="connsiteY18" fmla="*/ 224462 h 333943"/>
                <a:gd name="connsiteX19" fmla="*/ 211693 w 743970"/>
                <a:gd name="connsiteY19" fmla="*/ 208222 h 333943"/>
                <a:gd name="connsiteX20" fmla="*/ 209855 w 743970"/>
                <a:gd name="connsiteY20" fmla="*/ 189925 h 333943"/>
                <a:gd name="connsiteX21" fmla="*/ 214436 w 743970"/>
                <a:gd name="connsiteY21" fmla="*/ 161753 h 333943"/>
                <a:gd name="connsiteX22" fmla="*/ 227548 w 743970"/>
                <a:gd name="connsiteY22" fmla="*/ 140465 h 333943"/>
                <a:gd name="connsiteX23" fmla="*/ 247546 w 743970"/>
                <a:gd name="connsiteY23" fmla="*/ 126996 h 333943"/>
                <a:gd name="connsiteX24" fmla="*/ 271988 w 743970"/>
                <a:gd name="connsiteY24" fmla="*/ 122388 h 333943"/>
                <a:gd name="connsiteX25" fmla="*/ 300161 w 743970"/>
                <a:gd name="connsiteY25" fmla="*/ 128697 h 333943"/>
                <a:gd name="connsiteX26" fmla="*/ 319089 w 743970"/>
                <a:gd name="connsiteY26" fmla="*/ 144306 h 333943"/>
                <a:gd name="connsiteX27" fmla="*/ 325645 w 743970"/>
                <a:gd name="connsiteY27" fmla="*/ 161835 h 333943"/>
                <a:gd name="connsiteX28" fmla="*/ 322463 w 743970"/>
                <a:gd name="connsiteY28" fmla="*/ 169845 h 333943"/>
                <a:gd name="connsiteX29" fmla="*/ 314727 w 743970"/>
                <a:gd name="connsiteY29" fmla="*/ 173301 h 333943"/>
                <a:gd name="connsiteX30" fmla="*/ 307129 w 743970"/>
                <a:gd name="connsiteY30" fmla="*/ 170915 h 333943"/>
                <a:gd name="connsiteX31" fmla="*/ 301478 w 743970"/>
                <a:gd name="connsiteY31" fmla="*/ 162685 h 333943"/>
                <a:gd name="connsiteX32" fmla="*/ 289353 w 743970"/>
                <a:gd name="connsiteY32" fmla="*/ 148174 h 333943"/>
                <a:gd name="connsiteX33" fmla="*/ 272153 w 743970"/>
                <a:gd name="connsiteY33" fmla="*/ 143401 h 333943"/>
                <a:gd name="connsiteX34" fmla="*/ 246257 w 743970"/>
                <a:gd name="connsiteY34" fmla="*/ 155745 h 333943"/>
                <a:gd name="connsiteX35" fmla="*/ 236601 w 743970"/>
                <a:gd name="connsiteY35" fmla="*/ 190830 h 333943"/>
                <a:gd name="connsiteX36" fmla="*/ 240880 w 743970"/>
                <a:gd name="connsiteY36" fmla="*/ 216123 h 333943"/>
                <a:gd name="connsiteX37" fmla="*/ 252978 w 743970"/>
                <a:gd name="connsiteY37" fmla="*/ 231183 h 333943"/>
                <a:gd name="connsiteX38" fmla="*/ 271275 w 743970"/>
                <a:gd name="connsiteY38" fmla="*/ 236176 h 333943"/>
                <a:gd name="connsiteX39" fmla="*/ 290478 w 743970"/>
                <a:gd name="connsiteY39" fmla="*/ 230525 h 333943"/>
                <a:gd name="connsiteX40" fmla="*/ 302355 w 743970"/>
                <a:gd name="connsiteY40" fmla="*/ 214066 h 333943"/>
                <a:gd name="connsiteX41" fmla="*/ 306525 w 743970"/>
                <a:gd name="connsiteY41" fmla="*/ 205671 h 333943"/>
                <a:gd name="connsiteX42" fmla="*/ 314508 w 743970"/>
                <a:gd name="connsiteY42" fmla="*/ 202407 h 333943"/>
                <a:gd name="connsiteX43" fmla="*/ 322600 w 743970"/>
                <a:gd name="connsiteY43" fmla="*/ 205699 h 333943"/>
                <a:gd name="connsiteX44" fmla="*/ 325974 w 743970"/>
                <a:gd name="connsiteY44" fmla="*/ 213928 h 333943"/>
                <a:gd name="connsiteX45" fmla="*/ 322984 w 743970"/>
                <a:gd name="connsiteY45" fmla="*/ 227288 h 333943"/>
                <a:gd name="connsiteX46" fmla="*/ 467249 w 743970"/>
                <a:gd name="connsiteY46" fmla="*/ 217110 h 333943"/>
                <a:gd name="connsiteX47" fmla="*/ 454987 w 743970"/>
                <a:gd name="connsiteY47" fmla="*/ 238535 h 333943"/>
                <a:gd name="connsiteX48" fmla="*/ 434907 w 743970"/>
                <a:gd name="connsiteY48" fmla="*/ 252251 h 333943"/>
                <a:gd name="connsiteX49" fmla="*/ 380235 w 743970"/>
                <a:gd name="connsiteY49" fmla="*/ 252251 h 333943"/>
                <a:gd name="connsiteX50" fmla="*/ 360072 w 743970"/>
                <a:gd name="connsiteY50" fmla="*/ 238343 h 333943"/>
                <a:gd name="connsiteX51" fmla="*/ 347673 w 743970"/>
                <a:gd name="connsiteY51" fmla="*/ 216644 h 333943"/>
                <a:gd name="connsiteX52" fmla="*/ 343531 w 743970"/>
                <a:gd name="connsiteY52" fmla="*/ 189377 h 333943"/>
                <a:gd name="connsiteX53" fmla="*/ 347838 w 743970"/>
                <a:gd name="connsiteY53" fmla="*/ 161945 h 333943"/>
                <a:gd name="connsiteX54" fmla="*/ 360319 w 743970"/>
                <a:gd name="connsiteY54" fmla="*/ 140630 h 333943"/>
                <a:gd name="connsiteX55" fmla="*/ 380235 w 743970"/>
                <a:gd name="connsiteY55" fmla="*/ 127161 h 333943"/>
                <a:gd name="connsiteX56" fmla="*/ 406899 w 743970"/>
                <a:gd name="connsiteY56" fmla="*/ 122497 h 333943"/>
                <a:gd name="connsiteX57" fmla="*/ 441683 w 743970"/>
                <a:gd name="connsiteY57" fmla="*/ 130727 h 333943"/>
                <a:gd name="connsiteX58" fmla="*/ 463628 w 743970"/>
                <a:gd name="connsiteY58" fmla="*/ 154099 h 333943"/>
                <a:gd name="connsiteX59" fmla="*/ 471090 w 743970"/>
                <a:gd name="connsiteY59" fmla="*/ 189760 h 333943"/>
                <a:gd name="connsiteX60" fmla="*/ 467112 w 743970"/>
                <a:gd name="connsiteY60" fmla="*/ 217110 h 333943"/>
                <a:gd name="connsiteX61" fmla="*/ 554318 w 743970"/>
                <a:gd name="connsiteY61" fmla="*/ 275678 h 333943"/>
                <a:gd name="connsiteX62" fmla="*/ 547735 w 743970"/>
                <a:gd name="connsiteY62" fmla="*/ 277954 h 333943"/>
                <a:gd name="connsiteX63" fmla="*/ 498549 w 743970"/>
                <a:gd name="connsiteY63" fmla="*/ 277954 h 333943"/>
                <a:gd name="connsiteX64" fmla="*/ 490759 w 743970"/>
                <a:gd name="connsiteY64" fmla="*/ 275211 h 333943"/>
                <a:gd name="connsiteX65" fmla="*/ 488015 w 743970"/>
                <a:gd name="connsiteY65" fmla="*/ 268682 h 333943"/>
                <a:gd name="connsiteX66" fmla="*/ 489826 w 743970"/>
                <a:gd name="connsiteY66" fmla="*/ 262318 h 333943"/>
                <a:gd name="connsiteX67" fmla="*/ 493776 w 743970"/>
                <a:gd name="connsiteY67" fmla="*/ 256064 h 333943"/>
                <a:gd name="connsiteX68" fmla="*/ 509796 w 743970"/>
                <a:gd name="connsiteY68" fmla="*/ 240290 h 333943"/>
                <a:gd name="connsiteX69" fmla="*/ 520001 w 743970"/>
                <a:gd name="connsiteY69" fmla="*/ 231622 h 333943"/>
                <a:gd name="connsiteX70" fmla="*/ 529136 w 743970"/>
                <a:gd name="connsiteY70" fmla="*/ 223859 h 333943"/>
                <a:gd name="connsiteX71" fmla="*/ 534622 w 743970"/>
                <a:gd name="connsiteY71" fmla="*/ 215848 h 333943"/>
                <a:gd name="connsiteX72" fmla="*/ 536515 w 743970"/>
                <a:gd name="connsiteY72" fmla="*/ 207783 h 333943"/>
                <a:gd name="connsiteX73" fmla="*/ 534485 w 743970"/>
                <a:gd name="connsiteY73" fmla="*/ 200157 h 333943"/>
                <a:gd name="connsiteX74" fmla="*/ 528999 w 743970"/>
                <a:gd name="connsiteY74" fmla="*/ 194918 h 333943"/>
                <a:gd name="connsiteX75" fmla="*/ 521345 w 743970"/>
                <a:gd name="connsiteY75" fmla="*/ 193025 h 333943"/>
                <a:gd name="connsiteX76" fmla="*/ 507629 w 743970"/>
                <a:gd name="connsiteY76" fmla="*/ 200706 h 333943"/>
                <a:gd name="connsiteX77" fmla="*/ 505380 w 743970"/>
                <a:gd name="connsiteY77" fmla="*/ 206192 h 333943"/>
                <a:gd name="connsiteX78" fmla="*/ 501841 w 743970"/>
                <a:gd name="connsiteY78" fmla="*/ 213078 h 333943"/>
                <a:gd name="connsiteX79" fmla="*/ 496053 w 743970"/>
                <a:gd name="connsiteY79" fmla="*/ 215464 h 333943"/>
                <a:gd name="connsiteX80" fmla="*/ 490566 w 743970"/>
                <a:gd name="connsiteY80" fmla="*/ 213270 h 333943"/>
                <a:gd name="connsiteX81" fmla="*/ 488372 w 743970"/>
                <a:gd name="connsiteY81" fmla="*/ 207262 h 333943"/>
                <a:gd name="connsiteX82" fmla="*/ 490457 w 743970"/>
                <a:gd name="connsiteY82" fmla="*/ 197633 h 333943"/>
                <a:gd name="connsiteX83" fmla="*/ 496629 w 743970"/>
                <a:gd name="connsiteY83" fmla="*/ 188554 h 333943"/>
                <a:gd name="connsiteX84" fmla="*/ 507026 w 743970"/>
                <a:gd name="connsiteY84" fmla="*/ 181970 h 333943"/>
                <a:gd name="connsiteX85" fmla="*/ 521839 w 743970"/>
                <a:gd name="connsiteY85" fmla="*/ 179473 h 333943"/>
                <a:gd name="connsiteX86" fmla="*/ 539258 w 743970"/>
                <a:gd name="connsiteY86" fmla="*/ 182683 h 333943"/>
                <a:gd name="connsiteX87" fmla="*/ 547488 w 743970"/>
                <a:gd name="connsiteY87" fmla="*/ 188554 h 333943"/>
                <a:gd name="connsiteX88" fmla="*/ 552974 w 743970"/>
                <a:gd name="connsiteY88" fmla="*/ 197222 h 333943"/>
                <a:gd name="connsiteX89" fmla="*/ 554950 w 743970"/>
                <a:gd name="connsiteY89" fmla="*/ 207399 h 333943"/>
                <a:gd name="connsiteX90" fmla="*/ 550835 w 743970"/>
                <a:gd name="connsiteY90" fmla="*/ 222460 h 333943"/>
                <a:gd name="connsiteX91" fmla="*/ 542605 w 743970"/>
                <a:gd name="connsiteY91" fmla="*/ 233076 h 333943"/>
                <a:gd name="connsiteX92" fmla="*/ 528285 w 743970"/>
                <a:gd name="connsiteY92" fmla="*/ 245118 h 333943"/>
                <a:gd name="connsiteX93" fmla="*/ 514569 w 743970"/>
                <a:gd name="connsiteY93" fmla="*/ 257874 h 333943"/>
                <a:gd name="connsiteX94" fmla="*/ 511305 w 743970"/>
                <a:gd name="connsiteY94" fmla="*/ 262208 h 333943"/>
                <a:gd name="connsiteX95" fmla="*/ 546171 w 743970"/>
                <a:gd name="connsiteY95" fmla="*/ 262208 h 333943"/>
                <a:gd name="connsiteX96" fmla="*/ 554099 w 743970"/>
                <a:gd name="connsiteY96" fmla="*/ 264348 h 333943"/>
                <a:gd name="connsiteX97" fmla="*/ 556842 w 743970"/>
                <a:gd name="connsiteY97" fmla="*/ 270164 h 333943"/>
                <a:gd name="connsiteX98" fmla="*/ 554181 w 743970"/>
                <a:gd name="connsiteY98" fmla="*/ 275678 h 333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743970" h="333943">
                  <a:moveTo>
                    <a:pt x="578596" y="55042"/>
                  </a:moveTo>
                  <a:cubicBezTo>
                    <a:pt x="549682" y="54603"/>
                    <a:pt x="521181" y="61653"/>
                    <a:pt x="495806" y="75506"/>
                  </a:cubicBezTo>
                  <a:cubicBezTo>
                    <a:pt x="426184" y="-11343"/>
                    <a:pt x="299311" y="-25334"/>
                    <a:pt x="212461" y="44289"/>
                  </a:cubicBezTo>
                  <a:cubicBezTo>
                    <a:pt x="183602" y="67441"/>
                    <a:pt x="161657" y="98055"/>
                    <a:pt x="149038" y="132839"/>
                  </a:cubicBezTo>
                  <a:cubicBezTo>
                    <a:pt x="81720" y="119205"/>
                    <a:pt x="16103" y="162767"/>
                    <a:pt x="2469" y="230086"/>
                  </a:cubicBezTo>
                  <a:cubicBezTo>
                    <a:pt x="823" y="238178"/>
                    <a:pt x="0" y="246408"/>
                    <a:pt x="0" y="254665"/>
                  </a:cubicBezTo>
                  <a:cubicBezTo>
                    <a:pt x="0" y="255296"/>
                    <a:pt x="0" y="255899"/>
                    <a:pt x="0" y="256503"/>
                  </a:cubicBezTo>
                  <a:cubicBezTo>
                    <a:pt x="823" y="299598"/>
                    <a:pt x="36073" y="334081"/>
                    <a:pt x="79169" y="333943"/>
                  </a:cubicBezTo>
                  <a:lnTo>
                    <a:pt x="658807" y="333943"/>
                  </a:lnTo>
                  <a:cubicBezTo>
                    <a:pt x="691341" y="333998"/>
                    <a:pt x="720584" y="314110"/>
                    <a:pt x="732489" y="283825"/>
                  </a:cubicBezTo>
                  <a:cubicBezTo>
                    <a:pt x="766121" y="197414"/>
                    <a:pt x="723354" y="100113"/>
                    <a:pt x="636971" y="66454"/>
                  </a:cubicBezTo>
                  <a:cubicBezTo>
                    <a:pt x="618345" y="59212"/>
                    <a:pt x="598566" y="55344"/>
                    <a:pt x="578568" y="55042"/>
                  </a:cubicBezTo>
                  <a:close/>
                  <a:moveTo>
                    <a:pt x="322984" y="227288"/>
                  </a:moveTo>
                  <a:cubicBezTo>
                    <a:pt x="317772" y="238891"/>
                    <a:pt x="308308" y="248026"/>
                    <a:pt x="296540" y="252827"/>
                  </a:cubicBezTo>
                  <a:cubicBezTo>
                    <a:pt x="288969" y="255872"/>
                    <a:pt x="280876" y="257353"/>
                    <a:pt x="272729" y="257189"/>
                  </a:cubicBezTo>
                  <a:cubicBezTo>
                    <a:pt x="266420" y="257243"/>
                    <a:pt x="260138" y="256585"/>
                    <a:pt x="253965" y="255241"/>
                  </a:cubicBezTo>
                  <a:cubicBezTo>
                    <a:pt x="248561" y="254006"/>
                    <a:pt x="243404" y="251949"/>
                    <a:pt x="238631" y="249151"/>
                  </a:cubicBezTo>
                  <a:cubicBezTo>
                    <a:pt x="233858" y="246216"/>
                    <a:pt x="229578" y="242512"/>
                    <a:pt x="225985" y="238178"/>
                  </a:cubicBezTo>
                  <a:cubicBezTo>
                    <a:pt x="222473" y="234008"/>
                    <a:pt x="219538" y="229400"/>
                    <a:pt x="217179" y="224462"/>
                  </a:cubicBezTo>
                  <a:cubicBezTo>
                    <a:pt x="214710" y="219305"/>
                    <a:pt x="212845" y="213846"/>
                    <a:pt x="211693" y="208222"/>
                  </a:cubicBezTo>
                  <a:cubicBezTo>
                    <a:pt x="210431" y="202215"/>
                    <a:pt x="209827" y="196070"/>
                    <a:pt x="209855" y="189925"/>
                  </a:cubicBezTo>
                  <a:cubicBezTo>
                    <a:pt x="209718" y="180351"/>
                    <a:pt x="211254" y="170805"/>
                    <a:pt x="214436" y="161753"/>
                  </a:cubicBezTo>
                  <a:cubicBezTo>
                    <a:pt x="217261" y="153825"/>
                    <a:pt x="221733" y="146555"/>
                    <a:pt x="227548" y="140465"/>
                  </a:cubicBezTo>
                  <a:cubicBezTo>
                    <a:pt x="233172" y="134595"/>
                    <a:pt x="240003" y="130014"/>
                    <a:pt x="247546" y="126996"/>
                  </a:cubicBezTo>
                  <a:cubicBezTo>
                    <a:pt x="255309" y="123896"/>
                    <a:pt x="263621" y="122333"/>
                    <a:pt x="271988" y="122388"/>
                  </a:cubicBezTo>
                  <a:cubicBezTo>
                    <a:pt x="281754" y="122223"/>
                    <a:pt x="291410" y="124390"/>
                    <a:pt x="300161" y="128697"/>
                  </a:cubicBezTo>
                  <a:cubicBezTo>
                    <a:pt x="307650" y="132291"/>
                    <a:pt x="314151" y="137640"/>
                    <a:pt x="319089" y="144306"/>
                  </a:cubicBezTo>
                  <a:cubicBezTo>
                    <a:pt x="323039" y="149326"/>
                    <a:pt x="325316" y="155443"/>
                    <a:pt x="325645" y="161835"/>
                  </a:cubicBezTo>
                  <a:cubicBezTo>
                    <a:pt x="325673" y="164825"/>
                    <a:pt x="324521" y="167705"/>
                    <a:pt x="322463" y="169845"/>
                  </a:cubicBezTo>
                  <a:cubicBezTo>
                    <a:pt x="320515" y="172067"/>
                    <a:pt x="317690" y="173329"/>
                    <a:pt x="314727" y="173301"/>
                  </a:cubicBezTo>
                  <a:cubicBezTo>
                    <a:pt x="311984" y="173521"/>
                    <a:pt x="309268" y="172643"/>
                    <a:pt x="307129" y="170915"/>
                  </a:cubicBezTo>
                  <a:cubicBezTo>
                    <a:pt x="304852" y="168473"/>
                    <a:pt x="302931" y="165703"/>
                    <a:pt x="301478" y="162685"/>
                  </a:cubicBezTo>
                  <a:cubicBezTo>
                    <a:pt x="298680" y="156952"/>
                    <a:pt x="294510" y="151959"/>
                    <a:pt x="289353" y="148174"/>
                  </a:cubicBezTo>
                  <a:cubicBezTo>
                    <a:pt x="284250" y="144854"/>
                    <a:pt x="278243" y="143181"/>
                    <a:pt x="272153" y="143401"/>
                  </a:cubicBezTo>
                  <a:cubicBezTo>
                    <a:pt x="262031" y="143071"/>
                    <a:pt x="252374" y="147652"/>
                    <a:pt x="246257" y="155745"/>
                  </a:cubicBezTo>
                  <a:cubicBezTo>
                    <a:pt x="239838" y="163975"/>
                    <a:pt x="236628" y="175661"/>
                    <a:pt x="236601" y="190830"/>
                  </a:cubicBezTo>
                  <a:cubicBezTo>
                    <a:pt x="236327" y="199472"/>
                    <a:pt x="237780" y="208058"/>
                    <a:pt x="240880" y="216123"/>
                  </a:cubicBezTo>
                  <a:cubicBezTo>
                    <a:pt x="243267" y="222268"/>
                    <a:pt x="247491" y="227534"/>
                    <a:pt x="252978" y="231183"/>
                  </a:cubicBezTo>
                  <a:cubicBezTo>
                    <a:pt x="258464" y="234585"/>
                    <a:pt x="264829" y="236313"/>
                    <a:pt x="271275" y="236176"/>
                  </a:cubicBezTo>
                  <a:cubicBezTo>
                    <a:pt x="278106" y="236395"/>
                    <a:pt x="284854" y="234392"/>
                    <a:pt x="290478" y="230525"/>
                  </a:cubicBezTo>
                  <a:cubicBezTo>
                    <a:pt x="296019" y="226355"/>
                    <a:pt x="300134" y="220621"/>
                    <a:pt x="302355" y="214066"/>
                  </a:cubicBezTo>
                  <a:cubicBezTo>
                    <a:pt x="303261" y="211048"/>
                    <a:pt x="304660" y="208195"/>
                    <a:pt x="306525" y="205671"/>
                  </a:cubicBezTo>
                  <a:cubicBezTo>
                    <a:pt x="308500" y="203367"/>
                    <a:pt x="311463" y="202132"/>
                    <a:pt x="314508" y="202407"/>
                  </a:cubicBezTo>
                  <a:cubicBezTo>
                    <a:pt x="317553" y="202352"/>
                    <a:pt x="320461" y="203559"/>
                    <a:pt x="322600" y="205699"/>
                  </a:cubicBezTo>
                  <a:cubicBezTo>
                    <a:pt x="324850" y="207838"/>
                    <a:pt x="326057" y="210828"/>
                    <a:pt x="325974" y="213928"/>
                  </a:cubicBezTo>
                  <a:cubicBezTo>
                    <a:pt x="325865" y="218537"/>
                    <a:pt x="324850" y="223063"/>
                    <a:pt x="322984" y="227288"/>
                  </a:cubicBezTo>
                  <a:close/>
                  <a:moveTo>
                    <a:pt x="467249" y="217110"/>
                  </a:moveTo>
                  <a:cubicBezTo>
                    <a:pt x="464726" y="225038"/>
                    <a:pt x="460528" y="232335"/>
                    <a:pt x="454987" y="238535"/>
                  </a:cubicBezTo>
                  <a:cubicBezTo>
                    <a:pt x="449446" y="244597"/>
                    <a:pt x="442560" y="249288"/>
                    <a:pt x="434907" y="252251"/>
                  </a:cubicBezTo>
                  <a:cubicBezTo>
                    <a:pt x="417268" y="258752"/>
                    <a:pt x="397874" y="258752"/>
                    <a:pt x="380235" y="252251"/>
                  </a:cubicBezTo>
                  <a:cubicBezTo>
                    <a:pt x="372554" y="249206"/>
                    <a:pt x="365641" y="244433"/>
                    <a:pt x="360072" y="238343"/>
                  </a:cubicBezTo>
                  <a:cubicBezTo>
                    <a:pt x="354449" y="232061"/>
                    <a:pt x="350224" y="224682"/>
                    <a:pt x="347673" y="216644"/>
                  </a:cubicBezTo>
                  <a:cubicBezTo>
                    <a:pt x="344848" y="207838"/>
                    <a:pt x="343449" y="198621"/>
                    <a:pt x="343531" y="189377"/>
                  </a:cubicBezTo>
                  <a:cubicBezTo>
                    <a:pt x="343449" y="180050"/>
                    <a:pt x="344903" y="170778"/>
                    <a:pt x="347838" y="161945"/>
                  </a:cubicBezTo>
                  <a:cubicBezTo>
                    <a:pt x="350471" y="154044"/>
                    <a:pt x="354723" y="146775"/>
                    <a:pt x="360319" y="140630"/>
                  </a:cubicBezTo>
                  <a:cubicBezTo>
                    <a:pt x="365861" y="134705"/>
                    <a:pt x="372664" y="130096"/>
                    <a:pt x="380235" y="127161"/>
                  </a:cubicBezTo>
                  <a:cubicBezTo>
                    <a:pt x="388739" y="123924"/>
                    <a:pt x="397791" y="122360"/>
                    <a:pt x="406899" y="122497"/>
                  </a:cubicBezTo>
                  <a:cubicBezTo>
                    <a:pt x="419024" y="122168"/>
                    <a:pt x="431012" y="124994"/>
                    <a:pt x="441683" y="130727"/>
                  </a:cubicBezTo>
                  <a:cubicBezTo>
                    <a:pt x="451229" y="136076"/>
                    <a:pt x="458883" y="144223"/>
                    <a:pt x="463628" y="154099"/>
                  </a:cubicBezTo>
                  <a:cubicBezTo>
                    <a:pt x="468840" y="165264"/>
                    <a:pt x="471391" y="177444"/>
                    <a:pt x="471090" y="189760"/>
                  </a:cubicBezTo>
                  <a:cubicBezTo>
                    <a:pt x="471227" y="199033"/>
                    <a:pt x="469883" y="208250"/>
                    <a:pt x="467112" y="217110"/>
                  </a:cubicBezTo>
                  <a:close/>
                  <a:moveTo>
                    <a:pt x="554318" y="275678"/>
                  </a:moveTo>
                  <a:cubicBezTo>
                    <a:pt x="552536" y="277324"/>
                    <a:pt x="550149" y="278147"/>
                    <a:pt x="547735" y="277954"/>
                  </a:cubicBezTo>
                  <a:lnTo>
                    <a:pt x="498549" y="277954"/>
                  </a:lnTo>
                  <a:cubicBezTo>
                    <a:pt x="495696" y="278119"/>
                    <a:pt x="492871" y="277132"/>
                    <a:pt x="490759" y="275211"/>
                  </a:cubicBezTo>
                  <a:cubicBezTo>
                    <a:pt x="488975" y="273510"/>
                    <a:pt x="487988" y="271151"/>
                    <a:pt x="488015" y="268682"/>
                  </a:cubicBezTo>
                  <a:cubicBezTo>
                    <a:pt x="488180" y="266461"/>
                    <a:pt x="488811" y="264293"/>
                    <a:pt x="489826" y="262318"/>
                  </a:cubicBezTo>
                  <a:cubicBezTo>
                    <a:pt x="490786" y="260041"/>
                    <a:pt x="492130" y="257929"/>
                    <a:pt x="493776" y="256064"/>
                  </a:cubicBezTo>
                  <a:cubicBezTo>
                    <a:pt x="499701" y="249919"/>
                    <a:pt x="505023" y="244679"/>
                    <a:pt x="509796" y="240290"/>
                  </a:cubicBezTo>
                  <a:cubicBezTo>
                    <a:pt x="513033" y="237191"/>
                    <a:pt x="516435" y="234310"/>
                    <a:pt x="520001" y="231622"/>
                  </a:cubicBezTo>
                  <a:cubicBezTo>
                    <a:pt x="523293" y="229345"/>
                    <a:pt x="526365" y="226739"/>
                    <a:pt x="529136" y="223859"/>
                  </a:cubicBezTo>
                  <a:cubicBezTo>
                    <a:pt x="531385" y="221499"/>
                    <a:pt x="533223" y="218784"/>
                    <a:pt x="534622" y="215848"/>
                  </a:cubicBezTo>
                  <a:cubicBezTo>
                    <a:pt x="535829" y="213325"/>
                    <a:pt x="536488" y="210582"/>
                    <a:pt x="536515" y="207783"/>
                  </a:cubicBezTo>
                  <a:cubicBezTo>
                    <a:pt x="536542" y="205095"/>
                    <a:pt x="535857" y="202462"/>
                    <a:pt x="534485" y="200157"/>
                  </a:cubicBezTo>
                  <a:cubicBezTo>
                    <a:pt x="533168" y="197935"/>
                    <a:pt x="531276" y="196125"/>
                    <a:pt x="528999" y="194918"/>
                  </a:cubicBezTo>
                  <a:cubicBezTo>
                    <a:pt x="526640" y="193656"/>
                    <a:pt x="524006" y="192998"/>
                    <a:pt x="521345" y="193025"/>
                  </a:cubicBezTo>
                  <a:cubicBezTo>
                    <a:pt x="515722" y="192915"/>
                    <a:pt x="510482" y="195851"/>
                    <a:pt x="507629" y="200706"/>
                  </a:cubicBezTo>
                  <a:cubicBezTo>
                    <a:pt x="506696" y="202462"/>
                    <a:pt x="505956" y="204300"/>
                    <a:pt x="505380" y="206192"/>
                  </a:cubicBezTo>
                  <a:cubicBezTo>
                    <a:pt x="504612" y="208661"/>
                    <a:pt x="503405" y="210993"/>
                    <a:pt x="501841" y="213078"/>
                  </a:cubicBezTo>
                  <a:cubicBezTo>
                    <a:pt x="500387" y="214724"/>
                    <a:pt x="498247" y="215602"/>
                    <a:pt x="496053" y="215464"/>
                  </a:cubicBezTo>
                  <a:cubicBezTo>
                    <a:pt x="493995" y="215519"/>
                    <a:pt x="492020" y="214724"/>
                    <a:pt x="490566" y="213270"/>
                  </a:cubicBezTo>
                  <a:cubicBezTo>
                    <a:pt x="489058" y="211651"/>
                    <a:pt x="488262" y="209484"/>
                    <a:pt x="488372" y="207262"/>
                  </a:cubicBezTo>
                  <a:cubicBezTo>
                    <a:pt x="488427" y="203943"/>
                    <a:pt x="489140" y="200679"/>
                    <a:pt x="490457" y="197633"/>
                  </a:cubicBezTo>
                  <a:cubicBezTo>
                    <a:pt x="491883" y="194232"/>
                    <a:pt x="493968" y="191132"/>
                    <a:pt x="496629" y="188554"/>
                  </a:cubicBezTo>
                  <a:cubicBezTo>
                    <a:pt x="499619" y="185673"/>
                    <a:pt x="503158" y="183451"/>
                    <a:pt x="507026" y="181970"/>
                  </a:cubicBezTo>
                  <a:cubicBezTo>
                    <a:pt x="511771" y="180214"/>
                    <a:pt x="516792" y="179391"/>
                    <a:pt x="521839" y="179473"/>
                  </a:cubicBezTo>
                  <a:cubicBezTo>
                    <a:pt x="527819" y="179309"/>
                    <a:pt x="533744" y="180406"/>
                    <a:pt x="539258" y="182683"/>
                  </a:cubicBezTo>
                  <a:cubicBezTo>
                    <a:pt x="542358" y="184082"/>
                    <a:pt x="545156" y="186085"/>
                    <a:pt x="547488" y="188554"/>
                  </a:cubicBezTo>
                  <a:cubicBezTo>
                    <a:pt x="549847" y="191050"/>
                    <a:pt x="551712" y="194013"/>
                    <a:pt x="552974" y="197222"/>
                  </a:cubicBezTo>
                  <a:cubicBezTo>
                    <a:pt x="554291" y="200459"/>
                    <a:pt x="554950" y="203915"/>
                    <a:pt x="554950" y="207399"/>
                  </a:cubicBezTo>
                  <a:cubicBezTo>
                    <a:pt x="555004" y="212694"/>
                    <a:pt x="553578" y="217933"/>
                    <a:pt x="550835" y="222460"/>
                  </a:cubicBezTo>
                  <a:cubicBezTo>
                    <a:pt x="548613" y="226382"/>
                    <a:pt x="545842" y="229948"/>
                    <a:pt x="542605" y="233076"/>
                  </a:cubicBezTo>
                  <a:cubicBezTo>
                    <a:pt x="539862" y="235627"/>
                    <a:pt x="534979" y="239659"/>
                    <a:pt x="528285" y="245118"/>
                  </a:cubicBezTo>
                  <a:cubicBezTo>
                    <a:pt x="523348" y="248959"/>
                    <a:pt x="518767" y="253238"/>
                    <a:pt x="514569" y="257874"/>
                  </a:cubicBezTo>
                  <a:cubicBezTo>
                    <a:pt x="513390" y="259246"/>
                    <a:pt x="512293" y="260700"/>
                    <a:pt x="511305" y="262208"/>
                  </a:cubicBezTo>
                  <a:lnTo>
                    <a:pt x="546171" y="262208"/>
                  </a:lnTo>
                  <a:cubicBezTo>
                    <a:pt x="548969" y="262017"/>
                    <a:pt x="551767" y="262784"/>
                    <a:pt x="554099" y="264348"/>
                  </a:cubicBezTo>
                  <a:cubicBezTo>
                    <a:pt x="555910" y="265720"/>
                    <a:pt x="556925" y="267887"/>
                    <a:pt x="556842" y="270164"/>
                  </a:cubicBezTo>
                  <a:cubicBezTo>
                    <a:pt x="556760" y="272304"/>
                    <a:pt x="555800" y="274279"/>
                    <a:pt x="554181" y="275678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FF5A8E3-C3C2-88EE-C774-FEA360D0AB7D}"/>
              </a:ext>
            </a:extLst>
          </p:cNvPr>
          <p:cNvGrpSpPr/>
          <p:nvPr/>
        </p:nvGrpSpPr>
        <p:grpSpPr>
          <a:xfrm>
            <a:off x="2475930" y="4016535"/>
            <a:ext cx="718407" cy="763305"/>
            <a:chOff x="8896097" y="1770453"/>
            <a:chExt cx="1097131" cy="1165698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A88E0398-5D31-3C86-78A0-8ABC73E36A8F}"/>
                </a:ext>
              </a:extLst>
            </p:cNvPr>
            <p:cNvSpPr/>
            <p:nvPr/>
          </p:nvSpPr>
          <p:spPr>
            <a:xfrm>
              <a:off x="9152953" y="2154318"/>
              <a:ext cx="582446" cy="209071"/>
            </a:xfrm>
            <a:custGeom>
              <a:avLst/>
              <a:gdLst>
                <a:gd name="connsiteX0" fmla="*/ 119869 w 582446"/>
                <a:gd name="connsiteY0" fmla="*/ 159179 h 209071"/>
                <a:gd name="connsiteX1" fmla="*/ 565036 w 582446"/>
                <a:gd name="connsiteY1" fmla="*/ 58613 h 209071"/>
                <a:gd name="connsiteX2" fmla="*/ 581303 w 582446"/>
                <a:gd name="connsiteY2" fmla="*/ 29645 h 209071"/>
                <a:gd name="connsiteX3" fmla="*/ 569754 w 582446"/>
                <a:gd name="connsiteY3" fmla="*/ 5066 h 209071"/>
                <a:gd name="connsiteX4" fmla="*/ 547122 w 582446"/>
                <a:gd name="connsiteY4" fmla="*/ 12692 h 209071"/>
                <a:gd name="connsiteX5" fmla="*/ 165763 w 582446"/>
                <a:gd name="connsiteY5" fmla="*/ 141184 h 209071"/>
                <a:gd name="connsiteX6" fmla="*/ 37272 w 582446"/>
                <a:gd name="connsiteY6" fmla="*/ 12692 h 209071"/>
                <a:gd name="connsiteX7" fmla="*/ 12693 w 582446"/>
                <a:gd name="connsiteY7" fmla="*/ 1143 h 209071"/>
                <a:gd name="connsiteX8" fmla="*/ 1143 w 582446"/>
                <a:gd name="connsiteY8" fmla="*/ 25722 h 209071"/>
                <a:gd name="connsiteX9" fmla="*/ 3091 w 582446"/>
                <a:gd name="connsiteY9" fmla="*/ 29645 h 209071"/>
                <a:gd name="connsiteX10" fmla="*/ 119869 w 582446"/>
                <a:gd name="connsiteY10" fmla="*/ 159179 h 209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2446" h="209071">
                  <a:moveTo>
                    <a:pt x="119869" y="159179"/>
                  </a:moveTo>
                  <a:cubicBezTo>
                    <a:pt x="270581" y="254341"/>
                    <a:pt x="469874" y="209325"/>
                    <a:pt x="565036" y="58613"/>
                  </a:cubicBezTo>
                  <a:cubicBezTo>
                    <a:pt x="570961" y="49232"/>
                    <a:pt x="576393" y="39576"/>
                    <a:pt x="581303" y="29645"/>
                  </a:cubicBezTo>
                  <a:cubicBezTo>
                    <a:pt x="584896" y="19660"/>
                    <a:pt x="579739" y="8660"/>
                    <a:pt x="569754" y="5066"/>
                  </a:cubicBezTo>
                  <a:cubicBezTo>
                    <a:pt x="561360" y="2049"/>
                    <a:pt x="551978" y="5203"/>
                    <a:pt x="547122" y="12692"/>
                  </a:cubicBezTo>
                  <a:cubicBezTo>
                    <a:pt x="477308" y="153473"/>
                    <a:pt x="306571" y="211026"/>
                    <a:pt x="165763" y="141184"/>
                  </a:cubicBezTo>
                  <a:cubicBezTo>
                    <a:pt x="110049" y="113560"/>
                    <a:pt x="64896" y="68434"/>
                    <a:pt x="37272" y="12692"/>
                  </a:cubicBezTo>
                  <a:cubicBezTo>
                    <a:pt x="33678" y="2707"/>
                    <a:pt x="22678" y="-2450"/>
                    <a:pt x="12693" y="1143"/>
                  </a:cubicBezTo>
                  <a:cubicBezTo>
                    <a:pt x="2707" y="4737"/>
                    <a:pt x="-2450" y="15737"/>
                    <a:pt x="1143" y="25722"/>
                  </a:cubicBezTo>
                  <a:cubicBezTo>
                    <a:pt x="1637" y="27094"/>
                    <a:pt x="2296" y="28411"/>
                    <a:pt x="3091" y="29645"/>
                  </a:cubicBezTo>
                  <a:cubicBezTo>
                    <a:pt x="29426" y="82699"/>
                    <a:pt x="69806" y="127523"/>
                    <a:pt x="119869" y="159179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BF9E9C1-A466-DBD2-6A13-43ADD4C3897E}"/>
                </a:ext>
              </a:extLst>
            </p:cNvPr>
            <p:cNvSpPr/>
            <p:nvPr/>
          </p:nvSpPr>
          <p:spPr>
            <a:xfrm>
              <a:off x="9286347" y="2089220"/>
              <a:ext cx="319602" cy="127470"/>
            </a:xfrm>
            <a:custGeom>
              <a:avLst/>
              <a:gdLst>
                <a:gd name="connsiteX0" fmla="*/ 158803 w 319602"/>
                <a:gd name="connsiteY0" fmla="*/ 127469 h 127470"/>
                <a:gd name="connsiteX1" fmla="*/ 316482 w 319602"/>
                <a:gd name="connsiteY1" fmla="*/ 29702 h 127470"/>
                <a:gd name="connsiteX2" fmla="*/ 310914 w 319602"/>
                <a:gd name="connsiteY2" fmla="*/ 3120 h 127470"/>
                <a:gd name="connsiteX3" fmla="*/ 284332 w 319602"/>
                <a:gd name="connsiteY3" fmla="*/ 8689 h 127470"/>
                <a:gd name="connsiteX4" fmla="*/ 282330 w 319602"/>
                <a:gd name="connsiteY4" fmla="*/ 12721 h 127470"/>
                <a:gd name="connsiteX5" fmla="*/ 97493 w 319602"/>
                <a:gd name="connsiteY5" fmla="*/ 74937 h 127470"/>
                <a:gd name="connsiteX6" fmla="*/ 35277 w 319602"/>
                <a:gd name="connsiteY6" fmla="*/ 12721 h 127470"/>
                <a:gd name="connsiteX7" fmla="*/ 8695 w 319602"/>
                <a:gd name="connsiteY7" fmla="*/ 7153 h 127470"/>
                <a:gd name="connsiteX8" fmla="*/ 1124 w 319602"/>
                <a:gd name="connsiteY8" fmla="*/ 29702 h 127470"/>
                <a:gd name="connsiteX9" fmla="*/ 158803 w 319602"/>
                <a:gd name="connsiteY9" fmla="*/ 127469 h 127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9602" h="127470">
                  <a:moveTo>
                    <a:pt x="158803" y="127469"/>
                  </a:moveTo>
                  <a:cubicBezTo>
                    <a:pt x="225737" y="127717"/>
                    <a:pt x="286938" y="89750"/>
                    <a:pt x="316482" y="29702"/>
                  </a:cubicBezTo>
                  <a:cubicBezTo>
                    <a:pt x="322271" y="20814"/>
                    <a:pt x="319774" y="8936"/>
                    <a:pt x="310914" y="3120"/>
                  </a:cubicBezTo>
                  <a:cubicBezTo>
                    <a:pt x="302026" y="-2668"/>
                    <a:pt x="290121" y="-171"/>
                    <a:pt x="284332" y="8689"/>
                  </a:cubicBezTo>
                  <a:cubicBezTo>
                    <a:pt x="283509" y="9951"/>
                    <a:pt x="282823" y="11295"/>
                    <a:pt x="282330" y="12721"/>
                  </a:cubicBezTo>
                  <a:cubicBezTo>
                    <a:pt x="248478" y="80945"/>
                    <a:pt x="165716" y="108816"/>
                    <a:pt x="97493" y="74937"/>
                  </a:cubicBezTo>
                  <a:cubicBezTo>
                    <a:pt x="70527" y="61551"/>
                    <a:pt x="48664" y="39714"/>
                    <a:pt x="35277" y="12721"/>
                  </a:cubicBezTo>
                  <a:cubicBezTo>
                    <a:pt x="29489" y="3834"/>
                    <a:pt x="17583" y="1337"/>
                    <a:pt x="8695" y="7153"/>
                  </a:cubicBezTo>
                  <a:cubicBezTo>
                    <a:pt x="1261" y="12008"/>
                    <a:pt x="-1866" y="21335"/>
                    <a:pt x="1124" y="29702"/>
                  </a:cubicBezTo>
                  <a:cubicBezTo>
                    <a:pt x="30669" y="89750"/>
                    <a:pt x="91869" y="127717"/>
                    <a:pt x="158803" y="127469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5F816-004F-5B08-6187-6226EAC67C26}"/>
                </a:ext>
              </a:extLst>
            </p:cNvPr>
            <p:cNvSpPr/>
            <p:nvPr/>
          </p:nvSpPr>
          <p:spPr>
            <a:xfrm>
              <a:off x="8897084" y="2285320"/>
              <a:ext cx="1096144" cy="364418"/>
            </a:xfrm>
            <a:custGeom>
              <a:avLst/>
              <a:gdLst>
                <a:gd name="connsiteX0" fmla="*/ 1085432 w 1096144"/>
                <a:gd name="connsiteY0" fmla="*/ 2034 h 364418"/>
                <a:gd name="connsiteX1" fmla="*/ 1059673 w 1096144"/>
                <a:gd name="connsiteY1" fmla="*/ 10620 h 364418"/>
                <a:gd name="connsiteX2" fmla="*/ 1059618 w 1096144"/>
                <a:gd name="connsiteY2" fmla="*/ 10730 h 364418"/>
                <a:gd name="connsiteX3" fmla="*/ 763133 w 1096144"/>
                <a:gd name="connsiteY3" fmla="*/ 286559 h 364418"/>
                <a:gd name="connsiteX4" fmla="*/ 548066 w 1096144"/>
                <a:gd name="connsiteY4" fmla="*/ 327323 h 364418"/>
                <a:gd name="connsiteX5" fmla="*/ 340872 w 1096144"/>
                <a:gd name="connsiteY5" fmla="*/ 289686 h 364418"/>
                <a:gd name="connsiteX6" fmla="*/ 36514 w 1096144"/>
                <a:gd name="connsiteY6" fmla="*/ 10730 h 364418"/>
                <a:gd name="connsiteX7" fmla="*/ 10701 w 1096144"/>
                <a:gd name="connsiteY7" fmla="*/ 2007 h 364418"/>
                <a:gd name="connsiteX8" fmla="*/ 2005 w 1096144"/>
                <a:gd name="connsiteY8" fmla="*/ 27820 h 364418"/>
                <a:gd name="connsiteX9" fmla="*/ 333932 w 1096144"/>
                <a:gd name="connsiteY9" fmla="*/ 327871 h 364418"/>
                <a:gd name="connsiteX10" fmla="*/ 763600 w 1096144"/>
                <a:gd name="connsiteY10" fmla="*/ 327323 h 364418"/>
                <a:gd name="connsiteX11" fmla="*/ 1094128 w 1096144"/>
                <a:gd name="connsiteY11" fmla="*/ 27820 h 364418"/>
                <a:gd name="connsiteX12" fmla="*/ 1085514 w 1096144"/>
                <a:gd name="connsiteY12" fmla="*/ 2062 h 364418"/>
                <a:gd name="connsiteX13" fmla="*/ 1085432 w 1096144"/>
                <a:gd name="connsiteY13" fmla="*/ 2034 h 36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144" h="364418">
                  <a:moveTo>
                    <a:pt x="1085432" y="2034"/>
                  </a:moveTo>
                  <a:cubicBezTo>
                    <a:pt x="1075940" y="-2712"/>
                    <a:pt x="1064419" y="1129"/>
                    <a:pt x="1059673" y="10620"/>
                  </a:cubicBezTo>
                  <a:cubicBezTo>
                    <a:pt x="1059646" y="10648"/>
                    <a:pt x="1059646" y="10703"/>
                    <a:pt x="1059618" y="10730"/>
                  </a:cubicBezTo>
                  <a:cubicBezTo>
                    <a:pt x="998006" y="135957"/>
                    <a:pt x="892475" y="234136"/>
                    <a:pt x="763133" y="286559"/>
                  </a:cubicBezTo>
                  <a:cubicBezTo>
                    <a:pt x="707007" y="309410"/>
                    <a:pt x="627564" y="326829"/>
                    <a:pt x="548066" y="327323"/>
                  </a:cubicBezTo>
                  <a:cubicBezTo>
                    <a:pt x="472327" y="327789"/>
                    <a:pt x="396559" y="312455"/>
                    <a:pt x="340872" y="289686"/>
                  </a:cubicBezTo>
                  <a:cubicBezTo>
                    <a:pt x="208019" y="238169"/>
                    <a:pt x="99388" y="138591"/>
                    <a:pt x="36514" y="10730"/>
                  </a:cubicBezTo>
                  <a:cubicBezTo>
                    <a:pt x="31796" y="1211"/>
                    <a:pt x="20247" y="-2712"/>
                    <a:pt x="10701" y="2007"/>
                  </a:cubicBezTo>
                  <a:cubicBezTo>
                    <a:pt x="1182" y="6753"/>
                    <a:pt x="-2714" y="18301"/>
                    <a:pt x="2005" y="27820"/>
                  </a:cubicBezTo>
                  <a:cubicBezTo>
                    <a:pt x="70639" y="166269"/>
                    <a:pt x="189255" y="273529"/>
                    <a:pt x="333932" y="327871"/>
                  </a:cubicBezTo>
                  <a:cubicBezTo>
                    <a:pt x="455017" y="372174"/>
                    <a:pt x="608691" y="381035"/>
                    <a:pt x="763600" y="327323"/>
                  </a:cubicBezTo>
                  <a:cubicBezTo>
                    <a:pt x="907645" y="272843"/>
                    <a:pt x="1025740" y="165831"/>
                    <a:pt x="1094128" y="27820"/>
                  </a:cubicBezTo>
                  <a:cubicBezTo>
                    <a:pt x="1098846" y="18329"/>
                    <a:pt x="1095006" y="6807"/>
                    <a:pt x="1085514" y="2062"/>
                  </a:cubicBezTo>
                  <a:cubicBezTo>
                    <a:pt x="1085486" y="2062"/>
                    <a:pt x="1085459" y="2034"/>
                    <a:pt x="1085432" y="2034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B5E7825-0191-F244-F753-EE552CC52F4F}"/>
                </a:ext>
              </a:extLst>
            </p:cNvPr>
            <p:cNvSpPr/>
            <p:nvPr/>
          </p:nvSpPr>
          <p:spPr>
            <a:xfrm>
              <a:off x="9027057" y="2220972"/>
              <a:ext cx="836159" cy="287151"/>
            </a:xfrm>
            <a:custGeom>
              <a:avLst/>
              <a:gdLst>
                <a:gd name="connsiteX0" fmla="*/ 170053 w 836159"/>
                <a:gd name="connsiteY0" fmla="*/ 214268 h 287151"/>
                <a:gd name="connsiteX1" fmla="*/ 325044 w 836159"/>
                <a:gd name="connsiteY1" fmla="*/ 276593 h 287151"/>
                <a:gd name="connsiteX2" fmla="*/ 511142 w 836159"/>
                <a:gd name="connsiteY2" fmla="*/ 276593 h 287151"/>
                <a:gd name="connsiteX3" fmla="*/ 834154 w 836159"/>
                <a:gd name="connsiteY3" fmla="*/ 27813 h 287151"/>
                <a:gd name="connsiteX4" fmla="*/ 825458 w 836159"/>
                <a:gd name="connsiteY4" fmla="*/ 2027 h 287151"/>
                <a:gd name="connsiteX5" fmla="*/ 799673 w 836159"/>
                <a:gd name="connsiteY5" fmla="*/ 10723 h 287151"/>
                <a:gd name="connsiteX6" fmla="*/ 531470 w 836159"/>
                <a:gd name="connsiteY6" fmla="*/ 232318 h 287151"/>
                <a:gd name="connsiteX7" fmla="*/ 291851 w 836159"/>
                <a:gd name="connsiteY7" fmla="*/ 228587 h 287151"/>
                <a:gd name="connsiteX8" fmla="*/ 36514 w 836159"/>
                <a:gd name="connsiteY8" fmla="*/ 10723 h 287151"/>
                <a:gd name="connsiteX9" fmla="*/ 10700 w 836159"/>
                <a:gd name="connsiteY9" fmla="*/ 1999 h 287151"/>
                <a:gd name="connsiteX10" fmla="*/ 2005 w 836159"/>
                <a:gd name="connsiteY10" fmla="*/ 27813 h 287151"/>
                <a:gd name="connsiteX11" fmla="*/ 170053 w 836159"/>
                <a:gd name="connsiteY11" fmla="*/ 214268 h 287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6159" h="287151">
                  <a:moveTo>
                    <a:pt x="170053" y="214268"/>
                  </a:moveTo>
                  <a:cubicBezTo>
                    <a:pt x="217483" y="244306"/>
                    <a:pt x="270015" y="265429"/>
                    <a:pt x="325044" y="276593"/>
                  </a:cubicBezTo>
                  <a:cubicBezTo>
                    <a:pt x="418093" y="300350"/>
                    <a:pt x="511142" y="276593"/>
                    <a:pt x="511142" y="276593"/>
                  </a:cubicBezTo>
                  <a:cubicBezTo>
                    <a:pt x="651430" y="247955"/>
                    <a:pt x="770649" y="156140"/>
                    <a:pt x="834154" y="27813"/>
                  </a:cubicBezTo>
                  <a:cubicBezTo>
                    <a:pt x="838873" y="18294"/>
                    <a:pt x="834977" y="6745"/>
                    <a:pt x="825458" y="2027"/>
                  </a:cubicBezTo>
                  <a:cubicBezTo>
                    <a:pt x="815940" y="-2692"/>
                    <a:pt x="804391" y="1204"/>
                    <a:pt x="799673" y="10723"/>
                  </a:cubicBezTo>
                  <a:cubicBezTo>
                    <a:pt x="746180" y="119628"/>
                    <a:pt x="648494" y="200333"/>
                    <a:pt x="531470" y="232318"/>
                  </a:cubicBezTo>
                  <a:cubicBezTo>
                    <a:pt x="470900" y="246309"/>
                    <a:pt x="415130" y="264633"/>
                    <a:pt x="291851" y="228587"/>
                  </a:cubicBezTo>
                  <a:cubicBezTo>
                    <a:pt x="180340" y="194270"/>
                    <a:pt x="87949" y="115430"/>
                    <a:pt x="36514" y="10723"/>
                  </a:cubicBezTo>
                  <a:cubicBezTo>
                    <a:pt x="31795" y="1204"/>
                    <a:pt x="20247" y="-2719"/>
                    <a:pt x="10700" y="1999"/>
                  </a:cubicBezTo>
                  <a:cubicBezTo>
                    <a:pt x="1182" y="6745"/>
                    <a:pt x="-2714" y="18294"/>
                    <a:pt x="2005" y="27813"/>
                  </a:cubicBezTo>
                  <a:cubicBezTo>
                    <a:pt x="39888" y="104183"/>
                    <a:pt x="98017" y="168676"/>
                    <a:pt x="170053" y="214268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F44AF970-1FCE-903B-B78E-4E8A356E3D96}"/>
                </a:ext>
              </a:extLst>
            </p:cNvPr>
            <p:cNvSpPr/>
            <p:nvPr/>
          </p:nvSpPr>
          <p:spPr>
            <a:xfrm>
              <a:off x="9254882" y="1946280"/>
              <a:ext cx="380536" cy="59209"/>
            </a:xfrm>
            <a:custGeom>
              <a:avLst/>
              <a:gdLst>
                <a:gd name="connsiteX0" fmla="*/ 0 w 380536"/>
                <a:gd name="connsiteY0" fmla="*/ 13 h 59209"/>
                <a:gd name="connsiteX1" fmla="*/ 16733 w 380536"/>
                <a:gd name="connsiteY1" fmla="*/ 22342 h 59209"/>
                <a:gd name="connsiteX2" fmla="*/ 84435 w 380536"/>
                <a:gd name="connsiteY2" fmla="*/ 50213 h 59209"/>
                <a:gd name="connsiteX3" fmla="*/ 247464 w 380536"/>
                <a:gd name="connsiteY3" fmla="*/ 58607 h 59209"/>
                <a:gd name="connsiteX4" fmla="*/ 327867 w 380536"/>
                <a:gd name="connsiteY4" fmla="*/ 37402 h 59209"/>
                <a:gd name="connsiteX5" fmla="*/ 363775 w 380536"/>
                <a:gd name="connsiteY5" fmla="*/ 22342 h 59209"/>
                <a:gd name="connsiteX6" fmla="*/ 380537 w 380536"/>
                <a:gd name="connsiteY6" fmla="*/ 13 h 59209"/>
                <a:gd name="connsiteX7" fmla="*/ 282165 w 380536"/>
                <a:gd name="connsiteY7" fmla="*/ 7062 h 59209"/>
                <a:gd name="connsiteX8" fmla="*/ 33549 w 380536"/>
                <a:gd name="connsiteY8" fmla="*/ 452 h 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536" h="59209">
                  <a:moveTo>
                    <a:pt x="0" y="13"/>
                  </a:moveTo>
                  <a:lnTo>
                    <a:pt x="16733" y="22342"/>
                  </a:lnTo>
                  <a:cubicBezTo>
                    <a:pt x="16733" y="22342"/>
                    <a:pt x="65782" y="49774"/>
                    <a:pt x="84435" y="50213"/>
                  </a:cubicBezTo>
                  <a:cubicBezTo>
                    <a:pt x="103089" y="50652"/>
                    <a:pt x="229551" y="61899"/>
                    <a:pt x="247464" y="58607"/>
                  </a:cubicBezTo>
                  <a:cubicBezTo>
                    <a:pt x="265377" y="55316"/>
                    <a:pt x="325673" y="39240"/>
                    <a:pt x="327867" y="37402"/>
                  </a:cubicBezTo>
                  <a:cubicBezTo>
                    <a:pt x="330061" y="35564"/>
                    <a:pt x="363775" y="22342"/>
                    <a:pt x="363775" y="22342"/>
                  </a:cubicBezTo>
                  <a:lnTo>
                    <a:pt x="380537" y="13"/>
                  </a:lnTo>
                  <a:cubicBezTo>
                    <a:pt x="380537" y="13"/>
                    <a:pt x="307759" y="-618"/>
                    <a:pt x="282165" y="7062"/>
                  </a:cubicBezTo>
                  <a:cubicBezTo>
                    <a:pt x="256571" y="14744"/>
                    <a:pt x="33549" y="452"/>
                    <a:pt x="33549" y="452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81DD148F-85E6-4D4C-32C1-74F7FE082E2B}"/>
                </a:ext>
              </a:extLst>
            </p:cNvPr>
            <p:cNvSpPr/>
            <p:nvPr/>
          </p:nvSpPr>
          <p:spPr>
            <a:xfrm>
              <a:off x="9190773" y="1853380"/>
              <a:ext cx="506806" cy="93336"/>
            </a:xfrm>
            <a:custGeom>
              <a:avLst/>
              <a:gdLst>
                <a:gd name="connsiteX0" fmla="*/ 0 w 506806"/>
                <a:gd name="connsiteY0" fmla="*/ 0 h 93336"/>
                <a:gd name="connsiteX1" fmla="*/ 30175 w 506806"/>
                <a:gd name="connsiteY1" fmla="*/ 47649 h 93336"/>
                <a:gd name="connsiteX2" fmla="*/ 113843 w 506806"/>
                <a:gd name="connsiteY2" fmla="*/ 86328 h 93336"/>
                <a:gd name="connsiteX3" fmla="*/ 333299 w 506806"/>
                <a:gd name="connsiteY3" fmla="*/ 92830 h 93336"/>
                <a:gd name="connsiteX4" fmla="*/ 444042 w 506806"/>
                <a:gd name="connsiteY4" fmla="*/ 80787 h 93336"/>
                <a:gd name="connsiteX5" fmla="*/ 479704 w 506806"/>
                <a:gd name="connsiteY5" fmla="*/ 46443 h 93336"/>
                <a:gd name="connsiteX6" fmla="*/ 506806 w 506806"/>
                <a:gd name="connsiteY6" fmla="*/ 3703 h 93336"/>
                <a:gd name="connsiteX7" fmla="*/ 108521 w 506806"/>
                <a:gd name="connsiteY7" fmla="*/ 0 h 9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806" h="93336">
                  <a:moveTo>
                    <a:pt x="0" y="0"/>
                  </a:moveTo>
                  <a:lnTo>
                    <a:pt x="30175" y="47649"/>
                  </a:lnTo>
                  <a:cubicBezTo>
                    <a:pt x="30175" y="47649"/>
                    <a:pt x="104516" y="86383"/>
                    <a:pt x="113843" y="86328"/>
                  </a:cubicBezTo>
                  <a:cubicBezTo>
                    <a:pt x="123169" y="86274"/>
                    <a:pt x="314096" y="95573"/>
                    <a:pt x="333299" y="92830"/>
                  </a:cubicBezTo>
                  <a:cubicBezTo>
                    <a:pt x="352501" y="90087"/>
                    <a:pt x="444042" y="80787"/>
                    <a:pt x="444042" y="80787"/>
                  </a:cubicBezTo>
                  <a:lnTo>
                    <a:pt x="479704" y="46443"/>
                  </a:lnTo>
                  <a:lnTo>
                    <a:pt x="506806" y="3703"/>
                  </a:lnTo>
                  <a:lnTo>
                    <a:pt x="108521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DCC0216-A410-A13A-3364-CB7CC83E35F0}"/>
                </a:ext>
              </a:extLst>
            </p:cNvPr>
            <p:cNvSpPr/>
            <p:nvPr/>
          </p:nvSpPr>
          <p:spPr>
            <a:xfrm>
              <a:off x="9189072" y="1770453"/>
              <a:ext cx="512155" cy="147666"/>
            </a:xfrm>
            <a:custGeom>
              <a:avLst/>
              <a:gdLst>
                <a:gd name="connsiteX0" fmla="*/ 256078 w 512155"/>
                <a:gd name="connsiteY0" fmla="*/ 147666 h 147666"/>
                <a:gd name="connsiteX1" fmla="*/ 499208 w 512155"/>
                <a:gd name="connsiteY1" fmla="*/ 97082 h 147666"/>
                <a:gd name="connsiteX2" fmla="*/ 512156 w 512155"/>
                <a:gd name="connsiteY2" fmla="*/ 73847 h 147666"/>
                <a:gd name="connsiteX3" fmla="*/ 256078 w 512155"/>
                <a:gd name="connsiteY3" fmla="*/ 0 h 147666"/>
                <a:gd name="connsiteX4" fmla="*/ 0 w 512155"/>
                <a:gd name="connsiteY4" fmla="*/ 73847 h 147666"/>
                <a:gd name="connsiteX5" fmla="*/ 3183 w 512155"/>
                <a:gd name="connsiteY5" fmla="*/ 86246 h 147666"/>
                <a:gd name="connsiteX6" fmla="*/ 12948 w 512155"/>
                <a:gd name="connsiteY6" fmla="*/ 97219 h 147666"/>
                <a:gd name="connsiteX7" fmla="*/ 256078 w 512155"/>
                <a:gd name="connsiteY7" fmla="*/ 147666 h 14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2155" h="147666">
                  <a:moveTo>
                    <a:pt x="256078" y="147666"/>
                  </a:moveTo>
                  <a:cubicBezTo>
                    <a:pt x="369345" y="147666"/>
                    <a:pt x="465439" y="126461"/>
                    <a:pt x="499208" y="97082"/>
                  </a:cubicBezTo>
                  <a:cubicBezTo>
                    <a:pt x="507602" y="89785"/>
                    <a:pt x="512156" y="81967"/>
                    <a:pt x="512156" y="73847"/>
                  </a:cubicBezTo>
                  <a:cubicBezTo>
                    <a:pt x="512156" y="33055"/>
                    <a:pt x="397518" y="0"/>
                    <a:pt x="256078" y="0"/>
                  </a:cubicBezTo>
                  <a:cubicBezTo>
                    <a:pt x="114638" y="0"/>
                    <a:pt x="0" y="32918"/>
                    <a:pt x="0" y="73847"/>
                  </a:cubicBezTo>
                  <a:cubicBezTo>
                    <a:pt x="137" y="78154"/>
                    <a:pt x="1235" y="82406"/>
                    <a:pt x="3183" y="86246"/>
                  </a:cubicBezTo>
                  <a:cubicBezTo>
                    <a:pt x="5898" y="90361"/>
                    <a:pt x="9190" y="94037"/>
                    <a:pt x="12948" y="97219"/>
                  </a:cubicBezTo>
                  <a:cubicBezTo>
                    <a:pt x="46717" y="126461"/>
                    <a:pt x="142811" y="147666"/>
                    <a:pt x="256078" y="147666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DF918FE-619C-F1D3-DF14-B31E9EDFC75D}"/>
                </a:ext>
              </a:extLst>
            </p:cNvPr>
            <p:cNvSpPr/>
            <p:nvPr/>
          </p:nvSpPr>
          <p:spPr>
            <a:xfrm>
              <a:off x="9220016" y="1899823"/>
              <a:ext cx="450269" cy="79772"/>
            </a:xfrm>
            <a:custGeom>
              <a:avLst/>
              <a:gdLst>
                <a:gd name="connsiteX0" fmla="*/ 225135 w 450269"/>
                <a:gd name="connsiteY0" fmla="*/ 79772 h 79772"/>
                <a:gd name="connsiteX1" fmla="*/ 415403 w 450269"/>
                <a:gd name="connsiteY1" fmla="*/ 46470 h 79772"/>
                <a:gd name="connsiteX2" fmla="*/ 450269 w 450269"/>
                <a:gd name="connsiteY2" fmla="*/ 0 h 79772"/>
                <a:gd name="connsiteX3" fmla="*/ 225135 w 450269"/>
                <a:gd name="connsiteY3" fmla="*/ 36539 h 79772"/>
                <a:gd name="connsiteX4" fmla="*/ 0 w 450269"/>
                <a:gd name="connsiteY4" fmla="*/ 0 h 79772"/>
                <a:gd name="connsiteX5" fmla="*/ 34867 w 450269"/>
                <a:gd name="connsiteY5" fmla="*/ 46470 h 79772"/>
                <a:gd name="connsiteX6" fmla="*/ 225135 w 450269"/>
                <a:gd name="connsiteY6" fmla="*/ 79772 h 79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69" h="79772">
                  <a:moveTo>
                    <a:pt x="225135" y="79772"/>
                  </a:moveTo>
                  <a:cubicBezTo>
                    <a:pt x="229990" y="79635"/>
                    <a:pt x="343092" y="76535"/>
                    <a:pt x="415403" y="46470"/>
                  </a:cubicBezTo>
                  <a:lnTo>
                    <a:pt x="450269" y="0"/>
                  </a:lnTo>
                  <a:cubicBezTo>
                    <a:pt x="401220" y="22686"/>
                    <a:pt x="318431" y="36539"/>
                    <a:pt x="225135" y="36539"/>
                  </a:cubicBezTo>
                  <a:cubicBezTo>
                    <a:pt x="131838" y="36539"/>
                    <a:pt x="49049" y="22686"/>
                    <a:pt x="0" y="0"/>
                  </a:cubicBezTo>
                  <a:lnTo>
                    <a:pt x="34867" y="46470"/>
                  </a:lnTo>
                  <a:cubicBezTo>
                    <a:pt x="107040" y="76645"/>
                    <a:pt x="220389" y="79635"/>
                    <a:pt x="225135" y="79772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F470A62-F092-0FAE-7112-6841B7E954C7}"/>
                </a:ext>
              </a:extLst>
            </p:cNvPr>
            <p:cNvSpPr/>
            <p:nvPr/>
          </p:nvSpPr>
          <p:spPr>
            <a:xfrm>
              <a:off x="9271615" y="1968622"/>
              <a:ext cx="347042" cy="67263"/>
            </a:xfrm>
            <a:custGeom>
              <a:avLst/>
              <a:gdLst>
                <a:gd name="connsiteX0" fmla="*/ 305181 w 347042"/>
                <a:gd name="connsiteY0" fmla="*/ 47348 h 67263"/>
                <a:gd name="connsiteX1" fmla="*/ 320626 w 347042"/>
                <a:gd name="connsiteY1" fmla="*/ 35223 h 67263"/>
                <a:gd name="connsiteX2" fmla="*/ 347042 w 347042"/>
                <a:gd name="connsiteY2" fmla="*/ 0 h 67263"/>
                <a:gd name="connsiteX3" fmla="*/ 173672 w 347042"/>
                <a:gd name="connsiteY3" fmla="*/ 26197 h 67263"/>
                <a:gd name="connsiteX4" fmla="*/ 173370 w 347042"/>
                <a:gd name="connsiteY4" fmla="*/ 26197 h 67263"/>
                <a:gd name="connsiteX5" fmla="*/ 0 w 347042"/>
                <a:gd name="connsiteY5" fmla="*/ 0 h 67263"/>
                <a:gd name="connsiteX6" fmla="*/ 26417 w 347042"/>
                <a:gd name="connsiteY6" fmla="*/ 35223 h 67263"/>
                <a:gd name="connsiteX7" fmla="*/ 41861 w 347042"/>
                <a:gd name="connsiteY7" fmla="*/ 47348 h 67263"/>
                <a:gd name="connsiteX8" fmla="*/ 173535 w 347042"/>
                <a:gd name="connsiteY8" fmla="*/ 67263 h 67263"/>
                <a:gd name="connsiteX9" fmla="*/ 305181 w 347042"/>
                <a:gd name="connsiteY9" fmla="*/ 47348 h 67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7042" h="67263">
                  <a:moveTo>
                    <a:pt x="305181" y="47348"/>
                  </a:moveTo>
                  <a:cubicBezTo>
                    <a:pt x="311298" y="44741"/>
                    <a:pt x="316647" y="40572"/>
                    <a:pt x="320626" y="35223"/>
                  </a:cubicBezTo>
                  <a:lnTo>
                    <a:pt x="347042" y="0"/>
                  </a:lnTo>
                  <a:cubicBezTo>
                    <a:pt x="272811" y="23893"/>
                    <a:pt x="178253" y="26088"/>
                    <a:pt x="173672" y="26197"/>
                  </a:cubicBezTo>
                  <a:lnTo>
                    <a:pt x="173370" y="26197"/>
                  </a:lnTo>
                  <a:cubicBezTo>
                    <a:pt x="168789" y="26197"/>
                    <a:pt x="74259" y="23893"/>
                    <a:pt x="0" y="0"/>
                  </a:cubicBezTo>
                  <a:lnTo>
                    <a:pt x="26417" y="35223"/>
                  </a:lnTo>
                  <a:cubicBezTo>
                    <a:pt x="30422" y="40545"/>
                    <a:pt x="35744" y="44741"/>
                    <a:pt x="41861" y="47348"/>
                  </a:cubicBezTo>
                  <a:cubicBezTo>
                    <a:pt x="70116" y="59363"/>
                    <a:pt x="118534" y="67263"/>
                    <a:pt x="173535" y="67263"/>
                  </a:cubicBezTo>
                  <a:cubicBezTo>
                    <a:pt x="228536" y="67263"/>
                    <a:pt x="276953" y="59363"/>
                    <a:pt x="305181" y="47348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D99D25FD-CDB3-F007-637E-4AA78FF6FD02}"/>
                </a:ext>
              </a:extLst>
            </p:cNvPr>
            <p:cNvGrpSpPr/>
            <p:nvPr/>
          </p:nvGrpSpPr>
          <p:grpSpPr>
            <a:xfrm>
              <a:off x="8896097" y="2313755"/>
              <a:ext cx="585950" cy="588717"/>
              <a:chOff x="8297452" y="1194115"/>
              <a:chExt cx="585950" cy="588717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EF96BC5-E86A-DA41-82E9-CFA9B082B4CD}"/>
                  </a:ext>
                </a:extLst>
              </p:cNvPr>
              <p:cNvSpPr/>
              <p:nvPr/>
            </p:nvSpPr>
            <p:spPr>
              <a:xfrm rot="19910401">
                <a:off x="8461590" y="1358838"/>
                <a:ext cx="257531" cy="257531"/>
              </a:xfrm>
              <a:custGeom>
                <a:avLst/>
                <a:gdLst>
                  <a:gd name="connsiteX0" fmla="*/ 257531 w 257531"/>
                  <a:gd name="connsiteY0" fmla="*/ 128765 h 257531"/>
                  <a:gd name="connsiteX1" fmla="*/ 128766 w 257531"/>
                  <a:gd name="connsiteY1" fmla="*/ 257531 h 257531"/>
                  <a:gd name="connsiteX2" fmla="*/ 0 w 257531"/>
                  <a:gd name="connsiteY2" fmla="*/ 128765 h 257531"/>
                  <a:gd name="connsiteX3" fmla="*/ 128766 w 257531"/>
                  <a:gd name="connsiteY3" fmla="*/ 0 h 257531"/>
                  <a:gd name="connsiteX4" fmla="*/ 257531 w 257531"/>
                  <a:gd name="connsiteY4" fmla="*/ 128765 h 2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531" h="257531">
                    <a:moveTo>
                      <a:pt x="257531" y="128765"/>
                    </a:moveTo>
                    <a:cubicBezTo>
                      <a:pt x="257531" y="199881"/>
                      <a:pt x="199881" y="257531"/>
                      <a:pt x="128766" y="257531"/>
                    </a:cubicBezTo>
                    <a:cubicBezTo>
                      <a:pt x="57650" y="257531"/>
                      <a:pt x="0" y="199881"/>
                      <a:pt x="0" y="128765"/>
                    </a:cubicBezTo>
                    <a:cubicBezTo>
                      <a:pt x="0" y="57650"/>
                      <a:pt x="57651" y="0"/>
                      <a:pt x="128766" y="0"/>
                    </a:cubicBezTo>
                    <a:cubicBezTo>
                      <a:pt x="199881" y="0"/>
                      <a:pt x="257531" y="57650"/>
                      <a:pt x="257531" y="128765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E0BAE01B-E3D9-3296-5586-90F834C9F6F1}"/>
                  </a:ext>
                </a:extLst>
              </p:cNvPr>
              <p:cNvSpPr/>
              <p:nvPr/>
            </p:nvSpPr>
            <p:spPr>
              <a:xfrm>
                <a:off x="8571382" y="1194115"/>
                <a:ext cx="38089" cy="129340"/>
              </a:xfrm>
              <a:custGeom>
                <a:avLst/>
                <a:gdLst>
                  <a:gd name="connsiteX0" fmla="*/ 21 w 38089"/>
                  <a:gd name="connsiteY0" fmla="*/ 19764 h 129340"/>
                  <a:gd name="connsiteX1" fmla="*/ 21 w 38089"/>
                  <a:gd name="connsiteY1" fmla="*/ 109576 h 129340"/>
                  <a:gd name="connsiteX2" fmla="*/ 18318 w 38089"/>
                  <a:gd name="connsiteY2" fmla="*/ 129327 h 129340"/>
                  <a:gd name="connsiteX3" fmla="*/ 38068 w 38089"/>
                  <a:gd name="connsiteY3" fmla="*/ 111030 h 129340"/>
                  <a:gd name="connsiteX4" fmla="*/ 38068 w 38089"/>
                  <a:gd name="connsiteY4" fmla="*/ 109576 h 129340"/>
                  <a:gd name="connsiteX5" fmla="*/ 38068 w 38089"/>
                  <a:gd name="connsiteY5" fmla="*/ 19764 h 129340"/>
                  <a:gd name="connsiteX6" fmla="*/ 19772 w 38089"/>
                  <a:gd name="connsiteY6" fmla="*/ 13 h 129340"/>
                  <a:gd name="connsiteX7" fmla="*/ 21 w 38089"/>
                  <a:gd name="connsiteY7" fmla="*/ 18310 h 129340"/>
                  <a:gd name="connsiteX8" fmla="*/ 21 w 38089"/>
                  <a:gd name="connsiteY8" fmla="*/ 19764 h 12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89" h="129340">
                    <a:moveTo>
                      <a:pt x="21" y="19764"/>
                    </a:moveTo>
                    <a:lnTo>
                      <a:pt x="21" y="109576"/>
                    </a:lnTo>
                    <a:cubicBezTo>
                      <a:pt x="-391" y="120083"/>
                      <a:pt x="7811" y="128916"/>
                      <a:pt x="18318" y="129327"/>
                    </a:cubicBezTo>
                    <a:cubicBezTo>
                      <a:pt x="28824" y="129712"/>
                      <a:pt x="37657" y="121537"/>
                      <a:pt x="38068" y="111030"/>
                    </a:cubicBezTo>
                    <a:cubicBezTo>
                      <a:pt x="38096" y="110536"/>
                      <a:pt x="38096" y="110070"/>
                      <a:pt x="38068" y="109576"/>
                    </a:cubicBezTo>
                    <a:lnTo>
                      <a:pt x="38068" y="19764"/>
                    </a:lnTo>
                    <a:cubicBezTo>
                      <a:pt x="38480" y="9258"/>
                      <a:pt x="30278" y="425"/>
                      <a:pt x="19772" y="13"/>
                    </a:cubicBezTo>
                    <a:cubicBezTo>
                      <a:pt x="9265" y="-371"/>
                      <a:pt x="432" y="7804"/>
                      <a:pt x="21" y="18310"/>
                    </a:cubicBezTo>
                    <a:cubicBezTo>
                      <a:pt x="-7" y="18804"/>
                      <a:pt x="-7" y="19270"/>
                      <a:pt x="21" y="19764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8E38BC1A-AE60-9900-B147-9193C0EC2F5D}"/>
                  </a:ext>
                </a:extLst>
              </p:cNvPr>
              <p:cNvSpPr/>
              <p:nvPr/>
            </p:nvSpPr>
            <p:spPr>
              <a:xfrm>
                <a:off x="8377174" y="1275289"/>
                <a:ext cx="101186" cy="101168"/>
              </a:xfrm>
              <a:custGeom>
                <a:avLst/>
                <a:gdLst>
                  <a:gd name="connsiteX0" fmla="*/ 5579 w 101186"/>
                  <a:gd name="connsiteY0" fmla="*/ 5579 h 101168"/>
                  <a:gd name="connsiteX1" fmla="*/ 5552 w 101186"/>
                  <a:gd name="connsiteY1" fmla="*/ 32462 h 101168"/>
                  <a:gd name="connsiteX2" fmla="*/ 5579 w 101186"/>
                  <a:gd name="connsiteY2" fmla="*/ 32490 h 101168"/>
                  <a:gd name="connsiteX3" fmla="*/ 69112 w 101186"/>
                  <a:gd name="connsiteY3" fmla="*/ 95995 h 101168"/>
                  <a:gd name="connsiteX4" fmla="*/ 96023 w 101186"/>
                  <a:gd name="connsiteY4" fmla="*/ 95172 h 101168"/>
                  <a:gd name="connsiteX5" fmla="*/ 96023 w 101186"/>
                  <a:gd name="connsiteY5" fmla="*/ 69084 h 101168"/>
                  <a:gd name="connsiteX6" fmla="*/ 32490 w 101186"/>
                  <a:gd name="connsiteY6" fmla="*/ 5579 h 101168"/>
                  <a:gd name="connsiteX7" fmla="*/ 5607 w 101186"/>
                  <a:gd name="connsiteY7" fmla="*/ 5552 h 101168"/>
                  <a:gd name="connsiteX8" fmla="*/ 5579 w 101186"/>
                  <a:gd name="connsiteY8" fmla="*/ 5579 h 10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186" h="101168">
                    <a:moveTo>
                      <a:pt x="5579" y="5579"/>
                    </a:moveTo>
                    <a:cubicBezTo>
                      <a:pt x="-1855" y="12986"/>
                      <a:pt x="-1855" y="25028"/>
                      <a:pt x="5552" y="32462"/>
                    </a:cubicBezTo>
                    <a:cubicBezTo>
                      <a:pt x="5552" y="32462"/>
                      <a:pt x="5579" y="32490"/>
                      <a:pt x="5579" y="32490"/>
                    </a:cubicBezTo>
                    <a:lnTo>
                      <a:pt x="69112" y="95995"/>
                    </a:lnTo>
                    <a:cubicBezTo>
                      <a:pt x="76765" y="103210"/>
                      <a:pt x="88808" y="102825"/>
                      <a:pt x="96023" y="95172"/>
                    </a:cubicBezTo>
                    <a:cubicBezTo>
                      <a:pt x="102908" y="87848"/>
                      <a:pt x="102908" y="76408"/>
                      <a:pt x="96023" y="69084"/>
                    </a:cubicBezTo>
                    <a:lnTo>
                      <a:pt x="32490" y="5579"/>
                    </a:lnTo>
                    <a:cubicBezTo>
                      <a:pt x="25083" y="-1855"/>
                      <a:pt x="13041" y="-1855"/>
                      <a:pt x="5607" y="5552"/>
                    </a:cubicBezTo>
                    <a:cubicBezTo>
                      <a:pt x="5607" y="5552"/>
                      <a:pt x="5579" y="5579"/>
                      <a:pt x="5579" y="5579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9020A293-9A13-D60A-5951-AB5B7FC9D509}"/>
                  </a:ext>
                </a:extLst>
              </p:cNvPr>
              <p:cNvSpPr/>
              <p:nvPr/>
            </p:nvSpPr>
            <p:spPr>
              <a:xfrm>
                <a:off x="8297452" y="1469491"/>
                <a:ext cx="127162" cy="38048"/>
              </a:xfrm>
              <a:custGeom>
                <a:avLst/>
                <a:gdLst>
                  <a:gd name="connsiteX0" fmla="*/ 127162 w 127162"/>
                  <a:gd name="connsiteY0" fmla="*/ 19038 h 38048"/>
                  <a:gd name="connsiteX1" fmla="*/ 108152 w 127162"/>
                  <a:gd name="connsiteY1" fmla="*/ 0 h 38048"/>
                  <a:gd name="connsiteX2" fmla="*/ 18312 w 127162"/>
                  <a:gd name="connsiteY2" fmla="*/ 0 h 38048"/>
                  <a:gd name="connsiteX3" fmla="*/ 15 w 127162"/>
                  <a:gd name="connsiteY3" fmla="*/ 19751 h 38048"/>
                  <a:gd name="connsiteX4" fmla="*/ 18312 w 127162"/>
                  <a:gd name="connsiteY4" fmla="*/ 38048 h 38048"/>
                  <a:gd name="connsiteX5" fmla="*/ 108152 w 127162"/>
                  <a:gd name="connsiteY5" fmla="*/ 38048 h 38048"/>
                  <a:gd name="connsiteX6" fmla="*/ 127162 w 127162"/>
                  <a:gd name="connsiteY6" fmla="*/ 19038 h 38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7162" h="38048">
                    <a:moveTo>
                      <a:pt x="127162" y="19038"/>
                    </a:moveTo>
                    <a:cubicBezTo>
                      <a:pt x="127162" y="8531"/>
                      <a:pt x="118658" y="27"/>
                      <a:pt x="108152" y="0"/>
                    </a:cubicBezTo>
                    <a:lnTo>
                      <a:pt x="18312" y="0"/>
                    </a:lnTo>
                    <a:cubicBezTo>
                      <a:pt x="7806" y="412"/>
                      <a:pt x="-396" y="9245"/>
                      <a:pt x="15" y="19751"/>
                    </a:cubicBezTo>
                    <a:cubicBezTo>
                      <a:pt x="399" y="29681"/>
                      <a:pt x="8354" y="37664"/>
                      <a:pt x="18312" y="38048"/>
                    </a:cubicBezTo>
                    <a:lnTo>
                      <a:pt x="108152" y="38048"/>
                    </a:lnTo>
                    <a:cubicBezTo>
                      <a:pt x="118658" y="38048"/>
                      <a:pt x="127162" y="29544"/>
                      <a:pt x="127162" y="19038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95499BCB-FF93-19A7-44FF-C06EBD802CCD}"/>
                  </a:ext>
                </a:extLst>
              </p:cNvPr>
              <p:cNvSpPr/>
              <p:nvPr/>
            </p:nvSpPr>
            <p:spPr>
              <a:xfrm>
                <a:off x="8377580" y="1600194"/>
                <a:ext cx="101181" cy="101159"/>
              </a:xfrm>
              <a:custGeom>
                <a:avLst/>
                <a:gdLst>
                  <a:gd name="connsiteX0" fmla="*/ 68706 w 101181"/>
                  <a:gd name="connsiteY0" fmla="*/ 5579 h 101159"/>
                  <a:gd name="connsiteX1" fmla="*/ 5173 w 101181"/>
                  <a:gd name="connsiteY1" fmla="*/ 69084 h 101159"/>
                  <a:gd name="connsiteX2" fmla="*/ 5996 w 101181"/>
                  <a:gd name="connsiteY2" fmla="*/ 95995 h 101159"/>
                  <a:gd name="connsiteX3" fmla="*/ 32084 w 101181"/>
                  <a:gd name="connsiteY3" fmla="*/ 95995 h 101159"/>
                  <a:gd name="connsiteX4" fmla="*/ 95617 w 101181"/>
                  <a:gd name="connsiteY4" fmla="*/ 32462 h 101159"/>
                  <a:gd name="connsiteX5" fmla="*/ 95617 w 101181"/>
                  <a:gd name="connsiteY5" fmla="*/ 5551 h 101159"/>
                  <a:gd name="connsiteX6" fmla="*/ 68706 w 101181"/>
                  <a:gd name="connsiteY6" fmla="*/ 5579 h 101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181" h="101159">
                    <a:moveTo>
                      <a:pt x="68706" y="5579"/>
                    </a:moveTo>
                    <a:lnTo>
                      <a:pt x="5173" y="69084"/>
                    </a:lnTo>
                    <a:cubicBezTo>
                      <a:pt x="-2042" y="76738"/>
                      <a:pt x="-1657" y="88780"/>
                      <a:pt x="5996" y="95995"/>
                    </a:cubicBezTo>
                    <a:cubicBezTo>
                      <a:pt x="13321" y="102880"/>
                      <a:pt x="24760" y="102880"/>
                      <a:pt x="32084" y="95995"/>
                    </a:cubicBezTo>
                    <a:lnTo>
                      <a:pt x="95617" y="32462"/>
                    </a:lnTo>
                    <a:cubicBezTo>
                      <a:pt x="103051" y="25028"/>
                      <a:pt x="103023" y="12986"/>
                      <a:pt x="95617" y="5551"/>
                    </a:cubicBezTo>
                    <a:cubicBezTo>
                      <a:pt x="88183" y="-1855"/>
                      <a:pt x="76140" y="-1855"/>
                      <a:pt x="68706" y="5579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634A40F-C4BD-BF09-6113-E1DC42E05EC5}"/>
                  </a:ext>
                </a:extLst>
              </p:cNvPr>
              <p:cNvSpPr/>
              <p:nvPr/>
            </p:nvSpPr>
            <p:spPr>
              <a:xfrm>
                <a:off x="8571388" y="1654218"/>
                <a:ext cx="38083" cy="128614"/>
              </a:xfrm>
              <a:custGeom>
                <a:avLst/>
                <a:gdLst>
                  <a:gd name="connsiteX0" fmla="*/ 19025 w 38083"/>
                  <a:gd name="connsiteY0" fmla="*/ 0 h 128614"/>
                  <a:gd name="connsiteX1" fmla="*/ 15 w 38083"/>
                  <a:gd name="connsiteY1" fmla="*/ 19011 h 128614"/>
                  <a:gd name="connsiteX2" fmla="*/ 15 w 38083"/>
                  <a:gd name="connsiteY2" fmla="*/ 108850 h 128614"/>
                  <a:gd name="connsiteX3" fmla="*/ 18312 w 38083"/>
                  <a:gd name="connsiteY3" fmla="*/ 128601 h 128614"/>
                  <a:gd name="connsiteX4" fmla="*/ 38063 w 38083"/>
                  <a:gd name="connsiteY4" fmla="*/ 110304 h 128614"/>
                  <a:gd name="connsiteX5" fmla="*/ 38063 w 38083"/>
                  <a:gd name="connsiteY5" fmla="*/ 108850 h 128614"/>
                  <a:gd name="connsiteX6" fmla="*/ 38063 w 38083"/>
                  <a:gd name="connsiteY6" fmla="*/ 19202 h 128614"/>
                  <a:gd name="connsiteX7" fmla="*/ 19190 w 38083"/>
                  <a:gd name="connsiteY7" fmla="*/ 0 h 128614"/>
                  <a:gd name="connsiteX8" fmla="*/ 19025 w 38083"/>
                  <a:gd name="connsiteY8" fmla="*/ 0 h 128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83" h="128614">
                    <a:moveTo>
                      <a:pt x="19025" y="0"/>
                    </a:moveTo>
                    <a:cubicBezTo>
                      <a:pt x="8518" y="0"/>
                      <a:pt x="15" y="8504"/>
                      <a:pt x="15" y="19011"/>
                    </a:cubicBezTo>
                    <a:lnTo>
                      <a:pt x="15" y="108850"/>
                    </a:lnTo>
                    <a:cubicBezTo>
                      <a:pt x="-397" y="119357"/>
                      <a:pt x="7805" y="128190"/>
                      <a:pt x="18312" y="128601"/>
                    </a:cubicBezTo>
                    <a:cubicBezTo>
                      <a:pt x="28818" y="128985"/>
                      <a:pt x="37651" y="120811"/>
                      <a:pt x="38063" y="110304"/>
                    </a:cubicBezTo>
                    <a:cubicBezTo>
                      <a:pt x="38090" y="109810"/>
                      <a:pt x="38090" y="109344"/>
                      <a:pt x="38063" y="108850"/>
                    </a:cubicBezTo>
                    <a:lnTo>
                      <a:pt x="38063" y="19202"/>
                    </a:lnTo>
                    <a:cubicBezTo>
                      <a:pt x="38145" y="8696"/>
                      <a:pt x="29696" y="82"/>
                      <a:pt x="19190" y="0"/>
                    </a:cubicBezTo>
                    <a:cubicBezTo>
                      <a:pt x="19135" y="0"/>
                      <a:pt x="19080" y="0"/>
                      <a:pt x="19025" y="0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1B172CB7-FC39-65A1-90DD-E7FE6E1DF449}"/>
                  </a:ext>
                </a:extLst>
              </p:cNvPr>
              <p:cNvSpPr/>
              <p:nvPr/>
            </p:nvSpPr>
            <p:spPr>
              <a:xfrm>
                <a:off x="8702096" y="1600194"/>
                <a:ext cx="102001" cy="101991"/>
              </a:xfrm>
              <a:custGeom>
                <a:avLst/>
                <a:gdLst>
                  <a:gd name="connsiteX0" fmla="*/ 32473 w 102001"/>
                  <a:gd name="connsiteY0" fmla="*/ 5579 h 101991"/>
                  <a:gd name="connsiteX1" fmla="*/ 5589 w 102001"/>
                  <a:gd name="connsiteY1" fmla="*/ 5551 h 101991"/>
                  <a:gd name="connsiteX2" fmla="*/ 5562 w 102001"/>
                  <a:gd name="connsiteY2" fmla="*/ 32462 h 101991"/>
                  <a:gd name="connsiteX3" fmla="*/ 69094 w 102001"/>
                  <a:gd name="connsiteY3" fmla="*/ 95995 h 101991"/>
                  <a:gd name="connsiteX4" fmla="*/ 96005 w 102001"/>
                  <a:gd name="connsiteY4" fmla="*/ 96818 h 101991"/>
                  <a:gd name="connsiteX5" fmla="*/ 96828 w 102001"/>
                  <a:gd name="connsiteY5" fmla="*/ 69907 h 101991"/>
                  <a:gd name="connsiteX6" fmla="*/ 96005 w 102001"/>
                  <a:gd name="connsiteY6" fmla="*/ 69084 h 101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01" h="101991">
                    <a:moveTo>
                      <a:pt x="32473" y="5579"/>
                    </a:moveTo>
                    <a:cubicBezTo>
                      <a:pt x="25038" y="-1855"/>
                      <a:pt x="12996" y="-1855"/>
                      <a:pt x="5589" y="5551"/>
                    </a:cubicBezTo>
                    <a:cubicBezTo>
                      <a:pt x="-1845" y="12986"/>
                      <a:pt x="-1872" y="25028"/>
                      <a:pt x="5562" y="32462"/>
                    </a:cubicBezTo>
                    <a:lnTo>
                      <a:pt x="69094" y="95995"/>
                    </a:lnTo>
                    <a:cubicBezTo>
                      <a:pt x="76309" y="103648"/>
                      <a:pt x="88351" y="104032"/>
                      <a:pt x="96005" y="96818"/>
                    </a:cubicBezTo>
                    <a:cubicBezTo>
                      <a:pt x="103659" y="89631"/>
                      <a:pt x="104042" y="77560"/>
                      <a:pt x="96828" y="69907"/>
                    </a:cubicBezTo>
                    <a:cubicBezTo>
                      <a:pt x="96554" y="69633"/>
                      <a:pt x="96280" y="69358"/>
                      <a:pt x="96005" y="69084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7B9D36E8-84E2-54E9-145A-6BA97546A7EE}"/>
                  </a:ext>
                </a:extLst>
              </p:cNvPr>
              <p:cNvSpPr/>
              <p:nvPr/>
            </p:nvSpPr>
            <p:spPr>
              <a:xfrm>
                <a:off x="8755486" y="1469476"/>
                <a:ext cx="127916" cy="38083"/>
              </a:xfrm>
              <a:custGeom>
                <a:avLst/>
                <a:gdLst>
                  <a:gd name="connsiteX0" fmla="*/ 109604 w 127916"/>
                  <a:gd name="connsiteY0" fmla="*/ 15 h 38083"/>
                  <a:gd name="connsiteX1" fmla="*/ 19764 w 127916"/>
                  <a:gd name="connsiteY1" fmla="*/ 15 h 38083"/>
                  <a:gd name="connsiteX2" fmla="*/ 13 w 127916"/>
                  <a:gd name="connsiteY2" fmla="*/ 18312 h 38083"/>
                  <a:gd name="connsiteX3" fmla="*/ 18310 w 127916"/>
                  <a:gd name="connsiteY3" fmla="*/ 38063 h 38083"/>
                  <a:gd name="connsiteX4" fmla="*/ 19764 w 127916"/>
                  <a:gd name="connsiteY4" fmla="*/ 38063 h 38083"/>
                  <a:gd name="connsiteX5" fmla="*/ 109604 w 127916"/>
                  <a:gd name="connsiteY5" fmla="*/ 38063 h 38083"/>
                  <a:gd name="connsiteX6" fmla="*/ 127901 w 127916"/>
                  <a:gd name="connsiteY6" fmla="*/ 18312 h 38083"/>
                  <a:gd name="connsiteX7" fmla="*/ 109604 w 127916"/>
                  <a:gd name="connsiteY7" fmla="*/ 15 h 38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7916" h="38083">
                    <a:moveTo>
                      <a:pt x="109604" y="15"/>
                    </a:moveTo>
                    <a:lnTo>
                      <a:pt x="19764" y="15"/>
                    </a:lnTo>
                    <a:cubicBezTo>
                      <a:pt x="9258" y="-397"/>
                      <a:pt x="425" y="7805"/>
                      <a:pt x="13" y="18312"/>
                    </a:cubicBezTo>
                    <a:cubicBezTo>
                      <a:pt x="-371" y="28818"/>
                      <a:pt x="7804" y="37651"/>
                      <a:pt x="18310" y="38063"/>
                    </a:cubicBezTo>
                    <a:cubicBezTo>
                      <a:pt x="18804" y="38090"/>
                      <a:pt x="19270" y="38090"/>
                      <a:pt x="19764" y="38063"/>
                    </a:cubicBezTo>
                    <a:lnTo>
                      <a:pt x="109604" y="38063"/>
                    </a:lnTo>
                    <a:cubicBezTo>
                      <a:pt x="120110" y="37651"/>
                      <a:pt x="128313" y="28818"/>
                      <a:pt x="127901" y="18312"/>
                    </a:cubicBezTo>
                    <a:cubicBezTo>
                      <a:pt x="127517" y="8381"/>
                      <a:pt x="119562" y="399"/>
                      <a:pt x="109604" y="15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49A93FF8-7A64-55F2-0A3A-0C1A39483FFD}"/>
                  </a:ext>
                </a:extLst>
              </p:cNvPr>
              <p:cNvSpPr/>
              <p:nvPr/>
            </p:nvSpPr>
            <p:spPr>
              <a:xfrm>
                <a:off x="8702484" y="1274872"/>
                <a:ext cx="101612" cy="101576"/>
              </a:xfrm>
              <a:custGeom>
                <a:avLst/>
                <a:gdLst>
                  <a:gd name="connsiteX0" fmla="*/ 68706 w 101612"/>
                  <a:gd name="connsiteY0" fmla="*/ 5996 h 101576"/>
                  <a:gd name="connsiteX1" fmla="*/ 5173 w 101612"/>
                  <a:gd name="connsiteY1" fmla="*/ 69501 h 101576"/>
                  <a:gd name="connsiteX2" fmla="*/ 5996 w 101612"/>
                  <a:gd name="connsiteY2" fmla="*/ 96412 h 101576"/>
                  <a:gd name="connsiteX3" fmla="*/ 32084 w 101612"/>
                  <a:gd name="connsiteY3" fmla="*/ 96412 h 101576"/>
                  <a:gd name="connsiteX4" fmla="*/ 95617 w 101612"/>
                  <a:gd name="connsiteY4" fmla="*/ 32907 h 101576"/>
                  <a:gd name="connsiteX5" fmla="*/ 96440 w 101612"/>
                  <a:gd name="connsiteY5" fmla="*/ 5996 h 101576"/>
                  <a:gd name="connsiteX6" fmla="*/ 69529 w 101612"/>
                  <a:gd name="connsiteY6" fmla="*/ 5173 h 101576"/>
                  <a:gd name="connsiteX7" fmla="*/ 68706 w 101612"/>
                  <a:gd name="connsiteY7" fmla="*/ 5996 h 101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612" h="101576">
                    <a:moveTo>
                      <a:pt x="68706" y="5996"/>
                    </a:moveTo>
                    <a:lnTo>
                      <a:pt x="5173" y="69501"/>
                    </a:lnTo>
                    <a:cubicBezTo>
                      <a:pt x="-2042" y="77155"/>
                      <a:pt x="-1657" y="89197"/>
                      <a:pt x="5996" y="96412"/>
                    </a:cubicBezTo>
                    <a:cubicBezTo>
                      <a:pt x="13321" y="103298"/>
                      <a:pt x="24760" y="103298"/>
                      <a:pt x="32084" y="96412"/>
                    </a:cubicBezTo>
                    <a:lnTo>
                      <a:pt x="95617" y="32907"/>
                    </a:lnTo>
                    <a:cubicBezTo>
                      <a:pt x="103270" y="25692"/>
                      <a:pt x="103654" y="13650"/>
                      <a:pt x="96440" y="5996"/>
                    </a:cubicBezTo>
                    <a:cubicBezTo>
                      <a:pt x="89252" y="-1657"/>
                      <a:pt x="77182" y="-2041"/>
                      <a:pt x="69529" y="5173"/>
                    </a:cubicBezTo>
                    <a:cubicBezTo>
                      <a:pt x="69254" y="5447"/>
                      <a:pt x="68980" y="5722"/>
                      <a:pt x="68706" y="5996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01D09C2D-A477-8899-6D45-7F92363B48A7}"/>
                </a:ext>
              </a:extLst>
            </p:cNvPr>
            <p:cNvGrpSpPr/>
            <p:nvPr/>
          </p:nvGrpSpPr>
          <p:grpSpPr>
            <a:xfrm>
              <a:off x="9618657" y="2304895"/>
              <a:ext cx="335174" cy="631256"/>
              <a:chOff x="9314620" y="4194479"/>
              <a:chExt cx="335174" cy="631256"/>
            </a:xfrm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EED8DC0-7810-AB25-B648-117B7CD1DCCC}"/>
                  </a:ext>
                </a:extLst>
              </p:cNvPr>
              <p:cNvSpPr/>
              <p:nvPr/>
            </p:nvSpPr>
            <p:spPr>
              <a:xfrm rot="19505400">
                <a:off x="9393679" y="4194479"/>
                <a:ext cx="120810" cy="120810"/>
              </a:xfrm>
              <a:custGeom>
                <a:avLst/>
                <a:gdLst>
                  <a:gd name="connsiteX0" fmla="*/ 120810 w 120810"/>
                  <a:gd name="connsiteY0" fmla="*/ 60405 h 120810"/>
                  <a:gd name="connsiteX1" fmla="*/ 60405 w 120810"/>
                  <a:gd name="connsiteY1" fmla="*/ 120810 h 120810"/>
                  <a:gd name="connsiteX2" fmla="*/ 0 w 120810"/>
                  <a:gd name="connsiteY2" fmla="*/ 60405 h 120810"/>
                  <a:gd name="connsiteX3" fmla="*/ 60405 w 120810"/>
                  <a:gd name="connsiteY3" fmla="*/ 0 h 120810"/>
                  <a:gd name="connsiteX4" fmla="*/ 120810 w 120810"/>
                  <a:gd name="connsiteY4" fmla="*/ 60405 h 120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810" h="120810">
                    <a:moveTo>
                      <a:pt x="120810" y="60405"/>
                    </a:moveTo>
                    <a:cubicBezTo>
                      <a:pt x="120810" y="93766"/>
                      <a:pt x="93766" y="120810"/>
                      <a:pt x="60405" y="120810"/>
                    </a:cubicBezTo>
                    <a:cubicBezTo>
                      <a:pt x="27044" y="120810"/>
                      <a:pt x="0" y="93766"/>
                      <a:pt x="0" y="60405"/>
                    </a:cubicBezTo>
                    <a:cubicBezTo>
                      <a:pt x="0" y="27044"/>
                      <a:pt x="27044" y="0"/>
                      <a:pt x="60405" y="0"/>
                    </a:cubicBezTo>
                    <a:cubicBezTo>
                      <a:pt x="93766" y="0"/>
                      <a:pt x="120810" y="27044"/>
                      <a:pt x="120810" y="60405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75649705-237F-AE86-60B1-36C33D74A864}"/>
                  </a:ext>
                </a:extLst>
              </p:cNvPr>
              <p:cNvSpPr/>
              <p:nvPr/>
            </p:nvSpPr>
            <p:spPr>
              <a:xfrm>
                <a:off x="9314620" y="4326144"/>
                <a:ext cx="335174" cy="499591"/>
              </a:xfrm>
              <a:custGeom>
                <a:avLst/>
                <a:gdLst>
                  <a:gd name="connsiteX0" fmla="*/ 317919 w 335174"/>
                  <a:gd name="connsiteY0" fmla="*/ 118095 h 499591"/>
                  <a:gd name="connsiteX1" fmla="*/ 204159 w 335174"/>
                  <a:gd name="connsiteY1" fmla="*/ 81363 h 499591"/>
                  <a:gd name="connsiteX2" fmla="*/ 200017 w 335174"/>
                  <a:gd name="connsiteY2" fmla="*/ 75109 h 499591"/>
                  <a:gd name="connsiteX3" fmla="*/ 200017 w 335174"/>
                  <a:gd name="connsiteY3" fmla="*/ 54206 h 499591"/>
                  <a:gd name="connsiteX4" fmla="*/ 145784 w 335174"/>
                  <a:gd name="connsiteY4" fmla="*/ 0 h 499591"/>
                  <a:gd name="connsiteX5" fmla="*/ 133412 w 335174"/>
                  <a:gd name="connsiteY5" fmla="*/ 0 h 499591"/>
                  <a:gd name="connsiteX6" fmla="*/ 111466 w 335174"/>
                  <a:gd name="connsiteY6" fmla="*/ 4663 h 499591"/>
                  <a:gd name="connsiteX7" fmla="*/ 103017 w 335174"/>
                  <a:gd name="connsiteY7" fmla="*/ 8230 h 499591"/>
                  <a:gd name="connsiteX8" fmla="*/ 24260 w 335174"/>
                  <a:gd name="connsiteY8" fmla="*/ 60707 h 499591"/>
                  <a:gd name="connsiteX9" fmla="*/ 13287 w 335174"/>
                  <a:gd name="connsiteY9" fmla="*/ 78812 h 499591"/>
                  <a:gd name="connsiteX10" fmla="*/ 147 w 335174"/>
                  <a:gd name="connsiteY10" fmla="*/ 204807 h 499591"/>
                  <a:gd name="connsiteX11" fmla="*/ 22203 w 335174"/>
                  <a:gd name="connsiteY11" fmla="*/ 232239 h 499591"/>
                  <a:gd name="connsiteX12" fmla="*/ 22285 w 335174"/>
                  <a:gd name="connsiteY12" fmla="*/ 232239 h 499591"/>
                  <a:gd name="connsiteX13" fmla="*/ 25028 w 335174"/>
                  <a:gd name="connsiteY13" fmla="*/ 232239 h 499591"/>
                  <a:gd name="connsiteX14" fmla="*/ 49717 w 335174"/>
                  <a:gd name="connsiteY14" fmla="*/ 209965 h 499591"/>
                  <a:gd name="connsiteX15" fmla="*/ 61622 w 335174"/>
                  <a:gd name="connsiteY15" fmla="*/ 95573 h 499591"/>
                  <a:gd name="connsiteX16" fmla="*/ 79261 w 335174"/>
                  <a:gd name="connsiteY16" fmla="*/ 83832 h 499591"/>
                  <a:gd name="connsiteX17" fmla="*/ 79261 w 335174"/>
                  <a:gd name="connsiteY17" fmla="*/ 193972 h 499591"/>
                  <a:gd name="connsiteX18" fmla="*/ 80166 w 335174"/>
                  <a:gd name="connsiteY18" fmla="*/ 202860 h 499591"/>
                  <a:gd name="connsiteX19" fmla="*/ 80166 w 335174"/>
                  <a:gd name="connsiteY19" fmla="*/ 205795 h 499591"/>
                  <a:gd name="connsiteX20" fmla="*/ 84967 w 335174"/>
                  <a:gd name="connsiteY20" fmla="*/ 308528 h 499591"/>
                  <a:gd name="connsiteX21" fmla="*/ 24617 w 335174"/>
                  <a:gd name="connsiteY21" fmla="*/ 394801 h 499591"/>
                  <a:gd name="connsiteX22" fmla="*/ 31996 w 335174"/>
                  <a:gd name="connsiteY22" fmla="*/ 436306 h 499591"/>
                  <a:gd name="connsiteX23" fmla="*/ 73528 w 335174"/>
                  <a:gd name="connsiteY23" fmla="*/ 428927 h 499591"/>
                  <a:gd name="connsiteX24" fmla="*/ 139529 w 335174"/>
                  <a:gd name="connsiteY24" fmla="*/ 334342 h 499591"/>
                  <a:gd name="connsiteX25" fmla="*/ 144851 w 335174"/>
                  <a:gd name="connsiteY25" fmla="*/ 315907 h 499591"/>
                  <a:gd name="connsiteX26" fmla="*/ 141257 w 335174"/>
                  <a:gd name="connsiteY26" fmla="*/ 238878 h 499591"/>
                  <a:gd name="connsiteX27" fmla="*/ 151490 w 335174"/>
                  <a:gd name="connsiteY27" fmla="*/ 238878 h 499591"/>
                  <a:gd name="connsiteX28" fmla="*/ 190278 w 335174"/>
                  <a:gd name="connsiteY28" fmla="*/ 327484 h 499591"/>
                  <a:gd name="connsiteX29" fmla="*/ 196067 w 335174"/>
                  <a:gd name="connsiteY29" fmla="*/ 470980 h 499591"/>
                  <a:gd name="connsiteX30" fmla="*/ 225830 w 335174"/>
                  <a:gd name="connsiteY30" fmla="*/ 499592 h 499591"/>
                  <a:gd name="connsiteX31" fmla="*/ 227065 w 335174"/>
                  <a:gd name="connsiteY31" fmla="*/ 499592 h 499591"/>
                  <a:gd name="connsiteX32" fmla="*/ 255649 w 335174"/>
                  <a:gd name="connsiteY32" fmla="*/ 468594 h 499591"/>
                  <a:gd name="connsiteX33" fmla="*/ 249641 w 335174"/>
                  <a:gd name="connsiteY33" fmla="*/ 319500 h 499591"/>
                  <a:gd name="connsiteX34" fmla="*/ 247172 w 335174"/>
                  <a:gd name="connsiteY34" fmla="*/ 308747 h 499591"/>
                  <a:gd name="connsiteX35" fmla="*/ 199523 w 335174"/>
                  <a:gd name="connsiteY35" fmla="*/ 199952 h 499591"/>
                  <a:gd name="connsiteX36" fmla="*/ 199989 w 335174"/>
                  <a:gd name="connsiteY36" fmla="*/ 193999 h 499591"/>
                  <a:gd name="connsiteX37" fmla="*/ 199989 w 335174"/>
                  <a:gd name="connsiteY37" fmla="*/ 132304 h 499591"/>
                  <a:gd name="connsiteX38" fmla="*/ 302667 w 335174"/>
                  <a:gd name="connsiteY38" fmla="*/ 165415 h 499591"/>
                  <a:gd name="connsiteX39" fmla="*/ 310293 w 335174"/>
                  <a:gd name="connsiteY39" fmla="*/ 166622 h 499591"/>
                  <a:gd name="connsiteX40" fmla="*/ 335174 w 335174"/>
                  <a:gd name="connsiteY40" fmla="*/ 141851 h 499591"/>
                  <a:gd name="connsiteX41" fmla="*/ 317919 w 335174"/>
                  <a:gd name="connsiteY41" fmla="*/ 118150 h 499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35174" h="499591">
                    <a:moveTo>
                      <a:pt x="317919" y="118095"/>
                    </a:moveTo>
                    <a:lnTo>
                      <a:pt x="204159" y="81363"/>
                    </a:lnTo>
                    <a:lnTo>
                      <a:pt x="200017" y="75109"/>
                    </a:lnTo>
                    <a:lnTo>
                      <a:pt x="200017" y="54206"/>
                    </a:lnTo>
                    <a:cubicBezTo>
                      <a:pt x="199934" y="24305"/>
                      <a:pt x="175684" y="82"/>
                      <a:pt x="145784" y="0"/>
                    </a:cubicBezTo>
                    <a:lnTo>
                      <a:pt x="133412" y="0"/>
                    </a:lnTo>
                    <a:cubicBezTo>
                      <a:pt x="125840" y="0"/>
                      <a:pt x="118379" y="1591"/>
                      <a:pt x="111466" y="4663"/>
                    </a:cubicBezTo>
                    <a:cubicBezTo>
                      <a:pt x="108449" y="5322"/>
                      <a:pt x="105596" y="6529"/>
                      <a:pt x="103017" y="8230"/>
                    </a:cubicBezTo>
                    <a:lnTo>
                      <a:pt x="24260" y="60707"/>
                    </a:lnTo>
                    <a:cubicBezTo>
                      <a:pt x="18060" y="64795"/>
                      <a:pt x="14028" y="71433"/>
                      <a:pt x="13287" y="78812"/>
                    </a:cubicBezTo>
                    <a:lnTo>
                      <a:pt x="147" y="204807"/>
                    </a:lnTo>
                    <a:cubicBezTo>
                      <a:pt x="-1334" y="218468"/>
                      <a:pt x="8541" y="230758"/>
                      <a:pt x="22203" y="232239"/>
                    </a:cubicBezTo>
                    <a:cubicBezTo>
                      <a:pt x="22230" y="232239"/>
                      <a:pt x="22257" y="232239"/>
                      <a:pt x="22285" y="232239"/>
                    </a:cubicBezTo>
                    <a:cubicBezTo>
                      <a:pt x="23163" y="232239"/>
                      <a:pt x="24040" y="232239"/>
                      <a:pt x="25028" y="232239"/>
                    </a:cubicBezTo>
                    <a:cubicBezTo>
                      <a:pt x="37729" y="232212"/>
                      <a:pt x="48372" y="222610"/>
                      <a:pt x="49717" y="209965"/>
                    </a:cubicBezTo>
                    <a:lnTo>
                      <a:pt x="61622" y="95573"/>
                    </a:lnTo>
                    <a:lnTo>
                      <a:pt x="79261" y="83832"/>
                    </a:lnTo>
                    <a:lnTo>
                      <a:pt x="79261" y="193972"/>
                    </a:lnTo>
                    <a:cubicBezTo>
                      <a:pt x="79261" y="196962"/>
                      <a:pt x="79563" y="199925"/>
                      <a:pt x="80166" y="202860"/>
                    </a:cubicBezTo>
                    <a:cubicBezTo>
                      <a:pt x="80166" y="203820"/>
                      <a:pt x="80166" y="204807"/>
                      <a:pt x="80166" y="205795"/>
                    </a:cubicBezTo>
                    <a:lnTo>
                      <a:pt x="84967" y="308528"/>
                    </a:lnTo>
                    <a:lnTo>
                      <a:pt x="24617" y="394801"/>
                    </a:lnTo>
                    <a:cubicBezTo>
                      <a:pt x="15180" y="408298"/>
                      <a:pt x="18499" y="426897"/>
                      <a:pt x="31996" y="436306"/>
                    </a:cubicBezTo>
                    <a:cubicBezTo>
                      <a:pt x="45520" y="445743"/>
                      <a:pt x="64091" y="442423"/>
                      <a:pt x="73528" y="428927"/>
                    </a:cubicBezTo>
                    <a:lnTo>
                      <a:pt x="139529" y="334342"/>
                    </a:lnTo>
                    <a:cubicBezTo>
                      <a:pt x="143287" y="328964"/>
                      <a:pt x="145153" y="322463"/>
                      <a:pt x="144851" y="315907"/>
                    </a:cubicBezTo>
                    <a:lnTo>
                      <a:pt x="141257" y="238878"/>
                    </a:lnTo>
                    <a:lnTo>
                      <a:pt x="151490" y="238878"/>
                    </a:lnTo>
                    <a:lnTo>
                      <a:pt x="190278" y="327484"/>
                    </a:lnTo>
                    <a:lnTo>
                      <a:pt x="196067" y="470980"/>
                    </a:lnTo>
                    <a:cubicBezTo>
                      <a:pt x="196725" y="486945"/>
                      <a:pt x="209837" y="499564"/>
                      <a:pt x="225830" y="499592"/>
                    </a:cubicBezTo>
                    <a:lnTo>
                      <a:pt x="227065" y="499592"/>
                    </a:lnTo>
                    <a:cubicBezTo>
                      <a:pt x="243524" y="498934"/>
                      <a:pt x="256307" y="485053"/>
                      <a:pt x="255649" y="468594"/>
                    </a:cubicBezTo>
                    <a:lnTo>
                      <a:pt x="249641" y="319500"/>
                    </a:lnTo>
                    <a:cubicBezTo>
                      <a:pt x="249504" y="315798"/>
                      <a:pt x="248654" y="312149"/>
                      <a:pt x="247172" y="308747"/>
                    </a:cubicBezTo>
                    <a:lnTo>
                      <a:pt x="199523" y="199952"/>
                    </a:lnTo>
                    <a:cubicBezTo>
                      <a:pt x="199825" y="197977"/>
                      <a:pt x="199962" y="196002"/>
                      <a:pt x="199989" y="193999"/>
                    </a:cubicBezTo>
                    <a:lnTo>
                      <a:pt x="199989" y="132304"/>
                    </a:lnTo>
                    <a:lnTo>
                      <a:pt x="302667" y="165415"/>
                    </a:lnTo>
                    <a:cubicBezTo>
                      <a:pt x="305136" y="166211"/>
                      <a:pt x="307715" y="166622"/>
                      <a:pt x="310293" y="166622"/>
                    </a:cubicBezTo>
                    <a:cubicBezTo>
                      <a:pt x="324009" y="166649"/>
                      <a:pt x="335147" y="155567"/>
                      <a:pt x="335174" y="141851"/>
                    </a:cubicBezTo>
                    <a:cubicBezTo>
                      <a:pt x="335202" y="131043"/>
                      <a:pt x="328234" y="121442"/>
                      <a:pt x="317919" y="118150"/>
                    </a:cubicBezTo>
                    <a:close/>
                  </a:path>
                </a:pathLst>
              </a:custGeom>
              <a:solidFill>
                <a:srgbClr val="F1A81E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9CBA441-BCA9-134E-2AC0-BE50AC51AF0A}"/>
              </a:ext>
            </a:extLst>
          </p:cNvPr>
          <p:cNvGrpSpPr/>
          <p:nvPr/>
        </p:nvGrpSpPr>
        <p:grpSpPr>
          <a:xfrm>
            <a:off x="1466043" y="4379611"/>
            <a:ext cx="684919" cy="638330"/>
            <a:chOff x="3800187" y="3759802"/>
            <a:chExt cx="1045990" cy="974840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F3CCF68-CDF6-9EBE-3E50-3305ADA3DAEB}"/>
                </a:ext>
              </a:extLst>
            </p:cNvPr>
            <p:cNvSpPr/>
            <p:nvPr/>
          </p:nvSpPr>
          <p:spPr>
            <a:xfrm>
              <a:off x="4045397" y="4167802"/>
              <a:ext cx="555746" cy="198011"/>
            </a:xfrm>
            <a:custGeom>
              <a:avLst/>
              <a:gdLst>
                <a:gd name="connsiteX0" fmla="*/ 113327 w 555746"/>
                <a:gd name="connsiteY0" fmla="*/ 150406 h 198011"/>
                <a:gd name="connsiteX1" fmla="*/ 538056 w 555746"/>
                <a:gd name="connsiteY1" fmla="*/ 54477 h 198011"/>
                <a:gd name="connsiteX2" fmla="*/ 553583 w 555746"/>
                <a:gd name="connsiteY2" fmla="*/ 26825 h 198011"/>
                <a:gd name="connsiteX3" fmla="*/ 546149 w 555746"/>
                <a:gd name="connsiteY3" fmla="*/ 2164 h 198011"/>
                <a:gd name="connsiteX4" fmla="*/ 521487 w 555746"/>
                <a:gd name="connsiteY4" fmla="*/ 9598 h 198011"/>
                <a:gd name="connsiteX5" fmla="*/ 520966 w 555746"/>
                <a:gd name="connsiteY5" fmla="*/ 10640 h 198011"/>
                <a:gd name="connsiteX6" fmla="*/ 156943 w 555746"/>
                <a:gd name="connsiteY6" fmla="*/ 133042 h 198011"/>
                <a:gd name="connsiteX7" fmla="*/ 34515 w 555746"/>
                <a:gd name="connsiteY7" fmla="*/ 10640 h 198011"/>
                <a:gd name="connsiteX8" fmla="*/ 10128 w 555746"/>
                <a:gd name="connsiteY8" fmla="*/ 2410 h 198011"/>
                <a:gd name="connsiteX9" fmla="*/ 1898 w 555746"/>
                <a:gd name="connsiteY9" fmla="*/ 26797 h 198011"/>
                <a:gd name="connsiteX10" fmla="*/ 113327 w 555746"/>
                <a:gd name="connsiteY10" fmla="*/ 150406 h 198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5746" h="198011">
                  <a:moveTo>
                    <a:pt x="113327" y="150406"/>
                  </a:moveTo>
                  <a:cubicBezTo>
                    <a:pt x="257098" y="241206"/>
                    <a:pt x="447256" y="198247"/>
                    <a:pt x="538056" y="54477"/>
                  </a:cubicBezTo>
                  <a:cubicBezTo>
                    <a:pt x="543708" y="45534"/>
                    <a:pt x="548892" y="36289"/>
                    <a:pt x="553583" y="26825"/>
                  </a:cubicBezTo>
                  <a:cubicBezTo>
                    <a:pt x="558329" y="17964"/>
                    <a:pt x="555009" y="6909"/>
                    <a:pt x="546149" y="2164"/>
                  </a:cubicBezTo>
                  <a:cubicBezTo>
                    <a:pt x="537261" y="-2582"/>
                    <a:pt x="526233" y="737"/>
                    <a:pt x="521487" y="9598"/>
                  </a:cubicBezTo>
                  <a:cubicBezTo>
                    <a:pt x="521295" y="9954"/>
                    <a:pt x="521131" y="10283"/>
                    <a:pt x="520966" y="10640"/>
                  </a:cubicBezTo>
                  <a:cubicBezTo>
                    <a:pt x="454251" y="144975"/>
                    <a:pt x="291251" y="199784"/>
                    <a:pt x="156943" y="133042"/>
                  </a:cubicBezTo>
                  <a:cubicBezTo>
                    <a:pt x="103863" y="106707"/>
                    <a:pt x="60877" y="63694"/>
                    <a:pt x="34515" y="10640"/>
                  </a:cubicBezTo>
                  <a:cubicBezTo>
                    <a:pt x="30043" y="1643"/>
                    <a:pt x="19125" y="-2061"/>
                    <a:pt x="10128" y="2410"/>
                  </a:cubicBezTo>
                  <a:cubicBezTo>
                    <a:pt x="1130" y="6882"/>
                    <a:pt x="-2573" y="17800"/>
                    <a:pt x="1898" y="26797"/>
                  </a:cubicBezTo>
                  <a:cubicBezTo>
                    <a:pt x="27025" y="77437"/>
                    <a:pt x="65568" y="120204"/>
                    <a:pt x="113327" y="150406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8EFDE2D-C259-82B7-A212-67D210511323}"/>
                </a:ext>
              </a:extLst>
            </p:cNvPr>
            <p:cNvSpPr/>
            <p:nvPr/>
          </p:nvSpPr>
          <p:spPr>
            <a:xfrm>
              <a:off x="4171029" y="4106285"/>
              <a:ext cx="304462" cy="119560"/>
            </a:xfrm>
            <a:custGeom>
              <a:avLst/>
              <a:gdLst>
                <a:gd name="connsiteX0" fmla="*/ 152122 w 304462"/>
                <a:gd name="connsiteY0" fmla="*/ 119559 h 119560"/>
                <a:gd name="connsiteX1" fmla="*/ 302559 w 304462"/>
                <a:gd name="connsiteY1" fmla="*/ 26291 h 119560"/>
                <a:gd name="connsiteX2" fmla="*/ 294357 w 304462"/>
                <a:gd name="connsiteY2" fmla="*/ 1903 h 119560"/>
                <a:gd name="connsiteX3" fmla="*/ 269970 w 304462"/>
                <a:gd name="connsiteY3" fmla="*/ 10106 h 119560"/>
                <a:gd name="connsiteX4" fmla="*/ 93390 w 304462"/>
                <a:gd name="connsiteY4" fmla="*/ 69222 h 119560"/>
                <a:gd name="connsiteX5" fmla="*/ 34274 w 304462"/>
                <a:gd name="connsiteY5" fmla="*/ 10106 h 119560"/>
                <a:gd name="connsiteX6" fmla="*/ 9613 w 304462"/>
                <a:gd name="connsiteY6" fmla="*/ 2672 h 119560"/>
                <a:gd name="connsiteX7" fmla="*/ 1658 w 304462"/>
                <a:gd name="connsiteY7" fmla="*/ 26291 h 119560"/>
                <a:gd name="connsiteX8" fmla="*/ 152122 w 304462"/>
                <a:gd name="connsiteY8" fmla="*/ 119559 h 11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462" h="119560">
                  <a:moveTo>
                    <a:pt x="152122" y="119559"/>
                  </a:moveTo>
                  <a:cubicBezTo>
                    <a:pt x="215984" y="119779"/>
                    <a:pt x="274359" y="83596"/>
                    <a:pt x="302559" y="26291"/>
                  </a:cubicBezTo>
                  <a:cubicBezTo>
                    <a:pt x="307031" y="17293"/>
                    <a:pt x="303355" y="6375"/>
                    <a:pt x="294357" y="1903"/>
                  </a:cubicBezTo>
                  <a:cubicBezTo>
                    <a:pt x="285360" y="-2568"/>
                    <a:pt x="274441" y="1108"/>
                    <a:pt x="269970" y="10106"/>
                  </a:cubicBezTo>
                  <a:cubicBezTo>
                    <a:pt x="237518" y="75202"/>
                    <a:pt x="158459" y="101646"/>
                    <a:pt x="93390" y="69222"/>
                  </a:cubicBezTo>
                  <a:cubicBezTo>
                    <a:pt x="67796" y="56466"/>
                    <a:pt x="47030" y="35700"/>
                    <a:pt x="34274" y="10106"/>
                  </a:cubicBezTo>
                  <a:cubicBezTo>
                    <a:pt x="29529" y="1245"/>
                    <a:pt x="18473" y="-2101"/>
                    <a:pt x="9613" y="2672"/>
                  </a:cubicBezTo>
                  <a:cubicBezTo>
                    <a:pt x="1136" y="7198"/>
                    <a:pt x="-2347" y="17540"/>
                    <a:pt x="1658" y="26291"/>
                  </a:cubicBezTo>
                  <a:cubicBezTo>
                    <a:pt x="29858" y="83596"/>
                    <a:pt x="88260" y="119779"/>
                    <a:pt x="152122" y="119559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7E4287C-F68E-65B8-2132-A35D5BC48AB0}"/>
                </a:ext>
              </a:extLst>
            </p:cNvPr>
            <p:cNvSpPr/>
            <p:nvPr/>
          </p:nvSpPr>
          <p:spPr>
            <a:xfrm>
              <a:off x="3800187" y="4291284"/>
              <a:ext cx="1045990" cy="347859"/>
            </a:xfrm>
            <a:custGeom>
              <a:avLst/>
              <a:gdLst>
                <a:gd name="connsiteX0" fmla="*/ 1035641 w 1045990"/>
                <a:gd name="connsiteY0" fmla="*/ 1961 h 347859"/>
                <a:gd name="connsiteX1" fmla="*/ 1011007 w 1045990"/>
                <a:gd name="connsiteY1" fmla="*/ 10108 h 347859"/>
                <a:gd name="connsiteX2" fmla="*/ 1010953 w 1045990"/>
                <a:gd name="connsiteY2" fmla="*/ 10190 h 347859"/>
                <a:gd name="connsiteX3" fmla="*/ 728156 w 1045990"/>
                <a:gd name="connsiteY3" fmla="*/ 273400 h 347859"/>
                <a:gd name="connsiteX4" fmla="*/ 522965 w 1045990"/>
                <a:gd name="connsiteY4" fmla="*/ 312299 h 347859"/>
                <a:gd name="connsiteX5" fmla="*/ 325262 w 1045990"/>
                <a:gd name="connsiteY5" fmla="*/ 276363 h 347859"/>
                <a:gd name="connsiteX6" fmla="*/ 34867 w 1045990"/>
                <a:gd name="connsiteY6" fmla="*/ 10272 h 347859"/>
                <a:gd name="connsiteX7" fmla="*/ 10178 w 1045990"/>
                <a:gd name="connsiteY7" fmla="*/ 2043 h 347859"/>
                <a:gd name="connsiteX8" fmla="*/ 1949 w 1045990"/>
                <a:gd name="connsiteY8" fmla="*/ 26732 h 347859"/>
                <a:gd name="connsiteX9" fmla="*/ 318624 w 1045990"/>
                <a:gd name="connsiteY9" fmla="*/ 312985 h 347859"/>
                <a:gd name="connsiteX10" fmla="*/ 728568 w 1045990"/>
                <a:gd name="connsiteY10" fmla="*/ 312491 h 347859"/>
                <a:gd name="connsiteX11" fmla="*/ 1044036 w 1045990"/>
                <a:gd name="connsiteY11" fmla="*/ 26732 h 347859"/>
                <a:gd name="connsiteX12" fmla="*/ 1035861 w 1045990"/>
                <a:gd name="connsiteY12" fmla="*/ 2070 h 347859"/>
                <a:gd name="connsiteX13" fmla="*/ 1035641 w 1045990"/>
                <a:gd name="connsiteY13" fmla="*/ 1961 h 347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90" h="347859">
                  <a:moveTo>
                    <a:pt x="1035641" y="1961"/>
                  </a:moveTo>
                  <a:cubicBezTo>
                    <a:pt x="1026589" y="-2593"/>
                    <a:pt x="1015561" y="1055"/>
                    <a:pt x="1011007" y="10108"/>
                  </a:cubicBezTo>
                  <a:cubicBezTo>
                    <a:pt x="1010980" y="10135"/>
                    <a:pt x="1010980" y="10163"/>
                    <a:pt x="1010953" y="10190"/>
                  </a:cubicBezTo>
                  <a:cubicBezTo>
                    <a:pt x="952193" y="129684"/>
                    <a:pt x="851545" y="223364"/>
                    <a:pt x="728156" y="273400"/>
                  </a:cubicBezTo>
                  <a:cubicBezTo>
                    <a:pt x="674609" y="295181"/>
                    <a:pt x="598814" y="311805"/>
                    <a:pt x="522965" y="312299"/>
                  </a:cubicBezTo>
                  <a:cubicBezTo>
                    <a:pt x="450709" y="312738"/>
                    <a:pt x="378398" y="298089"/>
                    <a:pt x="325262" y="276363"/>
                  </a:cubicBezTo>
                  <a:cubicBezTo>
                    <a:pt x="198526" y="227205"/>
                    <a:pt x="94888" y="132235"/>
                    <a:pt x="34867" y="10272"/>
                  </a:cubicBezTo>
                  <a:cubicBezTo>
                    <a:pt x="30313" y="1193"/>
                    <a:pt x="19258" y="-2511"/>
                    <a:pt x="10178" y="2043"/>
                  </a:cubicBezTo>
                  <a:cubicBezTo>
                    <a:pt x="1098" y="6597"/>
                    <a:pt x="-2605" y="17652"/>
                    <a:pt x="1949" y="26732"/>
                  </a:cubicBezTo>
                  <a:cubicBezTo>
                    <a:pt x="67402" y="158844"/>
                    <a:pt x="180586" y="261166"/>
                    <a:pt x="318624" y="312985"/>
                  </a:cubicBezTo>
                  <a:cubicBezTo>
                    <a:pt x="434167" y="355257"/>
                    <a:pt x="580764" y="363707"/>
                    <a:pt x="728568" y="312491"/>
                  </a:cubicBezTo>
                  <a:cubicBezTo>
                    <a:pt x="866029" y="260507"/>
                    <a:pt x="978747" y="158405"/>
                    <a:pt x="1044036" y="26732"/>
                  </a:cubicBezTo>
                  <a:cubicBezTo>
                    <a:pt x="1048589" y="17652"/>
                    <a:pt x="1044913" y="6624"/>
                    <a:pt x="1035861" y="2070"/>
                  </a:cubicBezTo>
                  <a:cubicBezTo>
                    <a:pt x="1035779" y="2015"/>
                    <a:pt x="1035724" y="1988"/>
                    <a:pt x="1035641" y="1961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3778F18-1712-217D-F3CE-ED8607976979}"/>
                </a:ext>
              </a:extLst>
            </p:cNvPr>
            <p:cNvSpPr/>
            <p:nvPr/>
          </p:nvSpPr>
          <p:spPr>
            <a:xfrm>
              <a:off x="3924207" y="4229821"/>
              <a:ext cx="797861" cy="274077"/>
            </a:xfrm>
            <a:custGeom>
              <a:avLst/>
              <a:gdLst>
                <a:gd name="connsiteX0" fmla="*/ 162289 w 797861"/>
                <a:gd name="connsiteY0" fmla="*/ 204534 h 274077"/>
                <a:gd name="connsiteX1" fmla="*/ 310175 w 797861"/>
                <a:gd name="connsiteY1" fmla="*/ 264007 h 274077"/>
                <a:gd name="connsiteX2" fmla="*/ 487715 w 797861"/>
                <a:gd name="connsiteY2" fmla="*/ 264007 h 274077"/>
                <a:gd name="connsiteX3" fmla="*/ 795913 w 797861"/>
                <a:gd name="connsiteY3" fmla="*/ 26638 h 274077"/>
                <a:gd name="connsiteX4" fmla="*/ 787683 w 797861"/>
                <a:gd name="connsiteY4" fmla="*/ 1949 h 274077"/>
                <a:gd name="connsiteX5" fmla="*/ 762995 w 797861"/>
                <a:gd name="connsiteY5" fmla="*/ 10178 h 274077"/>
                <a:gd name="connsiteX6" fmla="*/ 507109 w 797861"/>
                <a:gd name="connsiteY6" fmla="*/ 221624 h 274077"/>
                <a:gd name="connsiteX7" fmla="*/ 278491 w 797861"/>
                <a:gd name="connsiteY7" fmla="*/ 218058 h 274077"/>
                <a:gd name="connsiteX8" fmla="*/ 34867 w 797861"/>
                <a:gd name="connsiteY8" fmla="*/ 10178 h 274077"/>
                <a:gd name="connsiteX9" fmla="*/ 10178 w 797861"/>
                <a:gd name="connsiteY9" fmla="*/ 1949 h 274077"/>
                <a:gd name="connsiteX10" fmla="*/ 1949 w 797861"/>
                <a:gd name="connsiteY10" fmla="*/ 26638 h 274077"/>
                <a:gd name="connsiteX11" fmla="*/ 162289 w 797861"/>
                <a:gd name="connsiteY11" fmla="*/ 204534 h 274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861" h="274077">
                  <a:moveTo>
                    <a:pt x="162289" y="204534"/>
                  </a:moveTo>
                  <a:cubicBezTo>
                    <a:pt x="207552" y="233173"/>
                    <a:pt x="257670" y="253336"/>
                    <a:pt x="310175" y="264007"/>
                  </a:cubicBezTo>
                  <a:cubicBezTo>
                    <a:pt x="398945" y="286666"/>
                    <a:pt x="487715" y="264007"/>
                    <a:pt x="487715" y="264007"/>
                  </a:cubicBezTo>
                  <a:cubicBezTo>
                    <a:pt x="621583" y="236684"/>
                    <a:pt x="735316" y="149094"/>
                    <a:pt x="795913" y="26638"/>
                  </a:cubicBezTo>
                  <a:cubicBezTo>
                    <a:pt x="800467" y="17557"/>
                    <a:pt x="796764" y="6503"/>
                    <a:pt x="787683" y="1949"/>
                  </a:cubicBezTo>
                  <a:cubicBezTo>
                    <a:pt x="778604" y="-2605"/>
                    <a:pt x="767548" y="1098"/>
                    <a:pt x="762995" y="10178"/>
                  </a:cubicBezTo>
                  <a:cubicBezTo>
                    <a:pt x="711971" y="114118"/>
                    <a:pt x="618785" y="191120"/>
                    <a:pt x="507109" y="221624"/>
                  </a:cubicBezTo>
                  <a:cubicBezTo>
                    <a:pt x="449310" y="234956"/>
                    <a:pt x="396092" y="252458"/>
                    <a:pt x="278491" y="218058"/>
                  </a:cubicBezTo>
                  <a:cubicBezTo>
                    <a:pt x="172110" y="185304"/>
                    <a:pt x="83943" y="110086"/>
                    <a:pt x="34867" y="10178"/>
                  </a:cubicBezTo>
                  <a:cubicBezTo>
                    <a:pt x="30313" y="1098"/>
                    <a:pt x="19258" y="-2605"/>
                    <a:pt x="10178" y="1949"/>
                  </a:cubicBezTo>
                  <a:cubicBezTo>
                    <a:pt x="1098" y="6503"/>
                    <a:pt x="-2605" y="17557"/>
                    <a:pt x="1949" y="26638"/>
                  </a:cubicBezTo>
                  <a:cubicBezTo>
                    <a:pt x="38104" y="99497"/>
                    <a:pt x="93572" y="161027"/>
                    <a:pt x="162289" y="204534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2CFD0D2-64E1-0032-30C3-1947C1D41EE5}"/>
                </a:ext>
              </a:extLst>
            </p:cNvPr>
            <p:cNvSpPr/>
            <p:nvPr/>
          </p:nvSpPr>
          <p:spPr>
            <a:xfrm>
              <a:off x="4111047" y="3955679"/>
              <a:ext cx="424181" cy="65973"/>
            </a:xfrm>
            <a:custGeom>
              <a:avLst/>
              <a:gdLst>
                <a:gd name="connsiteX0" fmla="*/ 0 w 424181"/>
                <a:gd name="connsiteY0" fmla="*/ 15 h 65973"/>
                <a:gd name="connsiteX1" fmla="*/ 18681 w 424181"/>
                <a:gd name="connsiteY1" fmla="*/ 24895 h 65973"/>
                <a:gd name="connsiteX2" fmla="*/ 94119 w 424181"/>
                <a:gd name="connsiteY2" fmla="*/ 55948 h 65973"/>
                <a:gd name="connsiteX3" fmla="*/ 275829 w 424181"/>
                <a:gd name="connsiteY3" fmla="*/ 65303 h 65973"/>
                <a:gd name="connsiteX4" fmla="*/ 365477 w 424181"/>
                <a:gd name="connsiteY4" fmla="*/ 41684 h 65973"/>
                <a:gd name="connsiteX5" fmla="*/ 405527 w 424181"/>
                <a:gd name="connsiteY5" fmla="*/ 24895 h 65973"/>
                <a:gd name="connsiteX6" fmla="*/ 424181 w 424181"/>
                <a:gd name="connsiteY6" fmla="*/ 15 h 65973"/>
                <a:gd name="connsiteX7" fmla="*/ 314453 w 424181"/>
                <a:gd name="connsiteY7" fmla="*/ 7860 h 65973"/>
                <a:gd name="connsiteX8" fmla="*/ 37390 w 424181"/>
                <a:gd name="connsiteY8" fmla="*/ 481 h 65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4181" h="65973">
                  <a:moveTo>
                    <a:pt x="0" y="15"/>
                  </a:moveTo>
                  <a:lnTo>
                    <a:pt x="18681" y="24895"/>
                  </a:lnTo>
                  <a:cubicBezTo>
                    <a:pt x="18681" y="24895"/>
                    <a:pt x="73326" y="55537"/>
                    <a:pt x="94119" y="55948"/>
                  </a:cubicBezTo>
                  <a:cubicBezTo>
                    <a:pt x="114913" y="56360"/>
                    <a:pt x="255968" y="68979"/>
                    <a:pt x="275829" y="65303"/>
                  </a:cubicBezTo>
                  <a:cubicBezTo>
                    <a:pt x="295689" y="61627"/>
                    <a:pt x="363035" y="43714"/>
                    <a:pt x="365477" y="41684"/>
                  </a:cubicBezTo>
                  <a:cubicBezTo>
                    <a:pt x="367918" y="39654"/>
                    <a:pt x="405527" y="24895"/>
                    <a:pt x="405527" y="24895"/>
                  </a:cubicBezTo>
                  <a:lnTo>
                    <a:pt x="424181" y="15"/>
                  </a:lnTo>
                  <a:cubicBezTo>
                    <a:pt x="424181" y="15"/>
                    <a:pt x="343064" y="-699"/>
                    <a:pt x="314453" y="7860"/>
                  </a:cubicBezTo>
                  <a:cubicBezTo>
                    <a:pt x="285841" y="16419"/>
                    <a:pt x="37390" y="481"/>
                    <a:pt x="37390" y="481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0924A8C-44FF-9C80-2E44-4034EAF2847F}"/>
                </a:ext>
              </a:extLst>
            </p:cNvPr>
            <p:cNvSpPr/>
            <p:nvPr/>
          </p:nvSpPr>
          <p:spPr>
            <a:xfrm>
              <a:off x="4039614" y="3852220"/>
              <a:ext cx="564660" cy="104059"/>
            </a:xfrm>
            <a:custGeom>
              <a:avLst/>
              <a:gdLst>
                <a:gd name="connsiteX0" fmla="*/ 0 w 564660"/>
                <a:gd name="connsiteY0" fmla="*/ 0 h 104059"/>
                <a:gd name="connsiteX1" fmla="*/ 33577 w 564660"/>
                <a:gd name="connsiteY1" fmla="*/ 53108 h 104059"/>
                <a:gd name="connsiteX2" fmla="*/ 126846 w 564660"/>
                <a:gd name="connsiteY2" fmla="*/ 96231 h 104059"/>
                <a:gd name="connsiteX3" fmla="*/ 371320 w 564660"/>
                <a:gd name="connsiteY3" fmla="*/ 103501 h 104059"/>
                <a:gd name="connsiteX4" fmla="*/ 494764 w 564660"/>
                <a:gd name="connsiteY4" fmla="*/ 90032 h 104059"/>
                <a:gd name="connsiteX5" fmla="*/ 534485 w 564660"/>
                <a:gd name="connsiteY5" fmla="*/ 51764 h 104059"/>
                <a:gd name="connsiteX6" fmla="*/ 564660 w 564660"/>
                <a:gd name="connsiteY6" fmla="*/ 4142 h 104059"/>
                <a:gd name="connsiteX7" fmla="*/ 120701 w 564660"/>
                <a:gd name="connsiteY7" fmla="*/ 0 h 104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4660" h="104059">
                  <a:moveTo>
                    <a:pt x="0" y="0"/>
                  </a:moveTo>
                  <a:lnTo>
                    <a:pt x="33577" y="53108"/>
                  </a:lnTo>
                  <a:cubicBezTo>
                    <a:pt x="33577" y="53108"/>
                    <a:pt x="116449" y="96314"/>
                    <a:pt x="126846" y="96231"/>
                  </a:cubicBezTo>
                  <a:cubicBezTo>
                    <a:pt x="137242" y="96149"/>
                    <a:pt x="349923" y="106546"/>
                    <a:pt x="371320" y="103501"/>
                  </a:cubicBezTo>
                  <a:cubicBezTo>
                    <a:pt x="392717" y="100456"/>
                    <a:pt x="494764" y="90032"/>
                    <a:pt x="494764" y="90032"/>
                  </a:cubicBezTo>
                  <a:lnTo>
                    <a:pt x="534485" y="51764"/>
                  </a:lnTo>
                  <a:lnTo>
                    <a:pt x="564660" y="4142"/>
                  </a:lnTo>
                  <a:lnTo>
                    <a:pt x="120701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E793725-A968-86C7-0F1A-1DAC34573D26}"/>
                </a:ext>
              </a:extLst>
            </p:cNvPr>
            <p:cNvSpPr/>
            <p:nvPr/>
          </p:nvSpPr>
          <p:spPr>
            <a:xfrm>
              <a:off x="4037831" y="3759802"/>
              <a:ext cx="570750" cy="164564"/>
            </a:xfrm>
            <a:custGeom>
              <a:avLst/>
              <a:gdLst>
                <a:gd name="connsiteX0" fmla="*/ 285320 w 570750"/>
                <a:gd name="connsiteY0" fmla="*/ 164565 h 164564"/>
                <a:gd name="connsiteX1" fmla="*/ 556321 w 570750"/>
                <a:gd name="connsiteY1" fmla="*/ 108192 h 164564"/>
                <a:gd name="connsiteX2" fmla="*/ 570750 w 570750"/>
                <a:gd name="connsiteY2" fmla="*/ 82296 h 164564"/>
                <a:gd name="connsiteX3" fmla="*/ 285458 w 570750"/>
                <a:gd name="connsiteY3" fmla="*/ 0 h 164564"/>
                <a:gd name="connsiteX4" fmla="*/ 0 w 570750"/>
                <a:gd name="connsiteY4" fmla="*/ 82296 h 164564"/>
                <a:gd name="connsiteX5" fmla="*/ 3539 w 570750"/>
                <a:gd name="connsiteY5" fmla="*/ 96012 h 164564"/>
                <a:gd name="connsiteX6" fmla="*/ 14512 w 570750"/>
                <a:gd name="connsiteY6" fmla="*/ 108082 h 164564"/>
                <a:gd name="connsiteX7" fmla="*/ 285320 w 570750"/>
                <a:gd name="connsiteY7" fmla="*/ 164565 h 164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0750" h="164564">
                  <a:moveTo>
                    <a:pt x="285320" y="164565"/>
                  </a:moveTo>
                  <a:cubicBezTo>
                    <a:pt x="411507" y="164565"/>
                    <a:pt x="518685" y="140946"/>
                    <a:pt x="556321" y="108192"/>
                  </a:cubicBezTo>
                  <a:cubicBezTo>
                    <a:pt x="565703" y="99962"/>
                    <a:pt x="570750" y="91349"/>
                    <a:pt x="570750" y="82296"/>
                  </a:cubicBezTo>
                  <a:cubicBezTo>
                    <a:pt x="570750" y="36841"/>
                    <a:pt x="442972" y="0"/>
                    <a:pt x="285458" y="0"/>
                  </a:cubicBezTo>
                  <a:cubicBezTo>
                    <a:pt x="127943" y="0"/>
                    <a:pt x="0" y="36841"/>
                    <a:pt x="0" y="82296"/>
                  </a:cubicBezTo>
                  <a:cubicBezTo>
                    <a:pt x="165" y="87069"/>
                    <a:pt x="1372" y="91760"/>
                    <a:pt x="3539" y="96012"/>
                  </a:cubicBezTo>
                  <a:cubicBezTo>
                    <a:pt x="6611" y="100538"/>
                    <a:pt x="10287" y="104598"/>
                    <a:pt x="14512" y="108082"/>
                  </a:cubicBezTo>
                  <a:cubicBezTo>
                    <a:pt x="51956" y="141028"/>
                    <a:pt x="159051" y="164565"/>
                    <a:pt x="285320" y="164565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29B3A60-C531-4A3D-3CC0-8094C4D05E46}"/>
                </a:ext>
              </a:extLst>
            </p:cNvPr>
            <p:cNvSpPr/>
            <p:nvPr/>
          </p:nvSpPr>
          <p:spPr>
            <a:xfrm>
              <a:off x="4072204" y="3903985"/>
              <a:ext cx="501895" cy="88907"/>
            </a:xfrm>
            <a:custGeom>
              <a:avLst/>
              <a:gdLst>
                <a:gd name="connsiteX0" fmla="*/ 250948 w 501895"/>
                <a:gd name="connsiteY0" fmla="*/ 88907 h 88907"/>
                <a:gd name="connsiteX1" fmla="*/ 463025 w 501895"/>
                <a:gd name="connsiteY1" fmla="*/ 51819 h 88907"/>
                <a:gd name="connsiteX2" fmla="*/ 501896 w 501895"/>
                <a:gd name="connsiteY2" fmla="*/ 0 h 88907"/>
                <a:gd name="connsiteX3" fmla="*/ 250948 w 501895"/>
                <a:gd name="connsiteY3" fmla="*/ 40764 h 88907"/>
                <a:gd name="connsiteX4" fmla="*/ 0 w 501895"/>
                <a:gd name="connsiteY4" fmla="*/ 0 h 88907"/>
                <a:gd name="connsiteX5" fmla="*/ 38844 w 501895"/>
                <a:gd name="connsiteY5" fmla="*/ 51819 h 88907"/>
                <a:gd name="connsiteX6" fmla="*/ 250948 w 501895"/>
                <a:gd name="connsiteY6" fmla="*/ 88907 h 8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1895" h="88907">
                  <a:moveTo>
                    <a:pt x="250948" y="88907"/>
                  </a:moveTo>
                  <a:cubicBezTo>
                    <a:pt x="256434" y="88907"/>
                    <a:pt x="382622" y="85341"/>
                    <a:pt x="463025" y="51819"/>
                  </a:cubicBezTo>
                  <a:lnTo>
                    <a:pt x="501896" y="0"/>
                  </a:lnTo>
                  <a:cubicBezTo>
                    <a:pt x="447224" y="25292"/>
                    <a:pt x="354943" y="40764"/>
                    <a:pt x="250948" y="40764"/>
                  </a:cubicBezTo>
                  <a:cubicBezTo>
                    <a:pt x="146953" y="40764"/>
                    <a:pt x="54645" y="25292"/>
                    <a:pt x="0" y="0"/>
                  </a:cubicBezTo>
                  <a:lnTo>
                    <a:pt x="38844" y="51819"/>
                  </a:lnTo>
                  <a:cubicBezTo>
                    <a:pt x="119329" y="85341"/>
                    <a:pt x="245516" y="88797"/>
                    <a:pt x="250948" y="88907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EA2CDE5-5854-4802-1E77-E48EAD8CFFD0}"/>
                </a:ext>
              </a:extLst>
            </p:cNvPr>
            <p:cNvSpPr/>
            <p:nvPr/>
          </p:nvSpPr>
          <p:spPr>
            <a:xfrm>
              <a:off x="4129728" y="3980684"/>
              <a:ext cx="386846" cy="74971"/>
            </a:xfrm>
            <a:custGeom>
              <a:avLst/>
              <a:gdLst>
                <a:gd name="connsiteX0" fmla="*/ 340157 w 386846"/>
                <a:gd name="connsiteY0" fmla="*/ 52779 h 74971"/>
                <a:gd name="connsiteX1" fmla="*/ 357384 w 386846"/>
                <a:gd name="connsiteY1" fmla="*/ 39255 h 74971"/>
                <a:gd name="connsiteX2" fmla="*/ 386846 w 386846"/>
                <a:gd name="connsiteY2" fmla="*/ 0 h 74971"/>
                <a:gd name="connsiteX3" fmla="*/ 193588 w 386846"/>
                <a:gd name="connsiteY3" fmla="*/ 29188 h 74971"/>
                <a:gd name="connsiteX4" fmla="*/ 193259 w 386846"/>
                <a:gd name="connsiteY4" fmla="*/ 29188 h 74971"/>
                <a:gd name="connsiteX5" fmla="*/ 0 w 386846"/>
                <a:gd name="connsiteY5" fmla="*/ 0 h 74971"/>
                <a:gd name="connsiteX6" fmla="*/ 29434 w 386846"/>
                <a:gd name="connsiteY6" fmla="*/ 39255 h 74971"/>
                <a:gd name="connsiteX7" fmla="*/ 46662 w 386846"/>
                <a:gd name="connsiteY7" fmla="*/ 52779 h 74971"/>
                <a:gd name="connsiteX8" fmla="*/ 193423 w 386846"/>
                <a:gd name="connsiteY8" fmla="*/ 74972 h 74971"/>
                <a:gd name="connsiteX9" fmla="*/ 340157 w 386846"/>
                <a:gd name="connsiteY9" fmla="*/ 52779 h 7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846" h="74971">
                  <a:moveTo>
                    <a:pt x="340157" y="52779"/>
                  </a:moveTo>
                  <a:cubicBezTo>
                    <a:pt x="346987" y="49872"/>
                    <a:pt x="352940" y="45208"/>
                    <a:pt x="357384" y="39255"/>
                  </a:cubicBezTo>
                  <a:lnTo>
                    <a:pt x="386846" y="0"/>
                  </a:lnTo>
                  <a:cubicBezTo>
                    <a:pt x="304084" y="26636"/>
                    <a:pt x="198690" y="29078"/>
                    <a:pt x="193588" y="29188"/>
                  </a:cubicBezTo>
                  <a:lnTo>
                    <a:pt x="193259" y="29188"/>
                  </a:lnTo>
                  <a:cubicBezTo>
                    <a:pt x="188129" y="29188"/>
                    <a:pt x="82762" y="26636"/>
                    <a:pt x="0" y="0"/>
                  </a:cubicBezTo>
                  <a:lnTo>
                    <a:pt x="29434" y="39255"/>
                  </a:lnTo>
                  <a:cubicBezTo>
                    <a:pt x="33906" y="45180"/>
                    <a:pt x="39831" y="49844"/>
                    <a:pt x="46662" y="52779"/>
                  </a:cubicBezTo>
                  <a:cubicBezTo>
                    <a:pt x="78154" y="66166"/>
                    <a:pt x="132113" y="74972"/>
                    <a:pt x="193423" y="74972"/>
                  </a:cubicBezTo>
                  <a:cubicBezTo>
                    <a:pt x="254734" y="74972"/>
                    <a:pt x="308692" y="66166"/>
                    <a:pt x="340157" y="52779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2BD0233-2D15-4F53-661B-1051F1BBA764}"/>
                </a:ext>
              </a:extLst>
            </p:cNvPr>
            <p:cNvSpPr/>
            <p:nvPr/>
          </p:nvSpPr>
          <p:spPr>
            <a:xfrm>
              <a:off x="4040328" y="3760982"/>
              <a:ext cx="565647" cy="163083"/>
            </a:xfrm>
            <a:custGeom>
              <a:avLst/>
              <a:gdLst>
                <a:gd name="connsiteX0" fmla="*/ 282824 w 565647"/>
                <a:gd name="connsiteY0" fmla="*/ 163083 h 163083"/>
                <a:gd name="connsiteX1" fmla="*/ 551328 w 565647"/>
                <a:gd name="connsiteY1" fmla="*/ 107204 h 163083"/>
                <a:gd name="connsiteX2" fmla="*/ 565648 w 565647"/>
                <a:gd name="connsiteY2" fmla="*/ 81555 h 163083"/>
                <a:gd name="connsiteX3" fmla="*/ 282824 w 565647"/>
                <a:gd name="connsiteY3" fmla="*/ 0 h 163083"/>
                <a:gd name="connsiteX4" fmla="*/ 0 w 565647"/>
                <a:gd name="connsiteY4" fmla="*/ 81555 h 163083"/>
                <a:gd name="connsiteX5" fmla="*/ 14292 w 565647"/>
                <a:gd name="connsiteY5" fmla="*/ 107204 h 163083"/>
                <a:gd name="connsiteX6" fmla="*/ 282824 w 565647"/>
                <a:gd name="connsiteY6" fmla="*/ 163083 h 16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5647" h="163083">
                  <a:moveTo>
                    <a:pt x="282824" y="163083"/>
                  </a:moveTo>
                  <a:cubicBezTo>
                    <a:pt x="407914" y="163083"/>
                    <a:pt x="514048" y="139656"/>
                    <a:pt x="551328" y="107204"/>
                  </a:cubicBezTo>
                  <a:lnTo>
                    <a:pt x="565648" y="81555"/>
                  </a:lnTo>
                  <a:cubicBezTo>
                    <a:pt x="565648" y="36512"/>
                    <a:pt x="439022" y="0"/>
                    <a:pt x="282824" y="0"/>
                  </a:cubicBezTo>
                  <a:cubicBezTo>
                    <a:pt x="126626" y="0"/>
                    <a:pt x="0" y="36512"/>
                    <a:pt x="0" y="81555"/>
                  </a:cubicBezTo>
                  <a:lnTo>
                    <a:pt x="14292" y="107204"/>
                  </a:lnTo>
                  <a:cubicBezTo>
                    <a:pt x="51599" y="139656"/>
                    <a:pt x="157734" y="163083"/>
                    <a:pt x="282824" y="163083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5A3EBA1-0708-5828-98EC-7A99208D1338}"/>
                </a:ext>
              </a:extLst>
            </p:cNvPr>
            <p:cNvSpPr/>
            <p:nvPr/>
          </p:nvSpPr>
          <p:spPr>
            <a:xfrm>
              <a:off x="4211591" y="4455273"/>
              <a:ext cx="214837" cy="245296"/>
            </a:xfrm>
            <a:custGeom>
              <a:avLst/>
              <a:gdLst>
                <a:gd name="connsiteX0" fmla="*/ 42432 w 214837"/>
                <a:gd name="connsiteY0" fmla="*/ 5389 h 245296"/>
                <a:gd name="connsiteX1" fmla="*/ 8416 w 214837"/>
                <a:gd name="connsiteY1" fmla="*/ 161203 h 245296"/>
                <a:gd name="connsiteX2" fmla="*/ 100615 w 214837"/>
                <a:gd name="connsiteY2" fmla="*/ 245172 h 245296"/>
                <a:gd name="connsiteX3" fmla="*/ 205158 w 214837"/>
                <a:gd name="connsiteY3" fmla="*/ 208660 h 245296"/>
                <a:gd name="connsiteX4" fmla="*/ 210645 w 214837"/>
                <a:gd name="connsiteY4" fmla="*/ 108560 h 245296"/>
                <a:gd name="connsiteX5" fmla="*/ 147085 w 214837"/>
                <a:gd name="connsiteY5" fmla="*/ 5389 h 245296"/>
                <a:gd name="connsiteX6" fmla="*/ 42432 w 214837"/>
                <a:gd name="connsiteY6" fmla="*/ 5389 h 24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837" h="245296">
                  <a:moveTo>
                    <a:pt x="42432" y="5389"/>
                  </a:moveTo>
                  <a:cubicBezTo>
                    <a:pt x="5563" y="65739"/>
                    <a:pt x="-11500" y="124197"/>
                    <a:pt x="8416" y="161203"/>
                  </a:cubicBezTo>
                  <a:cubicBezTo>
                    <a:pt x="28332" y="198208"/>
                    <a:pt x="63280" y="243745"/>
                    <a:pt x="100615" y="245172"/>
                  </a:cubicBezTo>
                  <a:cubicBezTo>
                    <a:pt x="137950" y="246598"/>
                    <a:pt x="207298" y="235818"/>
                    <a:pt x="205158" y="208660"/>
                  </a:cubicBezTo>
                  <a:cubicBezTo>
                    <a:pt x="203018" y="181502"/>
                    <a:pt x="223318" y="132756"/>
                    <a:pt x="210645" y="108560"/>
                  </a:cubicBezTo>
                  <a:cubicBezTo>
                    <a:pt x="197971" y="84366"/>
                    <a:pt x="177425" y="17514"/>
                    <a:pt x="147085" y="5389"/>
                  </a:cubicBezTo>
                  <a:cubicBezTo>
                    <a:pt x="116745" y="-6736"/>
                    <a:pt x="42432" y="5389"/>
                    <a:pt x="42432" y="5389"/>
                  </a:cubicBezTo>
                  <a:close/>
                </a:path>
              </a:pathLst>
            </a:custGeom>
            <a:solidFill>
              <a:srgbClr val="FFFFFF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02272F7-2E1E-1906-FFF0-BE42036C9BA9}"/>
                </a:ext>
              </a:extLst>
            </p:cNvPr>
            <p:cNvSpPr/>
            <p:nvPr/>
          </p:nvSpPr>
          <p:spPr>
            <a:xfrm>
              <a:off x="4358484" y="4605501"/>
              <a:ext cx="35606" cy="35609"/>
            </a:xfrm>
            <a:custGeom>
              <a:avLst/>
              <a:gdLst>
                <a:gd name="connsiteX0" fmla="*/ 17831 w 35606"/>
                <a:gd name="connsiteY0" fmla="*/ 3 h 35609"/>
                <a:gd name="connsiteX1" fmla="*/ 0 w 35606"/>
                <a:gd name="connsiteY1" fmla="*/ 17778 h 35609"/>
                <a:gd name="connsiteX2" fmla="*/ 17776 w 35606"/>
                <a:gd name="connsiteY2" fmla="*/ 35609 h 35609"/>
                <a:gd name="connsiteX3" fmla="*/ 35607 w 35606"/>
                <a:gd name="connsiteY3" fmla="*/ 17833 h 35609"/>
                <a:gd name="connsiteX4" fmla="*/ 30395 w 35606"/>
                <a:gd name="connsiteY4" fmla="*/ 5215 h 35609"/>
                <a:gd name="connsiteX5" fmla="*/ 17831 w 35606"/>
                <a:gd name="connsiteY5" fmla="*/ 3 h 35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06" h="35609">
                  <a:moveTo>
                    <a:pt x="17831" y="3"/>
                  </a:moveTo>
                  <a:cubicBezTo>
                    <a:pt x="8010" y="3"/>
                    <a:pt x="27" y="7958"/>
                    <a:pt x="0" y="17778"/>
                  </a:cubicBezTo>
                  <a:cubicBezTo>
                    <a:pt x="0" y="27626"/>
                    <a:pt x="7955" y="35609"/>
                    <a:pt x="17776" y="35609"/>
                  </a:cubicBezTo>
                  <a:cubicBezTo>
                    <a:pt x="27624" y="35609"/>
                    <a:pt x="35607" y="27654"/>
                    <a:pt x="35607" y="17833"/>
                  </a:cubicBezTo>
                  <a:cubicBezTo>
                    <a:pt x="35607" y="13088"/>
                    <a:pt x="33741" y="8561"/>
                    <a:pt x="30395" y="5215"/>
                  </a:cubicBezTo>
                  <a:cubicBezTo>
                    <a:pt x="27103" y="1813"/>
                    <a:pt x="22549" y="-80"/>
                    <a:pt x="17831" y="3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94844BA-7508-8626-59DE-D3433B7D8907}"/>
                </a:ext>
              </a:extLst>
            </p:cNvPr>
            <p:cNvSpPr/>
            <p:nvPr/>
          </p:nvSpPr>
          <p:spPr>
            <a:xfrm>
              <a:off x="4253941" y="4528253"/>
              <a:ext cx="35606" cy="35607"/>
            </a:xfrm>
            <a:custGeom>
              <a:avLst/>
              <a:gdLst>
                <a:gd name="connsiteX0" fmla="*/ 17831 w 35606"/>
                <a:gd name="connsiteY0" fmla="*/ 1 h 35607"/>
                <a:gd name="connsiteX1" fmla="*/ 0 w 35606"/>
                <a:gd name="connsiteY1" fmla="*/ 17777 h 35607"/>
                <a:gd name="connsiteX2" fmla="*/ 17776 w 35606"/>
                <a:gd name="connsiteY2" fmla="*/ 35608 h 35607"/>
                <a:gd name="connsiteX3" fmla="*/ 35607 w 35606"/>
                <a:gd name="connsiteY3" fmla="*/ 17832 h 35607"/>
                <a:gd name="connsiteX4" fmla="*/ 30395 w 35606"/>
                <a:gd name="connsiteY4" fmla="*/ 5213 h 35607"/>
                <a:gd name="connsiteX5" fmla="*/ 17831 w 35606"/>
                <a:gd name="connsiteY5" fmla="*/ 1 h 35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06" h="35607">
                  <a:moveTo>
                    <a:pt x="17831" y="1"/>
                  </a:moveTo>
                  <a:cubicBezTo>
                    <a:pt x="8010" y="1"/>
                    <a:pt x="27" y="7957"/>
                    <a:pt x="0" y="17777"/>
                  </a:cubicBezTo>
                  <a:cubicBezTo>
                    <a:pt x="0" y="27625"/>
                    <a:pt x="7955" y="35608"/>
                    <a:pt x="17776" y="35608"/>
                  </a:cubicBezTo>
                  <a:cubicBezTo>
                    <a:pt x="27624" y="35608"/>
                    <a:pt x="35607" y="27653"/>
                    <a:pt x="35607" y="17832"/>
                  </a:cubicBezTo>
                  <a:cubicBezTo>
                    <a:pt x="35607" y="13086"/>
                    <a:pt x="33741" y="8560"/>
                    <a:pt x="30395" y="5213"/>
                  </a:cubicBezTo>
                  <a:cubicBezTo>
                    <a:pt x="27103" y="1839"/>
                    <a:pt x="22549" y="-54"/>
                    <a:pt x="17831" y="1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1B13A07-C6B1-FAFE-651E-48751235978F}"/>
                </a:ext>
              </a:extLst>
            </p:cNvPr>
            <p:cNvSpPr/>
            <p:nvPr/>
          </p:nvSpPr>
          <p:spPr>
            <a:xfrm>
              <a:off x="4183533" y="4310417"/>
              <a:ext cx="280701" cy="424225"/>
            </a:xfrm>
            <a:custGeom>
              <a:avLst/>
              <a:gdLst>
                <a:gd name="connsiteX0" fmla="*/ 140359 w 280701"/>
                <a:gd name="connsiteY0" fmla="*/ 0 h 424225"/>
                <a:gd name="connsiteX1" fmla="*/ 1526 w 280701"/>
                <a:gd name="connsiteY1" fmla="*/ 263347 h 424225"/>
                <a:gd name="connsiteX2" fmla="*/ 119840 w 280701"/>
                <a:gd name="connsiteY2" fmla="*/ 422700 h 424225"/>
                <a:gd name="connsiteX3" fmla="*/ 279193 w 280701"/>
                <a:gd name="connsiteY3" fmla="*/ 304385 h 424225"/>
                <a:gd name="connsiteX4" fmla="*/ 280702 w 280701"/>
                <a:gd name="connsiteY4" fmla="*/ 283921 h 424225"/>
                <a:gd name="connsiteX5" fmla="*/ 279193 w 280701"/>
                <a:gd name="connsiteY5" fmla="*/ 263347 h 424225"/>
                <a:gd name="connsiteX6" fmla="*/ 140359 w 280701"/>
                <a:gd name="connsiteY6" fmla="*/ 0 h 424225"/>
                <a:gd name="connsiteX7" fmla="*/ 59435 w 280701"/>
                <a:gd name="connsiteY7" fmla="*/ 264280 h 424225"/>
                <a:gd name="connsiteX8" fmla="*/ 59545 w 280701"/>
                <a:gd name="connsiteY8" fmla="*/ 206892 h 424225"/>
                <a:gd name="connsiteX9" fmla="*/ 116905 w 280701"/>
                <a:gd name="connsiteY9" fmla="*/ 207002 h 424225"/>
                <a:gd name="connsiteX10" fmla="*/ 116823 w 280701"/>
                <a:gd name="connsiteY10" fmla="*/ 264389 h 424225"/>
                <a:gd name="connsiteX11" fmla="*/ 88239 w 280701"/>
                <a:gd name="connsiteY11" fmla="*/ 276213 h 424225"/>
                <a:gd name="connsiteX12" fmla="*/ 59545 w 280701"/>
                <a:gd name="connsiteY12" fmla="*/ 264280 h 424225"/>
                <a:gd name="connsiteX13" fmla="*/ 115204 w 280701"/>
                <a:gd name="connsiteY13" fmla="*/ 351925 h 424225"/>
                <a:gd name="connsiteX14" fmla="*/ 101488 w 280701"/>
                <a:gd name="connsiteY14" fmla="*/ 351925 h 424225"/>
                <a:gd name="connsiteX15" fmla="*/ 164225 w 280701"/>
                <a:gd name="connsiteY15" fmla="*/ 197346 h 424225"/>
                <a:gd name="connsiteX16" fmla="*/ 177694 w 280701"/>
                <a:gd name="connsiteY16" fmla="*/ 197346 h 424225"/>
                <a:gd name="connsiteX17" fmla="*/ 221201 w 280701"/>
                <a:gd name="connsiteY17" fmla="*/ 341610 h 424225"/>
                <a:gd name="connsiteX18" fmla="*/ 164061 w 280701"/>
                <a:gd name="connsiteY18" fmla="*/ 341473 h 424225"/>
                <a:gd name="connsiteX19" fmla="*/ 164198 w 280701"/>
                <a:gd name="connsiteY19" fmla="*/ 284332 h 424225"/>
                <a:gd name="connsiteX20" fmla="*/ 221339 w 280701"/>
                <a:gd name="connsiteY20" fmla="*/ 284470 h 424225"/>
                <a:gd name="connsiteX21" fmla="*/ 233107 w 280701"/>
                <a:gd name="connsiteY21" fmla="*/ 312972 h 424225"/>
                <a:gd name="connsiteX22" fmla="*/ 221311 w 280701"/>
                <a:gd name="connsiteY22" fmla="*/ 341610 h 424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0701" h="424225">
                  <a:moveTo>
                    <a:pt x="140359" y="0"/>
                  </a:moveTo>
                  <a:cubicBezTo>
                    <a:pt x="33073" y="127641"/>
                    <a:pt x="7232" y="200555"/>
                    <a:pt x="1526" y="263347"/>
                  </a:cubicBezTo>
                  <a:cubicBezTo>
                    <a:pt x="-9803" y="340020"/>
                    <a:pt x="43168" y="411370"/>
                    <a:pt x="119840" y="422700"/>
                  </a:cubicBezTo>
                  <a:cubicBezTo>
                    <a:pt x="196513" y="434029"/>
                    <a:pt x="267863" y="381058"/>
                    <a:pt x="279193" y="304385"/>
                  </a:cubicBezTo>
                  <a:cubicBezTo>
                    <a:pt x="280208" y="297610"/>
                    <a:pt x="280702" y="290779"/>
                    <a:pt x="280702" y="283921"/>
                  </a:cubicBezTo>
                  <a:cubicBezTo>
                    <a:pt x="280674" y="277036"/>
                    <a:pt x="280180" y="270150"/>
                    <a:pt x="279193" y="263347"/>
                  </a:cubicBezTo>
                  <a:cubicBezTo>
                    <a:pt x="273569" y="200555"/>
                    <a:pt x="247728" y="127641"/>
                    <a:pt x="140359" y="0"/>
                  </a:cubicBezTo>
                  <a:close/>
                  <a:moveTo>
                    <a:pt x="59435" y="264280"/>
                  </a:moveTo>
                  <a:cubicBezTo>
                    <a:pt x="43607" y="248397"/>
                    <a:pt x="43662" y="222720"/>
                    <a:pt x="59545" y="206892"/>
                  </a:cubicBezTo>
                  <a:cubicBezTo>
                    <a:pt x="75400" y="191091"/>
                    <a:pt x="101104" y="191119"/>
                    <a:pt x="116905" y="207002"/>
                  </a:cubicBezTo>
                  <a:cubicBezTo>
                    <a:pt x="132733" y="222885"/>
                    <a:pt x="132678" y="248561"/>
                    <a:pt x="116823" y="264389"/>
                  </a:cubicBezTo>
                  <a:cubicBezTo>
                    <a:pt x="109224" y="271933"/>
                    <a:pt x="98965" y="276185"/>
                    <a:pt x="88239" y="276213"/>
                  </a:cubicBezTo>
                  <a:cubicBezTo>
                    <a:pt x="77431" y="276350"/>
                    <a:pt x="67061" y="272043"/>
                    <a:pt x="59545" y="264280"/>
                  </a:cubicBezTo>
                  <a:close/>
                  <a:moveTo>
                    <a:pt x="115204" y="351925"/>
                  </a:moveTo>
                  <a:lnTo>
                    <a:pt x="101488" y="351925"/>
                  </a:lnTo>
                  <a:lnTo>
                    <a:pt x="164225" y="197346"/>
                  </a:lnTo>
                  <a:lnTo>
                    <a:pt x="177694" y="197346"/>
                  </a:lnTo>
                  <a:close/>
                  <a:moveTo>
                    <a:pt x="221201" y="341610"/>
                  </a:moveTo>
                  <a:cubicBezTo>
                    <a:pt x="205373" y="357356"/>
                    <a:pt x="179807" y="357302"/>
                    <a:pt x="164061" y="341473"/>
                  </a:cubicBezTo>
                  <a:cubicBezTo>
                    <a:pt x="148315" y="325645"/>
                    <a:pt x="148370" y="300078"/>
                    <a:pt x="164198" y="284332"/>
                  </a:cubicBezTo>
                  <a:cubicBezTo>
                    <a:pt x="180026" y="268586"/>
                    <a:pt x="205593" y="268641"/>
                    <a:pt x="221339" y="284470"/>
                  </a:cubicBezTo>
                  <a:cubicBezTo>
                    <a:pt x="228883" y="292041"/>
                    <a:pt x="233107" y="302301"/>
                    <a:pt x="233107" y="312972"/>
                  </a:cubicBezTo>
                  <a:cubicBezTo>
                    <a:pt x="233299" y="323725"/>
                    <a:pt x="229047" y="334094"/>
                    <a:pt x="221311" y="341610"/>
                  </a:cubicBezTo>
                  <a:close/>
                </a:path>
              </a:pathLst>
            </a:custGeom>
            <a:solidFill>
              <a:srgbClr val="3B78A2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15D163-4D5C-02F0-6477-4D02C51D3FC8}"/>
              </a:ext>
            </a:extLst>
          </p:cNvPr>
          <p:cNvGrpSpPr/>
          <p:nvPr/>
        </p:nvGrpSpPr>
        <p:grpSpPr>
          <a:xfrm>
            <a:off x="303684" y="5975138"/>
            <a:ext cx="564733" cy="582114"/>
            <a:chOff x="3917949" y="3786566"/>
            <a:chExt cx="862444" cy="88898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EE8EC1D-5153-B6DE-E70C-5B3F5B3B4F57}"/>
                </a:ext>
              </a:extLst>
            </p:cNvPr>
            <p:cNvGrpSpPr/>
            <p:nvPr/>
          </p:nvGrpSpPr>
          <p:grpSpPr>
            <a:xfrm>
              <a:off x="3917949" y="4050832"/>
              <a:ext cx="248009" cy="436977"/>
              <a:chOff x="3917949" y="4117507"/>
              <a:chExt cx="248009" cy="436977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AF2829C-4510-E461-3229-622AEC5E75A9}"/>
                  </a:ext>
                </a:extLst>
              </p:cNvPr>
              <p:cNvSpPr/>
              <p:nvPr/>
            </p:nvSpPr>
            <p:spPr>
              <a:xfrm>
                <a:off x="3917950" y="4119906"/>
                <a:ext cx="248008" cy="434578"/>
              </a:xfrm>
              <a:prstGeom prst="rect">
                <a:avLst/>
              </a:prstGeom>
              <a:solidFill>
                <a:srgbClr val="A89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57A1101-5B63-4D76-FB74-1B3726D1D54D}"/>
                  </a:ext>
                </a:extLst>
              </p:cNvPr>
              <p:cNvSpPr/>
              <p:nvPr/>
            </p:nvSpPr>
            <p:spPr>
              <a:xfrm>
                <a:off x="3917949" y="4117507"/>
                <a:ext cx="248008" cy="6668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9F14FEB-043F-C34A-4BCE-6633777FAF3E}"/>
                  </a:ext>
                </a:extLst>
              </p:cNvPr>
              <p:cNvSpPr/>
              <p:nvPr/>
            </p:nvSpPr>
            <p:spPr>
              <a:xfrm>
                <a:off x="3941949" y="4148137"/>
                <a:ext cx="215714" cy="73819"/>
              </a:xfrm>
              <a:custGeom>
                <a:avLst/>
                <a:gdLst>
                  <a:gd name="connsiteX0" fmla="*/ 0 w 245269"/>
                  <a:gd name="connsiteY0" fmla="*/ 0 h 73819"/>
                  <a:gd name="connsiteX1" fmla="*/ 245269 w 245269"/>
                  <a:gd name="connsiteY1" fmla="*/ 2381 h 73819"/>
                  <a:gd name="connsiteX2" fmla="*/ 233363 w 245269"/>
                  <a:gd name="connsiteY2" fmla="*/ 61913 h 73819"/>
                  <a:gd name="connsiteX3" fmla="*/ 221456 w 245269"/>
                  <a:gd name="connsiteY3" fmla="*/ 19050 h 73819"/>
                  <a:gd name="connsiteX4" fmla="*/ 211931 w 245269"/>
                  <a:gd name="connsiteY4" fmla="*/ 73819 h 73819"/>
                  <a:gd name="connsiteX5" fmla="*/ 200025 w 245269"/>
                  <a:gd name="connsiteY5" fmla="*/ 23813 h 73819"/>
                  <a:gd name="connsiteX6" fmla="*/ 180975 w 245269"/>
                  <a:gd name="connsiteY6" fmla="*/ 57150 h 73819"/>
                  <a:gd name="connsiteX7" fmla="*/ 161925 w 245269"/>
                  <a:gd name="connsiteY7" fmla="*/ 26194 h 73819"/>
                  <a:gd name="connsiteX8" fmla="*/ 147638 w 245269"/>
                  <a:gd name="connsiteY8" fmla="*/ 23813 h 73819"/>
                  <a:gd name="connsiteX9" fmla="*/ 135731 w 245269"/>
                  <a:gd name="connsiteY9" fmla="*/ 45244 h 73819"/>
                  <a:gd name="connsiteX10" fmla="*/ 128588 w 245269"/>
                  <a:gd name="connsiteY10" fmla="*/ 52388 h 73819"/>
                  <a:gd name="connsiteX11" fmla="*/ 126206 w 245269"/>
                  <a:gd name="connsiteY11" fmla="*/ 23813 h 73819"/>
                  <a:gd name="connsiteX12" fmla="*/ 111919 w 245269"/>
                  <a:gd name="connsiteY12" fmla="*/ 71438 h 73819"/>
                  <a:gd name="connsiteX13" fmla="*/ 107156 w 245269"/>
                  <a:gd name="connsiteY13" fmla="*/ 21431 h 73819"/>
                  <a:gd name="connsiteX14" fmla="*/ 90488 w 245269"/>
                  <a:gd name="connsiteY14" fmla="*/ 50006 h 73819"/>
                  <a:gd name="connsiteX15" fmla="*/ 85725 w 245269"/>
                  <a:gd name="connsiteY15" fmla="*/ 26194 h 73819"/>
                  <a:gd name="connsiteX16" fmla="*/ 76200 w 245269"/>
                  <a:gd name="connsiteY16" fmla="*/ 59531 h 73819"/>
                  <a:gd name="connsiteX17" fmla="*/ 66675 w 245269"/>
                  <a:gd name="connsiteY17" fmla="*/ 21431 h 73819"/>
                  <a:gd name="connsiteX18" fmla="*/ 57150 w 245269"/>
                  <a:gd name="connsiteY18" fmla="*/ 42863 h 73819"/>
                  <a:gd name="connsiteX19" fmla="*/ 0 w 245269"/>
                  <a:gd name="connsiteY19" fmla="*/ 0 h 7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45269" h="73819">
                    <a:moveTo>
                      <a:pt x="0" y="0"/>
                    </a:moveTo>
                    <a:lnTo>
                      <a:pt x="245269" y="2381"/>
                    </a:lnTo>
                    <a:lnTo>
                      <a:pt x="233363" y="61913"/>
                    </a:lnTo>
                    <a:lnTo>
                      <a:pt x="221456" y="19050"/>
                    </a:lnTo>
                    <a:lnTo>
                      <a:pt x="211931" y="73819"/>
                    </a:lnTo>
                    <a:lnTo>
                      <a:pt x="200025" y="23813"/>
                    </a:lnTo>
                    <a:lnTo>
                      <a:pt x="180975" y="57150"/>
                    </a:lnTo>
                    <a:lnTo>
                      <a:pt x="161925" y="26194"/>
                    </a:lnTo>
                    <a:lnTo>
                      <a:pt x="147638" y="23813"/>
                    </a:lnTo>
                    <a:lnTo>
                      <a:pt x="135731" y="45244"/>
                    </a:lnTo>
                    <a:lnTo>
                      <a:pt x="128588" y="52388"/>
                    </a:lnTo>
                    <a:lnTo>
                      <a:pt x="126206" y="23813"/>
                    </a:lnTo>
                    <a:lnTo>
                      <a:pt x="111919" y="71438"/>
                    </a:lnTo>
                    <a:lnTo>
                      <a:pt x="107156" y="21431"/>
                    </a:lnTo>
                    <a:lnTo>
                      <a:pt x="90488" y="50006"/>
                    </a:lnTo>
                    <a:lnTo>
                      <a:pt x="85725" y="26194"/>
                    </a:lnTo>
                    <a:lnTo>
                      <a:pt x="76200" y="59531"/>
                    </a:lnTo>
                    <a:lnTo>
                      <a:pt x="66675" y="21431"/>
                    </a:lnTo>
                    <a:lnTo>
                      <a:pt x="57150" y="428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8979E08-31CC-FEEB-BDA8-944E31972C2D}"/>
                </a:ext>
              </a:extLst>
            </p:cNvPr>
            <p:cNvSpPr/>
            <p:nvPr/>
          </p:nvSpPr>
          <p:spPr>
            <a:xfrm>
              <a:off x="4549517" y="4252773"/>
              <a:ext cx="182258" cy="137187"/>
            </a:xfrm>
            <a:custGeom>
              <a:avLst/>
              <a:gdLst>
                <a:gd name="connsiteX0" fmla="*/ 0 w 182258"/>
                <a:gd name="connsiteY0" fmla="*/ 0 h 137187"/>
                <a:gd name="connsiteX1" fmla="*/ 182258 w 182258"/>
                <a:gd name="connsiteY1" fmla="*/ 0 h 137187"/>
                <a:gd name="connsiteX2" fmla="*/ 182258 w 182258"/>
                <a:gd name="connsiteY2" fmla="*/ 137187 h 137187"/>
                <a:gd name="connsiteX3" fmla="*/ 0 w 182258"/>
                <a:gd name="connsiteY3" fmla="*/ 137187 h 13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58" h="137187">
                  <a:moveTo>
                    <a:pt x="0" y="0"/>
                  </a:moveTo>
                  <a:lnTo>
                    <a:pt x="182258" y="0"/>
                  </a:lnTo>
                  <a:lnTo>
                    <a:pt x="182258" y="137187"/>
                  </a:lnTo>
                  <a:lnTo>
                    <a:pt x="0" y="137187"/>
                  </a:lnTo>
                  <a:close/>
                </a:path>
              </a:pathLst>
            </a:custGeom>
            <a:solidFill>
              <a:srgbClr val="F6AB1B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86C4B66-C88B-7443-DC18-88B9269E4E0F}"/>
                </a:ext>
              </a:extLst>
            </p:cNvPr>
            <p:cNvSpPr/>
            <p:nvPr/>
          </p:nvSpPr>
          <p:spPr>
            <a:xfrm>
              <a:off x="4004607" y="3910971"/>
              <a:ext cx="77440" cy="304138"/>
            </a:xfrm>
            <a:custGeom>
              <a:avLst/>
              <a:gdLst>
                <a:gd name="connsiteX0" fmla="*/ 38734 w 77440"/>
                <a:gd name="connsiteY0" fmla="*/ 304139 h 304138"/>
                <a:gd name="connsiteX1" fmla="*/ 77440 w 77440"/>
                <a:gd name="connsiteY1" fmla="*/ 289682 h 304138"/>
                <a:gd name="connsiteX2" fmla="*/ 77440 w 77440"/>
                <a:gd name="connsiteY2" fmla="*/ 0 h 304138"/>
                <a:gd name="connsiteX3" fmla="*/ 38734 w 77440"/>
                <a:gd name="connsiteY3" fmla="*/ 9848 h 304138"/>
                <a:gd name="connsiteX4" fmla="*/ 0 w 77440"/>
                <a:gd name="connsiteY4" fmla="*/ 0 h 304138"/>
                <a:gd name="connsiteX5" fmla="*/ 0 w 77440"/>
                <a:gd name="connsiteY5" fmla="*/ 289682 h 304138"/>
                <a:gd name="connsiteX6" fmla="*/ 38734 w 77440"/>
                <a:gd name="connsiteY6" fmla="*/ 304139 h 30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440" h="304138">
                  <a:moveTo>
                    <a:pt x="38734" y="304139"/>
                  </a:moveTo>
                  <a:cubicBezTo>
                    <a:pt x="60104" y="304139"/>
                    <a:pt x="77440" y="297665"/>
                    <a:pt x="77440" y="289682"/>
                  </a:cubicBezTo>
                  <a:lnTo>
                    <a:pt x="77440" y="0"/>
                  </a:lnTo>
                  <a:cubicBezTo>
                    <a:pt x="66934" y="8614"/>
                    <a:pt x="48390" y="9848"/>
                    <a:pt x="38734" y="9848"/>
                  </a:cubicBezTo>
                  <a:cubicBezTo>
                    <a:pt x="29078" y="9848"/>
                    <a:pt x="10534" y="8614"/>
                    <a:pt x="0" y="0"/>
                  </a:cubicBezTo>
                  <a:lnTo>
                    <a:pt x="0" y="289682"/>
                  </a:lnTo>
                  <a:cubicBezTo>
                    <a:pt x="0" y="297665"/>
                    <a:pt x="17337" y="304139"/>
                    <a:pt x="38734" y="304139"/>
                  </a:cubicBezTo>
                  <a:close/>
                </a:path>
              </a:pathLst>
            </a:custGeom>
            <a:solidFill>
              <a:srgbClr val="F6AB1B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971C584-7410-1DFC-FEDC-AAB0F82266E1}"/>
                </a:ext>
              </a:extLst>
            </p:cNvPr>
            <p:cNvSpPr/>
            <p:nvPr/>
          </p:nvSpPr>
          <p:spPr>
            <a:xfrm>
              <a:off x="4004607" y="3786566"/>
              <a:ext cx="775786" cy="888988"/>
            </a:xfrm>
            <a:custGeom>
              <a:avLst/>
              <a:gdLst>
                <a:gd name="connsiteX0" fmla="*/ 702754 w 775786"/>
                <a:gd name="connsiteY0" fmla="*/ 421493 h 888988"/>
                <a:gd name="connsiteX1" fmla="*/ 654555 w 775786"/>
                <a:gd name="connsiteY1" fmla="*/ 421493 h 888988"/>
                <a:gd name="connsiteX2" fmla="*/ 654555 w 775786"/>
                <a:gd name="connsiteY2" fmla="*/ 103912 h 888988"/>
                <a:gd name="connsiteX3" fmla="*/ 550643 w 775786"/>
                <a:gd name="connsiteY3" fmla="*/ 0 h 888988"/>
                <a:gd name="connsiteX4" fmla="*/ 127806 w 775786"/>
                <a:gd name="connsiteY4" fmla="*/ 0 h 888988"/>
                <a:gd name="connsiteX5" fmla="*/ 23893 w 775786"/>
                <a:gd name="connsiteY5" fmla="*/ 103912 h 888988"/>
                <a:gd name="connsiteX6" fmla="*/ 23893 w 775786"/>
                <a:gd name="connsiteY6" fmla="*/ 112142 h 888988"/>
                <a:gd name="connsiteX7" fmla="*/ 0 w 775786"/>
                <a:gd name="connsiteY7" fmla="*/ 125474 h 888988"/>
                <a:gd name="connsiteX8" fmla="*/ 38734 w 775786"/>
                <a:gd name="connsiteY8" fmla="*/ 139931 h 888988"/>
                <a:gd name="connsiteX9" fmla="*/ 77440 w 775786"/>
                <a:gd name="connsiteY9" fmla="*/ 125474 h 888988"/>
                <a:gd name="connsiteX10" fmla="*/ 53575 w 775786"/>
                <a:gd name="connsiteY10" fmla="*/ 112142 h 888988"/>
                <a:gd name="connsiteX11" fmla="*/ 53575 w 775786"/>
                <a:gd name="connsiteY11" fmla="*/ 103912 h 888988"/>
                <a:gd name="connsiteX12" fmla="*/ 127806 w 775786"/>
                <a:gd name="connsiteY12" fmla="*/ 29681 h 888988"/>
                <a:gd name="connsiteX13" fmla="*/ 550643 w 775786"/>
                <a:gd name="connsiteY13" fmla="*/ 29681 h 888988"/>
                <a:gd name="connsiteX14" fmla="*/ 624709 w 775786"/>
                <a:gd name="connsiteY14" fmla="*/ 103912 h 888988"/>
                <a:gd name="connsiteX15" fmla="*/ 624709 w 775786"/>
                <a:gd name="connsiteY15" fmla="*/ 421493 h 888988"/>
                <a:gd name="connsiteX16" fmla="*/ 576648 w 775786"/>
                <a:gd name="connsiteY16" fmla="*/ 421493 h 888988"/>
                <a:gd name="connsiteX17" fmla="*/ 503405 w 775786"/>
                <a:gd name="connsiteY17" fmla="*/ 494733 h 888988"/>
                <a:gd name="connsiteX18" fmla="*/ 504859 w 775786"/>
                <a:gd name="connsiteY18" fmla="*/ 509275 h 888988"/>
                <a:gd name="connsiteX19" fmla="*/ 542385 w 775786"/>
                <a:gd name="connsiteY19" fmla="*/ 695072 h 888988"/>
                <a:gd name="connsiteX20" fmla="*/ 542385 w 775786"/>
                <a:gd name="connsiteY20" fmla="*/ 839611 h 888988"/>
                <a:gd name="connsiteX21" fmla="*/ 591763 w 775786"/>
                <a:gd name="connsiteY21" fmla="*/ 888989 h 888988"/>
                <a:gd name="connsiteX22" fmla="*/ 687419 w 775786"/>
                <a:gd name="connsiteY22" fmla="*/ 888989 h 888988"/>
                <a:gd name="connsiteX23" fmla="*/ 736796 w 775786"/>
                <a:gd name="connsiteY23" fmla="*/ 839611 h 888988"/>
                <a:gd name="connsiteX24" fmla="*/ 736796 w 775786"/>
                <a:gd name="connsiteY24" fmla="*/ 695017 h 888988"/>
                <a:gd name="connsiteX25" fmla="*/ 774323 w 775786"/>
                <a:gd name="connsiteY25" fmla="*/ 509220 h 888988"/>
                <a:gd name="connsiteX26" fmla="*/ 717018 w 775786"/>
                <a:gd name="connsiteY26" fmla="*/ 422938 h 888988"/>
                <a:gd name="connsiteX27" fmla="*/ 702754 w 775786"/>
                <a:gd name="connsiteY27" fmla="*/ 421493 h 888988"/>
                <a:gd name="connsiteX28" fmla="*/ 605507 w 775786"/>
                <a:gd name="connsiteY28" fmla="*/ 820052 h 888988"/>
                <a:gd name="connsiteX29" fmla="*/ 568693 w 775786"/>
                <a:gd name="connsiteY29" fmla="*/ 820052 h 888988"/>
                <a:gd name="connsiteX30" fmla="*/ 568693 w 775786"/>
                <a:gd name="connsiteY30" fmla="*/ 783211 h 888988"/>
                <a:gd name="connsiteX31" fmla="*/ 605507 w 775786"/>
                <a:gd name="connsiteY31" fmla="*/ 783211 h 888988"/>
                <a:gd name="connsiteX32" fmla="*/ 605507 w 775786"/>
                <a:gd name="connsiteY32" fmla="*/ 757535 h 888988"/>
                <a:gd name="connsiteX33" fmla="*/ 568693 w 775786"/>
                <a:gd name="connsiteY33" fmla="*/ 757535 h 888988"/>
                <a:gd name="connsiteX34" fmla="*/ 568693 w 775786"/>
                <a:gd name="connsiteY34" fmla="*/ 720694 h 888988"/>
                <a:gd name="connsiteX35" fmla="*/ 605507 w 775786"/>
                <a:gd name="connsiteY35" fmla="*/ 720694 h 888988"/>
                <a:gd name="connsiteX36" fmla="*/ 605507 w 775786"/>
                <a:gd name="connsiteY36" fmla="*/ 695017 h 888988"/>
                <a:gd name="connsiteX37" fmla="*/ 568693 w 775786"/>
                <a:gd name="connsiteY37" fmla="*/ 695017 h 888988"/>
                <a:gd name="connsiteX38" fmla="*/ 568693 w 775786"/>
                <a:gd name="connsiteY38" fmla="*/ 658176 h 888988"/>
                <a:gd name="connsiteX39" fmla="*/ 605507 w 775786"/>
                <a:gd name="connsiteY39" fmla="*/ 658176 h 888988"/>
                <a:gd name="connsiteX40" fmla="*/ 658122 w 775786"/>
                <a:gd name="connsiteY40" fmla="*/ 820052 h 888988"/>
                <a:gd name="connsiteX41" fmla="*/ 621280 w 775786"/>
                <a:gd name="connsiteY41" fmla="*/ 820052 h 888988"/>
                <a:gd name="connsiteX42" fmla="*/ 621280 w 775786"/>
                <a:gd name="connsiteY42" fmla="*/ 783211 h 888988"/>
                <a:gd name="connsiteX43" fmla="*/ 658122 w 775786"/>
                <a:gd name="connsiteY43" fmla="*/ 783211 h 888988"/>
                <a:gd name="connsiteX44" fmla="*/ 658122 w 775786"/>
                <a:gd name="connsiteY44" fmla="*/ 757535 h 888988"/>
                <a:gd name="connsiteX45" fmla="*/ 621280 w 775786"/>
                <a:gd name="connsiteY45" fmla="*/ 757535 h 888988"/>
                <a:gd name="connsiteX46" fmla="*/ 621280 w 775786"/>
                <a:gd name="connsiteY46" fmla="*/ 720694 h 888988"/>
                <a:gd name="connsiteX47" fmla="*/ 658122 w 775786"/>
                <a:gd name="connsiteY47" fmla="*/ 720694 h 888988"/>
                <a:gd name="connsiteX48" fmla="*/ 658122 w 775786"/>
                <a:gd name="connsiteY48" fmla="*/ 695017 h 888988"/>
                <a:gd name="connsiteX49" fmla="*/ 621280 w 775786"/>
                <a:gd name="connsiteY49" fmla="*/ 695017 h 888988"/>
                <a:gd name="connsiteX50" fmla="*/ 621280 w 775786"/>
                <a:gd name="connsiteY50" fmla="*/ 658176 h 888988"/>
                <a:gd name="connsiteX51" fmla="*/ 658122 w 775786"/>
                <a:gd name="connsiteY51" fmla="*/ 658176 h 888988"/>
                <a:gd name="connsiteX52" fmla="*/ 710709 w 775786"/>
                <a:gd name="connsiteY52" fmla="*/ 820052 h 888988"/>
                <a:gd name="connsiteX53" fmla="*/ 673895 w 775786"/>
                <a:gd name="connsiteY53" fmla="*/ 820052 h 888988"/>
                <a:gd name="connsiteX54" fmla="*/ 673895 w 775786"/>
                <a:gd name="connsiteY54" fmla="*/ 783211 h 888988"/>
                <a:gd name="connsiteX55" fmla="*/ 710709 w 775786"/>
                <a:gd name="connsiteY55" fmla="*/ 783211 h 888988"/>
                <a:gd name="connsiteX56" fmla="*/ 710709 w 775786"/>
                <a:gd name="connsiteY56" fmla="*/ 757535 h 888988"/>
                <a:gd name="connsiteX57" fmla="*/ 673895 w 775786"/>
                <a:gd name="connsiteY57" fmla="*/ 757535 h 888988"/>
                <a:gd name="connsiteX58" fmla="*/ 673895 w 775786"/>
                <a:gd name="connsiteY58" fmla="*/ 720694 h 888988"/>
                <a:gd name="connsiteX59" fmla="*/ 710709 w 775786"/>
                <a:gd name="connsiteY59" fmla="*/ 720694 h 888988"/>
                <a:gd name="connsiteX60" fmla="*/ 710709 w 775786"/>
                <a:gd name="connsiteY60" fmla="*/ 695017 h 888988"/>
                <a:gd name="connsiteX61" fmla="*/ 673895 w 775786"/>
                <a:gd name="connsiteY61" fmla="*/ 695017 h 888988"/>
                <a:gd name="connsiteX62" fmla="*/ 673895 w 775786"/>
                <a:gd name="connsiteY62" fmla="*/ 658176 h 888988"/>
                <a:gd name="connsiteX63" fmla="*/ 710709 w 775786"/>
                <a:gd name="connsiteY63" fmla="*/ 658176 h 888988"/>
                <a:gd name="connsiteX64" fmla="*/ 721243 w 775786"/>
                <a:gd name="connsiteY64" fmla="*/ 587813 h 888988"/>
                <a:gd name="connsiteX65" fmla="*/ 558159 w 775786"/>
                <a:gd name="connsiteY65" fmla="*/ 587813 h 888988"/>
                <a:gd name="connsiteX66" fmla="*/ 558159 w 775786"/>
                <a:gd name="connsiteY66" fmla="*/ 474711 h 888988"/>
                <a:gd name="connsiteX67" fmla="*/ 721243 w 775786"/>
                <a:gd name="connsiteY67" fmla="*/ 474711 h 88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775786" h="888988">
                  <a:moveTo>
                    <a:pt x="702754" y="421493"/>
                  </a:moveTo>
                  <a:lnTo>
                    <a:pt x="654555" y="421493"/>
                  </a:lnTo>
                  <a:lnTo>
                    <a:pt x="654555" y="103912"/>
                  </a:lnTo>
                  <a:cubicBezTo>
                    <a:pt x="654473" y="46555"/>
                    <a:pt x="608003" y="77"/>
                    <a:pt x="550643" y="0"/>
                  </a:cubicBezTo>
                  <a:lnTo>
                    <a:pt x="127806" y="0"/>
                  </a:lnTo>
                  <a:cubicBezTo>
                    <a:pt x="70446" y="60"/>
                    <a:pt x="23948" y="46549"/>
                    <a:pt x="23893" y="103912"/>
                  </a:cubicBezTo>
                  <a:lnTo>
                    <a:pt x="23893" y="112142"/>
                  </a:lnTo>
                  <a:cubicBezTo>
                    <a:pt x="9876" y="114309"/>
                    <a:pt x="0" y="119466"/>
                    <a:pt x="0" y="125474"/>
                  </a:cubicBezTo>
                  <a:cubicBezTo>
                    <a:pt x="0" y="133457"/>
                    <a:pt x="17337" y="139931"/>
                    <a:pt x="38734" y="139931"/>
                  </a:cubicBezTo>
                  <a:cubicBezTo>
                    <a:pt x="60131" y="139931"/>
                    <a:pt x="77440" y="133457"/>
                    <a:pt x="77440" y="125474"/>
                  </a:cubicBezTo>
                  <a:cubicBezTo>
                    <a:pt x="77440" y="119466"/>
                    <a:pt x="67593" y="114309"/>
                    <a:pt x="53575" y="112142"/>
                  </a:cubicBezTo>
                  <a:lnTo>
                    <a:pt x="53575" y="103912"/>
                  </a:lnTo>
                  <a:cubicBezTo>
                    <a:pt x="53630" y="62934"/>
                    <a:pt x="86823" y="29728"/>
                    <a:pt x="127806" y="29681"/>
                  </a:cubicBezTo>
                  <a:lnTo>
                    <a:pt x="550643" y="29681"/>
                  </a:lnTo>
                  <a:cubicBezTo>
                    <a:pt x="591544" y="29819"/>
                    <a:pt x="624654" y="62998"/>
                    <a:pt x="624709" y="103912"/>
                  </a:cubicBezTo>
                  <a:lnTo>
                    <a:pt x="624709" y="421493"/>
                  </a:lnTo>
                  <a:lnTo>
                    <a:pt x="576648" y="421493"/>
                  </a:lnTo>
                  <a:cubicBezTo>
                    <a:pt x="536186" y="421490"/>
                    <a:pt x="503405" y="454282"/>
                    <a:pt x="503405" y="494733"/>
                  </a:cubicBezTo>
                  <a:cubicBezTo>
                    <a:pt x="503405" y="499616"/>
                    <a:pt x="503898" y="504488"/>
                    <a:pt x="504859" y="509275"/>
                  </a:cubicBezTo>
                  <a:lnTo>
                    <a:pt x="542385" y="695072"/>
                  </a:lnTo>
                  <a:lnTo>
                    <a:pt x="542385" y="839611"/>
                  </a:lnTo>
                  <a:cubicBezTo>
                    <a:pt x="542385" y="866881"/>
                    <a:pt x="564496" y="888989"/>
                    <a:pt x="591763" y="888989"/>
                  </a:cubicBezTo>
                  <a:lnTo>
                    <a:pt x="687419" y="888989"/>
                  </a:lnTo>
                  <a:cubicBezTo>
                    <a:pt x="714686" y="888989"/>
                    <a:pt x="736796" y="866881"/>
                    <a:pt x="736796" y="839611"/>
                  </a:cubicBezTo>
                  <a:lnTo>
                    <a:pt x="736796" y="695017"/>
                  </a:lnTo>
                  <a:lnTo>
                    <a:pt x="774323" y="509220"/>
                  </a:lnTo>
                  <a:cubicBezTo>
                    <a:pt x="782333" y="469567"/>
                    <a:pt x="756657" y="430937"/>
                    <a:pt x="717018" y="422938"/>
                  </a:cubicBezTo>
                  <a:cubicBezTo>
                    <a:pt x="712327" y="421992"/>
                    <a:pt x="707554" y="421506"/>
                    <a:pt x="702754" y="421493"/>
                  </a:cubicBezTo>
                  <a:close/>
                  <a:moveTo>
                    <a:pt x="605507" y="820052"/>
                  </a:moveTo>
                  <a:lnTo>
                    <a:pt x="568693" y="820052"/>
                  </a:lnTo>
                  <a:lnTo>
                    <a:pt x="568693" y="783211"/>
                  </a:lnTo>
                  <a:lnTo>
                    <a:pt x="605507" y="783211"/>
                  </a:lnTo>
                  <a:close/>
                  <a:moveTo>
                    <a:pt x="605507" y="757535"/>
                  </a:moveTo>
                  <a:lnTo>
                    <a:pt x="568693" y="757535"/>
                  </a:lnTo>
                  <a:lnTo>
                    <a:pt x="568693" y="720694"/>
                  </a:lnTo>
                  <a:lnTo>
                    <a:pt x="605507" y="720694"/>
                  </a:lnTo>
                  <a:close/>
                  <a:moveTo>
                    <a:pt x="605507" y="695017"/>
                  </a:moveTo>
                  <a:lnTo>
                    <a:pt x="568693" y="695017"/>
                  </a:lnTo>
                  <a:lnTo>
                    <a:pt x="568693" y="658176"/>
                  </a:lnTo>
                  <a:lnTo>
                    <a:pt x="605507" y="658176"/>
                  </a:lnTo>
                  <a:close/>
                  <a:moveTo>
                    <a:pt x="658122" y="820052"/>
                  </a:moveTo>
                  <a:lnTo>
                    <a:pt x="621280" y="820052"/>
                  </a:lnTo>
                  <a:lnTo>
                    <a:pt x="621280" y="783211"/>
                  </a:lnTo>
                  <a:lnTo>
                    <a:pt x="658122" y="783211"/>
                  </a:lnTo>
                  <a:close/>
                  <a:moveTo>
                    <a:pt x="658122" y="757535"/>
                  </a:moveTo>
                  <a:lnTo>
                    <a:pt x="621280" y="757535"/>
                  </a:lnTo>
                  <a:lnTo>
                    <a:pt x="621280" y="720694"/>
                  </a:lnTo>
                  <a:lnTo>
                    <a:pt x="658122" y="720694"/>
                  </a:lnTo>
                  <a:close/>
                  <a:moveTo>
                    <a:pt x="658122" y="695017"/>
                  </a:moveTo>
                  <a:lnTo>
                    <a:pt x="621280" y="695017"/>
                  </a:lnTo>
                  <a:lnTo>
                    <a:pt x="621280" y="658176"/>
                  </a:lnTo>
                  <a:lnTo>
                    <a:pt x="658122" y="658176"/>
                  </a:lnTo>
                  <a:close/>
                  <a:moveTo>
                    <a:pt x="710709" y="820052"/>
                  </a:moveTo>
                  <a:lnTo>
                    <a:pt x="673895" y="820052"/>
                  </a:lnTo>
                  <a:lnTo>
                    <a:pt x="673895" y="783211"/>
                  </a:lnTo>
                  <a:lnTo>
                    <a:pt x="710709" y="783211"/>
                  </a:lnTo>
                  <a:close/>
                  <a:moveTo>
                    <a:pt x="710709" y="757535"/>
                  </a:moveTo>
                  <a:lnTo>
                    <a:pt x="673895" y="757535"/>
                  </a:lnTo>
                  <a:lnTo>
                    <a:pt x="673895" y="720694"/>
                  </a:lnTo>
                  <a:lnTo>
                    <a:pt x="710709" y="720694"/>
                  </a:lnTo>
                  <a:close/>
                  <a:moveTo>
                    <a:pt x="710709" y="695017"/>
                  </a:moveTo>
                  <a:lnTo>
                    <a:pt x="673895" y="695017"/>
                  </a:lnTo>
                  <a:lnTo>
                    <a:pt x="673895" y="658176"/>
                  </a:lnTo>
                  <a:lnTo>
                    <a:pt x="710709" y="658176"/>
                  </a:lnTo>
                  <a:close/>
                  <a:moveTo>
                    <a:pt x="721243" y="587813"/>
                  </a:moveTo>
                  <a:lnTo>
                    <a:pt x="558159" y="587813"/>
                  </a:lnTo>
                  <a:lnTo>
                    <a:pt x="558159" y="474711"/>
                  </a:lnTo>
                  <a:lnTo>
                    <a:pt x="721243" y="474711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BC3649-EB42-4C99-8C05-2F813B36A813}"/>
              </a:ext>
            </a:extLst>
          </p:cNvPr>
          <p:cNvGrpSpPr/>
          <p:nvPr/>
        </p:nvGrpSpPr>
        <p:grpSpPr>
          <a:xfrm>
            <a:off x="3544204" y="3565417"/>
            <a:ext cx="695997" cy="567571"/>
            <a:chOff x="10617343" y="1936039"/>
            <a:chExt cx="1062908" cy="866779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17B731B-D743-361F-2CA1-ECB2592F65AA}"/>
                </a:ext>
              </a:extLst>
            </p:cNvPr>
            <p:cNvGrpSpPr/>
            <p:nvPr/>
          </p:nvGrpSpPr>
          <p:grpSpPr>
            <a:xfrm>
              <a:off x="10617343" y="2316535"/>
              <a:ext cx="403082" cy="486283"/>
              <a:chOff x="10617343" y="2316535"/>
              <a:chExt cx="403082" cy="486283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76C22BCF-05CC-F09C-7A52-D66B0B4BDB3C}"/>
                  </a:ext>
                </a:extLst>
              </p:cNvPr>
              <p:cNvSpPr/>
              <p:nvPr/>
            </p:nvSpPr>
            <p:spPr>
              <a:xfrm>
                <a:off x="10631264" y="2331885"/>
                <a:ext cx="372344" cy="470933"/>
              </a:xfrm>
              <a:prstGeom prst="roundRect">
                <a:avLst/>
              </a:prstGeom>
              <a:noFill/>
              <a:ln w="28575">
                <a:solidFill>
                  <a:srgbClr val="3978A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E527851-985C-9344-17A3-1C4D28F3A7A7}"/>
                  </a:ext>
                </a:extLst>
              </p:cNvPr>
              <p:cNvSpPr/>
              <p:nvPr/>
            </p:nvSpPr>
            <p:spPr>
              <a:xfrm>
                <a:off x="10617343" y="2316535"/>
                <a:ext cx="403082" cy="67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88D20D7-DD63-9DCD-A97F-3BE5BD8CED2C}"/>
                </a:ext>
              </a:extLst>
            </p:cNvPr>
            <p:cNvSpPr/>
            <p:nvPr/>
          </p:nvSpPr>
          <p:spPr>
            <a:xfrm>
              <a:off x="11406520" y="2201032"/>
              <a:ext cx="226149" cy="171312"/>
            </a:xfrm>
            <a:custGeom>
              <a:avLst/>
              <a:gdLst>
                <a:gd name="connsiteX0" fmla="*/ 0 w 226149"/>
                <a:gd name="connsiteY0" fmla="*/ 0 h 171312"/>
                <a:gd name="connsiteX1" fmla="*/ 226149 w 226149"/>
                <a:gd name="connsiteY1" fmla="*/ 0 h 171312"/>
                <a:gd name="connsiteX2" fmla="*/ 226149 w 226149"/>
                <a:gd name="connsiteY2" fmla="*/ 171313 h 171312"/>
                <a:gd name="connsiteX3" fmla="*/ 0 w 226149"/>
                <a:gd name="connsiteY3" fmla="*/ 171313 h 171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6149" h="171312">
                  <a:moveTo>
                    <a:pt x="0" y="0"/>
                  </a:moveTo>
                  <a:lnTo>
                    <a:pt x="226149" y="0"/>
                  </a:lnTo>
                  <a:lnTo>
                    <a:pt x="226149" y="171313"/>
                  </a:lnTo>
                  <a:lnTo>
                    <a:pt x="0" y="171313"/>
                  </a:lnTo>
                  <a:close/>
                </a:path>
              </a:pathLst>
            </a:custGeom>
            <a:solidFill>
              <a:srgbClr val="F6AB1B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F65DD36-DF0F-85B3-D9F7-9A8AF18708B7}"/>
                </a:ext>
              </a:extLst>
            </p:cNvPr>
            <p:cNvSpPr/>
            <p:nvPr/>
          </p:nvSpPr>
          <p:spPr>
            <a:xfrm>
              <a:off x="11424789" y="2411189"/>
              <a:ext cx="187305" cy="249000"/>
            </a:xfrm>
            <a:custGeom>
              <a:avLst/>
              <a:gdLst>
                <a:gd name="connsiteX0" fmla="*/ 0 w 187305"/>
                <a:gd name="connsiteY0" fmla="*/ 0 h 249000"/>
                <a:gd name="connsiteX1" fmla="*/ 187306 w 187305"/>
                <a:gd name="connsiteY1" fmla="*/ 0 h 249000"/>
                <a:gd name="connsiteX2" fmla="*/ 187306 w 187305"/>
                <a:gd name="connsiteY2" fmla="*/ 249000 h 249000"/>
                <a:gd name="connsiteX3" fmla="*/ 0 w 187305"/>
                <a:gd name="connsiteY3" fmla="*/ 249000 h 24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305" h="249000">
                  <a:moveTo>
                    <a:pt x="0" y="0"/>
                  </a:moveTo>
                  <a:lnTo>
                    <a:pt x="187306" y="0"/>
                  </a:lnTo>
                  <a:lnTo>
                    <a:pt x="187306" y="249000"/>
                  </a:lnTo>
                  <a:lnTo>
                    <a:pt x="0" y="249000"/>
                  </a:lnTo>
                  <a:close/>
                </a:path>
              </a:pathLst>
            </a:custGeom>
            <a:solidFill>
              <a:srgbClr val="B3B3B3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9E6D4DB-1457-865D-C573-F78CE3210992}"/>
                </a:ext>
              </a:extLst>
            </p:cNvPr>
            <p:cNvGrpSpPr/>
            <p:nvPr/>
          </p:nvGrpSpPr>
          <p:grpSpPr>
            <a:xfrm>
              <a:off x="10617343" y="2502795"/>
              <a:ext cx="386265" cy="254540"/>
              <a:chOff x="10443821" y="2445645"/>
              <a:chExt cx="745684" cy="254540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485FE29-A069-BC51-EE51-1D0DBC816109}"/>
                  </a:ext>
                </a:extLst>
              </p:cNvPr>
              <p:cNvSpPr/>
              <p:nvPr/>
            </p:nvSpPr>
            <p:spPr>
              <a:xfrm>
                <a:off x="10443821" y="2539297"/>
                <a:ext cx="745684" cy="64930"/>
              </a:xfrm>
              <a:custGeom>
                <a:avLst/>
                <a:gdLst>
                  <a:gd name="connsiteX0" fmla="*/ 731776 w 745684"/>
                  <a:gd name="connsiteY0" fmla="*/ 26 h 64930"/>
                  <a:gd name="connsiteX1" fmla="*/ 664623 w 745684"/>
                  <a:gd name="connsiteY1" fmla="*/ 20655 h 64930"/>
                  <a:gd name="connsiteX2" fmla="*/ 612118 w 745684"/>
                  <a:gd name="connsiteY2" fmla="*/ 37114 h 64930"/>
                  <a:gd name="connsiteX3" fmla="*/ 559613 w 745684"/>
                  <a:gd name="connsiteY3" fmla="*/ 20655 h 64930"/>
                  <a:gd name="connsiteX4" fmla="*/ 492459 w 745684"/>
                  <a:gd name="connsiteY4" fmla="*/ 26 h 64930"/>
                  <a:gd name="connsiteX5" fmla="*/ 447773 w 745684"/>
                  <a:gd name="connsiteY5" fmla="*/ 8420 h 64930"/>
                  <a:gd name="connsiteX6" fmla="*/ 439845 w 745684"/>
                  <a:gd name="connsiteY6" fmla="*/ 12179 h 64930"/>
                  <a:gd name="connsiteX7" fmla="*/ 425306 w 745684"/>
                  <a:gd name="connsiteY7" fmla="*/ 20655 h 64930"/>
                  <a:gd name="connsiteX8" fmla="*/ 372828 w 745684"/>
                  <a:gd name="connsiteY8" fmla="*/ 37114 h 64930"/>
                  <a:gd name="connsiteX9" fmla="*/ 320351 w 745684"/>
                  <a:gd name="connsiteY9" fmla="*/ 20655 h 64930"/>
                  <a:gd name="connsiteX10" fmla="*/ 305702 w 745684"/>
                  <a:gd name="connsiteY10" fmla="*/ 12124 h 64930"/>
                  <a:gd name="connsiteX11" fmla="*/ 298021 w 745684"/>
                  <a:gd name="connsiteY11" fmla="*/ 8475 h 64930"/>
                  <a:gd name="connsiteX12" fmla="*/ 253198 w 745684"/>
                  <a:gd name="connsiteY12" fmla="*/ 26 h 64930"/>
                  <a:gd name="connsiteX13" fmla="*/ 186044 w 745684"/>
                  <a:gd name="connsiteY13" fmla="*/ 20655 h 64930"/>
                  <a:gd name="connsiteX14" fmla="*/ 133539 w 745684"/>
                  <a:gd name="connsiteY14" fmla="*/ 37114 h 64930"/>
                  <a:gd name="connsiteX15" fmla="*/ 81062 w 745684"/>
                  <a:gd name="connsiteY15" fmla="*/ 20655 h 64930"/>
                  <a:gd name="connsiteX16" fmla="*/ 13908 w 745684"/>
                  <a:gd name="connsiteY16" fmla="*/ 26 h 64930"/>
                  <a:gd name="connsiteX17" fmla="*/ 0 w 745684"/>
                  <a:gd name="connsiteY17" fmla="*/ 13934 h 64930"/>
                  <a:gd name="connsiteX18" fmla="*/ 13908 w 745684"/>
                  <a:gd name="connsiteY18" fmla="*/ 27842 h 64930"/>
                  <a:gd name="connsiteX19" fmla="*/ 66413 w 745684"/>
                  <a:gd name="connsiteY19" fmla="*/ 44301 h 64930"/>
                  <a:gd name="connsiteX20" fmla="*/ 133539 w 745684"/>
                  <a:gd name="connsiteY20" fmla="*/ 64930 h 64930"/>
                  <a:gd name="connsiteX21" fmla="*/ 200693 w 745684"/>
                  <a:gd name="connsiteY21" fmla="*/ 44301 h 64930"/>
                  <a:gd name="connsiteX22" fmla="*/ 253198 w 745684"/>
                  <a:gd name="connsiteY22" fmla="*/ 27842 h 64930"/>
                  <a:gd name="connsiteX23" fmla="*/ 305675 w 745684"/>
                  <a:gd name="connsiteY23" fmla="*/ 44301 h 64930"/>
                  <a:gd name="connsiteX24" fmla="*/ 372828 w 745684"/>
                  <a:gd name="connsiteY24" fmla="*/ 64930 h 64930"/>
                  <a:gd name="connsiteX25" fmla="*/ 439982 w 745684"/>
                  <a:gd name="connsiteY25" fmla="*/ 44301 h 64930"/>
                  <a:gd name="connsiteX26" fmla="*/ 492459 w 745684"/>
                  <a:gd name="connsiteY26" fmla="*/ 27842 h 64930"/>
                  <a:gd name="connsiteX27" fmla="*/ 544964 w 745684"/>
                  <a:gd name="connsiteY27" fmla="*/ 44301 h 64930"/>
                  <a:gd name="connsiteX28" fmla="*/ 612118 w 745684"/>
                  <a:gd name="connsiteY28" fmla="*/ 64930 h 64930"/>
                  <a:gd name="connsiteX29" fmla="*/ 679271 w 745684"/>
                  <a:gd name="connsiteY29" fmla="*/ 44301 h 64930"/>
                  <a:gd name="connsiteX30" fmla="*/ 731776 w 745684"/>
                  <a:gd name="connsiteY30" fmla="*/ 27842 h 64930"/>
                  <a:gd name="connsiteX31" fmla="*/ 745684 w 745684"/>
                  <a:gd name="connsiteY31" fmla="*/ 13934 h 64930"/>
                  <a:gd name="connsiteX32" fmla="*/ 731776 w 745684"/>
                  <a:gd name="connsiteY32" fmla="*/ 26 h 6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45684" h="64930">
                    <a:moveTo>
                      <a:pt x="731776" y="26"/>
                    </a:moveTo>
                    <a:cubicBezTo>
                      <a:pt x="697898" y="26"/>
                      <a:pt x="680204" y="10999"/>
                      <a:pt x="664623" y="20655"/>
                    </a:cubicBezTo>
                    <a:cubicBezTo>
                      <a:pt x="650358" y="29488"/>
                      <a:pt x="638068" y="37114"/>
                      <a:pt x="612118" y="37114"/>
                    </a:cubicBezTo>
                    <a:cubicBezTo>
                      <a:pt x="586167" y="37114"/>
                      <a:pt x="573878" y="29488"/>
                      <a:pt x="559613" y="20655"/>
                    </a:cubicBezTo>
                    <a:cubicBezTo>
                      <a:pt x="544032" y="10972"/>
                      <a:pt x="526338" y="26"/>
                      <a:pt x="492459" y="26"/>
                    </a:cubicBezTo>
                    <a:cubicBezTo>
                      <a:pt x="477152" y="-306"/>
                      <a:pt x="461928" y="2553"/>
                      <a:pt x="447773" y="8420"/>
                    </a:cubicBezTo>
                    <a:cubicBezTo>
                      <a:pt x="445222" y="9847"/>
                      <a:pt x="442561" y="11103"/>
                      <a:pt x="439845" y="12179"/>
                    </a:cubicBezTo>
                    <a:cubicBezTo>
                      <a:pt x="434605" y="14922"/>
                      <a:pt x="429860" y="17830"/>
                      <a:pt x="425306" y="20655"/>
                    </a:cubicBezTo>
                    <a:cubicBezTo>
                      <a:pt x="411068" y="29488"/>
                      <a:pt x="398779" y="37114"/>
                      <a:pt x="372828" y="37114"/>
                    </a:cubicBezTo>
                    <a:cubicBezTo>
                      <a:pt x="346878" y="37114"/>
                      <a:pt x="334588" y="29488"/>
                      <a:pt x="320351" y="20655"/>
                    </a:cubicBezTo>
                    <a:cubicBezTo>
                      <a:pt x="315770" y="17912"/>
                      <a:pt x="310997" y="14867"/>
                      <a:pt x="305702" y="12124"/>
                    </a:cubicBezTo>
                    <a:cubicBezTo>
                      <a:pt x="303069" y="11084"/>
                      <a:pt x="300490" y="9866"/>
                      <a:pt x="298021" y="8475"/>
                    </a:cubicBezTo>
                    <a:cubicBezTo>
                      <a:pt x="283839" y="2572"/>
                      <a:pt x="268559" y="-308"/>
                      <a:pt x="253198" y="26"/>
                    </a:cubicBezTo>
                    <a:cubicBezTo>
                      <a:pt x="219319" y="26"/>
                      <a:pt x="201625" y="10999"/>
                      <a:pt x="186044" y="20655"/>
                    </a:cubicBezTo>
                    <a:cubicBezTo>
                      <a:pt x="171807" y="29488"/>
                      <a:pt x="159490" y="37114"/>
                      <a:pt x="133539" y="37114"/>
                    </a:cubicBezTo>
                    <a:cubicBezTo>
                      <a:pt x="107588" y="37114"/>
                      <a:pt x="95299" y="29488"/>
                      <a:pt x="81062" y="20655"/>
                    </a:cubicBezTo>
                    <a:cubicBezTo>
                      <a:pt x="65480" y="10972"/>
                      <a:pt x="47787" y="26"/>
                      <a:pt x="13908" y="26"/>
                    </a:cubicBezTo>
                    <a:cubicBezTo>
                      <a:pt x="6227" y="26"/>
                      <a:pt x="0" y="6253"/>
                      <a:pt x="0" y="13934"/>
                    </a:cubicBezTo>
                    <a:cubicBezTo>
                      <a:pt x="0" y="21615"/>
                      <a:pt x="6227" y="27842"/>
                      <a:pt x="13908" y="27842"/>
                    </a:cubicBezTo>
                    <a:cubicBezTo>
                      <a:pt x="39859" y="27842"/>
                      <a:pt x="52148" y="35468"/>
                      <a:pt x="66413" y="44301"/>
                    </a:cubicBezTo>
                    <a:cubicBezTo>
                      <a:pt x="81994" y="53985"/>
                      <a:pt x="99688" y="64930"/>
                      <a:pt x="133539" y="64930"/>
                    </a:cubicBezTo>
                    <a:cubicBezTo>
                      <a:pt x="167390" y="64930"/>
                      <a:pt x="185111" y="53958"/>
                      <a:pt x="200693" y="44301"/>
                    </a:cubicBezTo>
                    <a:cubicBezTo>
                      <a:pt x="214930" y="35468"/>
                      <a:pt x="227247" y="27842"/>
                      <a:pt x="253198" y="27842"/>
                    </a:cubicBezTo>
                    <a:cubicBezTo>
                      <a:pt x="279148" y="27842"/>
                      <a:pt x="291438" y="35468"/>
                      <a:pt x="305675" y="44301"/>
                    </a:cubicBezTo>
                    <a:cubicBezTo>
                      <a:pt x="321284" y="53985"/>
                      <a:pt x="338950" y="64930"/>
                      <a:pt x="372828" y="64930"/>
                    </a:cubicBezTo>
                    <a:cubicBezTo>
                      <a:pt x="406707" y="64930"/>
                      <a:pt x="424373" y="53958"/>
                      <a:pt x="439982" y="44301"/>
                    </a:cubicBezTo>
                    <a:cubicBezTo>
                      <a:pt x="454219" y="35468"/>
                      <a:pt x="466509" y="27842"/>
                      <a:pt x="492459" y="27842"/>
                    </a:cubicBezTo>
                    <a:cubicBezTo>
                      <a:pt x="518410" y="27842"/>
                      <a:pt x="530864" y="35468"/>
                      <a:pt x="544964" y="44301"/>
                    </a:cubicBezTo>
                    <a:cubicBezTo>
                      <a:pt x="560573" y="53985"/>
                      <a:pt x="578239" y="64930"/>
                      <a:pt x="612118" y="64930"/>
                    </a:cubicBezTo>
                    <a:cubicBezTo>
                      <a:pt x="645996" y="64930"/>
                      <a:pt x="663690" y="53958"/>
                      <a:pt x="679271" y="44301"/>
                    </a:cubicBezTo>
                    <a:cubicBezTo>
                      <a:pt x="693509" y="35468"/>
                      <a:pt x="705826" y="27842"/>
                      <a:pt x="731776" y="27842"/>
                    </a:cubicBezTo>
                    <a:cubicBezTo>
                      <a:pt x="739457" y="27842"/>
                      <a:pt x="745684" y="21615"/>
                      <a:pt x="745684" y="13934"/>
                    </a:cubicBezTo>
                    <a:cubicBezTo>
                      <a:pt x="745684" y="6253"/>
                      <a:pt x="739457" y="26"/>
                      <a:pt x="731776" y="26"/>
                    </a:cubicBez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96287764-7E10-2D44-99B8-DDCE5816E43B}"/>
                  </a:ext>
                </a:extLst>
              </p:cNvPr>
              <p:cNvSpPr/>
              <p:nvPr/>
            </p:nvSpPr>
            <p:spPr>
              <a:xfrm>
                <a:off x="10443821" y="2445645"/>
                <a:ext cx="745684" cy="64930"/>
              </a:xfrm>
              <a:custGeom>
                <a:avLst/>
                <a:gdLst>
                  <a:gd name="connsiteX0" fmla="*/ 731776 w 745684"/>
                  <a:gd name="connsiteY0" fmla="*/ 26 h 64930"/>
                  <a:gd name="connsiteX1" fmla="*/ 664623 w 745684"/>
                  <a:gd name="connsiteY1" fmla="*/ 20655 h 64930"/>
                  <a:gd name="connsiteX2" fmla="*/ 612118 w 745684"/>
                  <a:gd name="connsiteY2" fmla="*/ 37114 h 64930"/>
                  <a:gd name="connsiteX3" fmla="*/ 559613 w 745684"/>
                  <a:gd name="connsiteY3" fmla="*/ 20655 h 64930"/>
                  <a:gd name="connsiteX4" fmla="*/ 492459 w 745684"/>
                  <a:gd name="connsiteY4" fmla="*/ 26 h 64930"/>
                  <a:gd name="connsiteX5" fmla="*/ 447773 w 745684"/>
                  <a:gd name="connsiteY5" fmla="*/ 8420 h 64930"/>
                  <a:gd name="connsiteX6" fmla="*/ 439845 w 745684"/>
                  <a:gd name="connsiteY6" fmla="*/ 12179 h 64930"/>
                  <a:gd name="connsiteX7" fmla="*/ 425306 w 745684"/>
                  <a:gd name="connsiteY7" fmla="*/ 20655 h 64930"/>
                  <a:gd name="connsiteX8" fmla="*/ 372828 w 745684"/>
                  <a:gd name="connsiteY8" fmla="*/ 37114 h 64930"/>
                  <a:gd name="connsiteX9" fmla="*/ 320351 w 745684"/>
                  <a:gd name="connsiteY9" fmla="*/ 20655 h 64930"/>
                  <a:gd name="connsiteX10" fmla="*/ 305702 w 745684"/>
                  <a:gd name="connsiteY10" fmla="*/ 12124 h 64930"/>
                  <a:gd name="connsiteX11" fmla="*/ 298021 w 745684"/>
                  <a:gd name="connsiteY11" fmla="*/ 8475 h 64930"/>
                  <a:gd name="connsiteX12" fmla="*/ 253198 w 745684"/>
                  <a:gd name="connsiteY12" fmla="*/ 26 h 64930"/>
                  <a:gd name="connsiteX13" fmla="*/ 186044 w 745684"/>
                  <a:gd name="connsiteY13" fmla="*/ 20655 h 64930"/>
                  <a:gd name="connsiteX14" fmla="*/ 133539 w 745684"/>
                  <a:gd name="connsiteY14" fmla="*/ 37114 h 64930"/>
                  <a:gd name="connsiteX15" fmla="*/ 81062 w 745684"/>
                  <a:gd name="connsiteY15" fmla="*/ 20655 h 64930"/>
                  <a:gd name="connsiteX16" fmla="*/ 13908 w 745684"/>
                  <a:gd name="connsiteY16" fmla="*/ 26 h 64930"/>
                  <a:gd name="connsiteX17" fmla="*/ 0 w 745684"/>
                  <a:gd name="connsiteY17" fmla="*/ 13934 h 64930"/>
                  <a:gd name="connsiteX18" fmla="*/ 13908 w 745684"/>
                  <a:gd name="connsiteY18" fmla="*/ 27842 h 64930"/>
                  <a:gd name="connsiteX19" fmla="*/ 66413 w 745684"/>
                  <a:gd name="connsiteY19" fmla="*/ 44301 h 64930"/>
                  <a:gd name="connsiteX20" fmla="*/ 133539 w 745684"/>
                  <a:gd name="connsiteY20" fmla="*/ 64930 h 64930"/>
                  <a:gd name="connsiteX21" fmla="*/ 200693 w 745684"/>
                  <a:gd name="connsiteY21" fmla="*/ 44301 h 64930"/>
                  <a:gd name="connsiteX22" fmla="*/ 253198 w 745684"/>
                  <a:gd name="connsiteY22" fmla="*/ 27842 h 64930"/>
                  <a:gd name="connsiteX23" fmla="*/ 305675 w 745684"/>
                  <a:gd name="connsiteY23" fmla="*/ 44301 h 64930"/>
                  <a:gd name="connsiteX24" fmla="*/ 372828 w 745684"/>
                  <a:gd name="connsiteY24" fmla="*/ 64930 h 64930"/>
                  <a:gd name="connsiteX25" fmla="*/ 439982 w 745684"/>
                  <a:gd name="connsiteY25" fmla="*/ 44301 h 64930"/>
                  <a:gd name="connsiteX26" fmla="*/ 492459 w 745684"/>
                  <a:gd name="connsiteY26" fmla="*/ 27842 h 64930"/>
                  <a:gd name="connsiteX27" fmla="*/ 544964 w 745684"/>
                  <a:gd name="connsiteY27" fmla="*/ 44301 h 64930"/>
                  <a:gd name="connsiteX28" fmla="*/ 612118 w 745684"/>
                  <a:gd name="connsiteY28" fmla="*/ 64930 h 64930"/>
                  <a:gd name="connsiteX29" fmla="*/ 679271 w 745684"/>
                  <a:gd name="connsiteY29" fmla="*/ 44301 h 64930"/>
                  <a:gd name="connsiteX30" fmla="*/ 731776 w 745684"/>
                  <a:gd name="connsiteY30" fmla="*/ 27842 h 64930"/>
                  <a:gd name="connsiteX31" fmla="*/ 745684 w 745684"/>
                  <a:gd name="connsiteY31" fmla="*/ 13934 h 64930"/>
                  <a:gd name="connsiteX32" fmla="*/ 731776 w 745684"/>
                  <a:gd name="connsiteY32" fmla="*/ 26 h 6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45684" h="64930">
                    <a:moveTo>
                      <a:pt x="731776" y="26"/>
                    </a:moveTo>
                    <a:cubicBezTo>
                      <a:pt x="697898" y="26"/>
                      <a:pt x="680204" y="10999"/>
                      <a:pt x="664623" y="20655"/>
                    </a:cubicBezTo>
                    <a:cubicBezTo>
                      <a:pt x="650358" y="29488"/>
                      <a:pt x="638068" y="37114"/>
                      <a:pt x="612118" y="37114"/>
                    </a:cubicBezTo>
                    <a:cubicBezTo>
                      <a:pt x="586167" y="37114"/>
                      <a:pt x="573878" y="29488"/>
                      <a:pt x="559613" y="20655"/>
                    </a:cubicBezTo>
                    <a:cubicBezTo>
                      <a:pt x="544032" y="10972"/>
                      <a:pt x="526338" y="26"/>
                      <a:pt x="492459" y="26"/>
                    </a:cubicBezTo>
                    <a:cubicBezTo>
                      <a:pt x="477152" y="-306"/>
                      <a:pt x="461928" y="2553"/>
                      <a:pt x="447773" y="8420"/>
                    </a:cubicBezTo>
                    <a:cubicBezTo>
                      <a:pt x="445222" y="9847"/>
                      <a:pt x="442561" y="11103"/>
                      <a:pt x="439845" y="12179"/>
                    </a:cubicBezTo>
                    <a:cubicBezTo>
                      <a:pt x="434605" y="14922"/>
                      <a:pt x="429860" y="17830"/>
                      <a:pt x="425306" y="20655"/>
                    </a:cubicBezTo>
                    <a:cubicBezTo>
                      <a:pt x="411068" y="29488"/>
                      <a:pt x="398779" y="37114"/>
                      <a:pt x="372828" y="37114"/>
                    </a:cubicBezTo>
                    <a:cubicBezTo>
                      <a:pt x="346878" y="37114"/>
                      <a:pt x="334588" y="29488"/>
                      <a:pt x="320351" y="20655"/>
                    </a:cubicBezTo>
                    <a:cubicBezTo>
                      <a:pt x="315770" y="17912"/>
                      <a:pt x="310997" y="14867"/>
                      <a:pt x="305702" y="12124"/>
                    </a:cubicBezTo>
                    <a:cubicBezTo>
                      <a:pt x="303069" y="11084"/>
                      <a:pt x="300490" y="9866"/>
                      <a:pt x="298021" y="8475"/>
                    </a:cubicBezTo>
                    <a:cubicBezTo>
                      <a:pt x="283839" y="2572"/>
                      <a:pt x="268559" y="-309"/>
                      <a:pt x="253198" y="26"/>
                    </a:cubicBezTo>
                    <a:cubicBezTo>
                      <a:pt x="219319" y="26"/>
                      <a:pt x="201625" y="10999"/>
                      <a:pt x="186044" y="20655"/>
                    </a:cubicBezTo>
                    <a:cubicBezTo>
                      <a:pt x="171807" y="29488"/>
                      <a:pt x="159490" y="37114"/>
                      <a:pt x="133539" y="37114"/>
                    </a:cubicBezTo>
                    <a:cubicBezTo>
                      <a:pt x="107588" y="37114"/>
                      <a:pt x="95299" y="29488"/>
                      <a:pt x="81062" y="20655"/>
                    </a:cubicBezTo>
                    <a:cubicBezTo>
                      <a:pt x="65480" y="10972"/>
                      <a:pt x="47787" y="26"/>
                      <a:pt x="13908" y="26"/>
                    </a:cubicBezTo>
                    <a:cubicBezTo>
                      <a:pt x="6227" y="26"/>
                      <a:pt x="0" y="6253"/>
                      <a:pt x="0" y="13934"/>
                    </a:cubicBezTo>
                    <a:cubicBezTo>
                      <a:pt x="0" y="21615"/>
                      <a:pt x="6227" y="27842"/>
                      <a:pt x="13908" y="27842"/>
                    </a:cubicBezTo>
                    <a:cubicBezTo>
                      <a:pt x="39859" y="27842"/>
                      <a:pt x="52148" y="35468"/>
                      <a:pt x="66413" y="44301"/>
                    </a:cubicBezTo>
                    <a:cubicBezTo>
                      <a:pt x="81994" y="53985"/>
                      <a:pt x="99688" y="64930"/>
                      <a:pt x="133539" y="64930"/>
                    </a:cubicBezTo>
                    <a:cubicBezTo>
                      <a:pt x="167390" y="64930"/>
                      <a:pt x="185111" y="53957"/>
                      <a:pt x="200693" y="44301"/>
                    </a:cubicBezTo>
                    <a:cubicBezTo>
                      <a:pt x="214930" y="35468"/>
                      <a:pt x="227247" y="27842"/>
                      <a:pt x="253198" y="27842"/>
                    </a:cubicBezTo>
                    <a:cubicBezTo>
                      <a:pt x="279148" y="27842"/>
                      <a:pt x="291438" y="35468"/>
                      <a:pt x="305675" y="44301"/>
                    </a:cubicBezTo>
                    <a:cubicBezTo>
                      <a:pt x="321284" y="53985"/>
                      <a:pt x="338950" y="64930"/>
                      <a:pt x="372828" y="64930"/>
                    </a:cubicBezTo>
                    <a:cubicBezTo>
                      <a:pt x="406707" y="64930"/>
                      <a:pt x="424373" y="53957"/>
                      <a:pt x="439982" y="44301"/>
                    </a:cubicBezTo>
                    <a:cubicBezTo>
                      <a:pt x="454219" y="35468"/>
                      <a:pt x="466509" y="27842"/>
                      <a:pt x="492459" y="27842"/>
                    </a:cubicBezTo>
                    <a:cubicBezTo>
                      <a:pt x="518410" y="27842"/>
                      <a:pt x="530864" y="35468"/>
                      <a:pt x="544964" y="44301"/>
                    </a:cubicBezTo>
                    <a:cubicBezTo>
                      <a:pt x="560573" y="53985"/>
                      <a:pt x="578239" y="64930"/>
                      <a:pt x="612118" y="64930"/>
                    </a:cubicBezTo>
                    <a:cubicBezTo>
                      <a:pt x="645996" y="64930"/>
                      <a:pt x="663690" y="53957"/>
                      <a:pt x="679271" y="44301"/>
                    </a:cubicBezTo>
                    <a:cubicBezTo>
                      <a:pt x="693509" y="35468"/>
                      <a:pt x="705826" y="27842"/>
                      <a:pt x="731776" y="27842"/>
                    </a:cubicBezTo>
                    <a:cubicBezTo>
                      <a:pt x="739457" y="27842"/>
                      <a:pt x="745684" y="21615"/>
                      <a:pt x="745684" y="13934"/>
                    </a:cubicBezTo>
                    <a:cubicBezTo>
                      <a:pt x="745684" y="6253"/>
                      <a:pt x="739457" y="26"/>
                      <a:pt x="731776" y="26"/>
                    </a:cubicBez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59C3B988-CFC2-2AE1-9C49-D7746DDD882C}"/>
                  </a:ext>
                </a:extLst>
              </p:cNvPr>
              <p:cNvSpPr/>
              <p:nvPr/>
            </p:nvSpPr>
            <p:spPr>
              <a:xfrm>
                <a:off x="10443821" y="2635229"/>
                <a:ext cx="745684" cy="64956"/>
              </a:xfrm>
              <a:custGeom>
                <a:avLst/>
                <a:gdLst>
                  <a:gd name="connsiteX0" fmla="*/ 731776 w 745684"/>
                  <a:gd name="connsiteY0" fmla="*/ 25 h 64956"/>
                  <a:gd name="connsiteX1" fmla="*/ 664623 w 745684"/>
                  <a:gd name="connsiteY1" fmla="*/ 20654 h 64956"/>
                  <a:gd name="connsiteX2" fmla="*/ 612118 w 745684"/>
                  <a:gd name="connsiteY2" fmla="*/ 37113 h 64956"/>
                  <a:gd name="connsiteX3" fmla="*/ 559613 w 745684"/>
                  <a:gd name="connsiteY3" fmla="*/ 20654 h 64956"/>
                  <a:gd name="connsiteX4" fmla="*/ 492459 w 745684"/>
                  <a:gd name="connsiteY4" fmla="*/ 25 h 64956"/>
                  <a:gd name="connsiteX5" fmla="*/ 447773 w 745684"/>
                  <a:gd name="connsiteY5" fmla="*/ 8419 h 64956"/>
                  <a:gd name="connsiteX6" fmla="*/ 439845 w 745684"/>
                  <a:gd name="connsiteY6" fmla="*/ 12177 h 64956"/>
                  <a:gd name="connsiteX7" fmla="*/ 425306 w 745684"/>
                  <a:gd name="connsiteY7" fmla="*/ 20654 h 64956"/>
                  <a:gd name="connsiteX8" fmla="*/ 372828 w 745684"/>
                  <a:gd name="connsiteY8" fmla="*/ 37113 h 64956"/>
                  <a:gd name="connsiteX9" fmla="*/ 320351 w 745684"/>
                  <a:gd name="connsiteY9" fmla="*/ 20654 h 64956"/>
                  <a:gd name="connsiteX10" fmla="*/ 305702 w 745684"/>
                  <a:gd name="connsiteY10" fmla="*/ 12122 h 64956"/>
                  <a:gd name="connsiteX11" fmla="*/ 298021 w 745684"/>
                  <a:gd name="connsiteY11" fmla="*/ 8501 h 64956"/>
                  <a:gd name="connsiteX12" fmla="*/ 253198 w 745684"/>
                  <a:gd name="connsiteY12" fmla="*/ 25 h 64956"/>
                  <a:gd name="connsiteX13" fmla="*/ 186044 w 745684"/>
                  <a:gd name="connsiteY13" fmla="*/ 20654 h 64956"/>
                  <a:gd name="connsiteX14" fmla="*/ 133539 w 745684"/>
                  <a:gd name="connsiteY14" fmla="*/ 37113 h 64956"/>
                  <a:gd name="connsiteX15" fmla="*/ 81062 w 745684"/>
                  <a:gd name="connsiteY15" fmla="*/ 20654 h 64956"/>
                  <a:gd name="connsiteX16" fmla="*/ 13908 w 745684"/>
                  <a:gd name="connsiteY16" fmla="*/ 25 h 64956"/>
                  <a:gd name="connsiteX17" fmla="*/ 0 w 745684"/>
                  <a:gd name="connsiteY17" fmla="*/ 13933 h 64956"/>
                  <a:gd name="connsiteX18" fmla="*/ 13908 w 745684"/>
                  <a:gd name="connsiteY18" fmla="*/ 27841 h 64956"/>
                  <a:gd name="connsiteX19" fmla="*/ 66413 w 745684"/>
                  <a:gd name="connsiteY19" fmla="*/ 44300 h 64956"/>
                  <a:gd name="connsiteX20" fmla="*/ 133539 w 745684"/>
                  <a:gd name="connsiteY20" fmla="*/ 64956 h 64956"/>
                  <a:gd name="connsiteX21" fmla="*/ 200693 w 745684"/>
                  <a:gd name="connsiteY21" fmla="*/ 44300 h 64956"/>
                  <a:gd name="connsiteX22" fmla="*/ 253198 w 745684"/>
                  <a:gd name="connsiteY22" fmla="*/ 27841 h 64956"/>
                  <a:gd name="connsiteX23" fmla="*/ 305675 w 745684"/>
                  <a:gd name="connsiteY23" fmla="*/ 44300 h 64956"/>
                  <a:gd name="connsiteX24" fmla="*/ 372828 w 745684"/>
                  <a:gd name="connsiteY24" fmla="*/ 64956 h 64956"/>
                  <a:gd name="connsiteX25" fmla="*/ 439982 w 745684"/>
                  <a:gd name="connsiteY25" fmla="*/ 44300 h 64956"/>
                  <a:gd name="connsiteX26" fmla="*/ 492459 w 745684"/>
                  <a:gd name="connsiteY26" fmla="*/ 27841 h 64956"/>
                  <a:gd name="connsiteX27" fmla="*/ 544964 w 745684"/>
                  <a:gd name="connsiteY27" fmla="*/ 44300 h 64956"/>
                  <a:gd name="connsiteX28" fmla="*/ 612118 w 745684"/>
                  <a:gd name="connsiteY28" fmla="*/ 64956 h 64956"/>
                  <a:gd name="connsiteX29" fmla="*/ 679271 w 745684"/>
                  <a:gd name="connsiteY29" fmla="*/ 44300 h 64956"/>
                  <a:gd name="connsiteX30" fmla="*/ 731776 w 745684"/>
                  <a:gd name="connsiteY30" fmla="*/ 27841 h 64956"/>
                  <a:gd name="connsiteX31" fmla="*/ 745684 w 745684"/>
                  <a:gd name="connsiteY31" fmla="*/ 13933 h 64956"/>
                  <a:gd name="connsiteX32" fmla="*/ 731776 w 745684"/>
                  <a:gd name="connsiteY32" fmla="*/ 25 h 6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45684" h="64956">
                    <a:moveTo>
                      <a:pt x="731776" y="25"/>
                    </a:moveTo>
                    <a:cubicBezTo>
                      <a:pt x="697898" y="25"/>
                      <a:pt x="680204" y="10998"/>
                      <a:pt x="664623" y="20654"/>
                    </a:cubicBezTo>
                    <a:cubicBezTo>
                      <a:pt x="650358" y="29487"/>
                      <a:pt x="638068" y="37113"/>
                      <a:pt x="612118" y="37113"/>
                    </a:cubicBezTo>
                    <a:cubicBezTo>
                      <a:pt x="586167" y="37113"/>
                      <a:pt x="573878" y="29459"/>
                      <a:pt x="559613" y="20654"/>
                    </a:cubicBezTo>
                    <a:cubicBezTo>
                      <a:pt x="544032" y="10998"/>
                      <a:pt x="526338" y="25"/>
                      <a:pt x="492459" y="25"/>
                    </a:cubicBezTo>
                    <a:cubicBezTo>
                      <a:pt x="477152" y="-291"/>
                      <a:pt x="461928" y="2568"/>
                      <a:pt x="447773" y="8419"/>
                    </a:cubicBezTo>
                    <a:cubicBezTo>
                      <a:pt x="445222" y="9856"/>
                      <a:pt x="442561" y="11113"/>
                      <a:pt x="439845" y="12177"/>
                    </a:cubicBezTo>
                    <a:cubicBezTo>
                      <a:pt x="434605" y="14920"/>
                      <a:pt x="429860" y="17856"/>
                      <a:pt x="425306" y="20654"/>
                    </a:cubicBezTo>
                    <a:cubicBezTo>
                      <a:pt x="411068" y="29487"/>
                      <a:pt x="398779" y="37113"/>
                      <a:pt x="372828" y="37113"/>
                    </a:cubicBezTo>
                    <a:cubicBezTo>
                      <a:pt x="346878" y="37113"/>
                      <a:pt x="334588" y="29459"/>
                      <a:pt x="320351" y="20654"/>
                    </a:cubicBezTo>
                    <a:cubicBezTo>
                      <a:pt x="315770" y="17910"/>
                      <a:pt x="310997" y="14893"/>
                      <a:pt x="305702" y="12122"/>
                    </a:cubicBezTo>
                    <a:cubicBezTo>
                      <a:pt x="303069" y="11080"/>
                      <a:pt x="300490" y="9870"/>
                      <a:pt x="298021" y="8501"/>
                    </a:cubicBezTo>
                    <a:cubicBezTo>
                      <a:pt x="283839" y="2587"/>
                      <a:pt x="268559" y="-302"/>
                      <a:pt x="253198" y="25"/>
                    </a:cubicBezTo>
                    <a:cubicBezTo>
                      <a:pt x="219319" y="25"/>
                      <a:pt x="201625" y="10998"/>
                      <a:pt x="186044" y="20654"/>
                    </a:cubicBezTo>
                    <a:cubicBezTo>
                      <a:pt x="171807" y="29487"/>
                      <a:pt x="159490" y="37113"/>
                      <a:pt x="133539" y="37113"/>
                    </a:cubicBezTo>
                    <a:cubicBezTo>
                      <a:pt x="107588" y="37113"/>
                      <a:pt x="95299" y="29459"/>
                      <a:pt x="81062" y="20654"/>
                    </a:cubicBezTo>
                    <a:cubicBezTo>
                      <a:pt x="65480" y="10998"/>
                      <a:pt x="47787" y="25"/>
                      <a:pt x="13908" y="25"/>
                    </a:cubicBezTo>
                    <a:cubicBezTo>
                      <a:pt x="6227" y="25"/>
                      <a:pt x="0" y="6252"/>
                      <a:pt x="0" y="13933"/>
                    </a:cubicBezTo>
                    <a:cubicBezTo>
                      <a:pt x="0" y="21614"/>
                      <a:pt x="6227" y="27841"/>
                      <a:pt x="13908" y="27841"/>
                    </a:cubicBezTo>
                    <a:cubicBezTo>
                      <a:pt x="39859" y="27841"/>
                      <a:pt x="52148" y="35467"/>
                      <a:pt x="66413" y="44300"/>
                    </a:cubicBezTo>
                    <a:cubicBezTo>
                      <a:pt x="81994" y="53984"/>
                      <a:pt x="99688" y="64956"/>
                      <a:pt x="133539" y="64956"/>
                    </a:cubicBezTo>
                    <a:cubicBezTo>
                      <a:pt x="167390" y="64956"/>
                      <a:pt x="185111" y="53984"/>
                      <a:pt x="200693" y="44300"/>
                    </a:cubicBezTo>
                    <a:cubicBezTo>
                      <a:pt x="214930" y="35467"/>
                      <a:pt x="227247" y="27841"/>
                      <a:pt x="253198" y="27841"/>
                    </a:cubicBezTo>
                    <a:cubicBezTo>
                      <a:pt x="279148" y="27841"/>
                      <a:pt x="291438" y="35467"/>
                      <a:pt x="305675" y="44300"/>
                    </a:cubicBezTo>
                    <a:cubicBezTo>
                      <a:pt x="321284" y="53984"/>
                      <a:pt x="338950" y="64956"/>
                      <a:pt x="372828" y="64956"/>
                    </a:cubicBezTo>
                    <a:cubicBezTo>
                      <a:pt x="406707" y="64956"/>
                      <a:pt x="424373" y="53984"/>
                      <a:pt x="439982" y="44300"/>
                    </a:cubicBezTo>
                    <a:cubicBezTo>
                      <a:pt x="454219" y="35467"/>
                      <a:pt x="466509" y="27841"/>
                      <a:pt x="492459" y="27841"/>
                    </a:cubicBezTo>
                    <a:cubicBezTo>
                      <a:pt x="518410" y="27841"/>
                      <a:pt x="530864" y="35494"/>
                      <a:pt x="544964" y="44300"/>
                    </a:cubicBezTo>
                    <a:cubicBezTo>
                      <a:pt x="560573" y="53984"/>
                      <a:pt x="578239" y="64956"/>
                      <a:pt x="612118" y="64956"/>
                    </a:cubicBezTo>
                    <a:cubicBezTo>
                      <a:pt x="645996" y="64956"/>
                      <a:pt x="663690" y="53984"/>
                      <a:pt x="679271" y="44300"/>
                    </a:cubicBezTo>
                    <a:cubicBezTo>
                      <a:pt x="693509" y="35494"/>
                      <a:pt x="705826" y="27841"/>
                      <a:pt x="731776" y="27841"/>
                    </a:cubicBezTo>
                    <a:cubicBezTo>
                      <a:pt x="739457" y="27841"/>
                      <a:pt x="745684" y="21614"/>
                      <a:pt x="745684" y="13933"/>
                    </a:cubicBezTo>
                    <a:cubicBezTo>
                      <a:pt x="745684" y="6252"/>
                      <a:pt x="739457" y="25"/>
                      <a:pt x="731776" y="25"/>
                    </a:cubicBezTo>
                    <a:close/>
                  </a:path>
                </a:pathLst>
              </a:custGeom>
              <a:solidFill>
                <a:srgbClr val="3978A4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C09B711-7837-9174-9994-B501FD23D898}"/>
                </a:ext>
              </a:extLst>
            </p:cNvPr>
            <p:cNvSpPr/>
            <p:nvPr/>
          </p:nvSpPr>
          <p:spPr>
            <a:xfrm>
              <a:off x="10747356" y="2277485"/>
              <a:ext cx="138613" cy="356177"/>
            </a:xfrm>
            <a:custGeom>
              <a:avLst/>
              <a:gdLst>
                <a:gd name="connsiteX0" fmla="*/ 69321 w 138613"/>
                <a:gd name="connsiteY0" fmla="*/ 356177 h 356177"/>
                <a:gd name="connsiteX1" fmla="*/ 138614 w 138613"/>
                <a:gd name="connsiteY1" fmla="*/ 339252 h 356177"/>
                <a:gd name="connsiteX2" fmla="*/ 138614 w 138613"/>
                <a:gd name="connsiteY2" fmla="*/ 0 h 356177"/>
                <a:gd name="connsiteX3" fmla="*/ 69321 w 138613"/>
                <a:gd name="connsiteY3" fmla="*/ 11549 h 356177"/>
                <a:gd name="connsiteX4" fmla="*/ 0 w 138613"/>
                <a:gd name="connsiteY4" fmla="*/ 0 h 356177"/>
                <a:gd name="connsiteX5" fmla="*/ 0 w 138613"/>
                <a:gd name="connsiteY5" fmla="*/ 339252 h 356177"/>
                <a:gd name="connsiteX6" fmla="*/ 69321 w 138613"/>
                <a:gd name="connsiteY6" fmla="*/ 356177 h 35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613" h="356177">
                  <a:moveTo>
                    <a:pt x="69321" y="356177"/>
                  </a:moveTo>
                  <a:cubicBezTo>
                    <a:pt x="107726" y="356177"/>
                    <a:pt x="138614" y="348606"/>
                    <a:pt x="138614" y="339252"/>
                  </a:cubicBezTo>
                  <a:lnTo>
                    <a:pt x="138614" y="0"/>
                  </a:lnTo>
                  <a:cubicBezTo>
                    <a:pt x="119796" y="10095"/>
                    <a:pt x="86493" y="11549"/>
                    <a:pt x="69321" y="11549"/>
                  </a:cubicBezTo>
                  <a:cubicBezTo>
                    <a:pt x="52148" y="11549"/>
                    <a:pt x="18818" y="10095"/>
                    <a:pt x="0" y="0"/>
                  </a:cubicBezTo>
                  <a:lnTo>
                    <a:pt x="0" y="339252"/>
                  </a:lnTo>
                  <a:cubicBezTo>
                    <a:pt x="0" y="348606"/>
                    <a:pt x="31026" y="356177"/>
                    <a:pt x="69321" y="356177"/>
                  </a:cubicBezTo>
                  <a:close/>
                </a:path>
              </a:pathLst>
            </a:custGeom>
            <a:solidFill>
              <a:srgbClr val="E54035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3F2B3A3-104E-6B25-671D-06FD465FA696}"/>
                </a:ext>
              </a:extLst>
            </p:cNvPr>
            <p:cNvSpPr/>
            <p:nvPr/>
          </p:nvSpPr>
          <p:spPr>
            <a:xfrm>
              <a:off x="10747356" y="1936039"/>
              <a:ext cx="932895" cy="767574"/>
            </a:xfrm>
            <a:custGeom>
              <a:avLst/>
              <a:gdLst>
                <a:gd name="connsiteX0" fmla="*/ 847155 w 932895"/>
                <a:gd name="connsiteY0" fmla="*/ 219867 h 767574"/>
                <a:gd name="connsiteX1" fmla="*/ 790700 w 932895"/>
                <a:gd name="connsiteY1" fmla="*/ 219867 h 767574"/>
                <a:gd name="connsiteX2" fmla="*/ 790700 w 932895"/>
                <a:gd name="connsiteY2" fmla="*/ 121743 h 767574"/>
                <a:gd name="connsiteX3" fmla="*/ 668957 w 932895"/>
                <a:gd name="connsiteY3" fmla="*/ 0 h 767574"/>
                <a:gd name="connsiteX4" fmla="*/ 173645 w 932895"/>
                <a:gd name="connsiteY4" fmla="*/ 0 h 767574"/>
                <a:gd name="connsiteX5" fmla="*/ 51929 w 932895"/>
                <a:gd name="connsiteY5" fmla="*/ 121743 h 767574"/>
                <a:gd name="connsiteX6" fmla="*/ 51929 w 932895"/>
                <a:gd name="connsiteY6" fmla="*/ 326304 h 767574"/>
                <a:gd name="connsiteX7" fmla="*/ 0 w 932895"/>
                <a:gd name="connsiteY7" fmla="*/ 342763 h 767574"/>
                <a:gd name="connsiteX8" fmla="*/ 69321 w 932895"/>
                <a:gd name="connsiteY8" fmla="*/ 359688 h 767574"/>
                <a:gd name="connsiteX9" fmla="*/ 138614 w 932895"/>
                <a:gd name="connsiteY9" fmla="*/ 342763 h 767574"/>
                <a:gd name="connsiteX10" fmla="*/ 86685 w 932895"/>
                <a:gd name="connsiteY10" fmla="*/ 326304 h 767574"/>
                <a:gd name="connsiteX11" fmla="*/ 86685 w 932895"/>
                <a:gd name="connsiteY11" fmla="*/ 121743 h 767574"/>
                <a:gd name="connsiteX12" fmla="*/ 173645 w 932895"/>
                <a:gd name="connsiteY12" fmla="*/ 34784 h 767574"/>
                <a:gd name="connsiteX13" fmla="*/ 668957 w 932895"/>
                <a:gd name="connsiteY13" fmla="*/ 34784 h 767574"/>
                <a:gd name="connsiteX14" fmla="*/ 755916 w 932895"/>
                <a:gd name="connsiteY14" fmla="*/ 121743 h 767574"/>
                <a:gd name="connsiteX15" fmla="*/ 755916 w 932895"/>
                <a:gd name="connsiteY15" fmla="*/ 219867 h 767574"/>
                <a:gd name="connsiteX16" fmla="*/ 699516 w 932895"/>
                <a:gd name="connsiteY16" fmla="*/ 219867 h 767574"/>
                <a:gd name="connsiteX17" fmla="*/ 613709 w 932895"/>
                <a:gd name="connsiteY17" fmla="*/ 305678 h 767574"/>
                <a:gd name="connsiteX18" fmla="*/ 615409 w 932895"/>
                <a:gd name="connsiteY18" fmla="*/ 322655 h 767574"/>
                <a:gd name="connsiteX19" fmla="*/ 659301 w 932895"/>
                <a:gd name="connsiteY19" fmla="*/ 540301 h 767574"/>
                <a:gd name="connsiteX20" fmla="*/ 659301 w 932895"/>
                <a:gd name="connsiteY20" fmla="*/ 709611 h 767574"/>
                <a:gd name="connsiteX21" fmla="*/ 717264 w 932895"/>
                <a:gd name="connsiteY21" fmla="*/ 767575 h 767574"/>
                <a:gd name="connsiteX22" fmla="*/ 829324 w 932895"/>
                <a:gd name="connsiteY22" fmla="*/ 767575 h 767574"/>
                <a:gd name="connsiteX23" fmla="*/ 887288 w 932895"/>
                <a:gd name="connsiteY23" fmla="*/ 709611 h 767574"/>
                <a:gd name="connsiteX24" fmla="*/ 887288 w 932895"/>
                <a:gd name="connsiteY24" fmla="*/ 540301 h 767574"/>
                <a:gd name="connsiteX25" fmla="*/ 931179 w 932895"/>
                <a:gd name="connsiteY25" fmla="*/ 322655 h 767574"/>
                <a:gd name="connsiteX26" fmla="*/ 864108 w 932895"/>
                <a:gd name="connsiteY26" fmla="*/ 221571 h 767574"/>
                <a:gd name="connsiteX27" fmla="*/ 847155 w 932895"/>
                <a:gd name="connsiteY27" fmla="*/ 219867 h 767574"/>
                <a:gd name="connsiteX28" fmla="*/ 733258 w 932895"/>
                <a:gd name="connsiteY28" fmla="*/ 686760 h 767574"/>
                <a:gd name="connsiteX29" fmla="*/ 690107 w 932895"/>
                <a:gd name="connsiteY29" fmla="*/ 686760 h 767574"/>
                <a:gd name="connsiteX30" fmla="*/ 690107 w 932895"/>
                <a:gd name="connsiteY30" fmla="*/ 643774 h 767574"/>
                <a:gd name="connsiteX31" fmla="*/ 733258 w 932895"/>
                <a:gd name="connsiteY31" fmla="*/ 643774 h 767574"/>
                <a:gd name="connsiteX32" fmla="*/ 733258 w 932895"/>
                <a:gd name="connsiteY32" fmla="*/ 613544 h 767574"/>
                <a:gd name="connsiteX33" fmla="*/ 690107 w 932895"/>
                <a:gd name="connsiteY33" fmla="*/ 613544 h 767574"/>
                <a:gd name="connsiteX34" fmla="*/ 690107 w 932895"/>
                <a:gd name="connsiteY34" fmla="*/ 570394 h 767574"/>
                <a:gd name="connsiteX35" fmla="*/ 733258 w 932895"/>
                <a:gd name="connsiteY35" fmla="*/ 570394 h 767574"/>
                <a:gd name="connsiteX36" fmla="*/ 733258 w 932895"/>
                <a:gd name="connsiteY36" fmla="*/ 540301 h 767574"/>
                <a:gd name="connsiteX37" fmla="*/ 690107 w 932895"/>
                <a:gd name="connsiteY37" fmla="*/ 540301 h 767574"/>
                <a:gd name="connsiteX38" fmla="*/ 690107 w 932895"/>
                <a:gd name="connsiteY38" fmla="*/ 497178 h 767574"/>
                <a:gd name="connsiteX39" fmla="*/ 733258 w 932895"/>
                <a:gd name="connsiteY39" fmla="*/ 497178 h 767574"/>
                <a:gd name="connsiteX40" fmla="*/ 794870 w 932895"/>
                <a:gd name="connsiteY40" fmla="*/ 686760 h 767574"/>
                <a:gd name="connsiteX41" fmla="*/ 751637 w 932895"/>
                <a:gd name="connsiteY41" fmla="*/ 686760 h 767574"/>
                <a:gd name="connsiteX42" fmla="*/ 751637 w 932895"/>
                <a:gd name="connsiteY42" fmla="*/ 643774 h 767574"/>
                <a:gd name="connsiteX43" fmla="*/ 794760 w 932895"/>
                <a:gd name="connsiteY43" fmla="*/ 643774 h 767574"/>
                <a:gd name="connsiteX44" fmla="*/ 794870 w 932895"/>
                <a:gd name="connsiteY44" fmla="*/ 613544 h 767574"/>
                <a:gd name="connsiteX45" fmla="*/ 751637 w 932895"/>
                <a:gd name="connsiteY45" fmla="*/ 613544 h 767574"/>
                <a:gd name="connsiteX46" fmla="*/ 751637 w 932895"/>
                <a:gd name="connsiteY46" fmla="*/ 570394 h 767574"/>
                <a:gd name="connsiteX47" fmla="*/ 794760 w 932895"/>
                <a:gd name="connsiteY47" fmla="*/ 570394 h 767574"/>
                <a:gd name="connsiteX48" fmla="*/ 794870 w 932895"/>
                <a:gd name="connsiteY48" fmla="*/ 540301 h 767574"/>
                <a:gd name="connsiteX49" fmla="*/ 751637 w 932895"/>
                <a:gd name="connsiteY49" fmla="*/ 540301 h 767574"/>
                <a:gd name="connsiteX50" fmla="*/ 751637 w 932895"/>
                <a:gd name="connsiteY50" fmla="*/ 497178 h 767574"/>
                <a:gd name="connsiteX51" fmla="*/ 794760 w 932895"/>
                <a:gd name="connsiteY51" fmla="*/ 497178 h 767574"/>
                <a:gd name="connsiteX52" fmla="*/ 856482 w 932895"/>
                <a:gd name="connsiteY52" fmla="*/ 686760 h 767574"/>
                <a:gd name="connsiteX53" fmla="*/ 813359 w 932895"/>
                <a:gd name="connsiteY53" fmla="*/ 686760 h 767574"/>
                <a:gd name="connsiteX54" fmla="*/ 813359 w 932895"/>
                <a:gd name="connsiteY54" fmla="*/ 643774 h 767574"/>
                <a:gd name="connsiteX55" fmla="*/ 856482 w 932895"/>
                <a:gd name="connsiteY55" fmla="*/ 643774 h 767574"/>
                <a:gd name="connsiteX56" fmla="*/ 856482 w 932895"/>
                <a:gd name="connsiteY56" fmla="*/ 613544 h 767574"/>
                <a:gd name="connsiteX57" fmla="*/ 813359 w 932895"/>
                <a:gd name="connsiteY57" fmla="*/ 613544 h 767574"/>
                <a:gd name="connsiteX58" fmla="*/ 813359 w 932895"/>
                <a:gd name="connsiteY58" fmla="*/ 570394 h 767574"/>
                <a:gd name="connsiteX59" fmla="*/ 856482 w 932895"/>
                <a:gd name="connsiteY59" fmla="*/ 570394 h 767574"/>
                <a:gd name="connsiteX60" fmla="*/ 856482 w 932895"/>
                <a:gd name="connsiteY60" fmla="*/ 540301 h 767574"/>
                <a:gd name="connsiteX61" fmla="*/ 813359 w 932895"/>
                <a:gd name="connsiteY61" fmla="*/ 540301 h 767574"/>
                <a:gd name="connsiteX62" fmla="*/ 813359 w 932895"/>
                <a:gd name="connsiteY62" fmla="*/ 497178 h 767574"/>
                <a:gd name="connsiteX63" fmla="*/ 856482 w 932895"/>
                <a:gd name="connsiteY63" fmla="*/ 497178 h 767574"/>
                <a:gd name="connsiteX64" fmla="*/ 868799 w 932895"/>
                <a:gd name="connsiteY64" fmla="*/ 414717 h 767574"/>
                <a:gd name="connsiteX65" fmla="*/ 677790 w 932895"/>
                <a:gd name="connsiteY65" fmla="*/ 414717 h 767574"/>
                <a:gd name="connsiteX66" fmla="*/ 677790 w 932895"/>
                <a:gd name="connsiteY66" fmla="*/ 282220 h 767574"/>
                <a:gd name="connsiteX67" fmla="*/ 868799 w 932895"/>
                <a:gd name="connsiteY67" fmla="*/ 282220 h 767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932895" h="767574">
                  <a:moveTo>
                    <a:pt x="847155" y="219867"/>
                  </a:moveTo>
                  <a:lnTo>
                    <a:pt x="790700" y="219867"/>
                  </a:lnTo>
                  <a:lnTo>
                    <a:pt x="790700" y="121743"/>
                  </a:lnTo>
                  <a:cubicBezTo>
                    <a:pt x="790618" y="54538"/>
                    <a:pt x="736165" y="77"/>
                    <a:pt x="668957" y="0"/>
                  </a:cubicBezTo>
                  <a:lnTo>
                    <a:pt x="173645" y="0"/>
                  </a:lnTo>
                  <a:cubicBezTo>
                    <a:pt x="106436" y="77"/>
                    <a:pt x="51984" y="54543"/>
                    <a:pt x="51929" y="121743"/>
                  </a:cubicBezTo>
                  <a:lnTo>
                    <a:pt x="51929" y="326304"/>
                  </a:lnTo>
                  <a:cubicBezTo>
                    <a:pt x="22055" y="328196"/>
                    <a:pt x="0" y="334835"/>
                    <a:pt x="0" y="342763"/>
                  </a:cubicBezTo>
                  <a:cubicBezTo>
                    <a:pt x="0" y="352117"/>
                    <a:pt x="31026" y="359688"/>
                    <a:pt x="69321" y="359688"/>
                  </a:cubicBezTo>
                  <a:cubicBezTo>
                    <a:pt x="107616" y="359688"/>
                    <a:pt x="138614" y="352117"/>
                    <a:pt x="138614" y="342763"/>
                  </a:cubicBezTo>
                  <a:cubicBezTo>
                    <a:pt x="138614" y="334890"/>
                    <a:pt x="116668" y="328251"/>
                    <a:pt x="86685" y="326304"/>
                  </a:cubicBezTo>
                  <a:lnTo>
                    <a:pt x="86685" y="121743"/>
                  </a:lnTo>
                  <a:cubicBezTo>
                    <a:pt x="86740" y="73743"/>
                    <a:pt x="125639" y="34844"/>
                    <a:pt x="173645" y="34784"/>
                  </a:cubicBezTo>
                  <a:lnTo>
                    <a:pt x="668957" y="34784"/>
                  </a:lnTo>
                  <a:cubicBezTo>
                    <a:pt x="716963" y="34844"/>
                    <a:pt x="755861" y="73743"/>
                    <a:pt x="755916" y="121743"/>
                  </a:cubicBezTo>
                  <a:lnTo>
                    <a:pt x="755916" y="219867"/>
                  </a:lnTo>
                  <a:lnTo>
                    <a:pt x="699516" y="219867"/>
                  </a:lnTo>
                  <a:cubicBezTo>
                    <a:pt x="652113" y="219870"/>
                    <a:pt x="613709" y="258289"/>
                    <a:pt x="613709" y="305678"/>
                  </a:cubicBezTo>
                  <a:cubicBezTo>
                    <a:pt x="613709" y="311381"/>
                    <a:pt x="614285" y="317067"/>
                    <a:pt x="615409" y="322655"/>
                  </a:cubicBezTo>
                  <a:lnTo>
                    <a:pt x="659301" y="540301"/>
                  </a:lnTo>
                  <a:lnTo>
                    <a:pt x="659301" y="709611"/>
                  </a:lnTo>
                  <a:cubicBezTo>
                    <a:pt x="659301" y="741624"/>
                    <a:pt x="685252" y="767575"/>
                    <a:pt x="717264" y="767575"/>
                  </a:cubicBezTo>
                  <a:lnTo>
                    <a:pt x="829324" y="767575"/>
                  </a:lnTo>
                  <a:cubicBezTo>
                    <a:pt x="861337" y="767575"/>
                    <a:pt x="887288" y="741624"/>
                    <a:pt x="887288" y="709611"/>
                  </a:cubicBezTo>
                  <a:lnTo>
                    <a:pt x="887288" y="540301"/>
                  </a:lnTo>
                  <a:lnTo>
                    <a:pt x="931179" y="322655"/>
                  </a:lnTo>
                  <a:cubicBezTo>
                    <a:pt x="940561" y="276221"/>
                    <a:pt x="910551" y="230964"/>
                    <a:pt x="864108" y="221571"/>
                  </a:cubicBezTo>
                  <a:cubicBezTo>
                    <a:pt x="858539" y="220441"/>
                    <a:pt x="852861" y="219870"/>
                    <a:pt x="847155" y="219867"/>
                  </a:cubicBezTo>
                  <a:close/>
                  <a:moveTo>
                    <a:pt x="733258" y="686760"/>
                  </a:moveTo>
                  <a:lnTo>
                    <a:pt x="690107" y="686760"/>
                  </a:lnTo>
                  <a:lnTo>
                    <a:pt x="690107" y="643774"/>
                  </a:lnTo>
                  <a:lnTo>
                    <a:pt x="733258" y="643774"/>
                  </a:lnTo>
                  <a:close/>
                  <a:moveTo>
                    <a:pt x="733258" y="613544"/>
                  </a:moveTo>
                  <a:lnTo>
                    <a:pt x="690107" y="613544"/>
                  </a:lnTo>
                  <a:lnTo>
                    <a:pt x="690107" y="570394"/>
                  </a:lnTo>
                  <a:lnTo>
                    <a:pt x="733258" y="570394"/>
                  </a:lnTo>
                  <a:close/>
                  <a:moveTo>
                    <a:pt x="733258" y="540301"/>
                  </a:moveTo>
                  <a:lnTo>
                    <a:pt x="690107" y="540301"/>
                  </a:lnTo>
                  <a:lnTo>
                    <a:pt x="690107" y="497178"/>
                  </a:lnTo>
                  <a:lnTo>
                    <a:pt x="733258" y="497178"/>
                  </a:lnTo>
                  <a:close/>
                  <a:moveTo>
                    <a:pt x="794870" y="686760"/>
                  </a:moveTo>
                  <a:lnTo>
                    <a:pt x="751637" y="686760"/>
                  </a:lnTo>
                  <a:lnTo>
                    <a:pt x="751637" y="643774"/>
                  </a:lnTo>
                  <a:lnTo>
                    <a:pt x="794760" y="643774"/>
                  </a:lnTo>
                  <a:close/>
                  <a:moveTo>
                    <a:pt x="794870" y="613544"/>
                  </a:moveTo>
                  <a:lnTo>
                    <a:pt x="751637" y="613544"/>
                  </a:lnTo>
                  <a:lnTo>
                    <a:pt x="751637" y="570394"/>
                  </a:lnTo>
                  <a:lnTo>
                    <a:pt x="794760" y="570394"/>
                  </a:lnTo>
                  <a:close/>
                  <a:moveTo>
                    <a:pt x="794870" y="540301"/>
                  </a:moveTo>
                  <a:lnTo>
                    <a:pt x="751637" y="540301"/>
                  </a:lnTo>
                  <a:lnTo>
                    <a:pt x="751637" y="497178"/>
                  </a:lnTo>
                  <a:lnTo>
                    <a:pt x="794760" y="497178"/>
                  </a:lnTo>
                  <a:close/>
                  <a:moveTo>
                    <a:pt x="856482" y="686760"/>
                  </a:moveTo>
                  <a:lnTo>
                    <a:pt x="813359" y="686760"/>
                  </a:lnTo>
                  <a:lnTo>
                    <a:pt x="813359" y="643774"/>
                  </a:lnTo>
                  <a:lnTo>
                    <a:pt x="856482" y="643774"/>
                  </a:lnTo>
                  <a:close/>
                  <a:moveTo>
                    <a:pt x="856482" y="613544"/>
                  </a:moveTo>
                  <a:lnTo>
                    <a:pt x="813359" y="613544"/>
                  </a:lnTo>
                  <a:lnTo>
                    <a:pt x="813359" y="570394"/>
                  </a:lnTo>
                  <a:lnTo>
                    <a:pt x="856482" y="570394"/>
                  </a:lnTo>
                  <a:close/>
                  <a:moveTo>
                    <a:pt x="856482" y="540301"/>
                  </a:moveTo>
                  <a:lnTo>
                    <a:pt x="813359" y="540301"/>
                  </a:lnTo>
                  <a:lnTo>
                    <a:pt x="813359" y="497178"/>
                  </a:lnTo>
                  <a:lnTo>
                    <a:pt x="856482" y="497178"/>
                  </a:lnTo>
                  <a:close/>
                  <a:moveTo>
                    <a:pt x="868799" y="414717"/>
                  </a:moveTo>
                  <a:lnTo>
                    <a:pt x="677790" y="414717"/>
                  </a:lnTo>
                  <a:lnTo>
                    <a:pt x="677790" y="282220"/>
                  </a:lnTo>
                  <a:lnTo>
                    <a:pt x="868799" y="282220"/>
                  </a:lnTo>
                  <a:close/>
                </a:path>
              </a:pathLst>
            </a:custGeom>
            <a:solidFill>
              <a:srgbClr val="39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F2F317-48EC-8C0C-0C7A-576E0AD9D9F7}"/>
              </a:ext>
            </a:extLst>
          </p:cNvPr>
          <p:cNvGrpSpPr/>
          <p:nvPr/>
        </p:nvGrpSpPr>
        <p:grpSpPr>
          <a:xfrm>
            <a:off x="2527490" y="3108732"/>
            <a:ext cx="690528" cy="720732"/>
            <a:chOff x="7182918" y="1799074"/>
            <a:chExt cx="1054556" cy="1100683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07C3054-5882-FFED-5261-BFD719C59EFF}"/>
                </a:ext>
              </a:extLst>
            </p:cNvPr>
            <p:cNvSpPr/>
            <p:nvPr/>
          </p:nvSpPr>
          <p:spPr>
            <a:xfrm>
              <a:off x="7441185" y="2187129"/>
              <a:ext cx="528317" cy="188149"/>
            </a:xfrm>
            <a:custGeom>
              <a:avLst/>
              <a:gdLst>
                <a:gd name="connsiteX0" fmla="*/ 107749 w 528317"/>
                <a:gd name="connsiteY0" fmla="*/ 142891 h 188149"/>
                <a:gd name="connsiteX1" fmla="*/ 511548 w 528317"/>
                <a:gd name="connsiteY1" fmla="*/ 51672 h 188149"/>
                <a:gd name="connsiteX2" fmla="*/ 526307 w 528317"/>
                <a:gd name="connsiteY2" fmla="*/ 25400 h 188149"/>
                <a:gd name="connsiteX3" fmla="*/ 519092 w 528317"/>
                <a:gd name="connsiteY3" fmla="*/ 2009 h 188149"/>
                <a:gd name="connsiteX4" fmla="*/ 495692 w 528317"/>
                <a:gd name="connsiteY4" fmla="*/ 9226 h 188149"/>
                <a:gd name="connsiteX5" fmla="*/ 495309 w 528317"/>
                <a:gd name="connsiteY5" fmla="*/ 10011 h 188149"/>
                <a:gd name="connsiteX6" fmla="*/ 149473 w 528317"/>
                <a:gd name="connsiteY6" fmla="*/ 126643 h 188149"/>
                <a:gd name="connsiteX7" fmla="*/ 32832 w 528317"/>
                <a:gd name="connsiteY7" fmla="*/ 10011 h 188149"/>
                <a:gd name="connsiteX8" fmla="*/ 9625 w 528317"/>
                <a:gd name="connsiteY8" fmla="*/ 2193 h 188149"/>
                <a:gd name="connsiteX9" fmla="*/ 1806 w 528317"/>
                <a:gd name="connsiteY9" fmla="*/ 25400 h 188149"/>
                <a:gd name="connsiteX10" fmla="*/ 107749 w 528317"/>
                <a:gd name="connsiteY10" fmla="*/ 142891 h 188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8317" h="188149">
                  <a:moveTo>
                    <a:pt x="107749" y="142891"/>
                  </a:moveTo>
                  <a:cubicBezTo>
                    <a:pt x="244443" y="229220"/>
                    <a:pt x="425247" y="188368"/>
                    <a:pt x="511548" y="51672"/>
                  </a:cubicBezTo>
                  <a:cubicBezTo>
                    <a:pt x="516925" y="43173"/>
                    <a:pt x="521835" y="34403"/>
                    <a:pt x="526307" y="25400"/>
                  </a:cubicBezTo>
                  <a:cubicBezTo>
                    <a:pt x="530778" y="16948"/>
                    <a:pt x="527541" y="6475"/>
                    <a:pt x="519092" y="2009"/>
                  </a:cubicBezTo>
                  <a:cubicBezTo>
                    <a:pt x="510643" y="-2457"/>
                    <a:pt x="500164" y="772"/>
                    <a:pt x="495692" y="9226"/>
                  </a:cubicBezTo>
                  <a:cubicBezTo>
                    <a:pt x="495556" y="9484"/>
                    <a:pt x="495446" y="9745"/>
                    <a:pt x="495309" y="10011"/>
                  </a:cubicBezTo>
                  <a:cubicBezTo>
                    <a:pt x="432023" y="137721"/>
                    <a:pt x="277169" y="189937"/>
                    <a:pt x="149473" y="126643"/>
                  </a:cubicBezTo>
                  <a:cubicBezTo>
                    <a:pt x="98889" y="101571"/>
                    <a:pt x="57905" y="60601"/>
                    <a:pt x="32832" y="10011"/>
                  </a:cubicBezTo>
                  <a:cubicBezTo>
                    <a:pt x="28580" y="1444"/>
                    <a:pt x="18184" y="-2056"/>
                    <a:pt x="9625" y="2193"/>
                  </a:cubicBezTo>
                  <a:cubicBezTo>
                    <a:pt x="1066" y="6442"/>
                    <a:pt x="-2445" y="16833"/>
                    <a:pt x="1806" y="25400"/>
                  </a:cubicBezTo>
                  <a:cubicBezTo>
                    <a:pt x="25700" y="73521"/>
                    <a:pt x="62349" y="114162"/>
                    <a:pt x="107749" y="142891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FF40BB0-96B0-11CD-0B7A-0A5F45322545}"/>
                </a:ext>
              </a:extLst>
            </p:cNvPr>
            <p:cNvSpPr/>
            <p:nvPr/>
          </p:nvSpPr>
          <p:spPr>
            <a:xfrm>
              <a:off x="7560263" y="2128122"/>
              <a:ext cx="289876" cy="114089"/>
            </a:xfrm>
            <a:custGeom>
              <a:avLst/>
              <a:gdLst>
                <a:gd name="connsiteX0" fmla="*/ 145034 w 289876"/>
                <a:gd name="connsiteY0" fmla="*/ 114088 h 114089"/>
                <a:gd name="connsiteX1" fmla="*/ 288064 w 289876"/>
                <a:gd name="connsiteY1" fmla="*/ 25401 h 114089"/>
                <a:gd name="connsiteX2" fmla="*/ 280274 w 289876"/>
                <a:gd name="connsiteY2" fmla="*/ 2221 h 114089"/>
                <a:gd name="connsiteX3" fmla="*/ 257094 w 289876"/>
                <a:gd name="connsiteY3" fmla="*/ 10011 h 114089"/>
                <a:gd name="connsiteX4" fmla="*/ 89429 w 289876"/>
                <a:gd name="connsiteY4" fmla="*/ 66442 h 114089"/>
                <a:gd name="connsiteX5" fmla="*/ 33001 w 289876"/>
                <a:gd name="connsiteY5" fmla="*/ 10011 h 114089"/>
                <a:gd name="connsiteX6" fmla="*/ 10014 w 289876"/>
                <a:gd name="connsiteY6" fmla="*/ 1620 h 114089"/>
                <a:gd name="connsiteX7" fmla="*/ 1619 w 289876"/>
                <a:gd name="connsiteY7" fmla="*/ 24616 h 114089"/>
                <a:gd name="connsiteX8" fmla="*/ 2004 w 289876"/>
                <a:gd name="connsiteY8" fmla="*/ 25401 h 114089"/>
                <a:gd name="connsiteX9" fmla="*/ 145034 w 289876"/>
                <a:gd name="connsiteY9" fmla="*/ 114088 h 11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876" h="114089">
                  <a:moveTo>
                    <a:pt x="145034" y="114088"/>
                  </a:moveTo>
                  <a:cubicBezTo>
                    <a:pt x="205741" y="114302"/>
                    <a:pt x="261264" y="79878"/>
                    <a:pt x="288064" y="25401"/>
                  </a:cubicBezTo>
                  <a:cubicBezTo>
                    <a:pt x="292316" y="16847"/>
                    <a:pt x="288832" y="6470"/>
                    <a:pt x="280274" y="2221"/>
                  </a:cubicBezTo>
                  <a:cubicBezTo>
                    <a:pt x="271715" y="-2029"/>
                    <a:pt x="261345" y="1458"/>
                    <a:pt x="257094" y="10011"/>
                  </a:cubicBezTo>
                  <a:cubicBezTo>
                    <a:pt x="226369" y="71892"/>
                    <a:pt x="151316" y="97157"/>
                    <a:pt x="89429" y="66442"/>
                  </a:cubicBezTo>
                  <a:cubicBezTo>
                    <a:pt x="64960" y="54297"/>
                    <a:pt x="45154" y="34478"/>
                    <a:pt x="33001" y="10011"/>
                  </a:cubicBezTo>
                  <a:cubicBezTo>
                    <a:pt x="28969" y="1343"/>
                    <a:pt x="18682" y="-2413"/>
                    <a:pt x="10014" y="1620"/>
                  </a:cubicBezTo>
                  <a:cubicBezTo>
                    <a:pt x="1345" y="5652"/>
                    <a:pt x="-2413" y="15948"/>
                    <a:pt x="1619" y="24616"/>
                  </a:cubicBezTo>
                  <a:cubicBezTo>
                    <a:pt x="1729" y="24879"/>
                    <a:pt x="1866" y="25143"/>
                    <a:pt x="2004" y="25401"/>
                  </a:cubicBezTo>
                  <a:cubicBezTo>
                    <a:pt x="28804" y="79878"/>
                    <a:pt x="84327" y="114302"/>
                    <a:pt x="145034" y="114088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5B09160-AAC9-DC18-8ADB-2A97AA2DDE75}"/>
                </a:ext>
              </a:extLst>
            </p:cNvPr>
            <p:cNvSpPr/>
            <p:nvPr/>
          </p:nvSpPr>
          <p:spPr>
            <a:xfrm>
              <a:off x="7208004" y="2304122"/>
              <a:ext cx="994703" cy="330902"/>
            </a:xfrm>
            <a:custGeom>
              <a:avLst/>
              <a:gdLst>
                <a:gd name="connsiteX0" fmla="*/ 984677 w 994703"/>
                <a:gd name="connsiteY0" fmla="*/ 2170 h 330902"/>
                <a:gd name="connsiteX1" fmla="*/ 961277 w 994703"/>
                <a:gd name="connsiteY1" fmla="*/ 10070 h 330902"/>
                <a:gd name="connsiteX2" fmla="*/ 692444 w 994703"/>
                <a:gd name="connsiteY2" fmla="*/ 260278 h 330902"/>
                <a:gd name="connsiteX3" fmla="*/ 497348 w 994703"/>
                <a:gd name="connsiteY3" fmla="*/ 297256 h 330902"/>
                <a:gd name="connsiteX4" fmla="*/ 309411 w 994703"/>
                <a:gd name="connsiteY4" fmla="*/ 263103 h 330902"/>
                <a:gd name="connsiteX5" fmla="*/ 33308 w 994703"/>
                <a:gd name="connsiteY5" fmla="*/ 10070 h 330902"/>
                <a:gd name="connsiteX6" fmla="*/ 10073 w 994703"/>
                <a:gd name="connsiteY6" fmla="*/ 1651 h 330902"/>
                <a:gd name="connsiteX7" fmla="*/ 1652 w 994703"/>
                <a:gd name="connsiteY7" fmla="*/ 24886 h 330902"/>
                <a:gd name="connsiteX8" fmla="*/ 2008 w 994703"/>
                <a:gd name="connsiteY8" fmla="*/ 25597 h 330902"/>
                <a:gd name="connsiteX9" fmla="*/ 202261 w 994703"/>
                <a:gd name="connsiteY9" fmla="*/ 247522 h 330902"/>
                <a:gd name="connsiteX10" fmla="*/ 303266 w 994703"/>
                <a:gd name="connsiteY10" fmla="*/ 297750 h 330902"/>
                <a:gd name="connsiteX11" fmla="*/ 693020 w 994703"/>
                <a:gd name="connsiteY11" fmla="*/ 297256 h 330902"/>
                <a:gd name="connsiteX12" fmla="*/ 792708 w 994703"/>
                <a:gd name="connsiteY12" fmla="*/ 247522 h 330902"/>
                <a:gd name="connsiteX13" fmla="*/ 992961 w 994703"/>
                <a:gd name="connsiteY13" fmla="*/ 25597 h 330902"/>
                <a:gd name="connsiteX14" fmla="*/ 984814 w 994703"/>
                <a:gd name="connsiteY14" fmla="*/ 2230 h 330902"/>
                <a:gd name="connsiteX15" fmla="*/ 984677 w 994703"/>
                <a:gd name="connsiteY15" fmla="*/ 2170 h 33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94703" h="330902">
                  <a:moveTo>
                    <a:pt x="984677" y="2170"/>
                  </a:moveTo>
                  <a:cubicBezTo>
                    <a:pt x="976036" y="-2104"/>
                    <a:pt x="965557" y="1432"/>
                    <a:pt x="961277" y="10070"/>
                  </a:cubicBezTo>
                  <a:cubicBezTo>
                    <a:pt x="905426" y="123666"/>
                    <a:pt x="809743" y="212711"/>
                    <a:pt x="692444" y="260278"/>
                  </a:cubicBezTo>
                  <a:cubicBezTo>
                    <a:pt x="641530" y="281016"/>
                    <a:pt x="569467" y="296817"/>
                    <a:pt x="497348" y="297256"/>
                  </a:cubicBezTo>
                  <a:cubicBezTo>
                    <a:pt x="428768" y="297695"/>
                    <a:pt x="359913" y="283759"/>
                    <a:pt x="309411" y="263103"/>
                  </a:cubicBezTo>
                  <a:cubicBezTo>
                    <a:pt x="188902" y="216359"/>
                    <a:pt x="90366" y="126053"/>
                    <a:pt x="33308" y="10070"/>
                  </a:cubicBezTo>
                  <a:cubicBezTo>
                    <a:pt x="29221" y="1330"/>
                    <a:pt x="18824" y="-2439"/>
                    <a:pt x="10073" y="1651"/>
                  </a:cubicBezTo>
                  <a:cubicBezTo>
                    <a:pt x="1322" y="5741"/>
                    <a:pt x="-2436" y="16144"/>
                    <a:pt x="1652" y="24886"/>
                  </a:cubicBezTo>
                  <a:cubicBezTo>
                    <a:pt x="1761" y="25125"/>
                    <a:pt x="1898" y="25364"/>
                    <a:pt x="2008" y="25597"/>
                  </a:cubicBezTo>
                  <a:cubicBezTo>
                    <a:pt x="47188" y="116506"/>
                    <a:pt x="116454" y="193288"/>
                    <a:pt x="202261" y="247522"/>
                  </a:cubicBezTo>
                  <a:cubicBezTo>
                    <a:pt x="234110" y="267684"/>
                    <a:pt x="267961" y="284527"/>
                    <a:pt x="303266" y="297750"/>
                  </a:cubicBezTo>
                  <a:cubicBezTo>
                    <a:pt x="412994" y="337937"/>
                    <a:pt x="552486" y="345975"/>
                    <a:pt x="693020" y="297256"/>
                  </a:cubicBezTo>
                  <a:cubicBezTo>
                    <a:pt x="727859" y="284116"/>
                    <a:pt x="761243" y="267437"/>
                    <a:pt x="792708" y="247522"/>
                  </a:cubicBezTo>
                  <a:cubicBezTo>
                    <a:pt x="878515" y="193288"/>
                    <a:pt x="947808" y="116506"/>
                    <a:pt x="992961" y="25597"/>
                  </a:cubicBezTo>
                  <a:cubicBezTo>
                    <a:pt x="997159" y="16890"/>
                    <a:pt x="993510" y="6430"/>
                    <a:pt x="984814" y="2230"/>
                  </a:cubicBezTo>
                  <a:cubicBezTo>
                    <a:pt x="984759" y="2208"/>
                    <a:pt x="984732" y="2189"/>
                    <a:pt x="984677" y="2170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5623C8D-CF4E-FE4C-72ED-61F9B2FD5700}"/>
                </a:ext>
              </a:extLst>
            </p:cNvPr>
            <p:cNvSpPr/>
            <p:nvPr/>
          </p:nvSpPr>
          <p:spPr>
            <a:xfrm>
              <a:off x="7326354" y="2245654"/>
              <a:ext cx="758529" cy="261037"/>
            </a:xfrm>
            <a:custGeom>
              <a:avLst/>
              <a:gdLst>
                <a:gd name="connsiteX0" fmla="*/ 154000 w 758529"/>
                <a:gd name="connsiteY0" fmla="*/ 194917 h 261037"/>
                <a:gd name="connsiteX1" fmla="*/ 294589 w 758529"/>
                <a:gd name="connsiteY1" fmla="*/ 251455 h 261037"/>
                <a:gd name="connsiteX2" fmla="*/ 463405 w 758529"/>
                <a:gd name="connsiteY2" fmla="*/ 251455 h 261037"/>
                <a:gd name="connsiteX3" fmla="*/ 756434 w 758529"/>
                <a:gd name="connsiteY3" fmla="*/ 25772 h 261037"/>
                <a:gd name="connsiteX4" fmla="*/ 749357 w 758529"/>
                <a:gd name="connsiteY4" fmla="*/ 2098 h 261037"/>
                <a:gd name="connsiteX5" fmla="*/ 725682 w 758529"/>
                <a:gd name="connsiteY5" fmla="*/ 9181 h 261037"/>
                <a:gd name="connsiteX6" fmla="*/ 725134 w 758529"/>
                <a:gd name="connsiteY6" fmla="*/ 10273 h 261037"/>
                <a:gd name="connsiteX7" fmla="*/ 481840 w 758529"/>
                <a:gd name="connsiteY7" fmla="*/ 211294 h 261037"/>
                <a:gd name="connsiteX8" fmla="*/ 264496 w 758529"/>
                <a:gd name="connsiteY8" fmla="*/ 207893 h 261037"/>
                <a:gd name="connsiteX9" fmla="*/ 32860 w 758529"/>
                <a:gd name="connsiteY9" fmla="*/ 10382 h 261037"/>
                <a:gd name="connsiteX10" fmla="*/ 9186 w 758529"/>
                <a:gd name="connsiteY10" fmla="*/ 3297 h 261037"/>
                <a:gd name="connsiteX11" fmla="*/ 1560 w 758529"/>
                <a:gd name="connsiteY11" fmla="*/ 25881 h 261037"/>
                <a:gd name="connsiteX12" fmla="*/ 154000 w 758529"/>
                <a:gd name="connsiteY12" fmla="*/ 194917 h 261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8529" h="261037">
                  <a:moveTo>
                    <a:pt x="154000" y="194917"/>
                  </a:moveTo>
                  <a:cubicBezTo>
                    <a:pt x="197040" y="222157"/>
                    <a:pt x="244690" y="241305"/>
                    <a:pt x="294589" y="251455"/>
                  </a:cubicBezTo>
                  <a:cubicBezTo>
                    <a:pt x="378997" y="273016"/>
                    <a:pt x="463405" y="251455"/>
                    <a:pt x="463405" y="251455"/>
                  </a:cubicBezTo>
                  <a:cubicBezTo>
                    <a:pt x="590662" y="225477"/>
                    <a:pt x="698827" y="142188"/>
                    <a:pt x="756434" y="25772"/>
                  </a:cubicBezTo>
                  <a:cubicBezTo>
                    <a:pt x="761015" y="17279"/>
                    <a:pt x="757833" y="6679"/>
                    <a:pt x="749357" y="2098"/>
                  </a:cubicBezTo>
                  <a:cubicBezTo>
                    <a:pt x="740852" y="-2483"/>
                    <a:pt x="730264" y="688"/>
                    <a:pt x="725682" y="9181"/>
                  </a:cubicBezTo>
                  <a:cubicBezTo>
                    <a:pt x="725491" y="9537"/>
                    <a:pt x="725299" y="9902"/>
                    <a:pt x="725134" y="10273"/>
                  </a:cubicBezTo>
                  <a:cubicBezTo>
                    <a:pt x="676607" y="109066"/>
                    <a:pt x="588001" y="182271"/>
                    <a:pt x="481840" y="211294"/>
                  </a:cubicBezTo>
                  <a:cubicBezTo>
                    <a:pt x="426976" y="223968"/>
                    <a:pt x="376309" y="240619"/>
                    <a:pt x="264496" y="207893"/>
                  </a:cubicBezTo>
                  <a:cubicBezTo>
                    <a:pt x="163381" y="176785"/>
                    <a:pt x="79577" y="105316"/>
                    <a:pt x="32860" y="10382"/>
                  </a:cubicBezTo>
                  <a:cubicBezTo>
                    <a:pt x="28279" y="1889"/>
                    <a:pt x="17690" y="-1284"/>
                    <a:pt x="9186" y="3297"/>
                  </a:cubicBezTo>
                  <a:cubicBezTo>
                    <a:pt x="1094" y="7656"/>
                    <a:pt x="-2225" y="17520"/>
                    <a:pt x="1560" y="25881"/>
                  </a:cubicBezTo>
                  <a:cubicBezTo>
                    <a:pt x="35932" y="95120"/>
                    <a:pt x="88656" y="153591"/>
                    <a:pt x="154000" y="194917"/>
                  </a:cubicBezTo>
                  <a:close/>
                </a:path>
              </a:pathLst>
            </a:custGeom>
            <a:solidFill>
              <a:srgbClr val="F2AA1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4F3A586-4686-2ED1-9366-95A61A7F75D4}"/>
                </a:ext>
              </a:extLst>
            </p:cNvPr>
            <p:cNvSpPr/>
            <p:nvPr/>
          </p:nvSpPr>
          <p:spPr>
            <a:xfrm>
              <a:off x="7503616" y="1985462"/>
              <a:ext cx="403332" cy="62724"/>
            </a:xfrm>
            <a:custGeom>
              <a:avLst/>
              <a:gdLst>
                <a:gd name="connsiteX0" fmla="*/ 0 w 403332"/>
                <a:gd name="connsiteY0" fmla="*/ 13 h 62724"/>
                <a:gd name="connsiteX1" fmla="*/ 17748 w 403332"/>
                <a:gd name="connsiteY1" fmla="*/ 23659 h 62724"/>
                <a:gd name="connsiteX2" fmla="*/ 89456 w 403332"/>
                <a:gd name="connsiteY2" fmla="*/ 53176 h 62724"/>
                <a:gd name="connsiteX3" fmla="*/ 262278 w 403332"/>
                <a:gd name="connsiteY3" fmla="*/ 62091 h 62724"/>
                <a:gd name="connsiteX4" fmla="*/ 347508 w 403332"/>
                <a:gd name="connsiteY4" fmla="*/ 39625 h 62724"/>
                <a:gd name="connsiteX5" fmla="*/ 385584 w 403332"/>
                <a:gd name="connsiteY5" fmla="*/ 23659 h 62724"/>
                <a:gd name="connsiteX6" fmla="*/ 403333 w 403332"/>
                <a:gd name="connsiteY6" fmla="*/ 13 h 62724"/>
                <a:gd name="connsiteX7" fmla="*/ 299091 w 403332"/>
                <a:gd name="connsiteY7" fmla="*/ 7474 h 62724"/>
                <a:gd name="connsiteX8" fmla="*/ 35579 w 403332"/>
                <a:gd name="connsiteY8" fmla="*/ 452 h 6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3332" h="62724">
                  <a:moveTo>
                    <a:pt x="0" y="13"/>
                  </a:moveTo>
                  <a:lnTo>
                    <a:pt x="17748" y="23659"/>
                  </a:lnTo>
                  <a:cubicBezTo>
                    <a:pt x="17748" y="23659"/>
                    <a:pt x="69704" y="52792"/>
                    <a:pt x="89456" y="53176"/>
                  </a:cubicBezTo>
                  <a:cubicBezTo>
                    <a:pt x="109207" y="53560"/>
                    <a:pt x="243239" y="65575"/>
                    <a:pt x="262278" y="62091"/>
                  </a:cubicBezTo>
                  <a:cubicBezTo>
                    <a:pt x="281315" y="58608"/>
                    <a:pt x="345177" y="41572"/>
                    <a:pt x="347508" y="39625"/>
                  </a:cubicBezTo>
                  <a:cubicBezTo>
                    <a:pt x="349840" y="37677"/>
                    <a:pt x="385584" y="23659"/>
                    <a:pt x="385584" y="23659"/>
                  </a:cubicBezTo>
                  <a:lnTo>
                    <a:pt x="403333" y="13"/>
                  </a:lnTo>
                  <a:cubicBezTo>
                    <a:pt x="403333" y="13"/>
                    <a:pt x="326194" y="-646"/>
                    <a:pt x="299091" y="7474"/>
                  </a:cubicBezTo>
                  <a:cubicBezTo>
                    <a:pt x="271988" y="15594"/>
                    <a:pt x="35579" y="452"/>
                    <a:pt x="35579" y="452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EB43E21-B211-E784-454A-6B157C1E3F39}"/>
                </a:ext>
              </a:extLst>
            </p:cNvPr>
            <p:cNvSpPr/>
            <p:nvPr/>
          </p:nvSpPr>
          <p:spPr>
            <a:xfrm>
              <a:off x="7435667" y="1886994"/>
              <a:ext cx="537036" cy="98929"/>
            </a:xfrm>
            <a:custGeom>
              <a:avLst/>
              <a:gdLst>
                <a:gd name="connsiteX0" fmla="*/ 0 w 537036"/>
                <a:gd name="connsiteY0" fmla="*/ 0 h 98929"/>
                <a:gd name="connsiteX1" fmla="*/ 31931 w 537036"/>
                <a:gd name="connsiteY1" fmla="*/ 50502 h 98929"/>
                <a:gd name="connsiteX2" fmla="*/ 120618 w 537036"/>
                <a:gd name="connsiteY2" fmla="*/ 91486 h 98929"/>
                <a:gd name="connsiteX3" fmla="*/ 353050 w 537036"/>
                <a:gd name="connsiteY3" fmla="*/ 98399 h 98929"/>
                <a:gd name="connsiteX4" fmla="*/ 470404 w 537036"/>
                <a:gd name="connsiteY4" fmla="*/ 85615 h 98929"/>
                <a:gd name="connsiteX5" fmla="*/ 508288 w 537036"/>
                <a:gd name="connsiteY5" fmla="*/ 49213 h 98929"/>
                <a:gd name="connsiteX6" fmla="*/ 537036 w 537036"/>
                <a:gd name="connsiteY6" fmla="*/ 3923 h 98929"/>
                <a:gd name="connsiteX7" fmla="*/ 114940 w 537036"/>
                <a:gd name="connsiteY7" fmla="*/ 0 h 9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7036" h="98929">
                  <a:moveTo>
                    <a:pt x="0" y="0"/>
                  </a:moveTo>
                  <a:lnTo>
                    <a:pt x="31931" y="50502"/>
                  </a:lnTo>
                  <a:cubicBezTo>
                    <a:pt x="31931" y="50502"/>
                    <a:pt x="110743" y="91650"/>
                    <a:pt x="120618" y="91486"/>
                  </a:cubicBezTo>
                  <a:cubicBezTo>
                    <a:pt x="130494" y="91321"/>
                    <a:pt x="332695" y="101306"/>
                    <a:pt x="353050" y="98399"/>
                  </a:cubicBezTo>
                  <a:cubicBezTo>
                    <a:pt x="373405" y="95491"/>
                    <a:pt x="470404" y="85615"/>
                    <a:pt x="470404" y="85615"/>
                  </a:cubicBezTo>
                  <a:lnTo>
                    <a:pt x="508288" y="49213"/>
                  </a:lnTo>
                  <a:lnTo>
                    <a:pt x="537036" y="3923"/>
                  </a:lnTo>
                  <a:lnTo>
                    <a:pt x="114940" y="0"/>
                  </a:ln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B8BE429-DDFD-1D68-94D7-C973E0D5383C}"/>
                </a:ext>
              </a:extLst>
            </p:cNvPr>
            <p:cNvSpPr/>
            <p:nvPr/>
          </p:nvSpPr>
          <p:spPr>
            <a:xfrm>
              <a:off x="7433912" y="1799074"/>
              <a:ext cx="542769" cy="156526"/>
            </a:xfrm>
            <a:custGeom>
              <a:avLst/>
              <a:gdLst>
                <a:gd name="connsiteX0" fmla="*/ 271385 w 542769"/>
                <a:gd name="connsiteY0" fmla="*/ 156527 h 156526"/>
                <a:gd name="connsiteX1" fmla="*/ 529053 w 542769"/>
                <a:gd name="connsiteY1" fmla="*/ 102925 h 156526"/>
                <a:gd name="connsiteX2" fmla="*/ 542769 w 542769"/>
                <a:gd name="connsiteY2" fmla="*/ 78236 h 156526"/>
                <a:gd name="connsiteX3" fmla="*/ 271385 w 542769"/>
                <a:gd name="connsiteY3" fmla="*/ 0 h 156526"/>
                <a:gd name="connsiteX4" fmla="*/ 0 w 542769"/>
                <a:gd name="connsiteY4" fmla="*/ 78236 h 156526"/>
                <a:gd name="connsiteX5" fmla="*/ 3374 w 542769"/>
                <a:gd name="connsiteY5" fmla="*/ 91403 h 156526"/>
                <a:gd name="connsiteX6" fmla="*/ 13716 w 542769"/>
                <a:gd name="connsiteY6" fmla="*/ 102870 h 156526"/>
                <a:gd name="connsiteX7" fmla="*/ 271385 w 542769"/>
                <a:gd name="connsiteY7" fmla="*/ 156527 h 156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769" h="156526">
                  <a:moveTo>
                    <a:pt x="271385" y="156527"/>
                  </a:moveTo>
                  <a:cubicBezTo>
                    <a:pt x="391427" y="156527"/>
                    <a:pt x="493254" y="134060"/>
                    <a:pt x="529053" y="102925"/>
                  </a:cubicBezTo>
                  <a:cubicBezTo>
                    <a:pt x="537969" y="95189"/>
                    <a:pt x="542769" y="86905"/>
                    <a:pt x="542769" y="78236"/>
                  </a:cubicBezTo>
                  <a:cubicBezTo>
                    <a:pt x="542769" y="35031"/>
                    <a:pt x="421273" y="0"/>
                    <a:pt x="271385" y="0"/>
                  </a:cubicBezTo>
                  <a:cubicBezTo>
                    <a:pt x="121496" y="0"/>
                    <a:pt x="0" y="35031"/>
                    <a:pt x="0" y="78236"/>
                  </a:cubicBezTo>
                  <a:cubicBezTo>
                    <a:pt x="164" y="82817"/>
                    <a:pt x="1317" y="87311"/>
                    <a:pt x="3374" y="91403"/>
                  </a:cubicBezTo>
                  <a:cubicBezTo>
                    <a:pt x="6255" y="95691"/>
                    <a:pt x="9738" y="99551"/>
                    <a:pt x="13716" y="102870"/>
                  </a:cubicBezTo>
                  <a:cubicBezTo>
                    <a:pt x="49460" y="134005"/>
                    <a:pt x="151287" y="156527"/>
                    <a:pt x="271385" y="156527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65F1BB1-643A-D24D-0B44-828E02AE736E}"/>
                </a:ext>
              </a:extLst>
            </p:cNvPr>
            <p:cNvSpPr/>
            <p:nvPr/>
          </p:nvSpPr>
          <p:spPr>
            <a:xfrm>
              <a:off x="7466556" y="1936207"/>
              <a:ext cx="477316" cy="84655"/>
            </a:xfrm>
            <a:custGeom>
              <a:avLst/>
              <a:gdLst>
                <a:gd name="connsiteX0" fmla="*/ 238741 w 477316"/>
                <a:gd name="connsiteY0" fmla="*/ 84655 h 84655"/>
                <a:gd name="connsiteX1" fmla="*/ 440393 w 477316"/>
                <a:gd name="connsiteY1" fmla="*/ 49378 h 84655"/>
                <a:gd name="connsiteX2" fmla="*/ 477317 w 477316"/>
                <a:gd name="connsiteY2" fmla="*/ 0 h 84655"/>
                <a:gd name="connsiteX3" fmla="*/ 238658 w 477316"/>
                <a:gd name="connsiteY3" fmla="*/ 38734 h 84655"/>
                <a:gd name="connsiteX4" fmla="*/ 0 w 477316"/>
                <a:gd name="connsiteY4" fmla="*/ 0 h 84655"/>
                <a:gd name="connsiteX5" fmla="*/ 36951 w 477316"/>
                <a:gd name="connsiteY5" fmla="*/ 49378 h 84655"/>
                <a:gd name="connsiteX6" fmla="*/ 238741 w 477316"/>
                <a:gd name="connsiteY6" fmla="*/ 84655 h 8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7316" h="84655">
                  <a:moveTo>
                    <a:pt x="238741" y="84655"/>
                  </a:moveTo>
                  <a:cubicBezTo>
                    <a:pt x="243898" y="84518"/>
                    <a:pt x="363886" y="81226"/>
                    <a:pt x="440393" y="49378"/>
                  </a:cubicBezTo>
                  <a:lnTo>
                    <a:pt x="477317" y="0"/>
                  </a:lnTo>
                  <a:cubicBezTo>
                    <a:pt x="425361" y="24058"/>
                    <a:pt x="337633" y="38734"/>
                    <a:pt x="238658" y="38734"/>
                  </a:cubicBezTo>
                  <a:cubicBezTo>
                    <a:pt x="139684" y="38734"/>
                    <a:pt x="52121" y="24058"/>
                    <a:pt x="0" y="0"/>
                  </a:cubicBezTo>
                  <a:lnTo>
                    <a:pt x="36951" y="49378"/>
                  </a:lnTo>
                  <a:cubicBezTo>
                    <a:pt x="113541" y="81116"/>
                    <a:pt x="233529" y="84408"/>
                    <a:pt x="238741" y="84655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402B00D-C9C5-1369-6887-733C849E9F4F}"/>
                </a:ext>
              </a:extLst>
            </p:cNvPr>
            <p:cNvSpPr/>
            <p:nvPr/>
          </p:nvSpPr>
          <p:spPr>
            <a:xfrm>
              <a:off x="7521310" y="2009066"/>
              <a:ext cx="367918" cy="71295"/>
            </a:xfrm>
            <a:custGeom>
              <a:avLst/>
              <a:gdLst>
                <a:gd name="connsiteX0" fmla="*/ 323451 w 367918"/>
                <a:gd name="connsiteY0" fmla="*/ 50201 h 71295"/>
                <a:gd name="connsiteX1" fmla="*/ 339910 w 367918"/>
                <a:gd name="connsiteY1" fmla="*/ 37307 h 71295"/>
                <a:gd name="connsiteX2" fmla="*/ 367918 w 367918"/>
                <a:gd name="connsiteY2" fmla="*/ 0 h 71295"/>
                <a:gd name="connsiteX3" fmla="*/ 184124 w 367918"/>
                <a:gd name="connsiteY3" fmla="*/ 27761 h 71295"/>
                <a:gd name="connsiteX4" fmla="*/ 183794 w 367918"/>
                <a:gd name="connsiteY4" fmla="*/ 27761 h 71295"/>
                <a:gd name="connsiteX5" fmla="*/ 0 w 367918"/>
                <a:gd name="connsiteY5" fmla="*/ 0 h 71295"/>
                <a:gd name="connsiteX6" fmla="*/ 27981 w 367918"/>
                <a:gd name="connsiteY6" fmla="*/ 37307 h 71295"/>
                <a:gd name="connsiteX7" fmla="*/ 44440 w 367918"/>
                <a:gd name="connsiteY7" fmla="*/ 50201 h 71295"/>
                <a:gd name="connsiteX8" fmla="*/ 183959 w 367918"/>
                <a:gd name="connsiteY8" fmla="*/ 71296 h 71295"/>
                <a:gd name="connsiteX9" fmla="*/ 323451 w 367918"/>
                <a:gd name="connsiteY9" fmla="*/ 50201 h 71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918" h="71295">
                  <a:moveTo>
                    <a:pt x="323451" y="50201"/>
                  </a:moveTo>
                  <a:cubicBezTo>
                    <a:pt x="329980" y="47433"/>
                    <a:pt x="335658" y="42983"/>
                    <a:pt x="339910" y="37307"/>
                  </a:cubicBezTo>
                  <a:lnTo>
                    <a:pt x="367918" y="0"/>
                  </a:lnTo>
                  <a:cubicBezTo>
                    <a:pt x="289244" y="25320"/>
                    <a:pt x="189034" y="27652"/>
                    <a:pt x="184124" y="27761"/>
                  </a:cubicBezTo>
                  <a:lnTo>
                    <a:pt x="183794" y="27761"/>
                  </a:lnTo>
                  <a:cubicBezTo>
                    <a:pt x="178939" y="27761"/>
                    <a:pt x="78757" y="25320"/>
                    <a:pt x="0" y="0"/>
                  </a:cubicBezTo>
                  <a:lnTo>
                    <a:pt x="27981" y="37307"/>
                  </a:lnTo>
                  <a:cubicBezTo>
                    <a:pt x="32233" y="42978"/>
                    <a:pt x="37911" y="47424"/>
                    <a:pt x="44440" y="50201"/>
                  </a:cubicBezTo>
                  <a:cubicBezTo>
                    <a:pt x="74368" y="62902"/>
                    <a:pt x="125694" y="71296"/>
                    <a:pt x="183959" y="71296"/>
                  </a:cubicBezTo>
                  <a:cubicBezTo>
                    <a:pt x="242225" y="71296"/>
                    <a:pt x="293522" y="62956"/>
                    <a:pt x="323451" y="50201"/>
                  </a:cubicBezTo>
                  <a:close/>
                </a:path>
              </a:pathLst>
            </a:custGeom>
            <a:solidFill>
              <a:srgbClr val="3A78A4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9A48ECE-B3D3-4F8A-A78F-27C666643224}"/>
                </a:ext>
              </a:extLst>
            </p:cNvPr>
            <p:cNvSpPr/>
            <p:nvPr/>
          </p:nvSpPr>
          <p:spPr>
            <a:xfrm>
              <a:off x="7436628" y="1800254"/>
              <a:ext cx="537667" cy="155045"/>
            </a:xfrm>
            <a:custGeom>
              <a:avLst/>
              <a:gdLst>
                <a:gd name="connsiteX0" fmla="*/ 268669 w 537667"/>
                <a:gd name="connsiteY0" fmla="*/ 155046 h 155045"/>
                <a:gd name="connsiteX1" fmla="*/ 523951 w 537667"/>
                <a:gd name="connsiteY1" fmla="*/ 101937 h 155045"/>
                <a:gd name="connsiteX2" fmla="*/ 537667 w 537667"/>
                <a:gd name="connsiteY2" fmla="*/ 77523 h 155045"/>
                <a:gd name="connsiteX3" fmla="*/ 268834 w 537667"/>
                <a:gd name="connsiteY3" fmla="*/ 0 h 155045"/>
                <a:gd name="connsiteX4" fmla="*/ 0 w 537667"/>
                <a:gd name="connsiteY4" fmla="*/ 77523 h 155045"/>
                <a:gd name="connsiteX5" fmla="*/ 13716 w 537667"/>
                <a:gd name="connsiteY5" fmla="*/ 101937 h 155045"/>
                <a:gd name="connsiteX6" fmla="*/ 268669 w 537667"/>
                <a:gd name="connsiteY6" fmla="*/ 155046 h 15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7667" h="155045">
                  <a:moveTo>
                    <a:pt x="268669" y="155046"/>
                  </a:moveTo>
                  <a:cubicBezTo>
                    <a:pt x="387614" y="155046"/>
                    <a:pt x="488509" y="132771"/>
                    <a:pt x="523951" y="101937"/>
                  </a:cubicBezTo>
                  <a:lnTo>
                    <a:pt x="537667" y="77523"/>
                  </a:lnTo>
                  <a:cubicBezTo>
                    <a:pt x="537667" y="34701"/>
                    <a:pt x="417295" y="0"/>
                    <a:pt x="268834" y="0"/>
                  </a:cubicBezTo>
                  <a:cubicBezTo>
                    <a:pt x="120371" y="0"/>
                    <a:pt x="0" y="34701"/>
                    <a:pt x="0" y="77523"/>
                  </a:cubicBezTo>
                  <a:lnTo>
                    <a:pt x="13716" y="101937"/>
                  </a:lnTo>
                  <a:cubicBezTo>
                    <a:pt x="48774" y="132826"/>
                    <a:pt x="149696" y="155046"/>
                    <a:pt x="268669" y="155046"/>
                  </a:cubicBezTo>
                  <a:close/>
                </a:path>
              </a:pathLst>
            </a:custGeom>
            <a:solidFill>
              <a:srgbClr val="1E5B7D"/>
            </a:solidFill>
            <a:ln w="2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43E17E9-52B6-119B-B470-1AF925DEE169}"/>
                </a:ext>
              </a:extLst>
            </p:cNvPr>
            <p:cNvGrpSpPr/>
            <p:nvPr/>
          </p:nvGrpSpPr>
          <p:grpSpPr>
            <a:xfrm>
              <a:off x="7738956" y="2314872"/>
              <a:ext cx="498518" cy="425890"/>
              <a:chOff x="7484280" y="2494306"/>
              <a:chExt cx="498518" cy="425890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A68566E-B5A2-D7DC-74F6-F695770B31BD}"/>
                  </a:ext>
                </a:extLst>
              </p:cNvPr>
              <p:cNvSpPr/>
              <p:nvPr/>
            </p:nvSpPr>
            <p:spPr>
              <a:xfrm>
                <a:off x="7714815" y="2624558"/>
                <a:ext cx="183633" cy="295638"/>
              </a:xfrm>
              <a:custGeom>
                <a:avLst/>
                <a:gdLst>
                  <a:gd name="connsiteX0" fmla="*/ 168789 w 183633"/>
                  <a:gd name="connsiteY0" fmla="*/ 223626 h 295638"/>
                  <a:gd name="connsiteX1" fmla="*/ 162644 w 183633"/>
                  <a:gd name="connsiteY1" fmla="*/ 235888 h 295638"/>
                  <a:gd name="connsiteX2" fmla="*/ 143195 w 183633"/>
                  <a:gd name="connsiteY2" fmla="*/ 274786 h 295638"/>
                  <a:gd name="connsiteX3" fmla="*/ 104297 w 183633"/>
                  <a:gd name="connsiteY3" fmla="*/ 255337 h 295638"/>
                  <a:gd name="connsiteX4" fmla="*/ 104297 w 183633"/>
                  <a:gd name="connsiteY4" fmla="*/ 255337 h 295638"/>
                  <a:gd name="connsiteX5" fmla="*/ 18379 w 183633"/>
                  <a:gd name="connsiteY5" fmla="*/ 0 h 295638"/>
                  <a:gd name="connsiteX6" fmla="*/ 9135 w 183633"/>
                  <a:gd name="connsiteY6" fmla="*/ 2743 h 295638"/>
                  <a:gd name="connsiteX7" fmla="*/ 0 w 183633"/>
                  <a:gd name="connsiteY7" fmla="*/ 6008 h 295638"/>
                  <a:gd name="connsiteX8" fmla="*/ 85890 w 183633"/>
                  <a:gd name="connsiteY8" fmla="*/ 261317 h 295638"/>
                  <a:gd name="connsiteX9" fmla="*/ 85890 w 183633"/>
                  <a:gd name="connsiteY9" fmla="*/ 261317 h 295638"/>
                  <a:gd name="connsiteX10" fmla="*/ 149312 w 183633"/>
                  <a:gd name="connsiteY10" fmla="*/ 293056 h 295638"/>
                  <a:gd name="connsiteX11" fmla="*/ 181051 w 183633"/>
                  <a:gd name="connsiteY11" fmla="*/ 229634 h 295638"/>
                  <a:gd name="connsiteX12" fmla="*/ 168789 w 183633"/>
                  <a:gd name="connsiteY12" fmla="*/ 223626 h 295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3633" h="295638">
                    <a:moveTo>
                      <a:pt x="168789" y="223626"/>
                    </a:moveTo>
                    <a:cubicBezTo>
                      <a:pt x="163714" y="225326"/>
                      <a:pt x="160971" y="230813"/>
                      <a:pt x="162644" y="235888"/>
                    </a:cubicBezTo>
                    <a:cubicBezTo>
                      <a:pt x="168021" y="251991"/>
                      <a:pt x="159298" y="269410"/>
                      <a:pt x="143195" y="274786"/>
                    </a:cubicBezTo>
                    <a:cubicBezTo>
                      <a:pt x="127093" y="280163"/>
                      <a:pt x="109673" y="271440"/>
                      <a:pt x="104297" y="255337"/>
                    </a:cubicBezTo>
                    <a:lnTo>
                      <a:pt x="104297" y="255337"/>
                    </a:lnTo>
                    <a:lnTo>
                      <a:pt x="18379" y="0"/>
                    </a:lnTo>
                    <a:cubicBezTo>
                      <a:pt x="15307" y="905"/>
                      <a:pt x="12235" y="1838"/>
                      <a:pt x="9135" y="2743"/>
                    </a:cubicBezTo>
                    <a:cubicBezTo>
                      <a:pt x="6035" y="3649"/>
                      <a:pt x="2908" y="4883"/>
                      <a:pt x="0" y="6008"/>
                    </a:cubicBezTo>
                    <a:lnTo>
                      <a:pt x="85890" y="261317"/>
                    </a:lnTo>
                    <a:lnTo>
                      <a:pt x="85890" y="261317"/>
                    </a:lnTo>
                    <a:cubicBezTo>
                      <a:pt x="94640" y="287597"/>
                      <a:pt x="123033" y="301807"/>
                      <a:pt x="149312" y="293056"/>
                    </a:cubicBezTo>
                    <a:cubicBezTo>
                      <a:pt x="175592" y="284305"/>
                      <a:pt x="189802" y="255913"/>
                      <a:pt x="181051" y="229634"/>
                    </a:cubicBezTo>
                    <a:cubicBezTo>
                      <a:pt x="179323" y="224586"/>
                      <a:pt x="173837" y="221925"/>
                      <a:pt x="168789" y="223626"/>
                    </a:cubicBezTo>
                    <a:close/>
                  </a:path>
                </a:pathLst>
              </a:custGeom>
              <a:solidFill>
                <a:srgbClr val="C02828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3622261-C250-67A3-22C1-DBA11ED3EB58}"/>
                  </a:ext>
                </a:extLst>
              </p:cNvPr>
              <p:cNvSpPr/>
              <p:nvPr/>
            </p:nvSpPr>
            <p:spPr>
              <a:xfrm>
                <a:off x="7484280" y="2494306"/>
                <a:ext cx="498518" cy="249607"/>
              </a:xfrm>
              <a:custGeom>
                <a:avLst/>
                <a:gdLst>
                  <a:gd name="connsiteX0" fmla="*/ 203213 w 498518"/>
                  <a:gd name="connsiteY0" fmla="*/ 21648 h 249607"/>
                  <a:gd name="connsiteX1" fmla="*/ 4770 w 498518"/>
                  <a:gd name="connsiteY1" fmla="*/ 249608 h 249607"/>
                  <a:gd name="connsiteX2" fmla="*/ 4770 w 498518"/>
                  <a:gd name="connsiteY2" fmla="*/ 249608 h 249607"/>
                  <a:gd name="connsiteX3" fmla="*/ 78150 w 498518"/>
                  <a:gd name="connsiteY3" fmla="*/ 195677 h 249607"/>
                  <a:gd name="connsiteX4" fmla="*/ 169225 w 498518"/>
                  <a:gd name="connsiteY4" fmla="*/ 194799 h 249607"/>
                  <a:gd name="connsiteX5" fmla="*/ 169417 w 498518"/>
                  <a:gd name="connsiteY5" fmla="*/ 194799 h 249607"/>
                  <a:gd name="connsiteX6" fmla="*/ 242797 w 498518"/>
                  <a:gd name="connsiteY6" fmla="*/ 140895 h 249607"/>
                  <a:gd name="connsiteX7" fmla="*/ 333872 w 498518"/>
                  <a:gd name="connsiteY7" fmla="*/ 140017 h 249607"/>
                  <a:gd name="connsiteX8" fmla="*/ 334064 w 498518"/>
                  <a:gd name="connsiteY8" fmla="*/ 140017 h 249607"/>
                  <a:gd name="connsiteX9" fmla="*/ 407444 w 498518"/>
                  <a:gd name="connsiteY9" fmla="*/ 86113 h 249607"/>
                  <a:gd name="connsiteX10" fmla="*/ 498518 w 498518"/>
                  <a:gd name="connsiteY10" fmla="*/ 85235 h 249607"/>
                  <a:gd name="connsiteX11" fmla="*/ 498518 w 498518"/>
                  <a:gd name="connsiteY11" fmla="*/ 85235 h 249607"/>
                  <a:gd name="connsiteX12" fmla="*/ 203213 w 498518"/>
                  <a:gd name="connsiteY12" fmla="*/ 21648 h 249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8518" h="249607">
                    <a:moveTo>
                      <a:pt x="203213" y="21648"/>
                    </a:moveTo>
                    <a:cubicBezTo>
                      <a:pt x="66821" y="67103"/>
                      <a:pt x="-22031" y="169150"/>
                      <a:pt x="4770" y="249608"/>
                    </a:cubicBezTo>
                    <a:lnTo>
                      <a:pt x="4770" y="249608"/>
                    </a:lnTo>
                    <a:cubicBezTo>
                      <a:pt x="1863" y="234164"/>
                      <a:pt x="33985" y="210408"/>
                      <a:pt x="78150" y="195677"/>
                    </a:cubicBezTo>
                    <a:cubicBezTo>
                      <a:pt x="122316" y="180946"/>
                      <a:pt x="162285" y="180726"/>
                      <a:pt x="169225" y="194799"/>
                    </a:cubicBezTo>
                    <a:lnTo>
                      <a:pt x="169417" y="194799"/>
                    </a:lnTo>
                    <a:cubicBezTo>
                      <a:pt x="166509" y="179382"/>
                      <a:pt x="198632" y="155599"/>
                      <a:pt x="242797" y="140895"/>
                    </a:cubicBezTo>
                    <a:cubicBezTo>
                      <a:pt x="286963" y="126191"/>
                      <a:pt x="326932" y="125917"/>
                      <a:pt x="333872" y="140017"/>
                    </a:cubicBezTo>
                    <a:lnTo>
                      <a:pt x="334064" y="140017"/>
                    </a:lnTo>
                    <a:cubicBezTo>
                      <a:pt x="331156" y="124600"/>
                      <a:pt x="363279" y="100844"/>
                      <a:pt x="407444" y="86113"/>
                    </a:cubicBezTo>
                    <a:cubicBezTo>
                      <a:pt x="451610" y="71382"/>
                      <a:pt x="491578" y="71163"/>
                      <a:pt x="498518" y="85235"/>
                    </a:cubicBezTo>
                    <a:lnTo>
                      <a:pt x="498518" y="85235"/>
                    </a:lnTo>
                    <a:cubicBezTo>
                      <a:pt x="471910" y="4585"/>
                      <a:pt x="339605" y="-23779"/>
                      <a:pt x="203213" y="21648"/>
                    </a:cubicBezTo>
                    <a:close/>
                  </a:path>
                </a:pathLst>
              </a:custGeom>
              <a:solidFill>
                <a:srgbClr val="E54035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04C11A1-EE0B-E7AB-1879-C0081DC63024}"/>
                </a:ext>
              </a:extLst>
            </p:cNvPr>
            <p:cNvGrpSpPr/>
            <p:nvPr/>
          </p:nvGrpSpPr>
          <p:grpSpPr>
            <a:xfrm>
              <a:off x="7408557" y="2110681"/>
              <a:ext cx="593470" cy="295786"/>
              <a:chOff x="7408557" y="2322614"/>
              <a:chExt cx="593470" cy="295786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2DC0A60-8B17-3ACD-6F5B-9DC8524C8FAE}"/>
                  </a:ext>
                </a:extLst>
              </p:cNvPr>
              <p:cNvSpPr/>
              <p:nvPr/>
            </p:nvSpPr>
            <p:spPr>
              <a:xfrm>
                <a:off x="7408557" y="2550437"/>
                <a:ext cx="37863" cy="67963"/>
              </a:xfrm>
              <a:custGeom>
                <a:avLst/>
                <a:gdLst>
                  <a:gd name="connsiteX0" fmla="*/ 19045 w 37863"/>
                  <a:gd name="connsiteY0" fmla="*/ 0 h 67963"/>
                  <a:gd name="connsiteX1" fmla="*/ 199 w 37863"/>
                  <a:gd name="connsiteY1" fmla="*/ 49844 h 67963"/>
                  <a:gd name="connsiteX2" fmla="*/ 19758 w 37863"/>
                  <a:gd name="connsiteY2" fmla="*/ 67949 h 67963"/>
                  <a:gd name="connsiteX3" fmla="*/ 37863 w 37863"/>
                  <a:gd name="connsiteY3" fmla="*/ 49844 h 67963"/>
                  <a:gd name="connsiteX4" fmla="*/ 35614 w 37863"/>
                  <a:gd name="connsiteY4" fmla="*/ 40873 h 67963"/>
                  <a:gd name="connsiteX5" fmla="*/ 19045 w 37863"/>
                  <a:gd name="connsiteY5" fmla="*/ 0 h 67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63" h="67963">
                    <a:moveTo>
                      <a:pt x="19045" y="0"/>
                    </a:moveTo>
                    <a:cubicBezTo>
                      <a:pt x="19045" y="0"/>
                      <a:pt x="-2270" y="40490"/>
                      <a:pt x="199" y="49844"/>
                    </a:cubicBezTo>
                    <a:cubicBezTo>
                      <a:pt x="583" y="60241"/>
                      <a:pt x="9362" y="68360"/>
                      <a:pt x="19758" y="67949"/>
                    </a:cubicBezTo>
                    <a:cubicBezTo>
                      <a:pt x="29607" y="67592"/>
                      <a:pt x="37479" y="59692"/>
                      <a:pt x="37863" y="49844"/>
                    </a:cubicBezTo>
                    <a:cubicBezTo>
                      <a:pt x="37863" y="46716"/>
                      <a:pt x="37096" y="43644"/>
                      <a:pt x="35614" y="40873"/>
                    </a:cubicBezTo>
                    <a:cubicBezTo>
                      <a:pt x="31718" y="26636"/>
                      <a:pt x="26150" y="12920"/>
                      <a:pt x="19045" y="0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6A570B0-8CB3-BB35-40F0-F746FC52B1F7}"/>
                  </a:ext>
                </a:extLst>
              </p:cNvPr>
              <p:cNvSpPr/>
              <p:nvPr/>
            </p:nvSpPr>
            <p:spPr>
              <a:xfrm>
                <a:off x="7533588" y="2459966"/>
                <a:ext cx="37757" cy="68662"/>
              </a:xfrm>
              <a:custGeom>
                <a:avLst/>
                <a:gdLst>
                  <a:gd name="connsiteX0" fmla="*/ 18912 w 37757"/>
                  <a:gd name="connsiteY0" fmla="*/ 68662 h 68662"/>
                  <a:gd name="connsiteX1" fmla="*/ 37758 w 37757"/>
                  <a:gd name="connsiteY1" fmla="*/ 49844 h 68662"/>
                  <a:gd name="connsiteX2" fmla="*/ 35481 w 37757"/>
                  <a:gd name="connsiteY2" fmla="*/ 40901 h 68662"/>
                  <a:gd name="connsiteX3" fmla="*/ 19022 w 37757"/>
                  <a:gd name="connsiteY3" fmla="*/ 0 h 68662"/>
                  <a:gd name="connsiteX4" fmla="*/ 203 w 37757"/>
                  <a:gd name="connsiteY4" fmla="*/ 49844 h 68662"/>
                  <a:gd name="connsiteX5" fmla="*/ 18912 w 37757"/>
                  <a:gd name="connsiteY5" fmla="*/ 68662 h 68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757" h="68662">
                    <a:moveTo>
                      <a:pt x="18912" y="68662"/>
                    </a:moveTo>
                    <a:cubicBezTo>
                      <a:pt x="29309" y="68662"/>
                      <a:pt x="37730" y="60241"/>
                      <a:pt x="37758" y="49844"/>
                    </a:cubicBezTo>
                    <a:cubicBezTo>
                      <a:pt x="37758" y="46717"/>
                      <a:pt x="36989" y="43644"/>
                      <a:pt x="35481" y="40901"/>
                    </a:cubicBezTo>
                    <a:cubicBezTo>
                      <a:pt x="31613" y="26664"/>
                      <a:pt x="26099" y="12948"/>
                      <a:pt x="19022" y="0"/>
                    </a:cubicBezTo>
                    <a:cubicBezTo>
                      <a:pt x="19022" y="0"/>
                      <a:pt x="-2293" y="40489"/>
                      <a:pt x="203" y="49844"/>
                    </a:cubicBezTo>
                    <a:cubicBezTo>
                      <a:pt x="203" y="60186"/>
                      <a:pt x="8570" y="68607"/>
                      <a:pt x="18912" y="68662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881649D-DD25-7654-E9F6-1CDF417E98C1}"/>
                  </a:ext>
                </a:extLst>
              </p:cNvPr>
              <p:cNvSpPr/>
              <p:nvPr/>
            </p:nvSpPr>
            <p:spPr>
              <a:xfrm>
                <a:off x="7964188" y="2442848"/>
                <a:ext cx="37839" cy="68662"/>
              </a:xfrm>
              <a:custGeom>
                <a:avLst/>
                <a:gdLst>
                  <a:gd name="connsiteX0" fmla="*/ 37730 w 37839"/>
                  <a:gd name="connsiteY0" fmla="*/ 49844 h 68662"/>
                  <a:gd name="connsiteX1" fmla="*/ 35481 w 37839"/>
                  <a:gd name="connsiteY1" fmla="*/ 40901 h 68662"/>
                  <a:gd name="connsiteX2" fmla="*/ 19022 w 37839"/>
                  <a:gd name="connsiteY2" fmla="*/ 0 h 68662"/>
                  <a:gd name="connsiteX3" fmla="*/ 203 w 37839"/>
                  <a:gd name="connsiteY3" fmla="*/ 49844 h 68662"/>
                  <a:gd name="connsiteX4" fmla="*/ 19022 w 37839"/>
                  <a:gd name="connsiteY4" fmla="*/ 68662 h 68662"/>
                  <a:gd name="connsiteX5" fmla="*/ 37840 w 37839"/>
                  <a:gd name="connsiteY5" fmla="*/ 49844 h 68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9" h="68662">
                    <a:moveTo>
                      <a:pt x="37730" y="49844"/>
                    </a:moveTo>
                    <a:cubicBezTo>
                      <a:pt x="37758" y="46717"/>
                      <a:pt x="36963" y="43644"/>
                      <a:pt x="35481" y="40901"/>
                    </a:cubicBezTo>
                    <a:cubicBezTo>
                      <a:pt x="31613" y="26664"/>
                      <a:pt x="26099" y="12948"/>
                      <a:pt x="19022" y="0"/>
                    </a:cubicBezTo>
                    <a:cubicBezTo>
                      <a:pt x="19022" y="0"/>
                      <a:pt x="-2293" y="40489"/>
                      <a:pt x="203" y="49844"/>
                    </a:cubicBezTo>
                    <a:cubicBezTo>
                      <a:pt x="203" y="60241"/>
                      <a:pt x="8625" y="68662"/>
                      <a:pt x="19022" y="68662"/>
                    </a:cubicBezTo>
                    <a:cubicBezTo>
                      <a:pt x="29419" y="68662"/>
                      <a:pt x="37840" y="60241"/>
                      <a:pt x="37840" y="49844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54901BC-48AC-6A3D-14CC-A202E087A4F6}"/>
                  </a:ext>
                </a:extLst>
              </p:cNvPr>
              <p:cNvSpPr/>
              <p:nvPr/>
            </p:nvSpPr>
            <p:spPr>
              <a:xfrm>
                <a:off x="7762153" y="2322614"/>
                <a:ext cx="37866" cy="67971"/>
              </a:xfrm>
              <a:custGeom>
                <a:avLst/>
                <a:gdLst>
                  <a:gd name="connsiteX0" fmla="*/ 202 w 37866"/>
                  <a:gd name="connsiteY0" fmla="*/ 49844 h 67971"/>
                  <a:gd name="connsiteX1" fmla="*/ 19761 w 37866"/>
                  <a:gd name="connsiteY1" fmla="*/ 67957 h 67971"/>
                  <a:gd name="connsiteX2" fmla="*/ 37867 w 37866"/>
                  <a:gd name="connsiteY2" fmla="*/ 49844 h 67971"/>
                  <a:gd name="connsiteX3" fmla="*/ 35589 w 37866"/>
                  <a:gd name="connsiteY3" fmla="*/ 40901 h 67971"/>
                  <a:gd name="connsiteX4" fmla="*/ 19130 w 37866"/>
                  <a:gd name="connsiteY4" fmla="*/ 0 h 67971"/>
                  <a:gd name="connsiteX5" fmla="*/ 202 w 37866"/>
                  <a:gd name="connsiteY5" fmla="*/ 49844 h 67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66" h="67971">
                    <a:moveTo>
                      <a:pt x="202" y="49844"/>
                    </a:moveTo>
                    <a:cubicBezTo>
                      <a:pt x="586" y="60243"/>
                      <a:pt x="9364" y="68355"/>
                      <a:pt x="19761" y="67957"/>
                    </a:cubicBezTo>
                    <a:cubicBezTo>
                      <a:pt x="29609" y="67581"/>
                      <a:pt x="37482" y="59687"/>
                      <a:pt x="37867" y="49844"/>
                    </a:cubicBezTo>
                    <a:cubicBezTo>
                      <a:pt x="37867" y="46719"/>
                      <a:pt x="37098" y="43644"/>
                      <a:pt x="35589" y="40901"/>
                    </a:cubicBezTo>
                    <a:cubicBezTo>
                      <a:pt x="31749" y="26661"/>
                      <a:pt x="26208" y="12931"/>
                      <a:pt x="19130" y="0"/>
                    </a:cubicBezTo>
                    <a:cubicBezTo>
                      <a:pt x="19130" y="0"/>
                      <a:pt x="-2294" y="40490"/>
                      <a:pt x="202" y="49844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CD137CB5-7811-BF27-B5B4-B0725A54195F}"/>
                  </a:ext>
                </a:extLst>
              </p:cNvPr>
              <p:cNvSpPr/>
              <p:nvPr/>
            </p:nvSpPr>
            <p:spPr>
              <a:xfrm>
                <a:off x="7657021" y="2391276"/>
                <a:ext cx="30224" cy="68689"/>
              </a:xfrm>
              <a:custGeom>
                <a:avLst/>
                <a:gdLst>
                  <a:gd name="connsiteX0" fmla="*/ 15192 w 30224"/>
                  <a:gd name="connsiteY0" fmla="*/ 68690 h 68689"/>
                  <a:gd name="connsiteX1" fmla="*/ 30225 w 30224"/>
                  <a:gd name="connsiteY1" fmla="*/ 49844 h 68689"/>
                  <a:gd name="connsiteX2" fmla="*/ 28415 w 30224"/>
                  <a:gd name="connsiteY2" fmla="*/ 40901 h 68689"/>
                  <a:gd name="connsiteX3" fmla="*/ 15192 w 30224"/>
                  <a:gd name="connsiteY3" fmla="*/ 0 h 68689"/>
                  <a:gd name="connsiteX4" fmla="*/ 160 w 30224"/>
                  <a:gd name="connsiteY4" fmla="*/ 49844 h 68689"/>
                  <a:gd name="connsiteX5" fmla="*/ 15192 w 30224"/>
                  <a:gd name="connsiteY5" fmla="*/ 68690 h 6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24" h="68689">
                    <a:moveTo>
                      <a:pt x="15192" y="68690"/>
                    </a:moveTo>
                    <a:cubicBezTo>
                      <a:pt x="23422" y="68690"/>
                      <a:pt x="30225" y="60241"/>
                      <a:pt x="30225" y="49844"/>
                    </a:cubicBezTo>
                    <a:cubicBezTo>
                      <a:pt x="30225" y="46772"/>
                      <a:pt x="29622" y="43726"/>
                      <a:pt x="28415" y="40901"/>
                    </a:cubicBezTo>
                    <a:cubicBezTo>
                      <a:pt x="25369" y="26856"/>
                      <a:pt x="20953" y="13159"/>
                      <a:pt x="15192" y="0"/>
                    </a:cubicBezTo>
                    <a:cubicBezTo>
                      <a:pt x="15192" y="0"/>
                      <a:pt x="-1815" y="40517"/>
                      <a:pt x="160" y="49844"/>
                    </a:cubicBezTo>
                    <a:cubicBezTo>
                      <a:pt x="160" y="60268"/>
                      <a:pt x="6908" y="68690"/>
                      <a:pt x="15192" y="68690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BE6ACE7-3981-E2C5-AC56-C85FE191401B}"/>
                  </a:ext>
                </a:extLst>
              </p:cNvPr>
              <p:cNvSpPr/>
              <p:nvPr/>
            </p:nvSpPr>
            <p:spPr>
              <a:xfrm>
                <a:off x="7446425" y="2425621"/>
                <a:ext cx="30224" cy="68689"/>
              </a:xfrm>
              <a:custGeom>
                <a:avLst/>
                <a:gdLst>
                  <a:gd name="connsiteX0" fmla="*/ 15192 w 30224"/>
                  <a:gd name="connsiteY0" fmla="*/ 0 h 68689"/>
                  <a:gd name="connsiteX1" fmla="*/ 160 w 30224"/>
                  <a:gd name="connsiteY1" fmla="*/ 49844 h 68689"/>
                  <a:gd name="connsiteX2" fmla="*/ 15192 w 30224"/>
                  <a:gd name="connsiteY2" fmla="*/ 68690 h 68689"/>
                  <a:gd name="connsiteX3" fmla="*/ 30225 w 30224"/>
                  <a:gd name="connsiteY3" fmla="*/ 49844 h 68689"/>
                  <a:gd name="connsiteX4" fmla="*/ 28415 w 30224"/>
                  <a:gd name="connsiteY4" fmla="*/ 40901 h 68689"/>
                  <a:gd name="connsiteX5" fmla="*/ 15192 w 30224"/>
                  <a:gd name="connsiteY5" fmla="*/ 0 h 6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24" h="68689">
                    <a:moveTo>
                      <a:pt x="15192" y="0"/>
                    </a:moveTo>
                    <a:cubicBezTo>
                      <a:pt x="15192" y="0"/>
                      <a:pt x="-1815" y="40517"/>
                      <a:pt x="160" y="49844"/>
                    </a:cubicBezTo>
                    <a:cubicBezTo>
                      <a:pt x="160" y="60241"/>
                      <a:pt x="6880" y="68690"/>
                      <a:pt x="15192" y="68690"/>
                    </a:cubicBezTo>
                    <a:cubicBezTo>
                      <a:pt x="23504" y="68690"/>
                      <a:pt x="30225" y="60241"/>
                      <a:pt x="30225" y="49844"/>
                    </a:cubicBezTo>
                    <a:cubicBezTo>
                      <a:pt x="30225" y="46772"/>
                      <a:pt x="29622" y="43727"/>
                      <a:pt x="28415" y="40901"/>
                    </a:cubicBezTo>
                    <a:cubicBezTo>
                      <a:pt x="25369" y="26856"/>
                      <a:pt x="20926" y="13167"/>
                      <a:pt x="15192" y="0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FFAE83C-9EDE-B1EA-300F-CAA47A77ADC5}"/>
                  </a:ext>
                </a:extLst>
              </p:cNvPr>
              <p:cNvSpPr/>
              <p:nvPr/>
            </p:nvSpPr>
            <p:spPr>
              <a:xfrm>
                <a:off x="7858372" y="2391276"/>
                <a:ext cx="30225" cy="68689"/>
              </a:xfrm>
              <a:custGeom>
                <a:avLst/>
                <a:gdLst>
                  <a:gd name="connsiteX0" fmla="*/ 160 w 30225"/>
                  <a:gd name="connsiteY0" fmla="*/ 49844 h 68689"/>
                  <a:gd name="connsiteX1" fmla="*/ 15192 w 30225"/>
                  <a:gd name="connsiteY1" fmla="*/ 68690 h 68689"/>
                  <a:gd name="connsiteX2" fmla="*/ 30225 w 30225"/>
                  <a:gd name="connsiteY2" fmla="*/ 49844 h 68689"/>
                  <a:gd name="connsiteX3" fmla="*/ 28414 w 30225"/>
                  <a:gd name="connsiteY3" fmla="*/ 40901 h 68689"/>
                  <a:gd name="connsiteX4" fmla="*/ 15192 w 30225"/>
                  <a:gd name="connsiteY4" fmla="*/ 0 h 68689"/>
                  <a:gd name="connsiteX5" fmla="*/ 160 w 30225"/>
                  <a:gd name="connsiteY5" fmla="*/ 49844 h 6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25" h="68689">
                    <a:moveTo>
                      <a:pt x="160" y="49844"/>
                    </a:moveTo>
                    <a:cubicBezTo>
                      <a:pt x="160" y="60241"/>
                      <a:pt x="6880" y="68690"/>
                      <a:pt x="15192" y="68690"/>
                    </a:cubicBezTo>
                    <a:cubicBezTo>
                      <a:pt x="23504" y="68690"/>
                      <a:pt x="30225" y="60241"/>
                      <a:pt x="30225" y="49844"/>
                    </a:cubicBezTo>
                    <a:cubicBezTo>
                      <a:pt x="30225" y="46772"/>
                      <a:pt x="29622" y="43726"/>
                      <a:pt x="28414" y="40901"/>
                    </a:cubicBezTo>
                    <a:cubicBezTo>
                      <a:pt x="25370" y="26856"/>
                      <a:pt x="20925" y="13167"/>
                      <a:pt x="15192" y="0"/>
                    </a:cubicBezTo>
                    <a:cubicBezTo>
                      <a:pt x="15192" y="0"/>
                      <a:pt x="-1816" y="40517"/>
                      <a:pt x="160" y="49844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77EC34D-50B6-7F37-A6BD-CD766E1B0FFB}"/>
                  </a:ext>
                </a:extLst>
              </p:cNvPr>
              <p:cNvSpPr/>
              <p:nvPr/>
            </p:nvSpPr>
            <p:spPr>
              <a:xfrm>
                <a:off x="7926497" y="2339814"/>
                <a:ext cx="30213" cy="68662"/>
              </a:xfrm>
              <a:custGeom>
                <a:avLst/>
                <a:gdLst>
                  <a:gd name="connsiteX0" fmla="*/ 148 w 30213"/>
                  <a:gd name="connsiteY0" fmla="*/ 49844 h 68662"/>
                  <a:gd name="connsiteX1" fmla="*/ 15180 w 30213"/>
                  <a:gd name="connsiteY1" fmla="*/ 68662 h 68662"/>
                  <a:gd name="connsiteX2" fmla="*/ 30213 w 30213"/>
                  <a:gd name="connsiteY2" fmla="*/ 49844 h 68662"/>
                  <a:gd name="connsiteX3" fmla="*/ 28403 w 30213"/>
                  <a:gd name="connsiteY3" fmla="*/ 40874 h 68662"/>
                  <a:gd name="connsiteX4" fmla="*/ 15180 w 30213"/>
                  <a:gd name="connsiteY4" fmla="*/ 0 h 68662"/>
                  <a:gd name="connsiteX5" fmla="*/ 148 w 30213"/>
                  <a:gd name="connsiteY5" fmla="*/ 49844 h 68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13" h="68662">
                    <a:moveTo>
                      <a:pt x="148" y="49844"/>
                    </a:moveTo>
                    <a:cubicBezTo>
                      <a:pt x="148" y="60241"/>
                      <a:pt x="6868" y="68662"/>
                      <a:pt x="15180" y="68662"/>
                    </a:cubicBezTo>
                    <a:cubicBezTo>
                      <a:pt x="23492" y="68662"/>
                      <a:pt x="30213" y="60241"/>
                      <a:pt x="30213" y="49844"/>
                    </a:cubicBezTo>
                    <a:cubicBezTo>
                      <a:pt x="30213" y="46760"/>
                      <a:pt x="29610" y="43710"/>
                      <a:pt x="28403" y="40874"/>
                    </a:cubicBezTo>
                    <a:cubicBezTo>
                      <a:pt x="25385" y="26842"/>
                      <a:pt x="20941" y="13148"/>
                      <a:pt x="15180" y="0"/>
                    </a:cubicBezTo>
                    <a:cubicBezTo>
                      <a:pt x="15180" y="0"/>
                      <a:pt x="-1745" y="40407"/>
                      <a:pt x="148" y="49844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4256149C-EB98-DB9D-1032-5E16E94EAFAD}"/>
                  </a:ext>
                </a:extLst>
              </p:cNvPr>
              <p:cNvSpPr/>
              <p:nvPr/>
            </p:nvSpPr>
            <p:spPr>
              <a:xfrm>
                <a:off x="7565919" y="2339814"/>
                <a:ext cx="30224" cy="68662"/>
              </a:xfrm>
              <a:custGeom>
                <a:avLst/>
                <a:gdLst>
                  <a:gd name="connsiteX0" fmla="*/ 15192 w 30224"/>
                  <a:gd name="connsiteY0" fmla="*/ 68662 h 68662"/>
                  <a:gd name="connsiteX1" fmla="*/ 30225 w 30224"/>
                  <a:gd name="connsiteY1" fmla="*/ 49844 h 68662"/>
                  <a:gd name="connsiteX2" fmla="*/ 28415 w 30224"/>
                  <a:gd name="connsiteY2" fmla="*/ 40874 h 68662"/>
                  <a:gd name="connsiteX3" fmla="*/ 15192 w 30224"/>
                  <a:gd name="connsiteY3" fmla="*/ 0 h 68662"/>
                  <a:gd name="connsiteX4" fmla="*/ 160 w 30224"/>
                  <a:gd name="connsiteY4" fmla="*/ 49844 h 68662"/>
                  <a:gd name="connsiteX5" fmla="*/ 15192 w 30224"/>
                  <a:gd name="connsiteY5" fmla="*/ 68662 h 68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24" h="68662">
                    <a:moveTo>
                      <a:pt x="15192" y="68662"/>
                    </a:moveTo>
                    <a:cubicBezTo>
                      <a:pt x="23422" y="68662"/>
                      <a:pt x="30225" y="60241"/>
                      <a:pt x="30225" y="49844"/>
                    </a:cubicBezTo>
                    <a:cubicBezTo>
                      <a:pt x="30225" y="46760"/>
                      <a:pt x="29622" y="43710"/>
                      <a:pt x="28415" y="40874"/>
                    </a:cubicBezTo>
                    <a:cubicBezTo>
                      <a:pt x="25397" y="26842"/>
                      <a:pt x="20953" y="13148"/>
                      <a:pt x="15192" y="0"/>
                    </a:cubicBezTo>
                    <a:cubicBezTo>
                      <a:pt x="15192" y="0"/>
                      <a:pt x="-1815" y="40490"/>
                      <a:pt x="160" y="49844"/>
                    </a:cubicBezTo>
                    <a:cubicBezTo>
                      <a:pt x="160" y="60241"/>
                      <a:pt x="6908" y="68662"/>
                      <a:pt x="15192" y="68662"/>
                    </a:cubicBezTo>
                    <a:close/>
                  </a:path>
                </a:pathLst>
              </a:custGeom>
              <a:solidFill>
                <a:srgbClr val="3B78A2"/>
              </a:solidFill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B4DE9F4-F2DC-D171-854E-FA3E19FF8404}"/>
                </a:ext>
              </a:extLst>
            </p:cNvPr>
            <p:cNvGrpSpPr/>
            <p:nvPr/>
          </p:nvGrpSpPr>
          <p:grpSpPr>
            <a:xfrm>
              <a:off x="7182918" y="2311040"/>
              <a:ext cx="585950" cy="588717"/>
              <a:chOff x="8297452" y="1194115"/>
              <a:chExt cx="585950" cy="588717"/>
            </a:xfrm>
            <a:solidFill>
              <a:srgbClr val="E54035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CAD03B3-2C27-9D96-9493-02A6D6E7BA3F}"/>
                  </a:ext>
                </a:extLst>
              </p:cNvPr>
              <p:cNvSpPr/>
              <p:nvPr/>
            </p:nvSpPr>
            <p:spPr>
              <a:xfrm rot="19910401">
                <a:off x="8461590" y="1358838"/>
                <a:ext cx="257531" cy="257531"/>
              </a:xfrm>
              <a:custGeom>
                <a:avLst/>
                <a:gdLst>
                  <a:gd name="connsiteX0" fmla="*/ 257531 w 257531"/>
                  <a:gd name="connsiteY0" fmla="*/ 128765 h 257531"/>
                  <a:gd name="connsiteX1" fmla="*/ 128766 w 257531"/>
                  <a:gd name="connsiteY1" fmla="*/ 257531 h 257531"/>
                  <a:gd name="connsiteX2" fmla="*/ 0 w 257531"/>
                  <a:gd name="connsiteY2" fmla="*/ 128765 h 257531"/>
                  <a:gd name="connsiteX3" fmla="*/ 128766 w 257531"/>
                  <a:gd name="connsiteY3" fmla="*/ 0 h 257531"/>
                  <a:gd name="connsiteX4" fmla="*/ 257531 w 257531"/>
                  <a:gd name="connsiteY4" fmla="*/ 128765 h 2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531" h="257531">
                    <a:moveTo>
                      <a:pt x="257531" y="128765"/>
                    </a:moveTo>
                    <a:cubicBezTo>
                      <a:pt x="257531" y="199881"/>
                      <a:pt x="199881" y="257531"/>
                      <a:pt x="128766" y="257531"/>
                    </a:cubicBezTo>
                    <a:cubicBezTo>
                      <a:pt x="57650" y="257531"/>
                      <a:pt x="0" y="199881"/>
                      <a:pt x="0" y="128765"/>
                    </a:cubicBezTo>
                    <a:cubicBezTo>
                      <a:pt x="0" y="57650"/>
                      <a:pt x="57651" y="0"/>
                      <a:pt x="128766" y="0"/>
                    </a:cubicBezTo>
                    <a:cubicBezTo>
                      <a:pt x="199881" y="0"/>
                      <a:pt x="257531" y="57650"/>
                      <a:pt x="257531" y="128765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B144474-7800-0092-A3E5-8888FC7E0F58}"/>
                  </a:ext>
                </a:extLst>
              </p:cNvPr>
              <p:cNvSpPr/>
              <p:nvPr/>
            </p:nvSpPr>
            <p:spPr>
              <a:xfrm>
                <a:off x="8571382" y="1194115"/>
                <a:ext cx="38089" cy="129340"/>
              </a:xfrm>
              <a:custGeom>
                <a:avLst/>
                <a:gdLst>
                  <a:gd name="connsiteX0" fmla="*/ 21 w 38089"/>
                  <a:gd name="connsiteY0" fmla="*/ 19764 h 129340"/>
                  <a:gd name="connsiteX1" fmla="*/ 21 w 38089"/>
                  <a:gd name="connsiteY1" fmla="*/ 109576 h 129340"/>
                  <a:gd name="connsiteX2" fmla="*/ 18318 w 38089"/>
                  <a:gd name="connsiteY2" fmla="*/ 129327 h 129340"/>
                  <a:gd name="connsiteX3" fmla="*/ 38068 w 38089"/>
                  <a:gd name="connsiteY3" fmla="*/ 111030 h 129340"/>
                  <a:gd name="connsiteX4" fmla="*/ 38068 w 38089"/>
                  <a:gd name="connsiteY4" fmla="*/ 109576 h 129340"/>
                  <a:gd name="connsiteX5" fmla="*/ 38068 w 38089"/>
                  <a:gd name="connsiteY5" fmla="*/ 19764 h 129340"/>
                  <a:gd name="connsiteX6" fmla="*/ 19772 w 38089"/>
                  <a:gd name="connsiteY6" fmla="*/ 13 h 129340"/>
                  <a:gd name="connsiteX7" fmla="*/ 21 w 38089"/>
                  <a:gd name="connsiteY7" fmla="*/ 18310 h 129340"/>
                  <a:gd name="connsiteX8" fmla="*/ 21 w 38089"/>
                  <a:gd name="connsiteY8" fmla="*/ 19764 h 12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89" h="129340">
                    <a:moveTo>
                      <a:pt x="21" y="19764"/>
                    </a:moveTo>
                    <a:lnTo>
                      <a:pt x="21" y="109576"/>
                    </a:lnTo>
                    <a:cubicBezTo>
                      <a:pt x="-391" y="120083"/>
                      <a:pt x="7811" y="128916"/>
                      <a:pt x="18318" y="129327"/>
                    </a:cubicBezTo>
                    <a:cubicBezTo>
                      <a:pt x="28824" y="129712"/>
                      <a:pt x="37657" y="121537"/>
                      <a:pt x="38068" y="111030"/>
                    </a:cubicBezTo>
                    <a:cubicBezTo>
                      <a:pt x="38096" y="110536"/>
                      <a:pt x="38096" y="110070"/>
                      <a:pt x="38068" y="109576"/>
                    </a:cubicBezTo>
                    <a:lnTo>
                      <a:pt x="38068" y="19764"/>
                    </a:lnTo>
                    <a:cubicBezTo>
                      <a:pt x="38480" y="9258"/>
                      <a:pt x="30278" y="425"/>
                      <a:pt x="19772" y="13"/>
                    </a:cubicBezTo>
                    <a:cubicBezTo>
                      <a:pt x="9265" y="-371"/>
                      <a:pt x="432" y="7804"/>
                      <a:pt x="21" y="18310"/>
                    </a:cubicBezTo>
                    <a:cubicBezTo>
                      <a:pt x="-7" y="18804"/>
                      <a:pt x="-7" y="19270"/>
                      <a:pt x="21" y="19764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4A2DCBB-B1E8-7410-C5B9-13294F682E06}"/>
                  </a:ext>
                </a:extLst>
              </p:cNvPr>
              <p:cNvSpPr/>
              <p:nvPr/>
            </p:nvSpPr>
            <p:spPr>
              <a:xfrm>
                <a:off x="8377174" y="1275289"/>
                <a:ext cx="101186" cy="101168"/>
              </a:xfrm>
              <a:custGeom>
                <a:avLst/>
                <a:gdLst>
                  <a:gd name="connsiteX0" fmla="*/ 5579 w 101186"/>
                  <a:gd name="connsiteY0" fmla="*/ 5579 h 101168"/>
                  <a:gd name="connsiteX1" fmla="*/ 5552 w 101186"/>
                  <a:gd name="connsiteY1" fmla="*/ 32462 h 101168"/>
                  <a:gd name="connsiteX2" fmla="*/ 5579 w 101186"/>
                  <a:gd name="connsiteY2" fmla="*/ 32490 h 101168"/>
                  <a:gd name="connsiteX3" fmla="*/ 69112 w 101186"/>
                  <a:gd name="connsiteY3" fmla="*/ 95995 h 101168"/>
                  <a:gd name="connsiteX4" fmla="*/ 96023 w 101186"/>
                  <a:gd name="connsiteY4" fmla="*/ 95172 h 101168"/>
                  <a:gd name="connsiteX5" fmla="*/ 96023 w 101186"/>
                  <a:gd name="connsiteY5" fmla="*/ 69084 h 101168"/>
                  <a:gd name="connsiteX6" fmla="*/ 32490 w 101186"/>
                  <a:gd name="connsiteY6" fmla="*/ 5579 h 101168"/>
                  <a:gd name="connsiteX7" fmla="*/ 5607 w 101186"/>
                  <a:gd name="connsiteY7" fmla="*/ 5552 h 101168"/>
                  <a:gd name="connsiteX8" fmla="*/ 5579 w 101186"/>
                  <a:gd name="connsiteY8" fmla="*/ 5579 h 10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186" h="101168">
                    <a:moveTo>
                      <a:pt x="5579" y="5579"/>
                    </a:moveTo>
                    <a:cubicBezTo>
                      <a:pt x="-1855" y="12986"/>
                      <a:pt x="-1855" y="25028"/>
                      <a:pt x="5552" y="32462"/>
                    </a:cubicBezTo>
                    <a:cubicBezTo>
                      <a:pt x="5552" y="32462"/>
                      <a:pt x="5579" y="32490"/>
                      <a:pt x="5579" y="32490"/>
                    </a:cubicBezTo>
                    <a:lnTo>
                      <a:pt x="69112" y="95995"/>
                    </a:lnTo>
                    <a:cubicBezTo>
                      <a:pt x="76765" y="103210"/>
                      <a:pt x="88808" y="102825"/>
                      <a:pt x="96023" y="95172"/>
                    </a:cubicBezTo>
                    <a:cubicBezTo>
                      <a:pt x="102908" y="87848"/>
                      <a:pt x="102908" y="76408"/>
                      <a:pt x="96023" y="69084"/>
                    </a:cubicBezTo>
                    <a:lnTo>
                      <a:pt x="32490" y="5579"/>
                    </a:lnTo>
                    <a:cubicBezTo>
                      <a:pt x="25083" y="-1855"/>
                      <a:pt x="13041" y="-1855"/>
                      <a:pt x="5607" y="5552"/>
                    </a:cubicBezTo>
                    <a:cubicBezTo>
                      <a:pt x="5607" y="5552"/>
                      <a:pt x="5579" y="5579"/>
                      <a:pt x="5579" y="5579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04230D4-9B78-DE1F-935A-61CD95D4DB9E}"/>
                  </a:ext>
                </a:extLst>
              </p:cNvPr>
              <p:cNvSpPr/>
              <p:nvPr/>
            </p:nvSpPr>
            <p:spPr>
              <a:xfrm>
                <a:off x="8297452" y="1469491"/>
                <a:ext cx="127162" cy="38048"/>
              </a:xfrm>
              <a:custGeom>
                <a:avLst/>
                <a:gdLst>
                  <a:gd name="connsiteX0" fmla="*/ 127162 w 127162"/>
                  <a:gd name="connsiteY0" fmla="*/ 19038 h 38048"/>
                  <a:gd name="connsiteX1" fmla="*/ 108152 w 127162"/>
                  <a:gd name="connsiteY1" fmla="*/ 0 h 38048"/>
                  <a:gd name="connsiteX2" fmla="*/ 18312 w 127162"/>
                  <a:gd name="connsiteY2" fmla="*/ 0 h 38048"/>
                  <a:gd name="connsiteX3" fmla="*/ 15 w 127162"/>
                  <a:gd name="connsiteY3" fmla="*/ 19751 h 38048"/>
                  <a:gd name="connsiteX4" fmla="*/ 18312 w 127162"/>
                  <a:gd name="connsiteY4" fmla="*/ 38048 h 38048"/>
                  <a:gd name="connsiteX5" fmla="*/ 108152 w 127162"/>
                  <a:gd name="connsiteY5" fmla="*/ 38048 h 38048"/>
                  <a:gd name="connsiteX6" fmla="*/ 127162 w 127162"/>
                  <a:gd name="connsiteY6" fmla="*/ 19038 h 38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7162" h="38048">
                    <a:moveTo>
                      <a:pt x="127162" y="19038"/>
                    </a:moveTo>
                    <a:cubicBezTo>
                      <a:pt x="127162" y="8531"/>
                      <a:pt x="118658" y="27"/>
                      <a:pt x="108152" y="0"/>
                    </a:cubicBezTo>
                    <a:lnTo>
                      <a:pt x="18312" y="0"/>
                    </a:lnTo>
                    <a:cubicBezTo>
                      <a:pt x="7806" y="412"/>
                      <a:pt x="-396" y="9245"/>
                      <a:pt x="15" y="19751"/>
                    </a:cubicBezTo>
                    <a:cubicBezTo>
                      <a:pt x="399" y="29681"/>
                      <a:pt x="8354" y="37664"/>
                      <a:pt x="18312" y="38048"/>
                    </a:cubicBezTo>
                    <a:lnTo>
                      <a:pt x="108152" y="38048"/>
                    </a:lnTo>
                    <a:cubicBezTo>
                      <a:pt x="118658" y="38048"/>
                      <a:pt x="127162" y="29544"/>
                      <a:pt x="127162" y="19038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B891505-75BD-6C68-7AF7-FA2527CC82DD}"/>
                  </a:ext>
                </a:extLst>
              </p:cNvPr>
              <p:cNvSpPr/>
              <p:nvPr/>
            </p:nvSpPr>
            <p:spPr>
              <a:xfrm>
                <a:off x="8377580" y="1600194"/>
                <a:ext cx="101181" cy="101159"/>
              </a:xfrm>
              <a:custGeom>
                <a:avLst/>
                <a:gdLst>
                  <a:gd name="connsiteX0" fmla="*/ 68706 w 101181"/>
                  <a:gd name="connsiteY0" fmla="*/ 5579 h 101159"/>
                  <a:gd name="connsiteX1" fmla="*/ 5173 w 101181"/>
                  <a:gd name="connsiteY1" fmla="*/ 69084 h 101159"/>
                  <a:gd name="connsiteX2" fmla="*/ 5996 w 101181"/>
                  <a:gd name="connsiteY2" fmla="*/ 95995 h 101159"/>
                  <a:gd name="connsiteX3" fmla="*/ 32084 w 101181"/>
                  <a:gd name="connsiteY3" fmla="*/ 95995 h 101159"/>
                  <a:gd name="connsiteX4" fmla="*/ 95617 w 101181"/>
                  <a:gd name="connsiteY4" fmla="*/ 32462 h 101159"/>
                  <a:gd name="connsiteX5" fmla="*/ 95617 w 101181"/>
                  <a:gd name="connsiteY5" fmla="*/ 5551 h 101159"/>
                  <a:gd name="connsiteX6" fmla="*/ 68706 w 101181"/>
                  <a:gd name="connsiteY6" fmla="*/ 5579 h 101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181" h="101159">
                    <a:moveTo>
                      <a:pt x="68706" y="5579"/>
                    </a:moveTo>
                    <a:lnTo>
                      <a:pt x="5173" y="69084"/>
                    </a:lnTo>
                    <a:cubicBezTo>
                      <a:pt x="-2042" y="76738"/>
                      <a:pt x="-1657" y="88780"/>
                      <a:pt x="5996" y="95995"/>
                    </a:cubicBezTo>
                    <a:cubicBezTo>
                      <a:pt x="13321" y="102880"/>
                      <a:pt x="24760" y="102880"/>
                      <a:pt x="32084" y="95995"/>
                    </a:cubicBezTo>
                    <a:lnTo>
                      <a:pt x="95617" y="32462"/>
                    </a:lnTo>
                    <a:cubicBezTo>
                      <a:pt x="103051" y="25028"/>
                      <a:pt x="103023" y="12986"/>
                      <a:pt x="95617" y="5551"/>
                    </a:cubicBezTo>
                    <a:cubicBezTo>
                      <a:pt x="88183" y="-1855"/>
                      <a:pt x="76140" y="-1855"/>
                      <a:pt x="68706" y="5579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D76219D-7B54-30FF-8967-1843FD2DEBC8}"/>
                  </a:ext>
                </a:extLst>
              </p:cNvPr>
              <p:cNvSpPr/>
              <p:nvPr/>
            </p:nvSpPr>
            <p:spPr>
              <a:xfrm>
                <a:off x="8571388" y="1654218"/>
                <a:ext cx="38083" cy="128614"/>
              </a:xfrm>
              <a:custGeom>
                <a:avLst/>
                <a:gdLst>
                  <a:gd name="connsiteX0" fmla="*/ 19025 w 38083"/>
                  <a:gd name="connsiteY0" fmla="*/ 0 h 128614"/>
                  <a:gd name="connsiteX1" fmla="*/ 15 w 38083"/>
                  <a:gd name="connsiteY1" fmla="*/ 19011 h 128614"/>
                  <a:gd name="connsiteX2" fmla="*/ 15 w 38083"/>
                  <a:gd name="connsiteY2" fmla="*/ 108850 h 128614"/>
                  <a:gd name="connsiteX3" fmla="*/ 18312 w 38083"/>
                  <a:gd name="connsiteY3" fmla="*/ 128601 h 128614"/>
                  <a:gd name="connsiteX4" fmla="*/ 38063 w 38083"/>
                  <a:gd name="connsiteY4" fmla="*/ 110304 h 128614"/>
                  <a:gd name="connsiteX5" fmla="*/ 38063 w 38083"/>
                  <a:gd name="connsiteY5" fmla="*/ 108850 h 128614"/>
                  <a:gd name="connsiteX6" fmla="*/ 38063 w 38083"/>
                  <a:gd name="connsiteY6" fmla="*/ 19202 h 128614"/>
                  <a:gd name="connsiteX7" fmla="*/ 19190 w 38083"/>
                  <a:gd name="connsiteY7" fmla="*/ 0 h 128614"/>
                  <a:gd name="connsiteX8" fmla="*/ 19025 w 38083"/>
                  <a:gd name="connsiteY8" fmla="*/ 0 h 128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83" h="128614">
                    <a:moveTo>
                      <a:pt x="19025" y="0"/>
                    </a:moveTo>
                    <a:cubicBezTo>
                      <a:pt x="8518" y="0"/>
                      <a:pt x="15" y="8504"/>
                      <a:pt x="15" y="19011"/>
                    </a:cubicBezTo>
                    <a:lnTo>
                      <a:pt x="15" y="108850"/>
                    </a:lnTo>
                    <a:cubicBezTo>
                      <a:pt x="-397" y="119357"/>
                      <a:pt x="7805" y="128190"/>
                      <a:pt x="18312" y="128601"/>
                    </a:cubicBezTo>
                    <a:cubicBezTo>
                      <a:pt x="28818" y="128985"/>
                      <a:pt x="37651" y="120811"/>
                      <a:pt x="38063" y="110304"/>
                    </a:cubicBezTo>
                    <a:cubicBezTo>
                      <a:pt x="38090" y="109810"/>
                      <a:pt x="38090" y="109344"/>
                      <a:pt x="38063" y="108850"/>
                    </a:cubicBezTo>
                    <a:lnTo>
                      <a:pt x="38063" y="19202"/>
                    </a:lnTo>
                    <a:cubicBezTo>
                      <a:pt x="38145" y="8696"/>
                      <a:pt x="29696" y="82"/>
                      <a:pt x="19190" y="0"/>
                    </a:cubicBezTo>
                    <a:cubicBezTo>
                      <a:pt x="19135" y="0"/>
                      <a:pt x="19080" y="0"/>
                      <a:pt x="19025" y="0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DEC554F-028E-F969-E8EB-76FC277A1196}"/>
                  </a:ext>
                </a:extLst>
              </p:cNvPr>
              <p:cNvSpPr/>
              <p:nvPr/>
            </p:nvSpPr>
            <p:spPr>
              <a:xfrm>
                <a:off x="8702096" y="1600194"/>
                <a:ext cx="102001" cy="101991"/>
              </a:xfrm>
              <a:custGeom>
                <a:avLst/>
                <a:gdLst>
                  <a:gd name="connsiteX0" fmla="*/ 32473 w 102001"/>
                  <a:gd name="connsiteY0" fmla="*/ 5579 h 101991"/>
                  <a:gd name="connsiteX1" fmla="*/ 5589 w 102001"/>
                  <a:gd name="connsiteY1" fmla="*/ 5551 h 101991"/>
                  <a:gd name="connsiteX2" fmla="*/ 5562 w 102001"/>
                  <a:gd name="connsiteY2" fmla="*/ 32462 h 101991"/>
                  <a:gd name="connsiteX3" fmla="*/ 69094 w 102001"/>
                  <a:gd name="connsiteY3" fmla="*/ 95995 h 101991"/>
                  <a:gd name="connsiteX4" fmla="*/ 96005 w 102001"/>
                  <a:gd name="connsiteY4" fmla="*/ 96818 h 101991"/>
                  <a:gd name="connsiteX5" fmla="*/ 96828 w 102001"/>
                  <a:gd name="connsiteY5" fmla="*/ 69907 h 101991"/>
                  <a:gd name="connsiteX6" fmla="*/ 96005 w 102001"/>
                  <a:gd name="connsiteY6" fmla="*/ 69084 h 101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01" h="101991">
                    <a:moveTo>
                      <a:pt x="32473" y="5579"/>
                    </a:moveTo>
                    <a:cubicBezTo>
                      <a:pt x="25038" y="-1855"/>
                      <a:pt x="12996" y="-1855"/>
                      <a:pt x="5589" y="5551"/>
                    </a:cubicBezTo>
                    <a:cubicBezTo>
                      <a:pt x="-1845" y="12986"/>
                      <a:pt x="-1872" y="25028"/>
                      <a:pt x="5562" y="32462"/>
                    </a:cubicBezTo>
                    <a:lnTo>
                      <a:pt x="69094" y="95995"/>
                    </a:lnTo>
                    <a:cubicBezTo>
                      <a:pt x="76309" y="103648"/>
                      <a:pt x="88351" y="104032"/>
                      <a:pt x="96005" y="96818"/>
                    </a:cubicBezTo>
                    <a:cubicBezTo>
                      <a:pt x="103659" y="89631"/>
                      <a:pt x="104042" y="77560"/>
                      <a:pt x="96828" y="69907"/>
                    </a:cubicBezTo>
                    <a:cubicBezTo>
                      <a:pt x="96554" y="69633"/>
                      <a:pt x="96280" y="69358"/>
                      <a:pt x="96005" y="69084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618F9F0-E823-789C-0CCD-BEC0B9EE4085}"/>
                  </a:ext>
                </a:extLst>
              </p:cNvPr>
              <p:cNvSpPr/>
              <p:nvPr/>
            </p:nvSpPr>
            <p:spPr>
              <a:xfrm>
                <a:off x="8755486" y="1469476"/>
                <a:ext cx="127916" cy="38083"/>
              </a:xfrm>
              <a:custGeom>
                <a:avLst/>
                <a:gdLst>
                  <a:gd name="connsiteX0" fmla="*/ 109604 w 127916"/>
                  <a:gd name="connsiteY0" fmla="*/ 15 h 38083"/>
                  <a:gd name="connsiteX1" fmla="*/ 19764 w 127916"/>
                  <a:gd name="connsiteY1" fmla="*/ 15 h 38083"/>
                  <a:gd name="connsiteX2" fmla="*/ 13 w 127916"/>
                  <a:gd name="connsiteY2" fmla="*/ 18312 h 38083"/>
                  <a:gd name="connsiteX3" fmla="*/ 18310 w 127916"/>
                  <a:gd name="connsiteY3" fmla="*/ 38063 h 38083"/>
                  <a:gd name="connsiteX4" fmla="*/ 19764 w 127916"/>
                  <a:gd name="connsiteY4" fmla="*/ 38063 h 38083"/>
                  <a:gd name="connsiteX5" fmla="*/ 109604 w 127916"/>
                  <a:gd name="connsiteY5" fmla="*/ 38063 h 38083"/>
                  <a:gd name="connsiteX6" fmla="*/ 127901 w 127916"/>
                  <a:gd name="connsiteY6" fmla="*/ 18312 h 38083"/>
                  <a:gd name="connsiteX7" fmla="*/ 109604 w 127916"/>
                  <a:gd name="connsiteY7" fmla="*/ 15 h 38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7916" h="38083">
                    <a:moveTo>
                      <a:pt x="109604" y="15"/>
                    </a:moveTo>
                    <a:lnTo>
                      <a:pt x="19764" y="15"/>
                    </a:lnTo>
                    <a:cubicBezTo>
                      <a:pt x="9258" y="-397"/>
                      <a:pt x="425" y="7805"/>
                      <a:pt x="13" y="18312"/>
                    </a:cubicBezTo>
                    <a:cubicBezTo>
                      <a:pt x="-371" y="28818"/>
                      <a:pt x="7804" y="37651"/>
                      <a:pt x="18310" y="38063"/>
                    </a:cubicBezTo>
                    <a:cubicBezTo>
                      <a:pt x="18804" y="38090"/>
                      <a:pt x="19270" y="38090"/>
                      <a:pt x="19764" y="38063"/>
                    </a:cubicBezTo>
                    <a:lnTo>
                      <a:pt x="109604" y="38063"/>
                    </a:lnTo>
                    <a:cubicBezTo>
                      <a:pt x="120110" y="37651"/>
                      <a:pt x="128313" y="28818"/>
                      <a:pt x="127901" y="18312"/>
                    </a:cubicBezTo>
                    <a:cubicBezTo>
                      <a:pt x="127517" y="8381"/>
                      <a:pt x="119562" y="399"/>
                      <a:pt x="109604" y="15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9BBCEEA0-982C-440E-C39C-C0FAE65E09E9}"/>
                  </a:ext>
                </a:extLst>
              </p:cNvPr>
              <p:cNvSpPr/>
              <p:nvPr/>
            </p:nvSpPr>
            <p:spPr>
              <a:xfrm>
                <a:off x="8702484" y="1274872"/>
                <a:ext cx="101612" cy="101576"/>
              </a:xfrm>
              <a:custGeom>
                <a:avLst/>
                <a:gdLst>
                  <a:gd name="connsiteX0" fmla="*/ 68706 w 101612"/>
                  <a:gd name="connsiteY0" fmla="*/ 5996 h 101576"/>
                  <a:gd name="connsiteX1" fmla="*/ 5173 w 101612"/>
                  <a:gd name="connsiteY1" fmla="*/ 69501 h 101576"/>
                  <a:gd name="connsiteX2" fmla="*/ 5996 w 101612"/>
                  <a:gd name="connsiteY2" fmla="*/ 96412 h 101576"/>
                  <a:gd name="connsiteX3" fmla="*/ 32084 w 101612"/>
                  <a:gd name="connsiteY3" fmla="*/ 96412 h 101576"/>
                  <a:gd name="connsiteX4" fmla="*/ 95617 w 101612"/>
                  <a:gd name="connsiteY4" fmla="*/ 32907 h 101576"/>
                  <a:gd name="connsiteX5" fmla="*/ 96440 w 101612"/>
                  <a:gd name="connsiteY5" fmla="*/ 5996 h 101576"/>
                  <a:gd name="connsiteX6" fmla="*/ 69529 w 101612"/>
                  <a:gd name="connsiteY6" fmla="*/ 5173 h 101576"/>
                  <a:gd name="connsiteX7" fmla="*/ 68706 w 101612"/>
                  <a:gd name="connsiteY7" fmla="*/ 5996 h 101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612" h="101576">
                    <a:moveTo>
                      <a:pt x="68706" y="5996"/>
                    </a:moveTo>
                    <a:lnTo>
                      <a:pt x="5173" y="69501"/>
                    </a:lnTo>
                    <a:cubicBezTo>
                      <a:pt x="-2042" y="77155"/>
                      <a:pt x="-1657" y="89197"/>
                      <a:pt x="5996" y="96412"/>
                    </a:cubicBezTo>
                    <a:cubicBezTo>
                      <a:pt x="13321" y="103298"/>
                      <a:pt x="24760" y="103298"/>
                      <a:pt x="32084" y="96412"/>
                    </a:cubicBezTo>
                    <a:lnTo>
                      <a:pt x="95617" y="32907"/>
                    </a:lnTo>
                    <a:cubicBezTo>
                      <a:pt x="103270" y="25692"/>
                      <a:pt x="103654" y="13650"/>
                      <a:pt x="96440" y="5996"/>
                    </a:cubicBezTo>
                    <a:cubicBezTo>
                      <a:pt x="89252" y="-1657"/>
                      <a:pt x="77182" y="-2041"/>
                      <a:pt x="69529" y="5173"/>
                    </a:cubicBezTo>
                    <a:cubicBezTo>
                      <a:pt x="69254" y="5447"/>
                      <a:pt x="68980" y="5722"/>
                      <a:pt x="68706" y="5996"/>
                    </a:cubicBezTo>
                    <a:close/>
                  </a:path>
                </a:pathLst>
              </a:custGeom>
              <a:grpFill/>
              <a:ln w="2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EAC1E0-CE00-9835-073A-6512D7DC5E91}"/>
              </a:ext>
            </a:extLst>
          </p:cNvPr>
          <p:cNvGrpSpPr/>
          <p:nvPr/>
        </p:nvGrpSpPr>
        <p:grpSpPr>
          <a:xfrm>
            <a:off x="265911" y="4965074"/>
            <a:ext cx="602506" cy="650691"/>
            <a:chOff x="2102561" y="3750427"/>
            <a:chExt cx="920131" cy="99371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31B3137-0948-B9E8-82A3-7D56A5018FCB}"/>
                </a:ext>
              </a:extLst>
            </p:cNvPr>
            <p:cNvGrpSpPr/>
            <p:nvPr/>
          </p:nvGrpSpPr>
          <p:grpSpPr>
            <a:xfrm>
              <a:off x="2102561" y="3761400"/>
              <a:ext cx="920131" cy="982745"/>
              <a:chOff x="7242121" y="3612786"/>
              <a:chExt cx="920131" cy="982745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0E6FF402-86EE-AB83-3152-FE9D0A8324C6}"/>
                  </a:ext>
                </a:extLst>
              </p:cNvPr>
              <p:cNvGrpSpPr/>
              <p:nvPr/>
            </p:nvGrpSpPr>
            <p:grpSpPr>
              <a:xfrm>
                <a:off x="7242121" y="3612786"/>
                <a:ext cx="920131" cy="469180"/>
                <a:chOff x="7242121" y="3827391"/>
                <a:chExt cx="920131" cy="469180"/>
              </a:xfrm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17E7151-C4B8-7B40-2E92-B37174FC45C6}"/>
                    </a:ext>
                  </a:extLst>
                </p:cNvPr>
                <p:cNvSpPr/>
                <p:nvPr/>
              </p:nvSpPr>
              <p:spPr>
                <a:xfrm rot="10800000">
                  <a:off x="7457982" y="4067778"/>
                  <a:ext cx="488351" cy="173423"/>
                </a:xfrm>
                <a:custGeom>
                  <a:avLst/>
                  <a:gdLst>
                    <a:gd name="connsiteX0" fmla="*/ 99498 w 488351"/>
                    <a:gd name="connsiteY0" fmla="*/ 131545 h 173423"/>
                    <a:gd name="connsiteX1" fmla="*/ 473176 w 488351"/>
                    <a:gd name="connsiteY1" fmla="*/ 47136 h 173423"/>
                    <a:gd name="connsiteX2" fmla="*/ 486837 w 488351"/>
                    <a:gd name="connsiteY2" fmla="*/ 22804 h 173423"/>
                    <a:gd name="connsiteX3" fmla="*/ 479101 w 488351"/>
                    <a:gd name="connsiteY3" fmla="*/ 1517 h 173423"/>
                    <a:gd name="connsiteX4" fmla="*/ 458143 w 488351"/>
                    <a:gd name="connsiteY4" fmla="*/ 8567 h 173423"/>
                    <a:gd name="connsiteX5" fmla="*/ 138040 w 488351"/>
                    <a:gd name="connsiteY5" fmla="*/ 116402 h 173423"/>
                    <a:gd name="connsiteX6" fmla="*/ 30204 w 488351"/>
                    <a:gd name="connsiteY6" fmla="*/ 8567 h 173423"/>
                    <a:gd name="connsiteX7" fmla="*/ 8561 w 488351"/>
                    <a:gd name="connsiteY7" fmla="*/ 1846 h 173423"/>
                    <a:gd name="connsiteX8" fmla="*/ 1510 w 488351"/>
                    <a:gd name="connsiteY8" fmla="*/ 22804 h 173423"/>
                    <a:gd name="connsiteX9" fmla="*/ 99498 w 488351"/>
                    <a:gd name="connsiteY9" fmla="*/ 131545 h 173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88351" h="173423">
                      <a:moveTo>
                        <a:pt x="99498" y="131545"/>
                      </a:moveTo>
                      <a:cubicBezTo>
                        <a:pt x="225987" y="211427"/>
                        <a:pt x="393295" y="173626"/>
                        <a:pt x="473176" y="47136"/>
                      </a:cubicBezTo>
                      <a:cubicBezTo>
                        <a:pt x="478142" y="39264"/>
                        <a:pt x="482695" y="31143"/>
                        <a:pt x="486837" y="22804"/>
                      </a:cubicBezTo>
                      <a:cubicBezTo>
                        <a:pt x="490596" y="14794"/>
                        <a:pt x="487112" y="5248"/>
                        <a:pt x="479101" y="1517"/>
                      </a:cubicBezTo>
                      <a:cubicBezTo>
                        <a:pt x="471366" y="-2104"/>
                        <a:pt x="462121" y="995"/>
                        <a:pt x="458143" y="8567"/>
                      </a:cubicBezTo>
                      <a:cubicBezTo>
                        <a:pt x="399522" y="126744"/>
                        <a:pt x="256189" y="175025"/>
                        <a:pt x="138040" y="116402"/>
                      </a:cubicBezTo>
                      <a:cubicBezTo>
                        <a:pt x="91268" y="93195"/>
                        <a:pt x="53412" y="55311"/>
                        <a:pt x="30204" y="8567"/>
                      </a:cubicBezTo>
                      <a:cubicBezTo>
                        <a:pt x="26089" y="722"/>
                        <a:pt x="16406" y="-2269"/>
                        <a:pt x="8561" y="1846"/>
                      </a:cubicBezTo>
                      <a:cubicBezTo>
                        <a:pt x="989" y="5824"/>
                        <a:pt x="-2111" y="15041"/>
                        <a:pt x="1510" y="22804"/>
                      </a:cubicBezTo>
                      <a:cubicBezTo>
                        <a:pt x="23593" y="67354"/>
                        <a:pt x="57499" y="104963"/>
                        <a:pt x="99498" y="131545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8D5FF398-6A73-8BFC-4639-E5A0625173F9}"/>
                    </a:ext>
                  </a:extLst>
                </p:cNvPr>
                <p:cNvSpPr/>
                <p:nvPr/>
              </p:nvSpPr>
              <p:spPr>
                <a:xfrm rot="10800000">
                  <a:off x="7568156" y="4191019"/>
                  <a:ext cx="268265" cy="105552"/>
                </a:xfrm>
                <a:custGeom>
                  <a:avLst/>
                  <a:gdLst>
                    <a:gd name="connsiteX0" fmla="*/ 134234 w 268265"/>
                    <a:gd name="connsiteY0" fmla="*/ 105552 h 105552"/>
                    <a:gd name="connsiteX1" fmla="*/ 266594 w 268265"/>
                    <a:gd name="connsiteY1" fmla="*/ 23475 h 105552"/>
                    <a:gd name="connsiteX2" fmla="*/ 259379 w 268265"/>
                    <a:gd name="connsiteY2" fmla="*/ 2023 h 105552"/>
                    <a:gd name="connsiteX3" fmla="*/ 237927 w 268265"/>
                    <a:gd name="connsiteY3" fmla="*/ 9238 h 105552"/>
                    <a:gd name="connsiteX4" fmla="*/ 82717 w 268265"/>
                    <a:gd name="connsiteY4" fmla="*/ 61413 h 105552"/>
                    <a:gd name="connsiteX5" fmla="*/ 30541 w 268265"/>
                    <a:gd name="connsiteY5" fmla="*/ 9238 h 105552"/>
                    <a:gd name="connsiteX6" fmla="*/ 9254 w 268265"/>
                    <a:gd name="connsiteY6" fmla="*/ 1502 h 105552"/>
                    <a:gd name="connsiteX7" fmla="*/ 1519 w 268265"/>
                    <a:gd name="connsiteY7" fmla="*/ 22817 h 105552"/>
                    <a:gd name="connsiteX8" fmla="*/ 1848 w 268265"/>
                    <a:gd name="connsiteY8" fmla="*/ 23475 h 105552"/>
                    <a:gd name="connsiteX9" fmla="*/ 134234 w 268265"/>
                    <a:gd name="connsiteY9" fmla="*/ 105552 h 105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68265" h="105552">
                      <a:moveTo>
                        <a:pt x="134234" y="105552"/>
                      </a:moveTo>
                      <a:cubicBezTo>
                        <a:pt x="190415" y="105771"/>
                        <a:pt x="241795" y="73895"/>
                        <a:pt x="266594" y="23475"/>
                      </a:cubicBezTo>
                      <a:cubicBezTo>
                        <a:pt x="270516" y="15547"/>
                        <a:pt x="267307" y="5946"/>
                        <a:pt x="259379" y="2023"/>
                      </a:cubicBezTo>
                      <a:cubicBezTo>
                        <a:pt x="251451" y="-1899"/>
                        <a:pt x="241850" y="1310"/>
                        <a:pt x="237927" y="9238"/>
                      </a:cubicBezTo>
                      <a:cubicBezTo>
                        <a:pt x="209480" y="66516"/>
                        <a:pt x="139968" y="89861"/>
                        <a:pt x="82717" y="61413"/>
                      </a:cubicBezTo>
                      <a:cubicBezTo>
                        <a:pt x="60086" y="50166"/>
                        <a:pt x="41789" y="31842"/>
                        <a:pt x="30541" y="9238"/>
                      </a:cubicBezTo>
                      <a:cubicBezTo>
                        <a:pt x="26783" y="1228"/>
                        <a:pt x="17265" y="-2229"/>
                        <a:pt x="9254" y="1502"/>
                      </a:cubicBezTo>
                      <a:cubicBezTo>
                        <a:pt x="1217" y="5260"/>
                        <a:pt x="-2240" y="14779"/>
                        <a:pt x="1519" y="22817"/>
                      </a:cubicBezTo>
                      <a:cubicBezTo>
                        <a:pt x="1628" y="23036"/>
                        <a:pt x="1738" y="23255"/>
                        <a:pt x="1848" y="23475"/>
                      </a:cubicBezTo>
                      <a:cubicBezTo>
                        <a:pt x="26646" y="73895"/>
                        <a:pt x="78054" y="105743"/>
                        <a:pt x="134234" y="105552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CB34C0E-4FC0-CD6F-CFEE-819D900DAD23}"/>
                    </a:ext>
                  </a:extLst>
                </p:cNvPr>
                <p:cNvSpPr/>
                <p:nvPr/>
              </p:nvSpPr>
              <p:spPr>
                <a:xfrm rot="10800000">
                  <a:off x="7242121" y="3827391"/>
                  <a:ext cx="920131" cy="305915"/>
                </a:xfrm>
                <a:custGeom>
                  <a:avLst/>
                  <a:gdLst>
                    <a:gd name="connsiteX0" fmla="*/ 911157 w 920131"/>
                    <a:gd name="connsiteY0" fmla="*/ 1704 h 305915"/>
                    <a:gd name="connsiteX1" fmla="*/ 889486 w 920131"/>
                    <a:gd name="connsiteY1" fmla="*/ 8973 h 305915"/>
                    <a:gd name="connsiteX2" fmla="*/ 889486 w 920131"/>
                    <a:gd name="connsiteY2" fmla="*/ 9001 h 305915"/>
                    <a:gd name="connsiteX3" fmla="*/ 640596 w 920131"/>
                    <a:gd name="connsiteY3" fmla="*/ 240555 h 305915"/>
                    <a:gd name="connsiteX4" fmla="*/ 460066 w 920131"/>
                    <a:gd name="connsiteY4" fmla="*/ 274790 h 305915"/>
                    <a:gd name="connsiteX5" fmla="*/ 286147 w 920131"/>
                    <a:gd name="connsiteY5" fmla="*/ 243161 h 305915"/>
                    <a:gd name="connsiteX6" fmla="*/ 30645 w 920131"/>
                    <a:gd name="connsiteY6" fmla="*/ 9001 h 305915"/>
                    <a:gd name="connsiteX7" fmla="*/ 9001 w 920131"/>
                    <a:gd name="connsiteY7" fmla="*/ 1677 h 305915"/>
                    <a:gd name="connsiteX8" fmla="*/ 1677 w 920131"/>
                    <a:gd name="connsiteY8" fmla="*/ 23348 h 305915"/>
                    <a:gd name="connsiteX9" fmla="*/ 280331 w 920131"/>
                    <a:gd name="connsiteY9" fmla="*/ 275229 h 305915"/>
                    <a:gd name="connsiteX10" fmla="*/ 641007 w 920131"/>
                    <a:gd name="connsiteY10" fmla="*/ 274790 h 305915"/>
                    <a:gd name="connsiteX11" fmla="*/ 918455 w 920131"/>
                    <a:gd name="connsiteY11" fmla="*/ 23348 h 305915"/>
                    <a:gd name="connsiteX12" fmla="*/ 911157 w 920131"/>
                    <a:gd name="connsiteY12" fmla="*/ 1704 h 30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20131" h="305915">
                      <a:moveTo>
                        <a:pt x="911157" y="1704"/>
                      </a:moveTo>
                      <a:cubicBezTo>
                        <a:pt x="903175" y="-2273"/>
                        <a:pt x="893464" y="991"/>
                        <a:pt x="889486" y="8973"/>
                      </a:cubicBezTo>
                      <a:cubicBezTo>
                        <a:pt x="889486" y="9001"/>
                        <a:pt x="889486" y="9001"/>
                        <a:pt x="889486" y="9001"/>
                      </a:cubicBezTo>
                      <a:cubicBezTo>
                        <a:pt x="837777" y="114120"/>
                        <a:pt x="749172" y="196554"/>
                        <a:pt x="640596" y="240555"/>
                      </a:cubicBezTo>
                      <a:cubicBezTo>
                        <a:pt x="593495" y="259757"/>
                        <a:pt x="526808" y="274350"/>
                        <a:pt x="460066" y="274790"/>
                      </a:cubicBezTo>
                      <a:cubicBezTo>
                        <a:pt x="396478" y="275174"/>
                        <a:pt x="332891" y="262281"/>
                        <a:pt x="286147" y="243161"/>
                      </a:cubicBezTo>
                      <a:cubicBezTo>
                        <a:pt x="174636" y="199928"/>
                        <a:pt x="83424" y="116343"/>
                        <a:pt x="30645" y="9001"/>
                      </a:cubicBezTo>
                      <a:cubicBezTo>
                        <a:pt x="26695" y="991"/>
                        <a:pt x="16984" y="-2273"/>
                        <a:pt x="9001" y="1677"/>
                      </a:cubicBezTo>
                      <a:cubicBezTo>
                        <a:pt x="991" y="5654"/>
                        <a:pt x="-2273" y="15338"/>
                        <a:pt x="1677" y="23348"/>
                      </a:cubicBezTo>
                      <a:cubicBezTo>
                        <a:pt x="59284" y="139577"/>
                        <a:pt x="158890" y="229609"/>
                        <a:pt x="280331" y="275229"/>
                      </a:cubicBezTo>
                      <a:cubicBezTo>
                        <a:pt x="381967" y="312426"/>
                        <a:pt x="510952" y="319860"/>
                        <a:pt x="641007" y="274790"/>
                      </a:cubicBezTo>
                      <a:cubicBezTo>
                        <a:pt x="761928" y="229006"/>
                        <a:pt x="861039" y="139194"/>
                        <a:pt x="918455" y="23348"/>
                      </a:cubicBezTo>
                      <a:cubicBezTo>
                        <a:pt x="922405" y="15365"/>
                        <a:pt x="919140" y="5682"/>
                        <a:pt x="911157" y="1704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B382709C-D24F-AED0-817F-4B359A39F569}"/>
                    </a:ext>
                  </a:extLst>
                </p:cNvPr>
                <p:cNvSpPr/>
                <p:nvPr/>
              </p:nvSpPr>
              <p:spPr>
                <a:xfrm rot="10800000">
                  <a:off x="7351245" y="3946378"/>
                  <a:ext cx="701910" cy="241041"/>
                </a:xfrm>
                <a:custGeom>
                  <a:avLst/>
                  <a:gdLst>
                    <a:gd name="connsiteX0" fmla="*/ 142760 w 701910"/>
                    <a:gd name="connsiteY0" fmla="*/ 179865 h 241041"/>
                    <a:gd name="connsiteX1" fmla="*/ 272870 w 701910"/>
                    <a:gd name="connsiteY1" fmla="*/ 232178 h 241041"/>
                    <a:gd name="connsiteX2" fmla="*/ 429067 w 701910"/>
                    <a:gd name="connsiteY2" fmla="*/ 232178 h 241041"/>
                    <a:gd name="connsiteX3" fmla="*/ 700233 w 701910"/>
                    <a:gd name="connsiteY3" fmla="*/ 23338 h 241041"/>
                    <a:gd name="connsiteX4" fmla="*/ 692936 w 701910"/>
                    <a:gd name="connsiteY4" fmla="*/ 1694 h 241041"/>
                    <a:gd name="connsiteX5" fmla="*/ 671265 w 701910"/>
                    <a:gd name="connsiteY5" fmla="*/ 8991 h 241041"/>
                    <a:gd name="connsiteX6" fmla="*/ 446130 w 701910"/>
                    <a:gd name="connsiteY6" fmla="*/ 195007 h 241041"/>
                    <a:gd name="connsiteX7" fmla="*/ 244999 w 701910"/>
                    <a:gd name="connsiteY7" fmla="*/ 191853 h 241041"/>
                    <a:gd name="connsiteX8" fmla="*/ 30645 w 701910"/>
                    <a:gd name="connsiteY8" fmla="*/ 8991 h 241041"/>
                    <a:gd name="connsiteX9" fmla="*/ 9001 w 701910"/>
                    <a:gd name="connsiteY9" fmla="*/ 1694 h 241041"/>
                    <a:gd name="connsiteX10" fmla="*/ 1677 w 701910"/>
                    <a:gd name="connsiteY10" fmla="*/ 23338 h 241041"/>
                    <a:gd name="connsiteX11" fmla="*/ 142760 w 701910"/>
                    <a:gd name="connsiteY11" fmla="*/ 179865 h 24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1910" h="241041">
                      <a:moveTo>
                        <a:pt x="142760" y="179865"/>
                      </a:moveTo>
                      <a:cubicBezTo>
                        <a:pt x="182591" y="205075"/>
                        <a:pt x="226674" y="222796"/>
                        <a:pt x="272870" y="232178"/>
                      </a:cubicBezTo>
                      <a:cubicBezTo>
                        <a:pt x="350969" y="252121"/>
                        <a:pt x="429067" y="232178"/>
                        <a:pt x="429067" y="232178"/>
                      </a:cubicBezTo>
                      <a:cubicBezTo>
                        <a:pt x="546833" y="208147"/>
                        <a:pt x="646933" y="131063"/>
                        <a:pt x="700233" y="23338"/>
                      </a:cubicBezTo>
                      <a:cubicBezTo>
                        <a:pt x="704183" y="15328"/>
                        <a:pt x="700919" y="5644"/>
                        <a:pt x="692936" y="1694"/>
                      </a:cubicBezTo>
                      <a:cubicBezTo>
                        <a:pt x="684926" y="-2283"/>
                        <a:pt x="675215" y="981"/>
                        <a:pt x="671265" y="8991"/>
                      </a:cubicBezTo>
                      <a:cubicBezTo>
                        <a:pt x="626359" y="100422"/>
                        <a:pt x="544392" y="168151"/>
                        <a:pt x="446130" y="195007"/>
                      </a:cubicBezTo>
                      <a:cubicBezTo>
                        <a:pt x="395298" y="206748"/>
                        <a:pt x="348472" y="222137"/>
                        <a:pt x="244999" y="191853"/>
                      </a:cubicBezTo>
                      <a:cubicBezTo>
                        <a:pt x="151401" y="163049"/>
                        <a:pt x="73823" y="96883"/>
                        <a:pt x="30645" y="8991"/>
                      </a:cubicBezTo>
                      <a:cubicBezTo>
                        <a:pt x="26695" y="981"/>
                        <a:pt x="16984" y="-2283"/>
                        <a:pt x="9001" y="1694"/>
                      </a:cubicBezTo>
                      <a:cubicBezTo>
                        <a:pt x="991" y="5644"/>
                        <a:pt x="-2273" y="15328"/>
                        <a:pt x="1677" y="23338"/>
                      </a:cubicBezTo>
                      <a:cubicBezTo>
                        <a:pt x="33498" y="87447"/>
                        <a:pt x="82300" y="141597"/>
                        <a:pt x="142760" y="179865"/>
                      </a:cubicBezTo>
                      <a:close/>
                    </a:path>
                  </a:pathLst>
                </a:custGeom>
                <a:solidFill>
                  <a:srgbClr val="F2AA1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4FED49D4-56A9-8E81-25E8-55902091F372}"/>
                  </a:ext>
                </a:extLst>
              </p:cNvPr>
              <p:cNvGrpSpPr/>
              <p:nvPr/>
            </p:nvGrpSpPr>
            <p:grpSpPr>
              <a:xfrm rot="10800000">
                <a:off x="7455244" y="4339344"/>
                <a:ext cx="493776" cy="256187"/>
                <a:chOff x="7380534" y="1409225"/>
                <a:chExt cx="493776" cy="256187"/>
              </a:xfrm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1C597B44-6ADE-B5F2-F513-B2C9F1539AE1}"/>
                    </a:ext>
                  </a:extLst>
                </p:cNvPr>
                <p:cNvSpPr/>
                <p:nvPr/>
              </p:nvSpPr>
              <p:spPr>
                <a:xfrm rot="10800000">
                  <a:off x="7443984" y="1438563"/>
                  <a:ext cx="366985" cy="57155"/>
                </a:xfrm>
                <a:custGeom>
                  <a:avLst/>
                  <a:gdLst>
                    <a:gd name="connsiteX0" fmla="*/ 0 w 366985"/>
                    <a:gd name="connsiteY0" fmla="*/ 0 h 57155"/>
                    <a:gd name="connsiteX1" fmla="*/ 16157 w 366985"/>
                    <a:gd name="connsiteY1" fmla="*/ 21534 h 57155"/>
                    <a:gd name="connsiteX2" fmla="*/ 81418 w 366985"/>
                    <a:gd name="connsiteY2" fmla="*/ 48390 h 57155"/>
                    <a:gd name="connsiteX3" fmla="*/ 238631 w 366985"/>
                    <a:gd name="connsiteY3" fmla="*/ 56620 h 57155"/>
                    <a:gd name="connsiteX4" fmla="*/ 316181 w 366985"/>
                    <a:gd name="connsiteY4" fmla="*/ 36156 h 57155"/>
                    <a:gd name="connsiteX5" fmla="*/ 350828 w 366985"/>
                    <a:gd name="connsiteY5" fmla="*/ 21644 h 57155"/>
                    <a:gd name="connsiteX6" fmla="*/ 366985 w 366985"/>
                    <a:gd name="connsiteY6" fmla="*/ 110 h 57155"/>
                    <a:gd name="connsiteX7" fmla="*/ 272125 w 366985"/>
                    <a:gd name="connsiteY7" fmla="*/ 6913 h 57155"/>
                    <a:gd name="connsiteX8" fmla="*/ 32342 w 366985"/>
                    <a:gd name="connsiteY8" fmla="*/ 521 h 57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6985" h="57155">
                      <a:moveTo>
                        <a:pt x="0" y="0"/>
                      </a:moveTo>
                      <a:lnTo>
                        <a:pt x="16157" y="21534"/>
                      </a:lnTo>
                      <a:cubicBezTo>
                        <a:pt x="16157" y="21534"/>
                        <a:pt x="63450" y="48033"/>
                        <a:pt x="81418" y="48390"/>
                      </a:cubicBezTo>
                      <a:cubicBezTo>
                        <a:pt x="99386" y="48747"/>
                        <a:pt x="221321" y="59665"/>
                        <a:pt x="238631" y="56620"/>
                      </a:cubicBezTo>
                      <a:cubicBezTo>
                        <a:pt x="255940" y="53575"/>
                        <a:pt x="314069" y="37938"/>
                        <a:pt x="316181" y="36156"/>
                      </a:cubicBezTo>
                      <a:cubicBezTo>
                        <a:pt x="318294" y="34372"/>
                        <a:pt x="350828" y="21644"/>
                        <a:pt x="350828" y="21644"/>
                      </a:cubicBezTo>
                      <a:lnTo>
                        <a:pt x="366985" y="110"/>
                      </a:lnTo>
                      <a:cubicBezTo>
                        <a:pt x="366985" y="110"/>
                        <a:pt x="296787" y="-494"/>
                        <a:pt x="272125" y="6913"/>
                      </a:cubicBezTo>
                      <a:cubicBezTo>
                        <a:pt x="247464" y="14319"/>
                        <a:pt x="32342" y="521"/>
                        <a:pt x="32342" y="521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CECA440-69EE-1341-3E4F-D01BE9AE7866}"/>
                    </a:ext>
                  </a:extLst>
                </p:cNvPr>
                <p:cNvSpPr/>
                <p:nvPr/>
              </p:nvSpPr>
              <p:spPr>
                <a:xfrm rot="10800000">
                  <a:off x="7384238" y="1495310"/>
                  <a:ext cx="488536" cy="90001"/>
                </a:xfrm>
                <a:custGeom>
                  <a:avLst/>
                  <a:gdLst>
                    <a:gd name="connsiteX0" fmla="*/ 0 w 488536"/>
                    <a:gd name="connsiteY0" fmla="*/ 0 h 90001"/>
                    <a:gd name="connsiteX1" fmla="*/ 29050 w 488536"/>
                    <a:gd name="connsiteY1" fmla="*/ 45921 h 90001"/>
                    <a:gd name="connsiteX2" fmla="*/ 109728 w 488536"/>
                    <a:gd name="connsiteY2" fmla="*/ 83229 h 90001"/>
                    <a:gd name="connsiteX3" fmla="*/ 321228 w 488536"/>
                    <a:gd name="connsiteY3" fmla="*/ 89511 h 90001"/>
                    <a:gd name="connsiteX4" fmla="*/ 428049 w 488536"/>
                    <a:gd name="connsiteY4" fmla="*/ 77879 h 90001"/>
                    <a:gd name="connsiteX5" fmla="*/ 462394 w 488536"/>
                    <a:gd name="connsiteY5" fmla="*/ 44769 h 90001"/>
                    <a:gd name="connsiteX6" fmla="*/ 488536 w 488536"/>
                    <a:gd name="connsiteY6" fmla="*/ 3621 h 90001"/>
                    <a:gd name="connsiteX7" fmla="*/ 104488 w 488536"/>
                    <a:gd name="connsiteY7" fmla="*/ 55 h 90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8536" h="90001">
                      <a:moveTo>
                        <a:pt x="0" y="0"/>
                      </a:moveTo>
                      <a:lnTo>
                        <a:pt x="29050" y="45921"/>
                      </a:lnTo>
                      <a:cubicBezTo>
                        <a:pt x="29050" y="45921"/>
                        <a:pt x="100758" y="83311"/>
                        <a:pt x="109728" y="83229"/>
                      </a:cubicBezTo>
                      <a:cubicBezTo>
                        <a:pt x="118698" y="83147"/>
                        <a:pt x="302739" y="92172"/>
                        <a:pt x="321228" y="89511"/>
                      </a:cubicBezTo>
                      <a:cubicBezTo>
                        <a:pt x="339717" y="86850"/>
                        <a:pt x="428049" y="77879"/>
                        <a:pt x="428049" y="77879"/>
                      </a:cubicBezTo>
                      <a:lnTo>
                        <a:pt x="462394" y="44769"/>
                      </a:lnTo>
                      <a:lnTo>
                        <a:pt x="488536" y="3621"/>
                      </a:lnTo>
                      <a:lnTo>
                        <a:pt x="104488" y="55"/>
                      </a:ln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4FFBED0-A593-E2C9-FF8D-3ED810C998F6}"/>
                    </a:ext>
                  </a:extLst>
                </p:cNvPr>
                <p:cNvSpPr/>
                <p:nvPr/>
              </p:nvSpPr>
              <p:spPr>
                <a:xfrm rot="10800000">
                  <a:off x="7380534" y="1522903"/>
                  <a:ext cx="493776" cy="142509"/>
                </a:xfrm>
                <a:custGeom>
                  <a:avLst/>
                  <a:gdLst>
                    <a:gd name="connsiteX0" fmla="*/ 246833 w 493776"/>
                    <a:gd name="connsiteY0" fmla="*/ 142509 h 142509"/>
                    <a:gd name="connsiteX1" fmla="*/ 481294 w 493776"/>
                    <a:gd name="connsiteY1" fmla="*/ 93735 h 142509"/>
                    <a:gd name="connsiteX2" fmla="*/ 493776 w 493776"/>
                    <a:gd name="connsiteY2" fmla="*/ 71323 h 142509"/>
                    <a:gd name="connsiteX3" fmla="*/ 246888 w 493776"/>
                    <a:gd name="connsiteY3" fmla="*/ 0 h 142509"/>
                    <a:gd name="connsiteX4" fmla="*/ 0 w 493776"/>
                    <a:gd name="connsiteY4" fmla="*/ 71323 h 142509"/>
                    <a:gd name="connsiteX5" fmla="*/ 3073 w 493776"/>
                    <a:gd name="connsiteY5" fmla="*/ 83311 h 142509"/>
                    <a:gd name="connsiteX6" fmla="*/ 12509 w 493776"/>
                    <a:gd name="connsiteY6" fmla="*/ 93735 h 142509"/>
                    <a:gd name="connsiteX7" fmla="*/ 246833 w 493776"/>
                    <a:gd name="connsiteY7" fmla="*/ 142509 h 142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93776" h="142509">
                      <a:moveTo>
                        <a:pt x="246833" y="142509"/>
                      </a:moveTo>
                      <a:cubicBezTo>
                        <a:pt x="356068" y="142509"/>
                        <a:pt x="448733" y="122072"/>
                        <a:pt x="481294" y="93735"/>
                      </a:cubicBezTo>
                      <a:cubicBezTo>
                        <a:pt x="489524" y="86713"/>
                        <a:pt x="493776" y="79169"/>
                        <a:pt x="493776" y="71323"/>
                      </a:cubicBezTo>
                      <a:cubicBezTo>
                        <a:pt x="493776" y="32013"/>
                        <a:pt x="383225" y="0"/>
                        <a:pt x="246888" y="0"/>
                      </a:cubicBezTo>
                      <a:cubicBezTo>
                        <a:pt x="110551" y="0"/>
                        <a:pt x="0" y="31876"/>
                        <a:pt x="0" y="71323"/>
                      </a:cubicBezTo>
                      <a:cubicBezTo>
                        <a:pt x="165" y="75493"/>
                        <a:pt x="1207" y="79580"/>
                        <a:pt x="3073" y="83311"/>
                      </a:cubicBezTo>
                      <a:cubicBezTo>
                        <a:pt x="5706" y="87206"/>
                        <a:pt x="8888" y="90717"/>
                        <a:pt x="12509" y="93735"/>
                      </a:cubicBezTo>
                      <a:cubicBezTo>
                        <a:pt x="44933" y="122072"/>
                        <a:pt x="137599" y="142509"/>
                        <a:pt x="246833" y="142509"/>
                      </a:cubicBezTo>
                      <a:close/>
                    </a:path>
                  </a:pathLst>
                </a:custGeom>
                <a:solidFill>
                  <a:srgbClr val="1E5B7D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B50A2A1-73C7-C03B-D240-53855CF88BAC}"/>
                    </a:ext>
                  </a:extLst>
                </p:cNvPr>
                <p:cNvSpPr/>
                <p:nvPr/>
              </p:nvSpPr>
              <p:spPr>
                <a:xfrm rot="10800000">
                  <a:off x="7410380" y="1463623"/>
                  <a:ext cx="434193" cy="76919"/>
                </a:xfrm>
                <a:custGeom>
                  <a:avLst/>
                  <a:gdLst>
                    <a:gd name="connsiteX0" fmla="*/ 217097 w 434193"/>
                    <a:gd name="connsiteY0" fmla="*/ 76919 h 76919"/>
                    <a:gd name="connsiteX1" fmla="*/ 400590 w 434193"/>
                    <a:gd name="connsiteY1" fmla="*/ 44824 h 76919"/>
                    <a:gd name="connsiteX2" fmla="*/ 434194 w 434193"/>
                    <a:gd name="connsiteY2" fmla="*/ 0 h 76919"/>
                    <a:gd name="connsiteX3" fmla="*/ 217097 w 434193"/>
                    <a:gd name="connsiteY3" fmla="*/ 35250 h 76919"/>
                    <a:gd name="connsiteX4" fmla="*/ 0 w 434193"/>
                    <a:gd name="connsiteY4" fmla="*/ 0 h 76919"/>
                    <a:gd name="connsiteX5" fmla="*/ 33604 w 434193"/>
                    <a:gd name="connsiteY5" fmla="*/ 44824 h 76919"/>
                    <a:gd name="connsiteX6" fmla="*/ 217097 w 434193"/>
                    <a:gd name="connsiteY6" fmla="*/ 76919 h 76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4193" h="76919">
                      <a:moveTo>
                        <a:pt x="217097" y="76919"/>
                      </a:moveTo>
                      <a:cubicBezTo>
                        <a:pt x="221787" y="76919"/>
                        <a:pt x="330967" y="73820"/>
                        <a:pt x="400590" y="44824"/>
                      </a:cubicBezTo>
                      <a:lnTo>
                        <a:pt x="434194" y="0"/>
                      </a:lnTo>
                      <a:cubicBezTo>
                        <a:pt x="386900" y="21946"/>
                        <a:pt x="307074" y="35250"/>
                        <a:pt x="217097" y="35250"/>
                      </a:cubicBezTo>
                      <a:cubicBezTo>
                        <a:pt x="127119" y="35250"/>
                        <a:pt x="47265" y="21891"/>
                        <a:pt x="0" y="0"/>
                      </a:cubicBezTo>
                      <a:lnTo>
                        <a:pt x="33604" y="44824"/>
                      </a:lnTo>
                      <a:cubicBezTo>
                        <a:pt x="103226" y="73820"/>
                        <a:pt x="212351" y="76810"/>
                        <a:pt x="217097" y="76919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FC783AE2-8B01-CE81-022E-39EA525B40D4}"/>
                    </a:ext>
                  </a:extLst>
                </p:cNvPr>
                <p:cNvSpPr/>
                <p:nvPr/>
              </p:nvSpPr>
              <p:spPr>
                <a:xfrm rot="10800000">
                  <a:off x="7460170" y="1409225"/>
                  <a:ext cx="334670" cy="64959"/>
                </a:xfrm>
                <a:custGeom>
                  <a:avLst/>
                  <a:gdLst>
                    <a:gd name="connsiteX0" fmla="*/ 294291 w 334670"/>
                    <a:gd name="connsiteY0" fmla="*/ 45674 h 64959"/>
                    <a:gd name="connsiteX1" fmla="*/ 309186 w 334670"/>
                    <a:gd name="connsiteY1" fmla="*/ 33961 h 64959"/>
                    <a:gd name="connsiteX2" fmla="*/ 334670 w 334670"/>
                    <a:gd name="connsiteY2" fmla="*/ 0 h 64959"/>
                    <a:gd name="connsiteX3" fmla="*/ 167473 w 334670"/>
                    <a:gd name="connsiteY3" fmla="*/ 25238 h 64959"/>
                    <a:gd name="connsiteX4" fmla="*/ 167170 w 334670"/>
                    <a:gd name="connsiteY4" fmla="*/ 25238 h 64959"/>
                    <a:gd name="connsiteX5" fmla="*/ 0 w 334670"/>
                    <a:gd name="connsiteY5" fmla="*/ 0 h 64959"/>
                    <a:gd name="connsiteX6" fmla="*/ 25457 w 334670"/>
                    <a:gd name="connsiteY6" fmla="*/ 34043 h 64959"/>
                    <a:gd name="connsiteX7" fmla="*/ 40380 w 334670"/>
                    <a:gd name="connsiteY7" fmla="*/ 45757 h 64959"/>
                    <a:gd name="connsiteX8" fmla="*/ 167335 w 334670"/>
                    <a:gd name="connsiteY8" fmla="*/ 64959 h 64959"/>
                    <a:gd name="connsiteX9" fmla="*/ 294291 w 334670"/>
                    <a:gd name="connsiteY9" fmla="*/ 45674 h 64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4670" h="64959">
                      <a:moveTo>
                        <a:pt x="294291" y="45674"/>
                      </a:moveTo>
                      <a:cubicBezTo>
                        <a:pt x="300188" y="43150"/>
                        <a:pt x="305346" y="39118"/>
                        <a:pt x="309186" y="33961"/>
                      </a:cubicBezTo>
                      <a:lnTo>
                        <a:pt x="334670" y="0"/>
                      </a:lnTo>
                      <a:cubicBezTo>
                        <a:pt x="263073" y="23043"/>
                        <a:pt x="171889" y="25155"/>
                        <a:pt x="167473" y="25238"/>
                      </a:cubicBezTo>
                      <a:lnTo>
                        <a:pt x="167170" y="25238"/>
                      </a:lnTo>
                      <a:cubicBezTo>
                        <a:pt x="162754" y="25238"/>
                        <a:pt x="71598" y="23043"/>
                        <a:pt x="0" y="0"/>
                      </a:cubicBezTo>
                      <a:lnTo>
                        <a:pt x="25457" y="34043"/>
                      </a:lnTo>
                      <a:cubicBezTo>
                        <a:pt x="29325" y="39173"/>
                        <a:pt x="34455" y="43233"/>
                        <a:pt x="40380" y="45757"/>
                      </a:cubicBezTo>
                      <a:cubicBezTo>
                        <a:pt x="67620" y="57333"/>
                        <a:pt x="114446" y="64959"/>
                        <a:pt x="167335" y="64959"/>
                      </a:cubicBezTo>
                      <a:cubicBezTo>
                        <a:pt x="220224" y="64959"/>
                        <a:pt x="267078" y="57251"/>
                        <a:pt x="294291" y="45674"/>
                      </a:cubicBezTo>
                      <a:close/>
                    </a:path>
                  </a:pathLst>
                </a:custGeom>
                <a:solidFill>
                  <a:srgbClr val="3A78A4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B73CDEC-95BE-DB17-E42F-3C95BAFDFA74}"/>
                </a:ext>
              </a:extLst>
            </p:cNvPr>
            <p:cNvGrpSpPr/>
            <p:nvPr/>
          </p:nvGrpSpPr>
          <p:grpSpPr>
            <a:xfrm>
              <a:off x="2454976" y="3750427"/>
              <a:ext cx="214901" cy="707306"/>
              <a:chOff x="2452880" y="3694127"/>
              <a:chExt cx="214901" cy="428692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8F57992-2331-EAB5-5EFE-235AE165F673}"/>
                  </a:ext>
                </a:extLst>
              </p:cNvPr>
              <p:cNvSpPr/>
              <p:nvPr/>
            </p:nvSpPr>
            <p:spPr>
              <a:xfrm>
                <a:off x="2453875" y="3694127"/>
                <a:ext cx="213906" cy="214594"/>
              </a:xfrm>
              <a:prstGeom prst="rect">
                <a:avLst/>
              </a:prstGeom>
              <a:solidFill>
                <a:srgbClr val="E540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Ins="90000" rtlCol="0" anchor="ctr"/>
              <a:lstStyle/>
              <a:p>
                <a:pPr algn="ctr"/>
                <a:r>
                  <a:rPr lang="en-GB" sz="1200" b="1" dirty="0"/>
                  <a:t>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250640D-C06E-42CD-FF20-9CBA5A032BE5}"/>
                  </a:ext>
                </a:extLst>
              </p:cNvPr>
              <p:cNvSpPr/>
              <p:nvPr/>
            </p:nvSpPr>
            <p:spPr>
              <a:xfrm>
                <a:off x="2452880" y="3908225"/>
                <a:ext cx="213906" cy="214594"/>
              </a:xfrm>
              <a:prstGeom prst="rect">
                <a:avLst/>
              </a:prstGeom>
              <a:solidFill>
                <a:srgbClr val="F2AA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ctr"/>
              <a:lstStyle/>
              <a:p>
                <a:pPr algn="ctr"/>
                <a:r>
                  <a:rPr lang="en-GB" sz="1200" b="1" dirty="0"/>
                  <a:t>S</a:t>
                </a:r>
              </a:p>
            </p:txBody>
          </p:sp>
        </p:grpSp>
      </p:grpSp>
      <p:pic>
        <p:nvPicPr>
          <p:cNvPr id="244" name="Graphic 243" descr="Single gear with solid fill">
            <a:extLst>
              <a:ext uri="{FF2B5EF4-FFF2-40B4-BE49-F238E27FC236}">
                <a16:creationId xmlns:a16="http://schemas.microsoft.com/office/drawing/2014/main" id="{9AE8A4C7-DB96-DC72-6CED-DC01A40CD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8321" y="4371759"/>
            <a:ext cx="1000269" cy="1000269"/>
          </a:xfrm>
          <a:prstGeom prst="rect">
            <a:avLst/>
          </a:prstGeom>
        </p:spPr>
      </p:pic>
      <p:pic>
        <p:nvPicPr>
          <p:cNvPr id="245" name="Graphic 244" descr="Single gear with solid fill">
            <a:extLst>
              <a:ext uri="{FF2B5EF4-FFF2-40B4-BE49-F238E27FC236}">
                <a16:creationId xmlns:a16="http://schemas.microsoft.com/office/drawing/2014/main" id="{09EE59EF-F3C7-05C8-F59A-F3636A97C7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1310" y="3413080"/>
            <a:ext cx="1474123" cy="1474123"/>
          </a:xfrm>
          <a:prstGeom prst="rect">
            <a:avLst/>
          </a:prstGeom>
        </p:spPr>
      </p:pic>
      <p:pic>
        <p:nvPicPr>
          <p:cNvPr id="246" name="Graphic 245" descr="Single gear with solid fill">
            <a:extLst>
              <a:ext uri="{FF2B5EF4-FFF2-40B4-BE49-F238E27FC236}">
                <a16:creationId xmlns:a16="http://schemas.microsoft.com/office/drawing/2014/main" id="{6BE8B01F-C9A6-17A3-2D99-4156C79C3B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8184" y="3309579"/>
            <a:ext cx="1973663" cy="197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0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43200000">
                                      <p:cBhvr>
                                        <p:cTn id="15" dur="40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Rot by="43200000">
                                      <p:cBhvr>
                                        <p:cTn id="17" dur="3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43200000">
                                      <p:cBhvr>
                                        <p:cTn id="19" dur="3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apezoid 10">
            <a:extLst>
              <a:ext uri="{FF2B5EF4-FFF2-40B4-BE49-F238E27FC236}">
                <a16:creationId xmlns:a16="http://schemas.microsoft.com/office/drawing/2014/main" id="{896092F6-AA4B-E1DB-59AD-22C5235FF3AE}"/>
              </a:ext>
            </a:extLst>
          </p:cNvPr>
          <p:cNvSpPr/>
          <p:nvPr/>
        </p:nvSpPr>
        <p:spPr>
          <a:xfrm rot="16200000" flipH="1">
            <a:off x="6190983" y="782336"/>
            <a:ext cx="4671938" cy="7330095"/>
          </a:xfrm>
          <a:prstGeom prst="trapezoid">
            <a:avLst>
              <a:gd name="adj" fmla="val 2858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ED88DFFE-CFD5-5546-E7BE-394B35C0B6DD}"/>
              </a:ext>
            </a:extLst>
          </p:cNvPr>
          <p:cNvSpPr/>
          <p:nvPr/>
        </p:nvSpPr>
        <p:spPr>
          <a:xfrm rot="5400000">
            <a:off x="-1719995" y="3697859"/>
            <a:ext cx="4887872" cy="1444608"/>
          </a:xfrm>
          <a:prstGeom prst="trapezoid">
            <a:avLst>
              <a:gd name="adj" fmla="val 8829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004374" cy="64633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Decisions made by microprocessors typically result in instructions to control an actuator and make physical changes – e.g., activating an alarm, opening or closing a door or valve, etc.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653154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text, plate, dishware, tableware&#10;&#10;Description automatically generated">
            <a:extLst>
              <a:ext uri="{FF2B5EF4-FFF2-40B4-BE49-F238E27FC236}">
                <a16:creationId xmlns:a16="http://schemas.microsoft.com/office/drawing/2014/main" id="{BEEC94F0-0386-72ED-D37F-B447CBEA7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1809" y="2186061"/>
            <a:ext cx="4504532" cy="4504532"/>
          </a:xfrm>
          <a:prstGeom prst="rect">
            <a:avLst/>
          </a:prstGeom>
        </p:spPr>
      </p:pic>
      <p:pic>
        <p:nvPicPr>
          <p:cNvPr id="7" name="Graphic 6" descr="Single gear with solid fill">
            <a:extLst>
              <a:ext uri="{FF2B5EF4-FFF2-40B4-BE49-F238E27FC236}">
                <a16:creationId xmlns:a16="http://schemas.microsoft.com/office/drawing/2014/main" id="{378AB64F-549A-2731-8022-F443097EF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1531" y="4399756"/>
            <a:ext cx="1000269" cy="1000269"/>
          </a:xfrm>
          <a:prstGeom prst="rect">
            <a:avLst/>
          </a:prstGeom>
        </p:spPr>
      </p:pic>
      <p:pic>
        <p:nvPicPr>
          <p:cNvPr id="8" name="Graphic 7" descr="Single gear with solid fill">
            <a:extLst>
              <a:ext uri="{FF2B5EF4-FFF2-40B4-BE49-F238E27FC236}">
                <a16:creationId xmlns:a16="http://schemas.microsoft.com/office/drawing/2014/main" id="{37CAC42E-6134-D752-DAB1-1F867817F1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4520" y="3441077"/>
            <a:ext cx="1474123" cy="1474123"/>
          </a:xfrm>
          <a:prstGeom prst="rect">
            <a:avLst/>
          </a:prstGeom>
        </p:spPr>
      </p:pic>
      <p:pic>
        <p:nvPicPr>
          <p:cNvPr id="9" name="Graphic 8" descr="Single gear with solid fill">
            <a:extLst>
              <a:ext uri="{FF2B5EF4-FFF2-40B4-BE49-F238E27FC236}">
                <a16:creationId xmlns:a16="http://schemas.microsoft.com/office/drawing/2014/main" id="{D69A936B-5750-427E-8BBB-26F27D1D7D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31394" y="3328245"/>
            <a:ext cx="1973663" cy="1973663"/>
          </a:xfrm>
          <a:prstGeom prst="rect">
            <a:avLst/>
          </a:prstGeom>
        </p:spPr>
      </p:pic>
      <p:pic>
        <p:nvPicPr>
          <p:cNvPr id="3" name="Picture 2" descr="A picture containing weapon&#10;&#10;Description automatically generated">
            <a:extLst>
              <a:ext uri="{FF2B5EF4-FFF2-40B4-BE49-F238E27FC236}">
                <a16:creationId xmlns:a16="http://schemas.microsoft.com/office/drawing/2014/main" id="{E3A20B43-CAEF-DE20-7FCB-343F324CEF51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9187" y="2356352"/>
            <a:ext cx="3065106" cy="2043404"/>
          </a:xfrm>
          <a:prstGeom prst="rect">
            <a:avLst/>
          </a:prstGeom>
        </p:spPr>
      </p:pic>
      <p:pic>
        <p:nvPicPr>
          <p:cNvPr id="13" name="Picture 12" descr="A picture containing metalware, barbell&#10;&#10;Description automatically generated">
            <a:extLst>
              <a:ext uri="{FF2B5EF4-FFF2-40B4-BE49-F238E27FC236}">
                <a16:creationId xmlns:a16="http://schemas.microsoft.com/office/drawing/2014/main" id="{E7AC01A4-E37A-19A6-D74C-0A45213E0C2E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000920" y="2793708"/>
            <a:ext cx="3691812" cy="2768859"/>
          </a:xfrm>
          <a:prstGeom prst="rect">
            <a:avLst/>
          </a:prstGeom>
        </p:spPr>
      </p:pic>
      <p:pic>
        <p:nvPicPr>
          <p:cNvPr id="15" name="Picture 1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59234974-C7E0-96D9-4C45-4AC058C86D7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824480" y="3750904"/>
            <a:ext cx="4547546" cy="303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9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43200000">
                                      <p:cBhvr>
                                        <p:cTn id="15" dur="4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Rot by="43200000">
                                      <p:cBhvr>
                                        <p:cTn id="17" dur="3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43200000">
                                      <p:cBhvr>
                                        <p:cTn id="19" dur="3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153342" cy="64633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components are often used to create a feedback loop where changes (outputs) from the automated system affect the following set of input values received from the sensors.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653154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B02E2F7-37B3-F166-D87A-16714D5E67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0003686"/>
              </p:ext>
            </p:extLst>
          </p:nvPr>
        </p:nvGraphicFramePr>
        <p:xfrm>
          <a:off x="2032000" y="191398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07F3010-9D52-7D75-39BD-90D60323009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6881525" y="2067986"/>
            <a:ext cx="2067986" cy="2067986"/>
          </a:xfrm>
          <a:prstGeom prst="rect">
            <a:avLst/>
          </a:prstGeom>
        </p:spPr>
      </p:pic>
      <p:pic>
        <p:nvPicPr>
          <p:cNvPr id="7" name="Picture 6" descr="A picture containing text, plate, dishware, tableware&#10;&#10;Description automatically generated">
            <a:extLst>
              <a:ext uri="{FF2B5EF4-FFF2-40B4-BE49-F238E27FC236}">
                <a16:creationId xmlns:a16="http://schemas.microsoft.com/office/drawing/2014/main" id="{1EC29F1F-32C2-2CEC-02E3-B16EFD686D9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8902" y="5150498"/>
            <a:ext cx="1614196" cy="1614196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49A2A73-D629-6F82-B334-12639E2B498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7572" y="1947905"/>
            <a:ext cx="2188067" cy="218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4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259070" cy="2995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 usually comprise three distinct components: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Microprocessors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Actuators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Sensors take measurements from their environmental surroundings.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 measurements are fed in as inputs to microprocessors, which then process the information and make decisions.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Decisions made by microprocessors typically result in instructions to control an actuator and make physical changes – e.g., activating an alarm, opening or closing a door or valve, etc.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E9C4CA8C-C92E-40C0-9F6F-5D4E47B0C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292</Words>
  <Application>Microsoft Office PowerPoint</Application>
  <PresentationFormat>Widescreen</PresentationFormat>
  <Paragraphs>59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142</cp:revision>
  <dcterms:created xsi:type="dcterms:W3CDTF">2019-10-14T15:21:06Z</dcterms:created>
  <dcterms:modified xsi:type="dcterms:W3CDTF">2022-09-15T11:30:09Z</dcterms:modified>
</cp:coreProperties>
</file>