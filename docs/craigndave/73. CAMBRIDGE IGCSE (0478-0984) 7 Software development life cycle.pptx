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66" r:id="rId3"/>
    <p:sldId id="265" r:id="rId4"/>
    <p:sldId id="3318" r:id="rId5"/>
    <p:sldId id="3319" r:id="rId6"/>
    <p:sldId id="3320" r:id="rId7"/>
    <p:sldId id="260" r:id="rId8"/>
    <p:sldId id="261" r:id="rId9"/>
    <p:sldId id="3321" r:id="rId10"/>
    <p:sldId id="264" r:id="rId11"/>
    <p:sldId id="281" r:id="rId12"/>
    <p:sldId id="3316" r:id="rId13"/>
    <p:sldId id="3317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5200"/>
    <a:srgbClr val="B43500"/>
    <a:srgbClr val="A5A5A5"/>
    <a:srgbClr val="FFFFFF"/>
    <a:srgbClr val="AC770D"/>
    <a:srgbClr val="F26521"/>
    <a:srgbClr val="0087B1"/>
    <a:srgbClr val="000956"/>
    <a:srgbClr val="99E265"/>
    <a:srgbClr val="00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77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B67A3D-6CD8-4203-842D-EEA812AC64B3}" type="doc">
      <dgm:prSet loTypeId="urn:microsoft.com/office/officeart/2005/8/layout/cycle4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4CDA1907-AB33-449D-B9A2-057E1585A02E}">
      <dgm:prSet phldrT="[Text]"/>
      <dgm:spPr>
        <a:noFill/>
        <a:ln w="38100">
          <a:solidFill>
            <a:srgbClr val="A5A5A5"/>
          </a:solidFill>
        </a:ln>
      </dgm:spPr>
      <dgm:t>
        <a:bodyPr/>
        <a:lstStyle/>
        <a:p>
          <a:r>
            <a:rPr lang="en-GB" dirty="0"/>
            <a:t>Testing</a:t>
          </a:r>
        </a:p>
      </dgm:t>
    </dgm:pt>
    <dgm:pt modelId="{A1D1C166-564B-44AF-A53F-F3D3EA699DDC}" type="parTrans" cxnId="{68E85F89-CE31-441C-9607-44A36175E98E}">
      <dgm:prSet/>
      <dgm:spPr/>
      <dgm:t>
        <a:bodyPr/>
        <a:lstStyle/>
        <a:p>
          <a:endParaRPr lang="en-GB"/>
        </a:p>
      </dgm:t>
    </dgm:pt>
    <dgm:pt modelId="{15D4D66C-92B9-4979-83ED-E2E3B94E232A}" type="sibTrans" cxnId="{68E85F89-CE31-441C-9607-44A36175E98E}">
      <dgm:prSet/>
      <dgm:spPr/>
      <dgm:t>
        <a:bodyPr/>
        <a:lstStyle/>
        <a:p>
          <a:endParaRPr lang="en-GB"/>
        </a:p>
      </dgm:t>
    </dgm:pt>
    <dgm:pt modelId="{0642158A-700E-40DD-929B-23FB0B0ACFA8}">
      <dgm:prSet phldrT="[Text]"/>
      <dgm:spPr/>
      <dgm:t>
        <a:bodyPr/>
        <a:lstStyle/>
        <a:p>
          <a:r>
            <a:rPr lang="en-GB" dirty="0"/>
            <a:t>Analysis</a:t>
          </a:r>
        </a:p>
      </dgm:t>
    </dgm:pt>
    <dgm:pt modelId="{A7F7C5F0-D75F-47E5-AA58-5CAC5117D13B}" type="parTrans" cxnId="{20322141-1C4E-4D8A-8CB5-4A9773CDE41A}">
      <dgm:prSet/>
      <dgm:spPr/>
      <dgm:t>
        <a:bodyPr/>
        <a:lstStyle/>
        <a:p>
          <a:endParaRPr lang="en-GB"/>
        </a:p>
      </dgm:t>
    </dgm:pt>
    <dgm:pt modelId="{C7BDDD65-6C13-4332-B07B-C2DB6448660B}" type="sibTrans" cxnId="{20322141-1C4E-4D8A-8CB5-4A9773CDE41A}">
      <dgm:prSet/>
      <dgm:spPr/>
      <dgm:t>
        <a:bodyPr/>
        <a:lstStyle/>
        <a:p>
          <a:endParaRPr lang="en-GB"/>
        </a:p>
      </dgm:t>
    </dgm:pt>
    <dgm:pt modelId="{D4C68134-B5D8-4A3C-A015-11BC90D04ED9}">
      <dgm:prSet phldrT="[Text]"/>
      <dgm:spPr>
        <a:noFill/>
        <a:ln w="38100">
          <a:solidFill>
            <a:srgbClr val="AF5200"/>
          </a:solidFill>
        </a:ln>
      </dgm:spPr>
      <dgm:t>
        <a:bodyPr/>
        <a:lstStyle/>
        <a:p>
          <a:r>
            <a:rPr lang="en-GB" dirty="0"/>
            <a:t>Design</a:t>
          </a:r>
        </a:p>
      </dgm:t>
    </dgm:pt>
    <dgm:pt modelId="{CD3A4DD4-575A-402A-8046-48934583DBC1}" type="parTrans" cxnId="{391683F5-9052-4E4C-9299-0E283D897664}">
      <dgm:prSet/>
      <dgm:spPr/>
      <dgm:t>
        <a:bodyPr/>
        <a:lstStyle/>
        <a:p>
          <a:endParaRPr lang="en-GB"/>
        </a:p>
      </dgm:t>
    </dgm:pt>
    <dgm:pt modelId="{D6394B47-9EC0-4C40-9420-7F368B1135EA}" type="sibTrans" cxnId="{391683F5-9052-4E4C-9299-0E283D897664}">
      <dgm:prSet/>
      <dgm:spPr/>
      <dgm:t>
        <a:bodyPr/>
        <a:lstStyle/>
        <a:p>
          <a:endParaRPr lang="en-GB"/>
        </a:p>
      </dgm:t>
    </dgm:pt>
    <dgm:pt modelId="{20C25C7F-030E-4BDB-8152-3AC0088AE067}">
      <dgm:prSet phldrT="[Text]"/>
      <dgm:spPr>
        <a:noFill/>
        <a:ln w="38100">
          <a:solidFill>
            <a:srgbClr val="B43500"/>
          </a:solidFill>
        </a:ln>
      </dgm:spPr>
      <dgm:t>
        <a:bodyPr/>
        <a:lstStyle/>
        <a:p>
          <a:r>
            <a:rPr lang="en-GB" dirty="0"/>
            <a:t>Coding</a:t>
          </a:r>
        </a:p>
      </dgm:t>
    </dgm:pt>
    <dgm:pt modelId="{6CCC0479-BD08-4126-9BD4-6F44466B805B}" type="parTrans" cxnId="{C3A7F345-A523-467D-9B37-F56EC0A3097D}">
      <dgm:prSet/>
      <dgm:spPr/>
      <dgm:t>
        <a:bodyPr/>
        <a:lstStyle/>
        <a:p>
          <a:endParaRPr lang="en-GB"/>
        </a:p>
      </dgm:t>
    </dgm:pt>
    <dgm:pt modelId="{62B23B0C-EFE3-4421-965D-4B4F2D2D860E}" type="sibTrans" cxnId="{C3A7F345-A523-467D-9B37-F56EC0A3097D}">
      <dgm:prSet/>
      <dgm:spPr/>
      <dgm:t>
        <a:bodyPr/>
        <a:lstStyle/>
        <a:p>
          <a:endParaRPr lang="en-GB"/>
        </a:p>
      </dgm:t>
    </dgm:pt>
    <dgm:pt modelId="{368AA77C-FDA6-47D3-A875-5354F762AA9B}" type="pres">
      <dgm:prSet presAssocID="{12B67A3D-6CD8-4203-842D-EEA812AC64B3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D175C8A-D1E8-4AD6-9BF0-2A526C83DD60}" type="pres">
      <dgm:prSet presAssocID="{12B67A3D-6CD8-4203-842D-EEA812AC64B3}" presName="children" presStyleCnt="0"/>
      <dgm:spPr/>
    </dgm:pt>
    <dgm:pt modelId="{67D2066C-E8DD-43CB-A566-A7A56E8D9483}" type="pres">
      <dgm:prSet presAssocID="{12B67A3D-6CD8-4203-842D-EEA812AC64B3}" presName="childPlaceholder" presStyleCnt="0"/>
      <dgm:spPr/>
    </dgm:pt>
    <dgm:pt modelId="{D7710A8B-72D3-475D-A515-4272300C26EA}" type="pres">
      <dgm:prSet presAssocID="{12B67A3D-6CD8-4203-842D-EEA812AC64B3}" presName="circle" presStyleCnt="0"/>
      <dgm:spPr/>
    </dgm:pt>
    <dgm:pt modelId="{6F717331-02A6-4D5E-A2B2-C3B683344499}" type="pres">
      <dgm:prSet presAssocID="{12B67A3D-6CD8-4203-842D-EEA812AC64B3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C5FD7ECD-8743-4FF8-BAF9-1C8C081E4985}" type="pres">
      <dgm:prSet presAssocID="{12B67A3D-6CD8-4203-842D-EEA812AC64B3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0FF619F1-ABCA-45E9-9D8E-73D61F7B8E4D}" type="pres">
      <dgm:prSet presAssocID="{12B67A3D-6CD8-4203-842D-EEA812AC64B3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75B77E1-B5B9-41AC-9851-4B6E79EA0AF8}" type="pres">
      <dgm:prSet presAssocID="{12B67A3D-6CD8-4203-842D-EEA812AC64B3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7AADC1CF-8521-4930-858B-F9049C9B1DFD}" type="pres">
      <dgm:prSet presAssocID="{12B67A3D-6CD8-4203-842D-EEA812AC64B3}" presName="quadrantPlaceholder" presStyleCnt="0"/>
      <dgm:spPr/>
    </dgm:pt>
    <dgm:pt modelId="{0ADDBEDF-6B10-45C1-ABD2-0BD4B4AA7D3E}" type="pres">
      <dgm:prSet presAssocID="{12B67A3D-6CD8-4203-842D-EEA812AC64B3}" presName="center1" presStyleLbl="fgShp" presStyleIdx="0" presStyleCnt="2"/>
      <dgm:spPr/>
    </dgm:pt>
    <dgm:pt modelId="{A4F93493-A72D-453F-BA29-2E6150BCB171}" type="pres">
      <dgm:prSet presAssocID="{12B67A3D-6CD8-4203-842D-EEA812AC64B3}" presName="center2" presStyleLbl="fgShp" presStyleIdx="1" presStyleCnt="2"/>
      <dgm:spPr/>
    </dgm:pt>
  </dgm:ptLst>
  <dgm:cxnLst>
    <dgm:cxn modelId="{3D8EDB09-3425-44C5-A1CD-2EC35A259211}" type="presOf" srcId="{D4C68134-B5D8-4A3C-A015-11BC90D04ED9}" destId="{0FF619F1-ABCA-45E9-9D8E-73D61F7B8E4D}" srcOrd="0" destOrd="0" presId="urn:microsoft.com/office/officeart/2005/8/layout/cycle4"/>
    <dgm:cxn modelId="{88C07031-EE14-4A96-B41B-82BECF87C5DF}" type="presOf" srcId="{20C25C7F-030E-4BDB-8152-3AC0088AE067}" destId="{C75B77E1-B5B9-41AC-9851-4B6E79EA0AF8}" srcOrd="0" destOrd="0" presId="urn:microsoft.com/office/officeart/2005/8/layout/cycle4"/>
    <dgm:cxn modelId="{20322141-1C4E-4D8A-8CB5-4A9773CDE41A}" srcId="{12B67A3D-6CD8-4203-842D-EEA812AC64B3}" destId="{0642158A-700E-40DD-929B-23FB0B0ACFA8}" srcOrd="1" destOrd="0" parTransId="{A7F7C5F0-D75F-47E5-AA58-5CAC5117D13B}" sibTransId="{C7BDDD65-6C13-4332-B07B-C2DB6448660B}"/>
    <dgm:cxn modelId="{C3A7F345-A523-467D-9B37-F56EC0A3097D}" srcId="{12B67A3D-6CD8-4203-842D-EEA812AC64B3}" destId="{20C25C7F-030E-4BDB-8152-3AC0088AE067}" srcOrd="3" destOrd="0" parTransId="{6CCC0479-BD08-4126-9BD4-6F44466B805B}" sibTransId="{62B23B0C-EFE3-4421-965D-4B4F2D2D860E}"/>
    <dgm:cxn modelId="{68E85F89-CE31-441C-9607-44A36175E98E}" srcId="{12B67A3D-6CD8-4203-842D-EEA812AC64B3}" destId="{4CDA1907-AB33-449D-B9A2-057E1585A02E}" srcOrd="0" destOrd="0" parTransId="{A1D1C166-564B-44AF-A53F-F3D3EA699DDC}" sibTransId="{15D4D66C-92B9-4979-83ED-E2E3B94E232A}"/>
    <dgm:cxn modelId="{BB412A92-AFB5-486D-81B2-7797260D3944}" type="presOf" srcId="{0642158A-700E-40DD-929B-23FB0B0ACFA8}" destId="{C5FD7ECD-8743-4FF8-BAF9-1C8C081E4985}" srcOrd="0" destOrd="0" presId="urn:microsoft.com/office/officeart/2005/8/layout/cycle4"/>
    <dgm:cxn modelId="{26E7F9D2-EB2E-4610-BB76-DF3BB1E48C92}" type="presOf" srcId="{12B67A3D-6CD8-4203-842D-EEA812AC64B3}" destId="{368AA77C-FDA6-47D3-A875-5354F762AA9B}" srcOrd="0" destOrd="0" presId="urn:microsoft.com/office/officeart/2005/8/layout/cycle4"/>
    <dgm:cxn modelId="{315895EC-3A23-4535-9EF7-25C94F990FFB}" type="presOf" srcId="{4CDA1907-AB33-449D-B9A2-057E1585A02E}" destId="{6F717331-02A6-4D5E-A2B2-C3B683344499}" srcOrd="0" destOrd="0" presId="urn:microsoft.com/office/officeart/2005/8/layout/cycle4"/>
    <dgm:cxn modelId="{391683F5-9052-4E4C-9299-0E283D897664}" srcId="{12B67A3D-6CD8-4203-842D-EEA812AC64B3}" destId="{D4C68134-B5D8-4A3C-A015-11BC90D04ED9}" srcOrd="2" destOrd="0" parTransId="{CD3A4DD4-575A-402A-8046-48934583DBC1}" sibTransId="{D6394B47-9EC0-4C40-9420-7F368B1135EA}"/>
    <dgm:cxn modelId="{84022D4F-6382-4AD9-B97E-4675E94BCD95}" type="presParOf" srcId="{368AA77C-FDA6-47D3-A875-5354F762AA9B}" destId="{4D175C8A-D1E8-4AD6-9BF0-2A526C83DD60}" srcOrd="0" destOrd="0" presId="urn:microsoft.com/office/officeart/2005/8/layout/cycle4"/>
    <dgm:cxn modelId="{1C722712-990D-4AAF-B551-6784EBDAC917}" type="presParOf" srcId="{4D175C8A-D1E8-4AD6-9BF0-2A526C83DD60}" destId="{67D2066C-E8DD-43CB-A566-A7A56E8D9483}" srcOrd="0" destOrd="0" presId="urn:microsoft.com/office/officeart/2005/8/layout/cycle4"/>
    <dgm:cxn modelId="{883B78D0-FADC-4133-A1FC-E941B225EB23}" type="presParOf" srcId="{368AA77C-FDA6-47D3-A875-5354F762AA9B}" destId="{D7710A8B-72D3-475D-A515-4272300C26EA}" srcOrd="1" destOrd="0" presId="urn:microsoft.com/office/officeart/2005/8/layout/cycle4"/>
    <dgm:cxn modelId="{317B5107-C6E5-402C-AFFA-F1D41B4EF358}" type="presParOf" srcId="{D7710A8B-72D3-475D-A515-4272300C26EA}" destId="{6F717331-02A6-4D5E-A2B2-C3B683344499}" srcOrd="0" destOrd="0" presId="urn:microsoft.com/office/officeart/2005/8/layout/cycle4"/>
    <dgm:cxn modelId="{D3F84FE6-8A38-4CB6-B550-773CA2576EBD}" type="presParOf" srcId="{D7710A8B-72D3-475D-A515-4272300C26EA}" destId="{C5FD7ECD-8743-4FF8-BAF9-1C8C081E4985}" srcOrd="1" destOrd="0" presId="urn:microsoft.com/office/officeart/2005/8/layout/cycle4"/>
    <dgm:cxn modelId="{0A111E11-57F0-4C30-B5C9-D97B0CFFAE9A}" type="presParOf" srcId="{D7710A8B-72D3-475D-A515-4272300C26EA}" destId="{0FF619F1-ABCA-45E9-9D8E-73D61F7B8E4D}" srcOrd="2" destOrd="0" presId="urn:microsoft.com/office/officeart/2005/8/layout/cycle4"/>
    <dgm:cxn modelId="{0DEFCE7F-51C2-4C5D-B196-92331D3AB337}" type="presParOf" srcId="{D7710A8B-72D3-475D-A515-4272300C26EA}" destId="{C75B77E1-B5B9-41AC-9851-4B6E79EA0AF8}" srcOrd="3" destOrd="0" presId="urn:microsoft.com/office/officeart/2005/8/layout/cycle4"/>
    <dgm:cxn modelId="{C2D1CB6C-F93B-4524-8EAC-05768327E126}" type="presParOf" srcId="{D7710A8B-72D3-475D-A515-4272300C26EA}" destId="{7AADC1CF-8521-4930-858B-F9049C9B1DFD}" srcOrd="4" destOrd="0" presId="urn:microsoft.com/office/officeart/2005/8/layout/cycle4"/>
    <dgm:cxn modelId="{4DE96DBF-B24B-4AE1-8A85-F1ED4A08F344}" type="presParOf" srcId="{368AA77C-FDA6-47D3-A875-5354F762AA9B}" destId="{0ADDBEDF-6B10-45C1-ABD2-0BD4B4AA7D3E}" srcOrd="2" destOrd="0" presId="urn:microsoft.com/office/officeart/2005/8/layout/cycle4"/>
    <dgm:cxn modelId="{115AF20F-55DC-4784-8A92-70F65AD7A4BB}" type="presParOf" srcId="{368AA77C-FDA6-47D3-A875-5354F762AA9B}" destId="{A4F93493-A72D-453F-BA29-2E6150BCB171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B67A3D-6CD8-4203-842D-EEA812AC64B3}" type="doc">
      <dgm:prSet loTypeId="urn:microsoft.com/office/officeart/2005/8/layout/cycle4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4CDA1907-AB33-449D-B9A2-057E1585A02E}">
      <dgm:prSet phldrT="[Text]"/>
      <dgm:spPr>
        <a:noFill/>
        <a:ln w="38100">
          <a:solidFill>
            <a:srgbClr val="A5A5A5"/>
          </a:solidFill>
        </a:ln>
      </dgm:spPr>
      <dgm:t>
        <a:bodyPr/>
        <a:lstStyle/>
        <a:p>
          <a:r>
            <a:rPr lang="en-GB" dirty="0"/>
            <a:t>Testing</a:t>
          </a:r>
        </a:p>
      </dgm:t>
    </dgm:pt>
    <dgm:pt modelId="{A1D1C166-564B-44AF-A53F-F3D3EA699DDC}" type="parTrans" cxnId="{68E85F89-CE31-441C-9607-44A36175E98E}">
      <dgm:prSet/>
      <dgm:spPr/>
      <dgm:t>
        <a:bodyPr/>
        <a:lstStyle/>
        <a:p>
          <a:endParaRPr lang="en-GB"/>
        </a:p>
      </dgm:t>
    </dgm:pt>
    <dgm:pt modelId="{15D4D66C-92B9-4979-83ED-E2E3B94E232A}" type="sibTrans" cxnId="{68E85F89-CE31-441C-9607-44A36175E98E}">
      <dgm:prSet/>
      <dgm:spPr/>
      <dgm:t>
        <a:bodyPr/>
        <a:lstStyle/>
        <a:p>
          <a:endParaRPr lang="en-GB"/>
        </a:p>
      </dgm:t>
    </dgm:pt>
    <dgm:pt modelId="{0642158A-700E-40DD-929B-23FB0B0ACFA8}">
      <dgm:prSet phldrT="[Text]"/>
      <dgm:spPr/>
      <dgm:t>
        <a:bodyPr/>
        <a:lstStyle/>
        <a:p>
          <a:r>
            <a:rPr lang="en-GB" dirty="0"/>
            <a:t>Analysis</a:t>
          </a:r>
        </a:p>
      </dgm:t>
    </dgm:pt>
    <dgm:pt modelId="{A7F7C5F0-D75F-47E5-AA58-5CAC5117D13B}" type="parTrans" cxnId="{20322141-1C4E-4D8A-8CB5-4A9773CDE41A}">
      <dgm:prSet/>
      <dgm:spPr/>
      <dgm:t>
        <a:bodyPr/>
        <a:lstStyle/>
        <a:p>
          <a:endParaRPr lang="en-GB"/>
        </a:p>
      </dgm:t>
    </dgm:pt>
    <dgm:pt modelId="{C7BDDD65-6C13-4332-B07B-C2DB6448660B}" type="sibTrans" cxnId="{20322141-1C4E-4D8A-8CB5-4A9773CDE41A}">
      <dgm:prSet/>
      <dgm:spPr/>
      <dgm:t>
        <a:bodyPr/>
        <a:lstStyle/>
        <a:p>
          <a:endParaRPr lang="en-GB"/>
        </a:p>
      </dgm:t>
    </dgm:pt>
    <dgm:pt modelId="{D4C68134-B5D8-4A3C-A015-11BC90D04ED9}">
      <dgm:prSet phldrT="[Text]"/>
      <dgm:spPr/>
      <dgm:t>
        <a:bodyPr/>
        <a:lstStyle/>
        <a:p>
          <a:r>
            <a:rPr lang="en-GB" dirty="0"/>
            <a:t>Design</a:t>
          </a:r>
        </a:p>
      </dgm:t>
    </dgm:pt>
    <dgm:pt modelId="{CD3A4DD4-575A-402A-8046-48934583DBC1}" type="parTrans" cxnId="{391683F5-9052-4E4C-9299-0E283D897664}">
      <dgm:prSet/>
      <dgm:spPr/>
      <dgm:t>
        <a:bodyPr/>
        <a:lstStyle/>
        <a:p>
          <a:endParaRPr lang="en-GB"/>
        </a:p>
      </dgm:t>
    </dgm:pt>
    <dgm:pt modelId="{D6394B47-9EC0-4C40-9420-7F368B1135EA}" type="sibTrans" cxnId="{391683F5-9052-4E4C-9299-0E283D897664}">
      <dgm:prSet/>
      <dgm:spPr/>
      <dgm:t>
        <a:bodyPr/>
        <a:lstStyle/>
        <a:p>
          <a:endParaRPr lang="en-GB"/>
        </a:p>
      </dgm:t>
    </dgm:pt>
    <dgm:pt modelId="{20C25C7F-030E-4BDB-8152-3AC0088AE067}">
      <dgm:prSet phldrT="[Text]"/>
      <dgm:spPr>
        <a:noFill/>
        <a:ln w="38100">
          <a:solidFill>
            <a:srgbClr val="B43500"/>
          </a:solidFill>
        </a:ln>
      </dgm:spPr>
      <dgm:t>
        <a:bodyPr/>
        <a:lstStyle/>
        <a:p>
          <a:r>
            <a:rPr lang="en-GB" dirty="0"/>
            <a:t>Coding</a:t>
          </a:r>
        </a:p>
      </dgm:t>
    </dgm:pt>
    <dgm:pt modelId="{6CCC0479-BD08-4126-9BD4-6F44466B805B}" type="parTrans" cxnId="{C3A7F345-A523-467D-9B37-F56EC0A3097D}">
      <dgm:prSet/>
      <dgm:spPr/>
      <dgm:t>
        <a:bodyPr/>
        <a:lstStyle/>
        <a:p>
          <a:endParaRPr lang="en-GB"/>
        </a:p>
      </dgm:t>
    </dgm:pt>
    <dgm:pt modelId="{62B23B0C-EFE3-4421-965D-4B4F2D2D860E}" type="sibTrans" cxnId="{C3A7F345-A523-467D-9B37-F56EC0A3097D}">
      <dgm:prSet/>
      <dgm:spPr/>
      <dgm:t>
        <a:bodyPr/>
        <a:lstStyle/>
        <a:p>
          <a:endParaRPr lang="en-GB"/>
        </a:p>
      </dgm:t>
    </dgm:pt>
    <dgm:pt modelId="{368AA77C-FDA6-47D3-A875-5354F762AA9B}" type="pres">
      <dgm:prSet presAssocID="{12B67A3D-6CD8-4203-842D-EEA812AC64B3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D175C8A-D1E8-4AD6-9BF0-2A526C83DD60}" type="pres">
      <dgm:prSet presAssocID="{12B67A3D-6CD8-4203-842D-EEA812AC64B3}" presName="children" presStyleCnt="0"/>
      <dgm:spPr/>
    </dgm:pt>
    <dgm:pt modelId="{67D2066C-E8DD-43CB-A566-A7A56E8D9483}" type="pres">
      <dgm:prSet presAssocID="{12B67A3D-6CD8-4203-842D-EEA812AC64B3}" presName="childPlaceholder" presStyleCnt="0"/>
      <dgm:spPr/>
    </dgm:pt>
    <dgm:pt modelId="{D7710A8B-72D3-475D-A515-4272300C26EA}" type="pres">
      <dgm:prSet presAssocID="{12B67A3D-6CD8-4203-842D-EEA812AC64B3}" presName="circle" presStyleCnt="0"/>
      <dgm:spPr/>
    </dgm:pt>
    <dgm:pt modelId="{6F717331-02A6-4D5E-A2B2-C3B683344499}" type="pres">
      <dgm:prSet presAssocID="{12B67A3D-6CD8-4203-842D-EEA812AC64B3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C5FD7ECD-8743-4FF8-BAF9-1C8C081E4985}" type="pres">
      <dgm:prSet presAssocID="{12B67A3D-6CD8-4203-842D-EEA812AC64B3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0FF619F1-ABCA-45E9-9D8E-73D61F7B8E4D}" type="pres">
      <dgm:prSet presAssocID="{12B67A3D-6CD8-4203-842D-EEA812AC64B3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75B77E1-B5B9-41AC-9851-4B6E79EA0AF8}" type="pres">
      <dgm:prSet presAssocID="{12B67A3D-6CD8-4203-842D-EEA812AC64B3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7AADC1CF-8521-4930-858B-F9049C9B1DFD}" type="pres">
      <dgm:prSet presAssocID="{12B67A3D-6CD8-4203-842D-EEA812AC64B3}" presName="quadrantPlaceholder" presStyleCnt="0"/>
      <dgm:spPr/>
    </dgm:pt>
    <dgm:pt modelId="{0ADDBEDF-6B10-45C1-ABD2-0BD4B4AA7D3E}" type="pres">
      <dgm:prSet presAssocID="{12B67A3D-6CD8-4203-842D-EEA812AC64B3}" presName="center1" presStyleLbl="fgShp" presStyleIdx="0" presStyleCnt="2"/>
      <dgm:spPr/>
    </dgm:pt>
    <dgm:pt modelId="{A4F93493-A72D-453F-BA29-2E6150BCB171}" type="pres">
      <dgm:prSet presAssocID="{12B67A3D-6CD8-4203-842D-EEA812AC64B3}" presName="center2" presStyleLbl="fgShp" presStyleIdx="1" presStyleCnt="2"/>
      <dgm:spPr/>
    </dgm:pt>
  </dgm:ptLst>
  <dgm:cxnLst>
    <dgm:cxn modelId="{3D8EDB09-3425-44C5-A1CD-2EC35A259211}" type="presOf" srcId="{D4C68134-B5D8-4A3C-A015-11BC90D04ED9}" destId="{0FF619F1-ABCA-45E9-9D8E-73D61F7B8E4D}" srcOrd="0" destOrd="0" presId="urn:microsoft.com/office/officeart/2005/8/layout/cycle4"/>
    <dgm:cxn modelId="{88C07031-EE14-4A96-B41B-82BECF87C5DF}" type="presOf" srcId="{20C25C7F-030E-4BDB-8152-3AC0088AE067}" destId="{C75B77E1-B5B9-41AC-9851-4B6E79EA0AF8}" srcOrd="0" destOrd="0" presId="urn:microsoft.com/office/officeart/2005/8/layout/cycle4"/>
    <dgm:cxn modelId="{20322141-1C4E-4D8A-8CB5-4A9773CDE41A}" srcId="{12B67A3D-6CD8-4203-842D-EEA812AC64B3}" destId="{0642158A-700E-40DD-929B-23FB0B0ACFA8}" srcOrd="1" destOrd="0" parTransId="{A7F7C5F0-D75F-47E5-AA58-5CAC5117D13B}" sibTransId="{C7BDDD65-6C13-4332-B07B-C2DB6448660B}"/>
    <dgm:cxn modelId="{C3A7F345-A523-467D-9B37-F56EC0A3097D}" srcId="{12B67A3D-6CD8-4203-842D-EEA812AC64B3}" destId="{20C25C7F-030E-4BDB-8152-3AC0088AE067}" srcOrd="3" destOrd="0" parTransId="{6CCC0479-BD08-4126-9BD4-6F44466B805B}" sibTransId="{62B23B0C-EFE3-4421-965D-4B4F2D2D860E}"/>
    <dgm:cxn modelId="{68E85F89-CE31-441C-9607-44A36175E98E}" srcId="{12B67A3D-6CD8-4203-842D-EEA812AC64B3}" destId="{4CDA1907-AB33-449D-B9A2-057E1585A02E}" srcOrd="0" destOrd="0" parTransId="{A1D1C166-564B-44AF-A53F-F3D3EA699DDC}" sibTransId="{15D4D66C-92B9-4979-83ED-E2E3B94E232A}"/>
    <dgm:cxn modelId="{BB412A92-AFB5-486D-81B2-7797260D3944}" type="presOf" srcId="{0642158A-700E-40DD-929B-23FB0B0ACFA8}" destId="{C5FD7ECD-8743-4FF8-BAF9-1C8C081E4985}" srcOrd="0" destOrd="0" presId="urn:microsoft.com/office/officeart/2005/8/layout/cycle4"/>
    <dgm:cxn modelId="{26E7F9D2-EB2E-4610-BB76-DF3BB1E48C92}" type="presOf" srcId="{12B67A3D-6CD8-4203-842D-EEA812AC64B3}" destId="{368AA77C-FDA6-47D3-A875-5354F762AA9B}" srcOrd="0" destOrd="0" presId="urn:microsoft.com/office/officeart/2005/8/layout/cycle4"/>
    <dgm:cxn modelId="{315895EC-3A23-4535-9EF7-25C94F990FFB}" type="presOf" srcId="{4CDA1907-AB33-449D-B9A2-057E1585A02E}" destId="{6F717331-02A6-4D5E-A2B2-C3B683344499}" srcOrd="0" destOrd="0" presId="urn:microsoft.com/office/officeart/2005/8/layout/cycle4"/>
    <dgm:cxn modelId="{391683F5-9052-4E4C-9299-0E283D897664}" srcId="{12B67A3D-6CD8-4203-842D-EEA812AC64B3}" destId="{D4C68134-B5D8-4A3C-A015-11BC90D04ED9}" srcOrd="2" destOrd="0" parTransId="{CD3A4DD4-575A-402A-8046-48934583DBC1}" sibTransId="{D6394B47-9EC0-4C40-9420-7F368B1135EA}"/>
    <dgm:cxn modelId="{84022D4F-6382-4AD9-B97E-4675E94BCD95}" type="presParOf" srcId="{368AA77C-FDA6-47D3-A875-5354F762AA9B}" destId="{4D175C8A-D1E8-4AD6-9BF0-2A526C83DD60}" srcOrd="0" destOrd="0" presId="urn:microsoft.com/office/officeart/2005/8/layout/cycle4"/>
    <dgm:cxn modelId="{1C722712-990D-4AAF-B551-6784EBDAC917}" type="presParOf" srcId="{4D175C8A-D1E8-4AD6-9BF0-2A526C83DD60}" destId="{67D2066C-E8DD-43CB-A566-A7A56E8D9483}" srcOrd="0" destOrd="0" presId="urn:microsoft.com/office/officeart/2005/8/layout/cycle4"/>
    <dgm:cxn modelId="{883B78D0-FADC-4133-A1FC-E941B225EB23}" type="presParOf" srcId="{368AA77C-FDA6-47D3-A875-5354F762AA9B}" destId="{D7710A8B-72D3-475D-A515-4272300C26EA}" srcOrd="1" destOrd="0" presId="urn:microsoft.com/office/officeart/2005/8/layout/cycle4"/>
    <dgm:cxn modelId="{317B5107-C6E5-402C-AFFA-F1D41B4EF358}" type="presParOf" srcId="{D7710A8B-72D3-475D-A515-4272300C26EA}" destId="{6F717331-02A6-4D5E-A2B2-C3B683344499}" srcOrd="0" destOrd="0" presId="urn:microsoft.com/office/officeart/2005/8/layout/cycle4"/>
    <dgm:cxn modelId="{D3F84FE6-8A38-4CB6-B550-773CA2576EBD}" type="presParOf" srcId="{D7710A8B-72D3-475D-A515-4272300C26EA}" destId="{C5FD7ECD-8743-4FF8-BAF9-1C8C081E4985}" srcOrd="1" destOrd="0" presId="urn:microsoft.com/office/officeart/2005/8/layout/cycle4"/>
    <dgm:cxn modelId="{0A111E11-57F0-4C30-B5C9-D97B0CFFAE9A}" type="presParOf" srcId="{D7710A8B-72D3-475D-A515-4272300C26EA}" destId="{0FF619F1-ABCA-45E9-9D8E-73D61F7B8E4D}" srcOrd="2" destOrd="0" presId="urn:microsoft.com/office/officeart/2005/8/layout/cycle4"/>
    <dgm:cxn modelId="{0DEFCE7F-51C2-4C5D-B196-92331D3AB337}" type="presParOf" srcId="{D7710A8B-72D3-475D-A515-4272300C26EA}" destId="{C75B77E1-B5B9-41AC-9851-4B6E79EA0AF8}" srcOrd="3" destOrd="0" presId="urn:microsoft.com/office/officeart/2005/8/layout/cycle4"/>
    <dgm:cxn modelId="{C2D1CB6C-F93B-4524-8EAC-05768327E126}" type="presParOf" srcId="{D7710A8B-72D3-475D-A515-4272300C26EA}" destId="{7AADC1CF-8521-4930-858B-F9049C9B1DFD}" srcOrd="4" destOrd="0" presId="urn:microsoft.com/office/officeart/2005/8/layout/cycle4"/>
    <dgm:cxn modelId="{4DE96DBF-B24B-4AE1-8A85-F1ED4A08F344}" type="presParOf" srcId="{368AA77C-FDA6-47D3-A875-5354F762AA9B}" destId="{0ADDBEDF-6B10-45C1-ABD2-0BD4B4AA7D3E}" srcOrd="2" destOrd="0" presId="urn:microsoft.com/office/officeart/2005/8/layout/cycle4"/>
    <dgm:cxn modelId="{115AF20F-55DC-4784-8A92-70F65AD7A4BB}" type="presParOf" srcId="{368AA77C-FDA6-47D3-A875-5354F762AA9B}" destId="{A4F93493-A72D-453F-BA29-2E6150BCB171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B67A3D-6CD8-4203-842D-EEA812AC64B3}" type="doc">
      <dgm:prSet loTypeId="urn:microsoft.com/office/officeart/2005/8/layout/cycle4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4CDA1907-AB33-449D-B9A2-057E1585A02E}">
      <dgm:prSet phldrT="[Text]"/>
      <dgm:spPr>
        <a:noFill/>
        <a:ln w="38100">
          <a:solidFill>
            <a:srgbClr val="A5A5A5"/>
          </a:solidFill>
        </a:ln>
      </dgm:spPr>
      <dgm:t>
        <a:bodyPr/>
        <a:lstStyle/>
        <a:p>
          <a:r>
            <a:rPr lang="en-GB" dirty="0"/>
            <a:t>Testing</a:t>
          </a:r>
        </a:p>
      </dgm:t>
    </dgm:pt>
    <dgm:pt modelId="{A1D1C166-564B-44AF-A53F-F3D3EA699DDC}" type="parTrans" cxnId="{68E85F89-CE31-441C-9607-44A36175E98E}">
      <dgm:prSet/>
      <dgm:spPr/>
      <dgm:t>
        <a:bodyPr/>
        <a:lstStyle/>
        <a:p>
          <a:endParaRPr lang="en-GB"/>
        </a:p>
      </dgm:t>
    </dgm:pt>
    <dgm:pt modelId="{15D4D66C-92B9-4979-83ED-E2E3B94E232A}" type="sibTrans" cxnId="{68E85F89-CE31-441C-9607-44A36175E98E}">
      <dgm:prSet/>
      <dgm:spPr/>
      <dgm:t>
        <a:bodyPr/>
        <a:lstStyle/>
        <a:p>
          <a:endParaRPr lang="en-GB"/>
        </a:p>
      </dgm:t>
    </dgm:pt>
    <dgm:pt modelId="{0642158A-700E-40DD-929B-23FB0B0ACFA8}">
      <dgm:prSet phldrT="[Text]"/>
      <dgm:spPr/>
      <dgm:t>
        <a:bodyPr/>
        <a:lstStyle/>
        <a:p>
          <a:r>
            <a:rPr lang="en-GB" dirty="0"/>
            <a:t>Analysis</a:t>
          </a:r>
        </a:p>
      </dgm:t>
    </dgm:pt>
    <dgm:pt modelId="{A7F7C5F0-D75F-47E5-AA58-5CAC5117D13B}" type="parTrans" cxnId="{20322141-1C4E-4D8A-8CB5-4A9773CDE41A}">
      <dgm:prSet/>
      <dgm:spPr/>
      <dgm:t>
        <a:bodyPr/>
        <a:lstStyle/>
        <a:p>
          <a:endParaRPr lang="en-GB"/>
        </a:p>
      </dgm:t>
    </dgm:pt>
    <dgm:pt modelId="{C7BDDD65-6C13-4332-B07B-C2DB6448660B}" type="sibTrans" cxnId="{20322141-1C4E-4D8A-8CB5-4A9773CDE41A}">
      <dgm:prSet/>
      <dgm:spPr/>
      <dgm:t>
        <a:bodyPr/>
        <a:lstStyle/>
        <a:p>
          <a:endParaRPr lang="en-GB"/>
        </a:p>
      </dgm:t>
    </dgm:pt>
    <dgm:pt modelId="{D4C68134-B5D8-4A3C-A015-11BC90D04ED9}">
      <dgm:prSet phldrT="[Text]"/>
      <dgm:spPr/>
      <dgm:t>
        <a:bodyPr/>
        <a:lstStyle/>
        <a:p>
          <a:r>
            <a:rPr lang="en-GB" dirty="0"/>
            <a:t>Design</a:t>
          </a:r>
        </a:p>
      </dgm:t>
    </dgm:pt>
    <dgm:pt modelId="{CD3A4DD4-575A-402A-8046-48934583DBC1}" type="parTrans" cxnId="{391683F5-9052-4E4C-9299-0E283D897664}">
      <dgm:prSet/>
      <dgm:spPr/>
      <dgm:t>
        <a:bodyPr/>
        <a:lstStyle/>
        <a:p>
          <a:endParaRPr lang="en-GB"/>
        </a:p>
      </dgm:t>
    </dgm:pt>
    <dgm:pt modelId="{D6394B47-9EC0-4C40-9420-7F368B1135EA}" type="sibTrans" cxnId="{391683F5-9052-4E4C-9299-0E283D897664}">
      <dgm:prSet/>
      <dgm:spPr/>
      <dgm:t>
        <a:bodyPr/>
        <a:lstStyle/>
        <a:p>
          <a:endParaRPr lang="en-GB"/>
        </a:p>
      </dgm:t>
    </dgm:pt>
    <dgm:pt modelId="{20C25C7F-030E-4BDB-8152-3AC0088AE067}">
      <dgm:prSet phldrT="[Text]"/>
      <dgm:spPr/>
      <dgm:t>
        <a:bodyPr/>
        <a:lstStyle/>
        <a:p>
          <a:r>
            <a:rPr lang="en-GB" dirty="0"/>
            <a:t>Coding</a:t>
          </a:r>
        </a:p>
      </dgm:t>
    </dgm:pt>
    <dgm:pt modelId="{6CCC0479-BD08-4126-9BD4-6F44466B805B}" type="parTrans" cxnId="{C3A7F345-A523-467D-9B37-F56EC0A3097D}">
      <dgm:prSet/>
      <dgm:spPr/>
      <dgm:t>
        <a:bodyPr/>
        <a:lstStyle/>
        <a:p>
          <a:endParaRPr lang="en-GB"/>
        </a:p>
      </dgm:t>
    </dgm:pt>
    <dgm:pt modelId="{62B23B0C-EFE3-4421-965D-4B4F2D2D860E}" type="sibTrans" cxnId="{C3A7F345-A523-467D-9B37-F56EC0A3097D}">
      <dgm:prSet/>
      <dgm:spPr/>
      <dgm:t>
        <a:bodyPr/>
        <a:lstStyle/>
        <a:p>
          <a:endParaRPr lang="en-GB"/>
        </a:p>
      </dgm:t>
    </dgm:pt>
    <dgm:pt modelId="{368AA77C-FDA6-47D3-A875-5354F762AA9B}" type="pres">
      <dgm:prSet presAssocID="{12B67A3D-6CD8-4203-842D-EEA812AC64B3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D175C8A-D1E8-4AD6-9BF0-2A526C83DD60}" type="pres">
      <dgm:prSet presAssocID="{12B67A3D-6CD8-4203-842D-EEA812AC64B3}" presName="children" presStyleCnt="0"/>
      <dgm:spPr/>
    </dgm:pt>
    <dgm:pt modelId="{67D2066C-E8DD-43CB-A566-A7A56E8D9483}" type="pres">
      <dgm:prSet presAssocID="{12B67A3D-6CD8-4203-842D-EEA812AC64B3}" presName="childPlaceholder" presStyleCnt="0"/>
      <dgm:spPr/>
    </dgm:pt>
    <dgm:pt modelId="{D7710A8B-72D3-475D-A515-4272300C26EA}" type="pres">
      <dgm:prSet presAssocID="{12B67A3D-6CD8-4203-842D-EEA812AC64B3}" presName="circle" presStyleCnt="0"/>
      <dgm:spPr/>
    </dgm:pt>
    <dgm:pt modelId="{6F717331-02A6-4D5E-A2B2-C3B683344499}" type="pres">
      <dgm:prSet presAssocID="{12B67A3D-6CD8-4203-842D-EEA812AC64B3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C5FD7ECD-8743-4FF8-BAF9-1C8C081E4985}" type="pres">
      <dgm:prSet presAssocID="{12B67A3D-6CD8-4203-842D-EEA812AC64B3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0FF619F1-ABCA-45E9-9D8E-73D61F7B8E4D}" type="pres">
      <dgm:prSet presAssocID="{12B67A3D-6CD8-4203-842D-EEA812AC64B3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75B77E1-B5B9-41AC-9851-4B6E79EA0AF8}" type="pres">
      <dgm:prSet presAssocID="{12B67A3D-6CD8-4203-842D-EEA812AC64B3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7AADC1CF-8521-4930-858B-F9049C9B1DFD}" type="pres">
      <dgm:prSet presAssocID="{12B67A3D-6CD8-4203-842D-EEA812AC64B3}" presName="quadrantPlaceholder" presStyleCnt="0"/>
      <dgm:spPr/>
    </dgm:pt>
    <dgm:pt modelId="{0ADDBEDF-6B10-45C1-ABD2-0BD4B4AA7D3E}" type="pres">
      <dgm:prSet presAssocID="{12B67A3D-6CD8-4203-842D-EEA812AC64B3}" presName="center1" presStyleLbl="fgShp" presStyleIdx="0" presStyleCnt="2"/>
      <dgm:spPr/>
    </dgm:pt>
    <dgm:pt modelId="{A4F93493-A72D-453F-BA29-2E6150BCB171}" type="pres">
      <dgm:prSet presAssocID="{12B67A3D-6CD8-4203-842D-EEA812AC64B3}" presName="center2" presStyleLbl="fgShp" presStyleIdx="1" presStyleCnt="2"/>
      <dgm:spPr/>
    </dgm:pt>
  </dgm:ptLst>
  <dgm:cxnLst>
    <dgm:cxn modelId="{3D8EDB09-3425-44C5-A1CD-2EC35A259211}" type="presOf" srcId="{D4C68134-B5D8-4A3C-A015-11BC90D04ED9}" destId="{0FF619F1-ABCA-45E9-9D8E-73D61F7B8E4D}" srcOrd="0" destOrd="0" presId="urn:microsoft.com/office/officeart/2005/8/layout/cycle4"/>
    <dgm:cxn modelId="{88C07031-EE14-4A96-B41B-82BECF87C5DF}" type="presOf" srcId="{20C25C7F-030E-4BDB-8152-3AC0088AE067}" destId="{C75B77E1-B5B9-41AC-9851-4B6E79EA0AF8}" srcOrd="0" destOrd="0" presId="urn:microsoft.com/office/officeart/2005/8/layout/cycle4"/>
    <dgm:cxn modelId="{20322141-1C4E-4D8A-8CB5-4A9773CDE41A}" srcId="{12B67A3D-6CD8-4203-842D-EEA812AC64B3}" destId="{0642158A-700E-40DD-929B-23FB0B0ACFA8}" srcOrd="1" destOrd="0" parTransId="{A7F7C5F0-D75F-47E5-AA58-5CAC5117D13B}" sibTransId="{C7BDDD65-6C13-4332-B07B-C2DB6448660B}"/>
    <dgm:cxn modelId="{C3A7F345-A523-467D-9B37-F56EC0A3097D}" srcId="{12B67A3D-6CD8-4203-842D-EEA812AC64B3}" destId="{20C25C7F-030E-4BDB-8152-3AC0088AE067}" srcOrd="3" destOrd="0" parTransId="{6CCC0479-BD08-4126-9BD4-6F44466B805B}" sibTransId="{62B23B0C-EFE3-4421-965D-4B4F2D2D860E}"/>
    <dgm:cxn modelId="{68E85F89-CE31-441C-9607-44A36175E98E}" srcId="{12B67A3D-6CD8-4203-842D-EEA812AC64B3}" destId="{4CDA1907-AB33-449D-B9A2-057E1585A02E}" srcOrd="0" destOrd="0" parTransId="{A1D1C166-564B-44AF-A53F-F3D3EA699DDC}" sibTransId="{15D4D66C-92B9-4979-83ED-E2E3B94E232A}"/>
    <dgm:cxn modelId="{BB412A92-AFB5-486D-81B2-7797260D3944}" type="presOf" srcId="{0642158A-700E-40DD-929B-23FB0B0ACFA8}" destId="{C5FD7ECD-8743-4FF8-BAF9-1C8C081E4985}" srcOrd="0" destOrd="0" presId="urn:microsoft.com/office/officeart/2005/8/layout/cycle4"/>
    <dgm:cxn modelId="{26E7F9D2-EB2E-4610-BB76-DF3BB1E48C92}" type="presOf" srcId="{12B67A3D-6CD8-4203-842D-EEA812AC64B3}" destId="{368AA77C-FDA6-47D3-A875-5354F762AA9B}" srcOrd="0" destOrd="0" presId="urn:microsoft.com/office/officeart/2005/8/layout/cycle4"/>
    <dgm:cxn modelId="{315895EC-3A23-4535-9EF7-25C94F990FFB}" type="presOf" srcId="{4CDA1907-AB33-449D-B9A2-057E1585A02E}" destId="{6F717331-02A6-4D5E-A2B2-C3B683344499}" srcOrd="0" destOrd="0" presId="urn:microsoft.com/office/officeart/2005/8/layout/cycle4"/>
    <dgm:cxn modelId="{391683F5-9052-4E4C-9299-0E283D897664}" srcId="{12B67A3D-6CD8-4203-842D-EEA812AC64B3}" destId="{D4C68134-B5D8-4A3C-A015-11BC90D04ED9}" srcOrd="2" destOrd="0" parTransId="{CD3A4DD4-575A-402A-8046-48934583DBC1}" sibTransId="{D6394B47-9EC0-4C40-9420-7F368B1135EA}"/>
    <dgm:cxn modelId="{84022D4F-6382-4AD9-B97E-4675E94BCD95}" type="presParOf" srcId="{368AA77C-FDA6-47D3-A875-5354F762AA9B}" destId="{4D175C8A-D1E8-4AD6-9BF0-2A526C83DD60}" srcOrd="0" destOrd="0" presId="urn:microsoft.com/office/officeart/2005/8/layout/cycle4"/>
    <dgm:cxn modelId="{1C722712-990D-4AAF-B551-6784EBDAC917}" type="presParOf" srcId="{4D175C8A-D1E8-4AD6-9BF0-2A526C83DD60}" destId="{67D2066C-E8DD-43CB-A566-A7A56E8D9483}" srcOrd="0" destOrd="0" presId="urn:microsoft.com/office/officeart/2005/8/layout/cycle4"/>
    <dgm:cxn modelId="{883B78D0-FADC-4133-A1FC-E941B225EB23}" type="presParOf" srcId="{368AA77C-FDA6-47D3-A875-5354F762AA9B}" destId="{D7710A8B-72D3-475D-A515-4272300C26EA}" srcOrd="1" destOrd="0" presId="urn:microsoft.com/office/officeart/2005/8/layout/cycle4"/>
    <dgm:cxn modelId="{317B5107-C6E5-402C-AFFA-F1D41B4EF358}" type="presParOf" srcId="{D7710A8B-72D3-475D-A515-4272300C26EA}" destId="{6F717331-02A6-4D5E-A2B2-C3B683344499}" srcOrd="0" destOrd="0" presId="urn:microsoft.com/office/officeart/2005/8/layout/cycle4"/>
    <dgm:cxn modelId="{D3F84FE6-8A38-4CB6-B550-773CA2576EBD}" type="presParOf" srcId="{D7710A8B-72D3-475D-A515-4272300C26EA}" destId="{C5FD7ECD-8743-4FF8-BAF9-1C8C081E4985}" srcOrd="1" destOrd="0" presId="urn:microsoft.com/office/officeart/2005/8/layout/cycle4"/>
    <dgm:cxn modelId="{0A111E11-57F0-4C30-B5C9-D97B0CFFAE9A}" type="presParOf" srcId="{D7710A8B-72D3-475D-A515-4272300C26EA}" destId="{0FF619F1-ABCA-45E9-9D8E-73D61F7B8E4D}" srcOrd="2" destOrd="0" presId="urn:microsoft.com/office/officeart/2005/8/layout/cycle4"/>
    <dgm:cxn modelId="{0DEFCE7F-51C2-4C5D-B196-92331D3AB337}" type="presParOf" srcId="{D7710A8B-72D3-475D-A515-4272300C26EA}" destId="{C75B77E1-B5B9-41AC-9851-4B6E79EA0AF8}" srcOrd="3" destOrd="0" presId="urn:microsoft.com/office/officeart/2005/8/layout/cycle4"/>
    <dgm:cxn modelId="{C2D1CB6C-F93B-4524-8EAC-05768327E126}" type="presParOf" srcId="{D7710A8B-72D3-475D-A515-4272300C26EA}" destId="{7AADC1CF-8521-4930-858B-F9049C9B1DFD}" srcOrd="4" destOrd="0" presId="urn:microsoft.com/office/officeart/2005/8/layout/cycle4"/>
    <dgm:cxn modelId="{4DE96DBF-B24B-4AE1-8A85-F1ED4A08F344}" type="presParOf" srcId="{368AA77C-FDA6-47D3-A875-5354F762AA9B}" destId="{0ADDBEDF-6B10-45C1-ABD2-0BD4B4AA7D3E}" srcOrd="2" destOrd="0" presId="urn:microsoft.com/office/officeart/2005/8/layout/cycle4"/>
    <dgm:cxn modelId="{115AF20F-55DC-4784-8A92-70F65AD7A4BB}" type="presParOf" srcId="{368AA77C-FDA6-47D3-A875-5354F762AA9B}" destId="{A4F93493-A72D-453F-BA29-2E6150BCB171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B67A3D-6CD8-4203-842D-EEA812AC64B3}" type="doc">
      <dgm:prSet loTypeId="urn:microsoft.com/office/officeart/2005/8/layout/cycle4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4CDA1907-AB33-449D-B9A2-057E1585A02E}">
      <dgm:prSet phldrT="[Text]"/>
      <dgm:spPr/>
      <dgm:t>
        <a:bodyPr/>
        <a:lstStyle/>
        <a:p>
          <a:r>
            <a:rPr lang="en-GB" dirty="0"/>
            <a:t>Testing</a:t>
          </a:r>
        </a:p>
      </dgm:t>
    </dgm:pt>
    <dgm:pt modelId="{A1D1C166-564B-44AF-A53F-F3D3EA699DDC}" type="parTrans" cxnId="{68E85F89-CE31-441C-9607-44A36175E98E}">
      <dgm:prSet/>
      <dgm:spPr/>
      <dgm:t>
        <a:bodyPr/>
        <a:lstStyle/>
        <a:p>
          <a:endParaRPr lang="en-GB"/>
        </a:p>
      </dgm:t>
    </dgm:pt>
    <dgm:pt modelId="{15D4D66C-92B9-4979-83ED-E2E3B94E232A}" type="sibTrans" cxnId="{68E85F89-CE31-441C-9607-44A36175E98E}">
      <dgm:prSet/>
      <dgm:spPr/>
      <dgm:t>
        <a:bodyPr/>
        <a:lstStyle/>
        <a:p>
          <a:endParaRPr lang="en-GB"/>
        </a:p>
      </dgm:t>
    </dgm:pt>
    <dgm:pt modelId="{0642158A-700E-40DD-929B-23FB0B0ACFA8}">
      <dgm:prSet phldrT="[Text]"/>
      <dgm:spPr/>
      <dgm:t>
        <a:bodyPr/>
        <a:lstStyle/>
        <a:p>
          <a:r>
            <a:rPr lang="en-GB" dirty="0"/>
            <a:t>Analysis</a:t>
          </a:r>
        </a:p>
      </dgm:t>
    </dgm:pt>
    <dgm:pt modelId="{A7F7C5F0-D75F-47E5-AA58-5CAC5117D13B}" type="parTrans" cxnId="{20322141-1C4E-4D8A-8CB5-4A9773CDE41A}">
      <dgm:prSet/>
      <dgm:spPr/>
      <dgm:t>
        <a:bodyPr/>
        <a:lstStyle/>
        <a:p>
          <a:endParaRPr lang="en-GB"/>
        </a:p>
      </dgm:t>
    </dgm:pt>
    <dgm:pt modelId="{C7BDDD65-6C13-4332-B07B-C2DB6448660B}" type="sibTrans" cxnId="{20322141-1C4E-4D8A-8CB5-4A9773CDE41A}">
      <dgm:prSet/>
      <dgm:spPr/>
      <dgm:t>
        <a:bodyPr/>
        <a:lstStyle/>
        <a:p>
          <a:endParaRPr lang="en-GB"/>
        </a:p>
      </dgm:t>
    </dgm:pt>
    <dgm:pt modelId="{D4C68134-B5D8-4A3C-A015-11BC90D04ED9}">
      <dgm:prSet phldrT="[Text]"/>
      <dgm:spPr/>
      <dgm:t>
        <a:bodyPr/>
        <a:lstStyle/>
        <a:p>
          <a:r>
            <a:rPr lang="en-GB" dirty="0"/>
            <a:t>Design</a:t>
          </a:r>
        </a:p>
      </dgm:t>
    </dgm:pt>
    <dgm:pt modelId="{CD3A4DD4-575A-402A-8046-48934583DBC1}" type="parTrans" cxnId="{391683F5-9052-4E4C-9299-0E283D897664}">
      <dgm:prSet/>
      <dgm:spPr/>
      <dgm:t>
        <a:bodyPr/>
        <a:lstStyle/>
        <a:p>
          <a:endParaRPr lang="en-GB"/>
        </a:p>
      </dgm:t>
    </dgm:pt>
    <dgm:pt modelId="{D6394B47-9EC0-4C40-9420-7F368B1135EA}" type="sibTrans" cxnId="{391683F5-9052-4E4C-9299-0E283D897664}">
      <dgm:prSet/>
      <dgm:spPr/>
      <dgm:t>
        <a:bodyPr/>
        <a:lstStyle/>
        <a:p>
          <a:endParaRPr lang="en-GB"/>
        </a:p>
      </dgm:t>
    </dgm:pt>
    <dgm:pt modelId="{20C25C7F-030E-4BDB-8152-3AC0088AE067}">
      <dgm:prSet phldrT="[Text]"/>
      <dgm:spPr/>
      <dgm:t>
        <a:bodyPr/>
        <a:lstStyle/>
        <a:p>
          <a:r>
            <a:rPr lang="en-GB" dirty="0"/>
            <a:t>Coding</a:t>
          </a:r>
        </a:p>
      </dgm:t>
    </dgm:pt>
    <dgm:pt modelId="{6CCC0479-BD08-4126-9BD4-6F44466B805B}" type="parTrans" cxnId="{C3A7F345-A523-467D-9B37-F56EC0A3097D}">
      <dgm:prSet/>
      <dgm:spPr/>
      <dgm:t>
        <a:bodyPr/>
        <a:lstStyle/>
        <a:p>
          <a:endParaRPr lang="en-GB"/>
        </a:p>
      </dgm:t>
    </dgm:pt>
    <dgm:pt modelId="{62B23B0C-EFE3-4421-965D-4B4F2D2D860E}" type="sibTrans" cxnId="{C3A7F345-A523-467D-9B37-F56EC0A3097D}">
      <dgm:prSet/>
      <dgm:spPr/>
      <dgm:t>
        <a:bodyPr/>
        <a:lstStyle/>
        <a:p>
          <a:endParaRPr lang="en-GB"/>
        </a:p>
      </dgm:t>
    </dgm:pt>
    <dgm:pt modelId="{368AA77C-FDA6-47D3-A875-5354F762AA9B}" type="pres">
      <dgm:prSet presAssocID="{12B67A3D-6CD8-4203-842D-EEA812AC64B3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D175C8A-D1E8-4AD6-9BF0-2A526C83DD60}" type="pres">
      <dgm:prSet presAssocID="{12B67A3D-6CD8-4203-842D-EEA812AC64B3}" presName="children" presStyleCnt="0"/>
      <dgm:spPr/>
    </dgm:pt>
    <dgm:pt modelId="{67D2066C-E8DD-43CB-A566-A7A56E8D9483}" type="pres">
      <dgm:prSet presAssocID="{12B67A3D-6CD8-4203-842D-EEA812AC64B3}" presName="childPlaceholder" presStyleCnt="0"/>
      <dgm:spPr/>
    </dgm:pt>
    <dgm:pt modelId="{D7710A8B-72D3-475D-A515-4272300C26EA}" type="pres">
      <dgm:prSet presAssocID="{12B67A3D-6CD8-4203-842D-EEA812AC64B3}" presName="circle" presStyleCnt="0"/>
      <dgm:spPr/>
    </dgm:pt>
    <dgm:pt modelId="{6F717331-02A6-4D5E-A2B2-C3B683344499}" type="pres">
      <dgm:prSet presAssocID="{12B67A3D-6CD8-4203-842D-EEA812AC64B3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C5FD7ECD-8743-4FF8-BAF9-1C8C081E4985}" type="pres">
      <dgm:prSet presAssocID="{12B67A3D-6CD8-4203-842D-EEA812AC64B3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0FF619F1-ABCA-45E9-9D8E-73D61F7B8E4D}" type="pres">
      <dgm:prSet presAssocID="{12B67A3D-6CD8-4203-842D-EEA812AC64B3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75B77E1-B5B9-41AC-9851-4B6E79EA0AF8}" type="pres">
      <dgm:prSet presAssocID="{12B67A3D-6CD8-4203-842D-EEA812AC64B3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7AADC1CF-8521-4930-858B-F9049C9B1DFD}" type="pres">
      <dgm:prSet presAssocID="{12B67A3D-6CD8-4203-842D-EEA812AC64B3}" presName="quadrantPlaceholder" presStyleCnt="0"/>
      <dgm:spPr/>
    </dgm:pt>
    <dgm:pt modelId="{0ADDBEDF-6B10-45C1-ABD2-0BD4B4AA7D3E}" type="pres">
      <dgm:prSet presAssocID="{12B67A3D-6CD8-4203-842D-EEA812AC64B3}" presName="center1" presStyleLbl="fgShp" presStyleIdx="0" presStyleCnt="2"/>
      <dgm:spPr/>
    </dgm:pt>
    <dgm:pt modelId="{A4F93493-A72D-453F-BA29-2E6150BCB171}" type="pres">
      <dgm:prSet presAssocID="{12B67A3D-6CD8-4203-842D-EEA812AC64B3}" presName="center2" presStyleLbl="fgShp" presStyleIdx="1" presStyleCnt="2"/>
      <dgm:spPr/>
    </dgm:pt>
  </dgm:ptLst>
  <dgm:cxnLst>
    <dgm:cxn modelId="{3D8EDB09-3425-44C5-A1CD-2EC35A259211}" type="presOf" srcId="{D4C68134-B5D8-4A3C-A015-11BC90D04ED9}" destId="{0FF619F1-ABCA-45E9-9D8E-73D61F7B8E4D}" srcOrd="0" destOrd="0" presId="urn:microsoft.com/office/officeart/2005/8/layout/cycle4"/>
    <dgm:cxn modelId="{88C07031-EE14-4A96-B41B-82BECF87C5DF}" type="presOf" srcId="{20C25C7F-030E-4BDB-8152-3AC0088AE067}" destId="{C75B77E1-B5B9-41AC-9851-4B6E79EA0AF8}" srcOrd="0" destOrd="0" presId="urn:microsoft.com/office/officeart/2005/8/layout/cycle4"/>
    <dgm:cxn modelId="{20322141-1C4E-4D8A-8CB5-4A9773CDE41A}" srcId="{12B67A3D-6CD8-4203-842D-EEA812AC64B3}" destId="{0642158A-700E-40DD-929B-23FB0B0ACFA8}" srcOrd="1" destOrd="0" parTransId="{A7F7C5F0-D75F-47E5-AA58-5CAC5117D13B}" sibTransId="{C7BDDD65-6C13-4332-B07B-C2DB6448660B}"/>
    <dgm:cxn modelId="{C3A7F345-A523-467D-9B37-F56EC0A3097D}" srcId="{12B67A3D-6CD8-4203-842D-EEA812AC64B3}" destId="{20C25C7F-030E-4BDB-8152-3AC0088AE067}" srcOrd="3" destOrd="0" parTransId="{6CCC0479-BD08-4126-9BD4-6F44466B805B}" sibTransId="{62B23B0C-EFE3-4421-965D-4B4F2D2D860E}"/>
    <dgm:cxn modelId="{68E85F89-CE31-441C-9607-44A36175E98E}" srcId="{12B67A3D-6CD8-4203-842D-EEA812AC64B3}" destId="{4CDA1907-AB33-449D-B9A2-057E1585A02E}" srcOrd="0" destOrd="0" parTransId="{A1D1C166-564B-44AF-A53F-F3D3EA699DDC}" sibTransId="{15D4D66C-92B9-4979-83ED-E2E3B94E232A}"/>
    <dgm:cxn modelId="{BB412A92-AFB5-486D-81B2-7797260D3944}" type="presOf" srcId="{0642158A-700E-40DD-929B-23FB0B0ACFA8}" destId="{C5FD7ECD-8743-4FF8-BAF9-1C8C081E4985}" srcOrd="0" destOrd="0" presId="urn:microsoft.com/office/officeart/2005/8/layout/cycle4"/>
    <dgm:cxn modelId="{26E7F9D2-EB2E-4610-BB76-DF3BB1E48C92}" type="presOf" srcId="{12B67A3D-6CD8-4203-842D-EEA812AC64B3}" destId="{368AA77C-FDA6-47D3-A875-5354F762AA9B}" srcOrd="0" destOrd="0" presId="urn:microsoft.com/office/officeart/2005/8/layout/cycle4"/>
    <dgm:cxn modelId="{315895EC-3A23-4535-9EF7-25C94F990FFB}" type="presOf" srcId="{4CDA1907-AB33-449D-B9A2-057E1585A02E}" destId="{6F717331-02A6-4D5E-A2B2-C3B683344499}" srcOrd="0" destOrd="0" presId="urn:microsoft.com/office/officeart/2005/8/layout/cycle4"/>
    <dgm:cxn modelId="{391683F5-9052-4E4C-9299-0E283D897664}" srcId="{12B67A3D-6CD8-4203-842D-EEA812AC64B3}" destId="{D4C68134-B5D8-4A3C-A015-11BC90D04ED9}" srcOrd="2" destOrd="0" parTransId="{CD3A4DD4-575A-402A-8046-48934583DBC1}" sibTransId="{D6394B47-9EC0-4C40-9420-7F368B1135EA}"/>
    <dgm:cxn modelId="{84022D4F-6382-4AD9-B97E-4675E94BCD95}" type="presParOf" srcId="{368AA77C-FDA6-47D3-A875-5354F762AA9B}" destId="{4D175C8A-D1E8-4AD6-9BF0-2A526C83DD60}" srcOrd="0" destOrd="0" presId="urn:microsoft.com/office/officeart/2005/8/layout/cycle4"/>
    <dgm:cxn modelId="{1C722712-990D-4AAF-B551-6784EBDAC917}" type="presParOf" srcId="{4D175C8A-D1E8-4AD6-9BF0-2A526C83DD60}" destId="{67D2066C-E8DD-43CB-A566-A7A56E8D9483}" srcOrd="0" destOrd="0" presId="urn:microsoft.com/office/officeart/2005/8/layout/cycle4"/>
    <dgm:cxn modelId="{883B78D0-FADC-4133-A1FC-E941B225EB23}" type="presParOf" srcId="{368AA77C-FDA6-47D3-A875-5354F762AA9B}" destId="{D7710A8B-72D3-475D-A515-4272300C26EA}" srcOrd="1" destOrd="0" presId="urn:microsoft.com/office/officeart/2005/8/layout/cycle4"/>
    <dgm:cxn modelId="{317B5107-C6E5-402C-AFFA-F1D41B4EF358}" type="presParOf" srcId="{D7710A8B-72D3-475D-A515-4272300C26EA}" destId="{6F717331-02A6-4D5E-A2B2-C3B683344499}" srcOrd="0" destOrd="0" presId="urn:microsoft.com/office/officeart/2005/8/layout/cycle4"/>
    <dgm:cxn modelId="{D3F84FE6-8A38-4CB6-B550-773CA2576EBD}" type="presParOf" srcId="{D7710A8B-72D3-475D-A515-4272300C26EA}" destId="{C5FD7ECD-8743-4FF8-BAF9-1C8C081E4985}" srcOrd="1" destOrd="0" presId="urn:microsoft.com/office/officeart/2005/8/layout/cycle4"/>
    <dgm:cxn modelId="{0A111E11-57F0-4C30-B5C9-D97B0CFFAE9A}" type="presParOf" srcId="{D7710A8B-72D3-475D-A515-4272300C26EA}" destId="{0FF619F1-ABCA-45E9-9D8E-73D61F7B8E4D}" srcOrd="2" destOrd="0" presId="urn:microsoft.com/office/officeart/2005/8/layout/cycle4"/>
    <dgm:cxn modelId="{0DEFCE7F-51C2-4C5D-B196-92331D3AB337}" type="presParOf" srcId="{D7710A8B-72D3-475D-A515-4272300C26EA}" destId="{C75B77E1-B5B9-41AC-9851-4B6E79EA0AF8}" srcOrd="3" destOrd="0" presId="urn:microsoft.com/office/officeart/2005/8/layout/cycle4"/>
    <dgm:cxn modelId="{C2D1CB6C-F93B-4524-8EAC-05768327E126}" type="presParOf" srcId="{D7710A8B-72D3-475D-A515-4272300C26EA}" destId="{7AADC1CF-8521-4930-858B-F9049C9B1DFD}" srcOrd="4" destOrd="0" presId="urn:microsoft.com/office/officeart/2005/8/layout/cycle4"/>
    <dgm:cxn modelId="{4DE96DBF-B24B-4AE1-8A85-F1ED4A08F344}" type="presParOf" srcId="{368AA77C-FDA6-47D3-A875-5354F762AA9B}" destId="{0ADDBEDF-6B10-45C1-ABD2-0BD4B4AA7D3E}" srcOrd="2" destOrd="0" presId="urn:microsoft.com/office/officeart/2005/8/layout/cycle4"/>
    <dgm:cxn modelId="{115AF20F-55DC-4784-8A92-70F65AD7A4BB}" type="presParOf" srcId="{368AA77C-FDA6-47D3-A875-5354F762AA9B}" destId="{A4F93493-A72D-453F-BA29-2E6150BCB171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B67A3D-6CD8-4203-842D-EEA812AC64B3}" type="doc">
      <dgm:prSet loTypeId="urn:microsoft.com/office/officeart/2005/8/layout/cycle4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4CDA1907-AB33-449D-B9A2-057E1585A02E}">
      <dgm:prSet phldrT="[Text]"/>
      <dgm:spPr/>
      <dgm:t>
        <a:bodyPr/>
        <a:lstStyle/>
        <a:p>
          <a:r>
            <a:rPr lang="en-GB" dirty="0"/>
            <a:t>Testing</a:t>
          </a:r>
        </a:p>
      </dgm:t>
    </dgm:pt>
    <dgm:pt modelId="{A1D1C166-564B-44AF-A53F-F3D3EA699DDC}" type="parTrans" cxnId="{68E85F89-CE31-441C-9607-44A36175E98E}">
      <dgm:prSet/>
      <dgm:spPr/>
      <dgm:t>
        <a:bodyPr/>
        <a:lstStyle/>
        <a:p>
          <a:endParaRPr lang="en-GB"/>
        </a:p>
      </dgm:t>
    </dgm:pt>
    <dgm:pt modelId="{15D4D66C-92B9-4979-83ED-E2E3B94E232A}" type="sibTrans" cxnId="{68E85F89-CE31-441C-9607-44A36175E98E}">
      <dgm:prSet/>
      <dgm:spPr/>
      <dgm:t>
        <a:bodyPr/>
        <a:lstStyle/>
        <a:p>
          <a:endParaRPr lang="en-GB"/>
        </a:p>
      </dgm:t>
    </dgm:pt>
    <dgm:pt modelId="{0642158A-700E-40DD-929B-23FB0B0ACFA8}">
      <dgm:prSet phldrT="[Text]"/>
      <dgm:spPr/>
      <dgm:t>
        <a:bodyPr/>
        <a:lstStyle/>
        <a:p>
          <a:r>
            <a:rPr lang="en-GB" dirty="0"/>
            <a:t>Analysis</a:t>
          </a:r>
        </a:p>
      </dgm:t>
    </dgm:pt>
    <dgm:pt modelId="{A7F7C5F0-D75F-47E5-AA58-5CAC5117D13B}" type="parTrans" cxnId="{20322141-1C4E-4D8A-8CB5-4A9773CDE41A}">
      <dgm:prSet/>
      <dgm:spPr/>
      <dgm:t>
        <a:bodyPr/>
        <a:lstStyle/>
        <a:p>
          <a:endParaRPr lang="en-GB"/>
        </a:p>
      </dgm:t>
    </dgm:pt>
    <dgm:pt modelId="{C7BDDD65-6C13-4332-B07B-C2DB6448660B}" type="sibTrans" cxnId="{20322141-1C4E-4D8A-8CB5-4A9773CDE41A}">
      <dgm:prSet/>
      <dgm:spPr/>
      <dgm:t>
        <a:bodyPr/>
        <a:lstStyle/>
        <a:p>
          <a:endParaRPr lang="en-GB"/>
        </a:p>
      </dgm:t>
    </dgm:pt>
    <dgm:pt modelId="{D4C68134-B5D8-4A3C-A015-11BC90D04ED9}">
      <dgm:prSet phldrT="[Text]"/>
      <dgm:spPr/>
      <dgm:t>
        <a:bodyPr/>
        <a:lstStyle/>
        <a:p>
          <a:r>
            <a:rPr lang="en-GB" dirty="0"/>
            <a:t>Design</a:t>
          </a:r>
        </a:p>
      </dgm:t>
    </dgm:pt>
    <dgm:pt modelId="{CD3A4DD4-575A-402A-8046-48934583DBC1}" type="parTrans" cxnId="{391683F5-9052-4E4C-9299-0E283D897664}">
      <dgm:prSet/>
      <dgm:spPr/>
      <dgm:t>
        <a:bodyPr/>
        <a:lstStyle/>
        <a:p>
          <a:endParaRPr lang="en-GB"/>
        </a:p>
      </dgm:t>
    </dgm:pt>
    <dgm:pt modelId="{D6394B47-9EC0-4C40-9420-7F368B1135EA}" type="sibTrans" cxnId="{391683F5-9052-4E4C-9299-0E283D897664}">
      <dgm:prSet/>
      <dgm:spPr/>
      <dgm:t>
        <a:bodyPr/>
        <a:lstStyle/>
        <a:p>
          <a:endParaRPr lang="en-GB"/>
        </a:p>
      </dgm:t>
    </dgm:pt>
    <dgm:pt modelId="{20C25C7F-030E-4BDB-8152-3AC0088AE067}">
      <dgm:prSet phldrT="[Text]"/>
      <dgm:spPr/>
      <dgm:t>
        <a:bodyPr/>
        <a:lstStyle/>
        <a:p>
          <a:r>
            <a:rPr lang="en-GB" dirty="0"/>
            <a:t>Coding</a:t>
          </a:r>
        </a:p>
      </dgm:t>
    </dgm:pt>
    <dgm:pt modelId="{6CCC0479-BD08-4126-9BD4-6F44466B805B}" type="parTrans" cxnId="{C3A7F345-A523-467D-9B37-F56EC0A3097D}">
      <dgm:prSet/>
      <dgm:spPr/>
      <dgm:t>
        <a:bodyPr/>
        <a:lstStyle/>
        <a:p>
          <a:endParaRPr lang="en-GB"/>
        </a:p>
      </dgm:t>
    </dgm:pt>
    <dgm:pt modelId="{62B23B0C-EFE3-4421-965D-4B4F2D2D860E}" type="sibTrans" cxnId="{C3A7F345-A523-467D-9B37-F56EC0A3097D}">
      <dgm:prSet/>
      <dgm:spPr/>
      <dgm:t>
        <a:bodyPr/>
        <a:lstStyle/>
        <a:p>
          <a:endParaRPr lang="en-GB"/>
        </a:p>
      </dgm:t>
    </dgm:pt>
    <dgm:pt modelId="{368AA77C-FDA6-47D3-A875-5354F762AA9B}" type="pres">
      <dgm:prSet presAssocID="{12B67A3D-6CD8-4203-842D-EEA812AC64B3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D175C8A-D1E8-4AD6-9BF0-2A526C83DD60}" type="pres">
      <dgm:prSet presAssocID="{12B67A3D-6CD8-4203-842D-EEA812AC64B3}" presName="children" presStyleCnt="0"/>
      <dgm:spPr/>
    </dgm:pt>
    <dgm:pt modelId="{67D2066C-E8DD-43CB-A566-A7A56E8D9483}" type="pres">
      <dgm:prSet presAssocID="{12B67A3D-6CD8-4203-842D-EEA812AC64B3}" presName="childPlaceholder" presStyleCnt="0"/>
      <dgm:spPr/>
    </dgm:pt>
    <dgm:pt modelId="{D7710A8B-72D3-475D-A515-4272300C26EA}" type="pres">
      <dgm:prSet presAssocID="{12B67A3D-6CD8-4203-842D-EEA812AC64B3}" presName="circle" presStyleCnt="0"/>
      <dgm:spPr/>
    </dgm:pt>
    <dgm:pt modelId="{6F717331-02A6-4D5E-A2B2-C3B683344499}" type="pres">
      <dgm:prSet presAssocID="{12B67A3D-6CD8-4203-842D-EEA812AC64B3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C5FD7ECD-8743-4FF8-BAF9-1C8C081E4985}" type="pres">
      <dgm:prSet presAssocID="{12B67A3D-6CD8-4203-842D-EEA812AC64B3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0FF619F1-ABCA-45E9-9D8E-73D61F7B8E4D}" type="pres">
      <dgm:prSet presAssocID="{12B67A3D-6CD8-4203-842D-EEA812AC64B3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75B77E1-B5B9-41AC-9851-4B6E79EA0AF8}" type="pres">
      <dgm:prSet presAssocID="{12B67A3D-6CD8-4203-842D-EEA812AC64B3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7AADC1CF-8521-4930-858B-F9049C9B1DFD}" type="pres">
      <dgm:prSet presAssocID="{12B67A3D-6CD8-4203-842D-EEA812AC64B3}" presName="quadrantPlaceholder" presStyleCnt="0"/>
      <dgm:spPr/>
    </dgm:pt>
    <dgm:pt modelId="{0ADDBEDF-6B10-45C1-ABD2-0BD4B4AA7D3E}" type="pres">
      <dgm:prSet presAssocID="{12B67A3D-6CD8-4203-842D-EEA812AC64B3}" presName="center1" presStyleLbl="fgShp" presStyleIdx="0" presStyleCnt="2"/>
      <dgm:spPr/>
    </dgm:pt>
    <dgm:pt modelId="{A4F93493-A72D-453F-BA29-2E6150BCB171}" type="pres">
      <dgm:prSet presAssocID="{12B67A3D-6CD8-4203-842D-EEA812AC64B3}" presName="center2" presStyleLbl="fgShp" presStyleIdx="1" presStyleCnt="2"/>
      <dgm:spPr/>
    </dgm:pt>
  </dgm:ptLst>
  <dgm:cxnLst>
    <dgm:cxn modelId="{3D8EDB09-3425-44C5-A1CD-2EC35A259211}" type="presOf" srcId="{D4C68134-B5D8-4A3C-A015-11BC90D04ED9}" destId="{0FF619F1-ABCA-45E9-9D8E-73D61F7B8E4D}" srcOrd="0" destOrd="0" presId="urn:microsoft.com/office/officeart/2005/8/layout/cycle4"/>
    <dgm:cxn modelId="{88C07031-EE14-4A96-B41B-82BECF87C5DF}" type="presOf" srcId="{20C25C7F-030E-4BDB-8152-3AC0088AE067}" destId="{C75B77E1-B5B9-41AC-9851-4B6E79EA0AF8}" srcOrd="0" destOrd="0" presId="urn:microsoft.com/office/officeart/2005/8/layout/cycle4"/>
    <dgm:cxn modelId="{20322141-1C4E-4D8A-8CB5-4A9773CDE41A}" srcId="{12B67A3D-6CD8-4203-842D-EEA812AC64B3}" destId="{0642158A-700E-40DD-929B-23FB0B0ACFA8}" srcOrd="1" destOrd="0" parTransId="{A7F7C5F0-D75F-47E5-AA58-5CAC5117D13B}" sibTransId="{C7BDDD65-6C13-4332-B07B-C2DB6448660B}"/>
    <dgm:cxn modelId="{C3A7F345-A523-467D-9B37-F56EC0A3097D}" srcId="{12B67A3D-6CD8-4203-842D-EEA812AC64B3}" destId="{20C25C7F-030E-4BDB-8152-3AC0088AE067}" srcOrd="3" destOrd="0" parTransId="{6CCC0479-BD08-4126-9BD4-6F44466B805B}" sibTransId="{62B23B0C-EFE3-4421-965D-4B4F2D2D860E}"/>
    <dgm:cxn modelId="{68E85F89-CE31-441C-9607-44A36175E98E}" srcId="{12B67A3D-6CD8-4203-842D-EEA812AC64B3}" destId="{4CDA1907-AB33-449D-B9A2-057E1585A02E}" srcOrd="0" destOrd="0" parTransId="{A1D1C166-564B-44AF-A53F-F3D3EA699DDC}" sibTransId="{15D4D66C-92B9-4979-83ED-E2E3B94E232A}"/>
    <dgm:cxn modelId="{BB412A92-AFB5-486D-81B2-7797260D3944}" type="presOf" srcId="{0642158A-700E-40DD-929B-23FB0B0ACFA8}" destId="{C5FD7ECD-8743-4FF8-BAF9-1C8C081E4985}" srcOrd="0" destOrd="0" presId="urn:microsoft.com/office/officeart/2005/8/layout/cycle4"/>
    <dgm:cxn modelId="{26E7F9D2-EB2E-4610-BB76-DF3BB1E48C92}" type="presOf" srcId="{12B67A3D-6CD8-4203-842D-EEA812AC64B3}" destId="{368AA77C-FDA6-47D3-A875-5354F762AA9B}" srcOrd="0" destOrd="0" presId="urn:microsoft.com/office/officeart/2005/8/layout/cycle4"/>
    <dgm:cxn modelId="{315895EC-3A23-4535-9EF7-25C94F990FFB}" type="presOf" srcId="{4CDA1907-AB33-449D-B9A2-057E1585A02E}" destId="{6F717331-02A6-4D5E-A2B2-C3B683344499}" srcOrd="0" destOrd="0" presId="urn:microsoft.com/office/officeart/2005/8/layout/cycle4"/>
    <dgm:cxn modelId="{391683F5-9052-4E4C-9299-0E283D897664}" srcId="{12B67A3D-6CD8-4203-842D-EEA812AC64B3}" destId="{D4C68134-B5D8-4A3C-A015-11BC90D04ED9}" srcOrd="2" destOrd="0" parTransId="{CD3A4DD4-575A-402A-8046-48934583DBC1}" sibTransId="{D6394B47-9EC0-4C40-9420-7F368B1135EA}"/>
    <dgm:cxn modelId="{84022D4F-6382-4AD9-B97E-4675E94BCD95}" type="presParOf" srcId="{368AA77C-FDA6-47D3-A875-5354F762AA9B}" destId="{4D175C8A-D1E8-4AD6-9BF0-2A526C83DD60}" srcOrd="0" destOrd="0" presId="urn:microsoft.com/office/officeart/2005/8/layout/cycle4"/>
    <dgm:cxn modelId="{1C722712-990D-4AAF-B551-6784EBDAC917}" type="presParOf" srcId="{4D175C8A-D1E8-4AD6-9BF0-2A526C83DD60}" destId="{67D2066C-E8DD-43CB-A566-A7A56E8D9483}" srcOrd="0" destOrd="0" presId="urn:microsoft.com/office/officeart/2005/8/layout/cycle4"/>
    <dgm:cxn modelId="{883B78D0-FADC-4133-A1FC-E941B225EB23}" type="presParOf" srcId="{368AA77C-FDA6-47D3-A875-5354F762AA9B}" destId="{D7710A8B-72D3-475D-A515-4272300C26EA}" srcOrd="1" destOrd="0" presId="urn:microsoft.com/office/officeart/2005/8/layout/cycle4"/>
    <dgm:cxn modelId="{317B5107-C6E5-402C-AFFA-F1D41B4EF358}" type="presParOf" srcId="{D7710A8B-72D3-475D-A515-4272300C26EA}" destId="{6F717331-02A6-4D5E-A2B2-C3B683344499}" srcOrd="0" destOrd="0" presId="urn:microsoft.com/office/officeart/2005/8/layout/cycle4"/>
    <dgm:cxn modelId="{D3F84FE6-8A38-4CB6-B550-773CA2576EBD}" type="presParOf" srcId="{D7710A8B-72D3-475D-A515-4272300C26EA}" destId="{C5FD7ECD-8743-4FF8-BAF9-1C8C081E4985}" srcOrd="1" destOrd="0" presId="urn:microsoft.com/office/officeart/2005/8/layout/cycle4"/>
    <dgm:cxn modelId="{0A111E11-57F0-4C30-B5C9-D97B0CFFAE9A}" type="presParOf" srcId="{D7710A8B-72D3-475D-A515-4272300C26EA}" destId="{0FF619F1-ABCA-45E9-9D8E-73D61F7B8E4D}" srcOrd="2" destOrd="0" presId="urn:microsoft.com/office/officeart/2005/8/layout/cycle4"/>
    <dgm:cxn modelId="{0DEFCE7F-51C2-4C5D-B196-92331D3AB337}" type="presParOf" srcId="{D7710A8B-72D3-475D-A515-4272300C26EA}" destId="{C75B77E1-B5B9-41AC-9851-4B6E79EA0AF8}" srcOrd="3" destOrd="0" presId="urn:microsoft.com/office/officeart/2005/8/layout/cycle4"/>
    <dgm:cxn modelId="{C2D1CB6C-F93B-4524-8EAC-05768327E126}" type="presParOf" srcId="{D7710A8B-72D3-475D-A515-4272300C26EA}" destId="{7AADC1CF-8521-4930-858B-F9049C9B1DFD}" srcOrd="4" destOrd="0" presId="urn:microsoft.com/office/officeart/2005/8/layout/cycle4"/>
    <dgm:cxn modelId="{4DE96DBF-B24B-4AE1-8A85-F1ED4A08F344}" type="presParOf" srcId="{368AA77C-FDA6-47D3-A875-5354F762AA9B}" destId="{0ADDBEDF-6B10-45C1-ABD2-0BD4B4AA7D3E}" srcOrd="2" destOrd="0" presId="urn:microsoft.com/office/officeart/2005/8/layout/cycle4"/>
    <dgm:cxn modelId="{115AF20F-55DC-4784-8A92-70F65AD7A4BB}" type="presParOf" srcId="{368AA77C-FDA6-47D3-A875-5354F762AA9B}" destId="{A4F93493-A72D-453F-BA29-2E6150BCB171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08C93B9-D88A-42E8-8569-95D56EF96757}" type="doc">
      <dgm:prSet loTypeId="urn:microsoft.com/office/officeart/2005/8/layout/cycle2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E0EE4615-07E5-4C05-B352-881E939DFDDD}">
      <dgm:prSet phldrT="[Text]" custT="1"/>
      <dgm:spPr/>
      <dgm:t>
        <a:bodyPr lIns="0" tIns="0" rIns="0" bIns="0"/>
        <a:lstStyle/>
        <a:p>
          <a:r>
            <a:rPr lang="en-GB" sz="1250" b="0" dirty="0"/>
            <a:t>Project initiation</a:t>
          </a:r>
        </a:p>
      </dgm:t>
    </dgm:pt>
    <dgm:pt modelId="{DF4E99BC-B0D1-4648-A751-68A1CDA6A426}" type="parTrans" cxnId="{A9DDF3CC-D0AD-4FB5-A977-EC317F32333A}">
      <dgm:prSet/>
      <dgm:spPr/>
      <dgm:t>
        <a:bodyPr/>
        <a:lstStyle/>
        <a:p>
          <a:endParaRPr lang="en-GB"/>
        </a:p>
      </dgm:t>
    </dgm:pt>
    <dgm:pt modelId="{4BE75E5B-EFB1-42E0-89D3-9171D53D0D8C}" type="sibTrans" cxnId="{A9DDF3CC-D0AD-4FB5-A977-EC317F32333A}">
      <dgm:prSet/>
      <dgm:spPr/>
      <dgm:t>
        <a:bodyPr/>
        <a:lstStyle/>
        <a:p>
          <a:endParaRPr lang="en-GB"/>
        </a:p>
      </dgm:t>
    </dgm:pt>
    <dgm:pt modelId="{CC40E2B1-C3A2-4AF6-91FB-1172AF54E112}">
      <dgm:prSet phldrT="[Text]" custT="1"/>
      <dgm:spPr/>
      <dgm:t>
        <a:bodyPr lIns="0" tIns="0" rIns="0" bIns="0"/>
        <a:lstStyle/>
        <a:p>
          <a:r>
            <a:rPr lang="en-GB" sz="1250" b="0" dirty="0"/>
            <a:t>Feasibility</a:t>
          </a:r>
        </a:p>
      </dgm:t>
    </dgm:pt>
    <dgm:pt modelId="{E595F3F5-5B00-45CD-9E85-5B1B5AD09DC5}" type="parTrans" cxnId="{C7A976F4-6CBF-4058-87EC-BA27472614D4}">
      <dgm:prSet/>
      <dgm:spPr/>
      <dgm:t>
        <a:bodyPr/>
        <a:lstStyle/>
        <a:p>
          <a:endParaRPr lang="en-GB"/>
        </a:p>
      </dgm:t>
    </dgm:pt>
    <dgm:pt modelId="{8CC56F2C-DC45-437F-A217-BD9D54B107C6}" type="sibTrans" cxnId="{C7A976F4-6CBF-4058-87EC-BA27472614D4}">
      <dgm:prSet/>
      <dgm:spPr/>
      <dgm:t>
        <a:bodyPr/>
        <a:lstStyle/>
        <a:p>
          <a:endParaRPr lang="en-GB"/>
        </a:p>
      </dgm:t>
    </dgm:pt>
    <dgm:pt modelId="{7BA3AF0E-68CF-42E2-91F8-EB93C914EC15}">
      <dgm:prSet phldrT="[Text]" custT="1"/>
      <dgm:spPr/>
      <dgm:t>
        <a:bodyPr lIns="0" tIns="0" rIns="0" bIns="0"/>
        <a:lstStyle/>
        <a:p>
          <a:r>
            <a:rPr lang="en-GB" sz="1200" b="0" dirty="0"/>
            <a:t>Requirements</a:t>
          </a:r>
        </a:p>
      </dgm:t>
    </dgm:pt>
    <dgm:pt modelId="{A0F8A571-6E48-4670-8F3C-890F379A062E}" type="sibTrans" cxnId="{C0BCEA88-DFDA-45B7-B1CB-464489439099}">
      <dgm:prSet/>
      <dgm:spPr/>
      <dgm:t>
        <a:bodyPr/>
        <a:lstStyle/>
        <a:p>
          <a:endParaRPr lang="en-GB"/>
        </a:p>
      </dgm:t>
    </dgm:pt>
    <dgm:pt modelId="{FB04936C-2A8F-4263-9E3A-FC414AB290F4}" type="parTrans" cxnId="{C0BCEA88-DFDA-45B7-B1CB-464489439099}">
      <dgm:prSet/>
      <dgm:spPr/>
      <dgm:t>
        <a:bodyPr/>
        <a:lstStyle/>
        <a:p>
          <a:endParaRPr lang="en-GB"/>
        </a:p>
      </dgm:t>
    </dgm:pt>
    <dgm:pt modelId="{3D0B1855-77E7-4B9B-A605-317830893278}">
      <dgm:prSet phldrT="[Text]" custT="1"/>
      <dgm:spPr/>
      <dgm:t>
        <a:bodyPr lIns="0" tIns="0" rIns="0" bIns="0"/>
        <a:lstStyle/>
        <a:p>
          <a:r>
            <a:rPr lang="en-GB" sz="1250" b="0" dirty="0"/>
            <a:t>Analysis</a:t>
          </a:r>
        </a:p>
      </dgm:t>
    </dgm:pt>
    <dgm:pt modelId="{7E347036-B2AC-4855-B415-F3183EDF68EC}" type="sibTrans" cxnId="{6C37CCAB-7505-4D40-A023-42B846B0447E}">
      <dgm:prSet/>
      <dgm:spPr/>
      <dgm:t>
        <a:bodyPr/>
        <a:lstStyle/>
        <a:p>
          <a:endParaRPr lang="en-GB"/>
        </a:p>
      </dgm:t>
    </dgm:pt>
    <dgm:pt modelId="{73841254-0B98-4595-8FDF-68846FB8AC92}" type="parTrans" cxnId="{6C37CCAB-7505-4D40-A023-42B846B0447E}">
      <dgm:prSet/>
      <dgm:spPr/>
      <dgm:t>
        <a:bodyPr/>
        <a:lstStyle/>
        <a:p>
          <a:endParaRPr lang="en-GB"/>
        </a:p>
      </dgm:t>
    </dgm:pt>
    <dgm:pt modelId="{42DBF28C-6551-46ED-B757-CB574DAABA34}">
      <dgm:prSet phldrT="[Text]" custT="1"/>
      <dgm:spPr/>
      <dgm:t>
        <a:bodyPr lIns="0" tIns="0" rIns="0" bIns="0"/>
        <a:lstStyle/>
        <a:p>
          <a:r>
            <a:rPr lang="en-GB" sz="1250" b="0" dirty="0"/>
            <a:t>Design</a:t>
          </a:r>
        </a:p>
      </dgm:t>
    </dgm:pt>
    <dgm:pt modelId="{688C102C-D0AB-4672-A21D-3D16D0362297}" type="sibTrans" cxnId="{EAA68881-206C-4BBE-A82F-205A8BB6D795}">
      <dgm:prSet/>
      <dgm:spPr/>
      <dgm:t>
        <a:bodyPr/>
        <a:lstStyle/>
        <a:p>
          <a:endParaRPr lang="en-GB"/>
        </a:p>
      </dgm:t>
    </dgm:pt>
    <dgm:pt modelId="{8A0AFA90-C30C-4DBD-AB8D-E9D8DDCFCBD4}" type="parTrans" cxnId="{EAA68881-206C-4BBE-A82F-205A8BB6D795}">
      <dgm:prSet/>
      <dgm:spPr/>
      <dgm:t>
        <a:bodyPr/>
        <a:lstStyle/>
        <a:p>
          <a:endParaRPr lang="en-GB"/>
        </a:p>
      </dgm:t>
    </dgm:pt>
    <dgm:pt modelId="{5D22C54A-D611-462A-8E75-BC2624854F66}">
      <dgm:prSet phldrT="[Text]" custT="1"/>
      <dgm:spPr/>
      <dgm:t>
        <a:bodyPr lIns="0" tIns="0" rIns="0" bIns="0"/>
        <a:lstStyle/>
        <a:p>
          <a:r>
            <a:rPr lang="en-GB" sz="1250" b="0" dirty="0"/>
            <a:t>Development</a:t>
          </a:r>
        </a:p>
      </dgm:t>
    </dgm:pt>
    <dgm:pt modelId="{AA5CDCDA-47C1-4CDA-9DFE-3B770DB154F4}" type="sibTrans" cxnId="{7125A11C-A3B8-4236-B8E2-48072C787555}">
      <dgm:prSet/>
      <dgm:spPr/>
      <dgm:t>
        <a:bodyPr/>
        <a:lstStyle/>
        <a:p>
          <a:endParaRPr lang="en-GB"/>
        </a:p>
      </dgm:t>
    </dgm:pt>
    <dgm:pt modelId="{467827CD-3059-4557-A726-C88242AE5E79}" type="parTrans" cxnId="{7125A11C-A3B8-4236-B8E2-48072C787555}">
      <dgm:prSet/>
      <dgm:spPr/>
      <dgm:t>
        <a:bodyPr/>
        <a:lstStyle/>
        <a:p>
          <a:endParaRPr lang="en-GB"/>
        </a:p>
      </dgm:t>
    </dgm:pt>
    <dgm:pt modelId="{BA938727-956B-4DC5-8AEC-2BAE31C7CF63}">
      <dgm:prSet phldrT="[Text]" custT="1"/>
      <dgm:spPr/>
      <dgm:t>
        <a:bodyPr lIns="0" tIns="0" rIns="0" bIns="0"/>
        <a:lstStyle/>
        <a:p>
          <a:r>
            <a:rPr lang="en-GB" sz="1250" b="0" dirty="0"/>
            <a:t>Testing</a:t>
          </a:r>
        </a:p>
      </dgm:t>
    </dgm:pt>
    <dgm:pt modelId="{2B8986D5-B220-4173-B45C-615E73B31BC4}" type="sibTrans" cxnId="{32896539-67EA-4A94-8F18-C4477DBC3A54}">
      <dgm:prSet/>
      <dgm:spPr/>
      <dgm:t>
        <a:bodyPr/>
        <a:lstStyle/>
        <a:p>
          <a:endParaRPr lang="en-GB"/>
        </a:p>
      </dgm:t>
    </dgm:pt>
    <dgm:pt modelId="{9AB402E5-72E5-4909-8389-7FB85D070754}" type="parTrans" cxnId="{32896539-67EA-4A94-8F18-C4477DBC3A54}">
      <dgm:prSet/>
      <dgm:spPr/>
      <dgm:t>
        <a:bodyPr/>
        <a:lstStyle/>
        <a:p>
          <a:endParaRPr lang="en-GB"/>
        </a:p>
      </dgm:t>
    </dgm:pt>
    <dgm:pt modelId="{0407D255-8CDC-4BFB-8A68-FABEFC5BC753}">
      <dgm:prSet phldrT="[Text]" custT="1"/>
      <dgm:spPr/>
      <dgm:t>
        <a:bodyPr lIns="0" tIns="0" rIns="0" bIns="0"/>
        <a:lstStyle/>
        <a:p>
          <a:r>
            <a:rPr lang="en-GB" sz="1250" b="0" dirty="0"/>
            <a:t>Installation planning</a:t>
          </a:r>
        </a:p>
      </dgm:t>
    </dgm:pt>
    <dgm:pt modelId="{16FE4DC2-28C8-42B7-9E71-C3855EED083B}" type="sibTrans" cxnId="{ED529826-42B0-4F4F-8327-C477147F39D1}">
      <dgm:prSet/>
      <dgm:spPr/>
      <dgm:t>
        <a:bodyPr/>
        <a:lstStyle/>
        <a:p>
          <a:endParaRPr lang="en-GB"/>
        </a:p>
      </dgm:t>
    </dgm:pt>
    <dgm:pt modelId="{CA4B64FB-34FC-441C-9F8B-E141D162B1A4}" type="parTrans" cxnId="{ED529826-42B0-4F4F-8327-C477147F39D1}">
      <dgm:prSet/>
      <dgm:spPr/>
      <dgm:t>
        <a:bodyPr/>
        <a:lstStyle/>
        <a:p>
          <a:endParaRPr lang="en-GB"/>
        </a:p>
      </dgm:t>
    </dgm:pt>
    <dgm:pt modelId="{F51DA74C-8093-493D-AFF1-27756D4E1107}">
      <dgm:prSet phldrT="[Text]" custT="1"/>
      <dgm:spPr/>
      <dgm:t>
        <a:bodyPr lIns="0" tIns="0" rIns="0" bIns="0"/>
        <a:lstStyle/>
        <a:p>
          <a:r>
            <a:rPr lang="en-GB" sz="1250" b="0" dirty="0"/>
            <a:t>Deployment</a:t>
          </a:r>
        </a:p>
      </dgm:t>
    </dgm:pt>
    <dgm:pt modelId="{91E3D9B2-4CBD-4E41-8113-1A24ED9B3A0A}" type="sibTrans" cxnId="{77D86336-D1DA-44E9-8F38-886FE12292FF}">
      <dgm:prSet/>
      <dgm:spPr/>
      <dgm:t>
        <a:bodyPr/>
        <a:lstStyle/>
        <a:p>
          <a:endParaRPr lang="en-GB"/>
        </a:p>
      </dgm:t>
    </dgm:pt>
    <dgm:pt modelId="{EE3C3E5E-0D54-4049-93FC-FE4024766FC8}" type="parTrans" cxnId="{77D86336-D1DA-44E9-8F38-886FE12292FF}">
      <dgm:prSet/>
      <dgm:spPr/>
      <dgm:t>
        <a:bodyPr/>
        <a:lstStyle/>
        <a:p>
          <a:endParaRPr lang="en-GB"/>
        </a:p>
      </dgm:t>
    </dgm:pt>
    <dgm:pt modelId="{3CFFB798-82BF-4373-AD2A-22AFD7E4EC02}">
      <dgm:prSet phldrT="[Text]" custT="1"/>
      <dgm:spPr/>
      <dgm:t>
        <a:bodyPr lIns="0" tIns="0" rIns="0" bIns="0"/>
        <a:lstStyle/>
        <a:p>
          <a:r>
            <a:rPr lang="en-GB" sz="1250" b="0" dirty="0"/>
            <a:t>Evaluation</a:t>
          </a:r>
        </a:p>
      </dgm:t>
    </dgm:pt>
    <dgm:pt modelId="{2A04D6BB-B79C-4CFD-8DED-7AF499C7639F}" type="sibTrans" cxnId="{DB82940A-086F-4B37-9C34-8F8FBEA942A7}">
      <dgm:prSet/>
      <dgm:spPr/>
      <dgm:t>
        <a:bodyPr/>
        <a:lstStyle/>
        <a:p>
          <a:endParaRPr lang="en-GB"/>
        </a:p>
      </dgm:t>
    </dgm:pt>
    <dgm:pt modelId="{0F35AE2A-96E2-4366-865C-2A1C26091693}" type="parTrans" cxnId="{DB82940A-086F-4B37-9C34-8F8FBEA942A7}">
      <dgm:prSet/>
      <dgm:spPr/>
      <dgm:t>
        <a:bodyPr/>
        <a:lstStyle/>
        <a:p>
          <a:endParaRPr lang="en-GB"/>
        </a:p>
      </dgm:t>
    </dgm:pt>
    <dgm:pt modelId="{0FDD383F-1067-4D37-B51F-ED71C623D55D}">
      <dgm:prSet phldrT="[Text]" custT="1"/>
      <dgm:spPr/>
      <dgm:t>
        <a:bodyPr lIns="0" tIns="0" rIns="0" bIns="0"/>
        <a:lstStyle/>
        <a:p>
          <a:r>
            <a:rPr lang="en-GB" sz="1250" b="0" dirty="0"/>
            <a:t>Maintenance</a:t>
          </a:r>
        </a:p>
      </dgm:t>
    </dgm:pt>
    <dgm:pt modelId="{670606F3-85CD-4089-BCCA-282F1E0AAAAC}" type="sibTrans" cxnId="{3D87108F-9839-4724-BF00-FF1C2385F984}">
      <dgm:prSet/>
      <dgm:spPr/>
      <dgm:t>
        <a:bodyPr/>
        <a:lstStyle/>
        <a:p>
          <a:endParaRPr lang="en-GB"/>
        </a:p>
      </dgm:t>
    </dgm:pt>
    <dgm:pt modelId="{5DE15249-731C-40AB-A081-7EAAA57ABC35}" type="parTrans" cxnId="{3D87108F-9839-4724-BF00-FF1C2385F984}">
      <dgm:prSet/>
      <dgm:spPr/>
      <dgm:t>
        <a:bodyPr/>
        <a:lstStyle/>
        <a:p>
          <a:endParaRPr lang="en-GB"/>
        </a:p>
      </dgm:t>
    </dgm:pt>
    <dgm:pt modelId="{DC1689CE-6CF7-4058-88D8-423B9F9D8A1F}">
      <dgm:prSet phldrT="[Text]" custT="1"/>
      <dgm:spPr/>
      <dgm:t>
        <a:bodyPr lIns="0" tIns="0" rIns="0" bIns="0"/>
        <a:lstStyle/>
        <a:p>
          <a:r>
            <a:rPr lang="en-GB" sz="1250" b="0" dirty="0"/>
            <a:t>Disposal</a:t>
          </a:r>
        </a:p>
      </dgm:t>
    </dgm:pt>
    <dgm:pt modelId="{3844991F-C752-4D46-B196-52FDF939EC77}" type="sibTrans" cxnId="{46E0335B-3535-41E0-91B2-DB2F2891782B}">
      <dgm:prSet/>
      <dgm:spPr/>
      <dgm:t>
        <a:bodyPr/>
        <a:lstStyle/>
        <a:p>
          <a:endParaRPr lang="en-GB"/>
        </a:p>
      </dgm:t>
    </dgm:pt>
    <dgm:pt modelId="{0D1B6977-1457-4558-AB09-5FCAC07E5B41}" type="parTrans" cxnId="{46E0335B-3535-41E0-91B2-DB2F2891782B}">
      <dgm:prSet/>
      <dgm:spPr/>
      <dgm:t>
        <a:bodyPr/>
        <a:lstStyle/>
        <a:p>
          <a:endParaRPr lang="en-GB"/>
        </a:p>
      </dgm:t>
    </dgm:pt>
    <dgm:pt modelId="{780BA6C5-ED45-44F6-BFCD-2E4E46EE4AF1}" type="pres">
      <dgm:prSet presAssocID="{708C93B9-D88A-42E8-8569-95D56EF96757}" presName="cycle" presStyleCnt="0">
        <dgm:presLayoutVars>
          <dgm:dir/>
          <dgm:resizeHandles val="exact"/>
        </dgm:presLayoutVars>
      </dgm:prSet>
      <dgm:spPr/>
    </dgm:pt>
    <dgm:pt modelId="{0BBF2221-3808-44D7-A4E8-D18A82C69F91}" type="pres">
      <dgm:prSet presAssocID="{E0EE4615-07E5-4C05-B352-881E939DFDDD}" presName="node" presStyleLbl="node1" presStyleIdx="0" presStyleCnt="12" custScaleX="148982" custScaleY="148982">
        <dgm:presLayoutVars>
          <dgm:bulletEnabled val="1"/>
        </dgm:presLayoutVars>
      </dgm:prSet>
      <dgm:spPr/>
    </dgm:pt>
    <dgm:pt modelId="{2025A6AE-1D70-4611-BB26-E56619FFC761}" type="pres">
      <dgm:prSet presAssocID="{4BE75E5B-EFB1-42E0-89D3-9171D53D0D8C}" presName="sibTrans" presStyleLbl="sibTrans2D1" presStyleIdx="0" presStyleCnt="12"/>
      <dgm:spPr/>
    </dgm:pt>
    <dgm:pt modelId="{7DC99BDF-DD55-42B8-B568-1FC9D4162F5E}" type="pres">
      <dgm:prSet presAssocID="{4BE75E5B-EFB1-42E0-89D3-9171D53D0D8C}" presName="connectorText" presStyleLbl="sibTrans2D1" presStyleIdx="0" presStyleCnt="12"/>
      <dgm:spPr/>
    </dgm:pt>
    <dgm:pt modelId="{CB1B2AED-D3FD-4F3C-A181-160DF4049244}" type="pres">
      <dgm:prSet presAssocID="{CC40E2B1-C3A2-4AF6-91FB-1172AF54E112}" presName="node" presStyleLbl="node1" presStyleIdx="1" presStyleCnt="12" custScaleX="148982" custScaleY="148982">
        <dgm:presLayoutVars>
          <dgm:bulletEnabled val="1"/>
        </dgm:presLayoutVars>
      </dgm:prSet>
      <dgm:spPr/>
    </dgm:pt>
    <dgm:pt modelId="{23BC9426-6754-43B8-B80A-B4509E905815}" type="pres">
      <dgm:prSet presAssocID="{8CC56F2C-DC45-437F-A217-BD9D54B107C6}" presName="sibTrans" presStyleLbl="sibTrans2D1" presStyleIdx="1" presStyleCnt="12"/>
      <dgm:spPr/>
    </dgm:pt>
    <dgm:pt modelId="{FBFC41FB-8A15-45DE-903F-081F3B52D2FF}" type="pres">
      <dgm:prSet presAssocID="{8CC56F2C-DC45-437F-A217-BD9D54B107C6}" presName="connectorText" presStyleLbl="sibTrans2D1" presStyleIdx="1" presStyleCnt="12"/>
      <dgm:spPr/>
    </dgm:pt>
    <dgm:pt modelId="{7814FA2E-5744-48A6-97CD-B74050327EEF}" type="pres">
      <dgm:prSet presAssocID="{7BA3AF0E-68CF-42E2-91F8-EB93C914EC15}" presName="node" presStyleLbl="node1" presStyleIdx="2" presStyleCnt="12" custScaleX="148982" custScaleY="148982">
        <dgm:presLayoutVars>
          <dgm:bulletEnabled val="1"/>
        </dgm:presLayoutVars>
      </dgm:prSet>
      <dgm:spPr/>
    </dgm:pt>
    <dgm:pt modelId="{6678777C-E33F-4F20-97E5-EB06127B82EE}" type="pres">
      <dgm:prSet presAssocID="{A0F8A571-6E48-4670-8F3C-890F379A062E}" presName="sibTrans" presStyleLbl="sibTrans2D1" presStyleIdx="2" presStyleCnt="12"/>
      <dgm:spPr/>
    </dgm:pt>
    <dgm:pt modelId="{18423B94-1DBF-45E4-A95A-68892136E814}" type="pres">
      <dgm:prSet presAssocID="{A0F8A571-6E48-4670-8F3C-890F379A062E}" presName="connectorText" presStyleLbl="sibTrans2D1" presStyleIdx="2" presStyleCnt="12"/>
      <dgm:spPr/>
    </dgm:pt>
    <dgm:pt modelId="{104E8B22-A6BD-41F5-819D-215ECE97BC4D}" type="pres">
      <dgm:prSet presAssocID="{3D0B1855-77E7-4B9B-A605-317830893278}" presName="node" presStyleLbl="node1" presStyleIdx="3" presStyleCnt="12" custScaleX="148982" custScaleY="148982">
        <dgm:presLayoutVars>
          <dgm:bulletEnabled val="1"/>
        </dgm:presLayoutVars>
      </dgm:prSet>
      <dgm:spPr/>
    </dgm:pt>
    <dgm:pt modelId="{8FED85A8-06C2-44EF-8883-573FFD42CC30}" type="pres">
      <dgm:prSet presAssocID="{7E347036-B2AC-4855-B415-F3183EDF68EC}" presName="sibTrans" presStyleLbl="sibTrans2D1" presStyleIdx="3" presStyleCnt="12"/>
      <dgm:spPr/>
    </dgm:pt>
    <dgm:pt modelId="{5727CDBD-192E-4C3E-AA69-96A923C3DA12}" type="pres">
      <dgm:prSet presAssocID="{7E347036-B2AC-4855-B415-F3183EDF68EC}" presName="connectorText" presStyleLbl="sibTrans2D1" presStyleIdx="3" presStyleCnt="12"/>
      <dgm:spPr/>
    </dgm:pt>
    <dgm:pt modelId="{BCE52AA3-602D-450B-8ECA-1628BB9F0025}" type="pres">
      <dgm:prSet presAssocID="{42DBF28C-6551-46ED-B757-CB574DAABA34}" presName="node" presStyleLbl="node1" presStyleIdx="4" presStyleCnt="12" custScaleX="148982" custScaleY="148982">
        <dgm:presLayoutVars>
          <dgm:bulletEnabled val="1"/>
        </dgm:presLayoutVars>
      </dgm:prSet>
      <dgm:spPr/>
    </dgm:pt>
    <dgm:pt modelId="{1B0662D0-B473-4C5C-AB6A-6B2DD774383A}" type="pres">
      <dgm:prSet presAssocID="{688C102C-D0AB-4672-A21D-3D16D0362297}" presName="sibTrans" presStyleLbl="sibTrans2D1" presStyleIdx="4" presStyleCnt="12"/>
      <dgm:spPr/>
    </dgm:pt>
    <dgm:pt modelId="{AEB24459-4B73-4E46-9825-E97E73CDE56B}" type="pres">
      <dgm:prSet presAssocID="{688C102C-D0AB-4672-A21D-3D16D0362297}" presName="connectorText" presStyleLbl="sibTrans2D1" presStyleIdx="4" presStyleCnt="12"/>
      <dgm:spPr/>
    </dgm:pt>
    <dgm:pt modelId="{2676B5C8-F470-4F3E-8494-ED154BC765D0}" type="pres">
      <dgm:prSet presAssocID="{5D22C54A-D611-462A-8E75-BC2624854F66}" presName="node" presStyleLbl="node1" presStyleIdx="5" presStyleCnt="12" custScaleX="148982" custScaleY="148982">
        <dgm:presLayoutVars>
          <dgm:bulletEnabled val="1"/>
        </dgm:presLayoutVars>
      </dgm:prSet>
      <dgm:spPr/>
    </dgm:pt>
    <dgm:pt modelId="{C327CF91-CF52-4419-BE54-E9345835A113}" type="pres">
      <dgm:prSet presAssocID="{AA5CDCDA-47C1-4CDA-9DFE-3B770DB154F4}" presName="sibTrans" presStyleLbl="sibTrans2D1" presStyleIdx="5" presStyleCnt="12"/>
      <dgm:spPr/>
    </dgm:pt>
    <dgm:pt modelId="{62F60E92-D87D-40D2-BCF1-54C5680D202E}" type="pres">
      <dgm:prSet presAssocID="{AA5CDCDA-47C1-4CDA-9DFE-3B770DB154F4}" presName="connectorText" presStyleLbl="sibTrans2D1" presStyleIdx="5" presStyleCnt="12"/>
      <dgm:spPr/>
    </dgm:pt>
    <dgm:pt modelId="{3F0A7D16-40B8-47B0-8469-7FD0EDBEBAC4}" type="pres">
      <dgm:prSet presAssocID="{BA938727-956B-4DC5-8AEC-2BAE31C7CF63}" presName="node" presStyleLbl="node1" presStyleIdx="6" presStyleCnt="12" custScaleX="148982" custScaleY="148982">
        <dgm:presLayoutVars>
          <dgm:bulletEnabled val="1"/>
        </dgm:presLayoutVars>
      </dgm:prSet>
      <dgm:spPr/>
    </dgm:pt>
    <dgm:pt modelId="{D5AF64AB-1041-4089-8744-CCA01E84796B}" type="pres">
      <dgm:prSet presAssocID="{2B8986D5-B220-4173-B45C-615E73B31BC4}" presName="sibTrans" presStyleLbl="sibTrans2D1" presStyleIdx="6" presStyleCnt="12"/>
      <dgm:spPr/>
    </dgm:pt>
    <dgm:pt modelId="{497105C8-2555-4532-AA12-3E9379BF01D8}" type="pres">
      <dgm:prSet presAssocID="{2B8986D5-B220-4173-B45C-615E73B31BC4}" presName="connectorText" presStyleLbl="sibTrans2D1" presStyleIdx="6" presStyleCnt="12"/>
      <dgm:spPr/>
    </dgm:pt>
    <dgm:pt modelId="{3673F27F-E50E-4B50-8A48-9E772EBFC8B3}" type="pres">
      <dgm:prSet presAssocID="{0407D255-8CDC-4BFB-8A68-FABEFC5BC753}" presName="node" presStyleLbl="node1" presStyleIdx="7" presStyleCnt="12" custScaleX="148982" custScaleY="148982">
        <dgm:presLayoutVars>
          <dgm:bulletEnabled val="1"/>
        </dgm:presLayoutVars>
      </dgm:prSet>
      <dgm:spPr/>
    </dgm:pt>
    <dgm:pt modelId="{2AC6BFC1-C646-433D-8DE1-2004755ED17E}" type="pres">
      <dgm:prSet presAssocID="{16FE4DC2-28C8-42B7-9E71-C3855EED083B}" presName="sibTrans" presStyleLbl="sibTrans2D1" presStyleIdx="7" presStyleCnt="12"/>
      <dgm:spPr/>
    </dgm:pt>
    <dgm:pt modelId="{4CA0DC16-3564-4542-B772-D3DB4FE037E3}" type="pres">
      <dgm:prSet presAssocID="{16FE4DC2-28C8-42B7-9E71-C3855EED083B}" presName="connectorText" presStyleLbl="sibTrans2D1" presStyleIdx="7" presStyleCnt="12"/>
      <dgm:spPr/>
    </dgm:pt>
    <dgm:pt modelId="{8FB78F42-A76A-406C-89A5-C634F578EF35}" type="pres">
      <dgm:prSet presAssocID="{F51DA74C-8093-493D-AFF1-27756D4E1107}" presName="node" presStyleLbl="node1" presStyleIdx="8" presStyleCnt="12" custScaleX="148982" custScaleY="148982">
        <dgm:presLayoutVars>
          <dgm:bulletEnabled val="1"/>
        </dgm:presLayoutVars>
      </dgm:prSet>
      <dgm:spPr/>
    </dgm:pt>
    <dgm:pt modelId="{423780BF-1095-4F53-A456-2C176DD215AB}" type="pres">
      <dgm:prSet presAssocID="{91E3D9B2-4CBD-4E41-8113-1A24ED9B3A0A}" presName="sibTrans" presStyleLbl="sibTrans2D1" presStyleIdx="8" presStyleCnt="12"/>
      <dgm:spPr/>
    </dgm:pt>
    <dgm:pt modelId="{AB60F996-AF5F-419D-80F6-0D37E3CA9273}" type="pres">
      <dgm:prSet presAssocID="{91E3D9B2-4CBD-4E41-8113-1A24ED9B3A0A}" presName="connectorText" presStyleLbl="sibTrans2D1" presStyleIdx="8" presStyleCnt="12"/>
      <dgm:spPr/>
    </dgm:pt>
    <dgm:pt modelId="{868EA863-FD5B-4676-9C7D-87FE54190D32}" type="pres">
      <dgm:prSet presAssocID="{3CFFB798-82BF-4373-AD2A-22AFD7E4EC02}" presName="node" presStyleLbl="node1" presStyleIdx="9" presStyleCnt="12" custScaleX="148982" custScaleY="148982">
        <dgm:presLayoutVars>
          <dgm:bulletEnabled val="1"/>
        </dgm:presLayoutVars>
      </dgm:prSet>
      <dgm:spPr/>
    </dgm:pt>
    <dgm:pt modelId="{D8334DAE-C394-4840-8AA9-A5DA77F4E1E3}" type="pres">
      <dgm:prSet presAssocID="{2A04D6BB-B79C-4CFD-8DED-7AF499C7639F}" presName="sibTrans" presStyleLbl="sibTrans2D1" presStyleIdx="9" presStyleCnt="12"/>
      <dgm:spPr/>
    </dgm:pt>
    <dgm:pt modelId="{FA0A8B30-85B2-4D7C-8CB0-5CE4C70C7413}" type="pres">
      <dgm:prSet presAssocID="{2A04D6BB-B79C-4CFD-8DED-7AF499C7639F}" presName="connectorText" presStyleLbl="sibTrans2D1" presStyleIdx="9" presStyleCnt="12"/>
      <dgm:spPr/>
    </dgm:pt>
    <dgm:pt modelId="{6DD8F5FB-F27E-4541-B784-1637B62096D1}" type="pres">
      <dgm:prSet presAssocID="{0FDD383F-1067-4D37-B51F-ED71C623D55D}" presName="node" presStyleLbl="node1" presStyleIdx="10" presStyleCnt="12" custScaleX="148982" custScaleY="148982">
        <dgm:presLayoutVars>
          <dgm:bulletEnabled val="1"/>
        </dgm:presLayoutVars>
      </dgm:prSet>
      <dgm:spPr/>
    </dgm:pt>
    <dgm:pt modelId="{AE885600-5A05-4A01-BBAA-FE2787FDCC8E}" type="pres">
      <dgm:prSet presAssocID="{670606F3-85CD-4089-BCCA-282F1E0AAAAC}" presName="sibTrans" presStyleLbl="sibTrans2D1" presStyleIdx="10" presStyleCnt="12"/>
      <dgm:spPr/>
    </dgm:pt>
    <dgm:pt modelId="{B53AF0A8-3437-47EB-8209-0220A2FF4721}" type="pres">
      <dgm:prSet presAssocID="{670606F3-85CD-4089-BCCA-282F1E0AAAAC}" presName="connectorText" presStyleLbl="sibTrans2D1" presStyleIdx="10" presStyleCnt="12"/>
      <dgm:spPr/>
    </dgm:pt>
    <dgm:pt modelId="{2F6E57EA-CC59-4154-A237-A17E617921B8}" type="pres">
      <dgm:prSet presAssocID="{DC1689CE-6CF7-4058-88D8-423B9F9D8A1F}" presName="node" presStyleLbl="node1" presStyleIdx="11" presStyleCnt="12" custScaleX="148982" custScaleY="148982">
        <dgm:presLayoutVars>
          <dgm:bulletEnabled val="1"/>
        </dgm:presLayoutVars>
      </dgm:prSet>
      <dgm:spPr/>
    </dgm:pt>
    <dgm:pt modelId="{44112E99-0960-491E-B270-E76C7D361571}" type="pres">
      <dgm:prSet presAssocID="{3844991F-C752-4D46-B196-52FDF939EC77}" presName="sibTrans" presStyleLbl="sibTrans2D1" presStyleIdx="11" presStyleCnt="12"/>
      <dgm:spPr/>
    </dgm:pt>
    <dgm:pt modelId="{B6DA9FC8-D652-438B-BDA1-C980738A6106}" type="pres">
      <dgm:prSet presAssocID="{3844991F-C752-4D46-B196-52FDF939EC77}" presName="connectorText" presStyleLbl="sibTrans2D1" presStyleIdx="11" presStyleCnt="12"/>
      <dgm:spPr/>
    </dgm:pt>
  </dgm:ptLst>
  <dgm:cxnLst>
    <dgm:cxn modelId="{DB82940A-086F-4B37-9C34-8F8FBEA942A7}" srcId="{708C93B9-D88A-42E8-8569-95D56EF96757}" destId="{3CFFB798-82BF-4373-AD2A-22AFD7E4EC02}" srcOrd="9" destOrd="0" parTransId="{0F35AE2A-96E2-4366-865C-2A1C26091693}" sibTransId="{2A04D6BB-B79C-4CFD-8DED-7AF499C7639F}"/>
    <dgm:cxn modelId="{A6B7510D-7C65-4C63-AA98-26DD37ACB076}" type="presOf" srcId="{7E347036-B2AC-4855-B415-F3183EDF68EC}" destId="{5727CDBD-192E-4C3E-AA69-96A923C3DA12}" srcOrd="1" destOrd="0" presId="urn:microsoft.com/office/officeart/2005/8/layout/cycle2"/>
    <dgm:cxn modelId="{53878D10-8BBB-48D0-94AD-28BD6849E437}" type="presOf" srcId="{BA938727-956B-4DC5-8AEC-2BAE31C7CF63}" destId="{3F0A7D16-40B8-47B0-8469-7FD0EDBEBAC4}" srcOrd="0" destOrd="0" presId="urn:microsoft.com/office/officeart/2005/8/layout/cycle2"/>
    <dgm:cxn modelId="{9E604613-F372-4240-8FF0-C633DE3ED496}" type="presOf" srcId="{7E347036-B2AC-4855-B415-F3183EDF68EC}" destId="{8FED85A8-06C2-44EF-8883-573FFD42CC30}" srcOrd="0" destOrd="0" presId="urn:microsoft.com/office/officeart/2005/8/layout/cycle2"/>
    <dgm:cxn modelId="{CBD25913-D221-4501-941A-B96EFA4C3136}" type="presOf" srcId="{3844991F-C752-4D46-B196-52FDF939EC77}" destId="{B6DA9FC8-D652-438B-BDA1-C980738A6106}" srcOrd="1" destOrd="0" presId="urn:microsoft.com/office/officeart/2005/8/layout/cycle2"/>
    <dgm:cxn modelId="{DB556017-10D9-48A8-88C4-ACB4D3FAABD6}" type="presOf" srcId="{91E3D9B2-4CBD-4E41-8113-1A24ED9B3A0A}" destId="{423780BF-1095-4F53-A456-2C176DD215AB}" srcOrd="0" destOrd="0" presId="urn:microsoft.com/office/officeart/2005/8/layout/cycle2"/>
    <dgm:cxn modelId="{7125A11C-A3B8-4236-B8E2-48072C787555}" srcId="{708C93B9-D88A-42E8-8569-95D56EF96757}" destId="{5D22C54A-D611-462A-8E75-BC2624854F66}" srcOrd="5" destOrd="0" parTransId="{467827CD-3059-4557-A726-C88242AE5E79}" sibTransId="{AA5CDCDA-47C1-4CDA-9DFE-3B770DB154F4}"/>
    <dgm:cxn modelId="{ED529826-42B0-4F4F-8327-C477147F39D1}" srcId="{708C93B9-D88A-42E8-8569-95D56EF96757}" destId="{0407D255-8CDC-4BFB-8A68-FABEFC5BC753}" srcOrd="7" destOrd="0" parTransId="{CA4B64FB-34FC-441C-9F8B-E141D162B1A4}" sibTransId="{16FE4DC2-28C8-42B7-9E71-C3855EED083B}"/>
    <dgm:cxn modelId="{B918A226-AA30-4F33-AF7C-FD1DB21D66FF}" type="presOf" srcId="{A0F8A571-6E48-4670-8F3C-890F379A062E}" destId="{6678777C-E33F-4F20-97E5-EB06127B82EE}" srcOrd="0" destOrd="0" presId="urn:microsoft.com/office/officeart/2005/8/layout/cycle2"/>
    <dgm:cxn modelId="{77D86336-D1DA-44E9-8F38-886FE12292FF}" srcId="{708C93B9-D88A-42E8-8569-95D56EF96757}" destId="{F51DA74C-8093-493D-AFF1-27756D4E1107}" srcOrd="8" destOrd="0" parTransId="{EE3C3E5E-0D54-4049-93FC-FE4024766FC8}" sibTransId="{91E3D9B2-4CBD-4E41-8113-1A24ED9B3A0A}"/>
    <dgm:cxn modelId="{43895438-8C5A-4C0F-A023-E3E18CCC30EF}" type="presOf" srcId="{91E3D9B2-4CBD-4E41-8113-1A24ED9B3A0A}" destId="{AB60F996-AF5F-419D-80F6-0D37E3CA9273}" srcOrd="1" destOrd="0" presId="urn:microsoft.com/office/officeart/2005/8/layout/cycle2"/>
    <dgm:cxn modelId="{32896539-67EA-4A94-8F18-C4477DBC3A54}" srcId="{708C93B9-D88A-42E8-8569-95D56EF96757}" destId="{BA938727-956B-4DC5-8AEC-2BAE31C7CF63}" srcOrd="6" destOrd="0" parTransId="{9AB402E5-72E5-4909-8389-7FB85D070754}" sibTransId="{2B8986D5-B220-4173-B45C-615E73B31BC4}"/>
    <dgm:cxn modelId="{F27BCD3C-7767-46FF-9DDB-2F6A9846BF35}" type="presOf" srcId="{CC40E2B1-C3A2-4AF6-91FB-1172AF54E112}" destId="{CB1B2AED-D3FD-4F3C-A181-160DF4049244}" srcOrd="0" destOrd="0" presId="urn:microsoft.com/office/officeart/2005/8/layout/cycle2"/>
    <dgm:cxn modelId="{7EA6783D-DB94-4562-BA4E-4DEC833E986B}" type="presOf" srcId="{8CC56F2C-DC45-437F-A217-BD9D54B107C6}" destId="{FBFC41FB-8A15-45DE-903F-081F3B52D2FF}" srcOrd="1" destOrd="0" presId="urn:microsoft.com/office/officeart/2005/8/layout/cycle2"/>
    <dgm:cxn modelId="{AD96B43F-0CAA-4547-824B-0CB62C8B66C2}" type="presOf" srcId="{3844991F-C752-4D46-B196-52FDF939EC77}" destId="{44112E99-0960-491E-B270-E76C7D361571}" srcOrd="0" destOrd="0" presId="urn:microsoft.com/office/officeart/2005/8/layout/cycle2"/>
    <dgm:cxn modelId="{46E0335B-3535-41E0-91B2-DB2F2891782B}" srcId="{708C93B9-D88A-42E8-8569-95D56EF96757}" destId="{DC1689CE-6CF7-4058-88D8-423B9F9D8A1F}" srcOrd="11" destOrd="0" parTransId="{0D1B6977-1457-4558-AB09-5FCAC07E5B41}" sibTransId="{3844991F-C752-4D46-B196-52FDF939EC77}"/>
    <dgm:cxn modelId="{28D9A35B-BA3F-463D-AA46-B49BDCB92A61}" type="presOf" srcId="{670606F3-85CD-4089-BCCA-282F1E0AAAAC}" destId="{AE885600-5A05-4A01-BBAA-FE2787FDCC8E}" srcOrd="0" destOrd="0" presId="urn:microsoft.com/office/officeart/2005/8/layout/cycle2"/>
    <dgm:cxn modelId="{34D4755D-B780-4E63-A2B7-C5307D498DCA}" type="presOf" srcId="{670606F3-85CD-4089-BCCA-282F1E0AAAAC}" destId="{B53AF0A8-3437-47EB-8209-0220A2FF4721}" srcOrd="1" destOrd="0" presId="urn:microsoft.com/office/officeart/2005/8/layout/cycle2"/>
    <dgm:cxn modelId="{B085AD5E-D8F8-4031-9C8B-DE499D818D93}" type="presOf" srcId="{0FDD383F-1067-4D37-B51F-ED71C623D55D}" destId="{6DD8F5FB-F27E-4541-B784-1637B62096D1}" srcOrd="0" destOrd="0" presId="urn:microsoft.com/office/officeart/2005/8/layout/cycle2"/>
    <dgm:cxn modelId="{74AF5961-A1FD-49F6-B757-42873F9C6CF2}" type="presOf" srcId="{AA5CDCDA-47C1-4CDA-9DFE-3B770DB154F4}" destId="{62F60E92-D87D-40D2-BCF1-54C5680D202E}" srcOrd="1" destOrd="0" presId="urn:microsoft.com/office/officeart/2005/8/layout/cycle2"/>
    <dgm:cxn modelId="{DFCC5C63-288F-45ED-972D-C3B019D284E2}" type="presOf" srcId="{2B8986D5-B220-4173-B45C-615E73B31BC4}" destId="{497105C8-2555-4532-AA12-3E9379BF01D8}" srcOrd="1" destOrd="0" presId="urn:microsoft.com/office/officeart/2005/8/layout/cycle2"/>
    <dgm:cxn modelId="{D2160465-4397-4018-B3DD-C068539B6BBC}" type="presOf" srcId="{2A04D6BB-B79C-4CFD-8DED-7AF499C7639F}" destId="{D8334DAE-C394-4840-8AA9-A5DA77F4E1E3}" srcOrd="0" destOrd="0" presId="urn:microsoft.com/office/officeart/2005/8/layout/cycle2"/>
    <dgm:cxn modelId="{D5D9E365-994C-447A-A391-4C964309032F}" type="presOf" srcId="{4BE75E5B-EFB1-42E0-89D3-9171D53D0D8C}" destId="{2025A6AE-1D70-4611-BB26-E56619FFC761}" srcOrd="0" destOrd="0" presId="urn:microsoft.com/office/officeart/2005/8/layout/cycle2"/>
    <dgm:cxn modelId="{507F784E-BF65-4A17-B0C1-72F398454C32}" type="presOf" srcId="{5D22C54A-D611-462A-8E75-BC2624854F66}" destId="{2676B5C8-F470-4F3E-8494-ED154BC765D0}" srcOrd="0" destOrd="0" presId="urn:microsoft.com/office/officeart/2005/8/layout/cycle2"/>
    <dgm:cxn modelId="{ECEB1C52-ACD2-4403-B7CA-DD6FB7E25E98}" type="presOf" srcId="{3CFFB798-82BF-4373-AD2A-22AFD7E4EC02}" destId="{868EA863-FD5B-4676-9C7D-87FE54190D32}" srcOrd="0" destOrd="0" presId="urn:microsoft.com/office/officeart/2005/8/layout/cycle2"/>
    <dgm:cxn modelId="{EAA68881-206C-4BBE-A82F-205A8BB6D795}" srcId="{708C93B9-D88A-42E8-8569-95D56EF96757}" destId="{42DBF28C-6551-46ED-B757-CB574DAABA34}" srcOrd="4" destOrd="0" parTransId="{8A0AFA90-C30C-4DBD-AB8D-E9D8DDCFCBD4}" sibTransId="{688C102C-D0AB-4672-A21D-3D16D0362297}"/>
    <dgm:cxn modelId="{077F8283-1AE2-44E8-AF8A-C61EE53F999E}" type="presOf" srcId="{A0F8A571-6E48-4670-8F3C-890F379A062E}" destId="{18423B94-1DBF-45E4-A95A-68892136E814}" srcOrd="1" destOrd="0" presId="urn:microsoft.com/office/officeart/2005/8/layout/cycle2"/>
    <dgm:cxn modelId="{BEB1AE86-4B98-45A6-84E7-628EBF9D0D50}" type="presOf" srcId="{E0EE4615-07E5-4C05-B352-881E939DFDDD}" destId="{0BBF2221-3808-44D7-A4E8-D18A82C69F91}" srcOrd="0" destOrd="0" presId="urn:microsoft.com/office/officeart/2005/8/layout/cycle2"/>
    <dgm:cxn modelId="{CB720E88-5BBA-4A15-93B9-6DF2767619B2}" type="presOf" srcId="{7BA3AF0E-68CF-42E2-91F8-EB93C914EC15}" destId="{7814FA2E-5744-48A6-97CD-B74050327EEF}" srcOrd="0" destOrd="0" presId="urn:microsoft.com/office/officeart/2005/8/layout/cycle2"/>
    <dgm:cxn modelId="{C0BCEA88-DFDA-45B7-B1CB-464489439099}" srcId="{708C93B9-D88A-42E8-8569-95D56EF96757}" destId="{7BA3AF0E-68CF-42E2-91F8-EB93C914EC15}" srcOrd="2" destOrd="0" parTransId="{FB04936C-2A8F-4263-9E3A-FC414AB290F4}" sibTransId="{A0F8A571-6E48-4670-8F3C-890F379A062E}"/>
    <dgm:cxn modelId="{3D87108F-9839-4724-BF00-FF1C2385F984}" srcId="{708C93B9-D88A-42E8-8569-95D56EF96757}" destId="{0FDD383F-1067-4D37-B51F-ED71C623D55D}" srcOrd="10" destOrd="0" parTransId="{5DE15249-731C-40AB-A081-7EAAA57ABC35}" sibTransId="{670606F3-85CD-4089-BCCA-282F1E0AAAAC}"/>
    <dgm:cxn modelId="{86929E98-1635-43C1-A687-5E68EAC3D068}" type="presOf" srcId="{DC1689CE-6CF7-4058-88D8-423B9F9D8A1F}" destId="{2F6E57EA-CC59-4154-A237-A17E617921B8}" srcOrd="0" destOrd="0" presId="urn:microsoft.com/office/officeart/2005/8/layout/cycle2"/>
    <dgm:cxn modelId="{D25D459D-D24D-4E12-AF72-BF32D25FB9ED}" type="presOf" srcId="{8CC56F2C-DC45-437F-A217-BD9D54B107C6}" destId="{23BC9426-6754-43B8-B80A-B4509E905815}" srcOrd="0" destOrd="0" presId="urn:microsoft.com/office/officeart/2005/8/layout/cycle2"/>
    <dgm:cxn modelId="{98A54AA0-6FC4-4DBF-9422-7A11C6FC5B1E}" type="presOf" srcId="{3D0B1855-77E7-4B9B-A605-317830893278}" destId="{104E8B22-A6BD-41F5-819D-215ECE97BC4D}" srcOrd="0" destOrd="0" presId="urn:microsoft.com/office/officeart/2005/8/layout/cycle2"/>
    <dgm:cxn modelId="{087A8DA3-5012-4363-902A-ACA8FBCF43C4}" type="presOf" srcId="{0407D255-8CDC-4BFB-8A68-FABEFC5BC753}" destId="{3673F27F-E50E-4B50-8A48-9E772EBFC8B3}" srcOrd="0" destOrd="0" presId="urn:microsoft.com/office/officeart/2005/8/layout/cycle2"/>
    <dgm:cxn modelId="{41C79AA3-5496-4830-94D2-F16106D54F83}" type="presOf" srcId="{F51DA74C-8093-493D-AFF1-27756D4E1107}" destId="{8FB78F42-A76A-406C-89A5-C634F578EF35}" srcOrd="0" destOrd="0" presId="urn:microsoft.com/office/officeart/2005/8/layout/cycle2"/>
    <dgm:cxn modelId="{287C81AA-EAAE-41CF-BA00-FAB66D6C1D35}" type="presOf" srcId="{708C93B9-D88A-42E8-8569-95D56EF96757}" destId="{780BA6C5-ED45-44F6-BFCD-2E4E46EE4AF1}" srcOrd="0" destOrd="0" presId="urn:microsoft.com/office/officeart/2005/8/layout/cycle2"/>
    <dgm:cxn modelId="{6C37CCAB-7505-4D40-A023-42B846B0447E}" srcId="{708C93B9-D88A-42E8-8569-95D56EF96757}" destId="{3D0B1855-77E7-4B9B-A605-317830893278}" srcOrd="3" destOrd="0" parTransId="{73841254-0B98-4595-8FDF-68846FB8AC92}" sibTransId="{7E347036-B2AC-4855-B415-F3183EDF68EC}"/>
    <dgm:cxn modelId="{A15B0FB8-1278-4472-9278-E35B467F1307}" type="presOf" srcId="{16FE4DC2-28C8-42B7-9E71-C3855EED083B}" destId="{2AC6BFC1-C646-433D-8DE1-2004755ED17E}" srcOrd="0" destOrd="0" presId="urn:microsoft.com/office/officeart/2005/8/layout/cycle2"/>
    <dgm:cxn modelId="{573D8FB9-EC89-4A55-B88C-941413D5C08E}" type="presOf" srcId="{2A04D6BB-B79C-4CFD-8DED-7AF499C7639F}" destId="{FA0A8B30-85B2-4D7C-8CB0-5CE4C70C7413}" srcOrd="1" destOrd="0" presId="urn:microsoft.com/office/officeart/2005/8/layout/cycle2"/>
    <dgm:cxn modelId="{D5E919BF-C901-44FA-9761-6B00827B34E8}" type="presOf" srcId="{AA5CDCDA-47C1-4CDA-9DFE-3B770DB154F4}" destId="{C327CF91-CF52-4419-BE54-E9345835A113}" srcOrd="0" destOrd="0" presId="urn:microsoft.com/office/officeart/2005/8/layout/cycle2"/>
    <dgm:cxn modelId="{FE1D1EC6-36F1-4C9A-82E1-057C79CF57F0}" type="presOf" srcId="{688C102C-D0AB-4672-A21D-3D16D0362297}" destId="{1B0662D0-B473-4C5C-AB6A-6B2DD774383A}" srcOrd="0" destOrd="0" presId="urn:microsoft.com/office/officeart/2005/8/layout/cycle2"/>
    <dgm:cxn modelId="{88A600C7-D6E5-42A1-A284-2A35FAB16A28}" type="presOf" srcId="{42DBF28C-6551-46ED-B757-CB574DAABA34}" destId="{BCE52AA3-602D-450B-8ECA-1628BB9F0025}" srcOrd="0" destOrd="0" presId="urn:microsoft.com/office/officeart/2005/8/layout/cycle2"/>
    <dgm:cxn modelId="{A9DDF3CC-D0AD-4FB5-A977-EC317F32333A}" srcId="{708C93B9-D88A-42E8-8569-95D56EF96757}" destId="{E0EE4615-07E5-4C05-B352-881E939DFDDD}" srcOrd="0" destOrd="0" parTransId="{DF4E99BC-B0D1-4648-A751-68A1CDA6A426}" sibTransId="{4BE75E5B-EFB1-42E0-89D3-9171D53D0D8C}"/>
    <dgm:cxn modelId="{6F5AEACE-8219-43C1-9EEB-0C2C7694F6CA}" type="presOf" srcId="{688C102C-D0AB-4672-A21D-3D16D0362297}" destId="{AEB24459-4B73-4E46-9825-E97E73CDE56B}" srcOrd="1" destOrd="0" presId="urn:microsoft.com/office/officeart/2005/8/layout/cycle2"/>
    <dgm:cxn modelId="{8DF31AE1-57AD-4E7C-978E-032A4682D5E1}" type="presOf" srcId="{16FE4DC2-28C8-42B7-9E71-C3855EED083B}" destId="{4CA0DC16-3564-4542-B772-D3DB4FE037E3}" srcOrd="1" destOrd="0" presId="urn:microsoft.com/office/officeart/2005/8/layout/cycle2"/>
    <dgm:cxn modelId="{84E622EB-035B-410F-B743-80E8BC5F93D2}" type="presOf" srcId="{2B8986D5-B220-4173-B45C-615E73B31BC4}" destId="{D5AF64AB-1041-4089-8744-CCA01E84796B}" srcOrd="0" destOrd="0" presId="urn:microsoft.com/office/officeart/2005/8/layout/cycle2"/>
    <dgm:cxn modelId="{C7A976F4-6CBF-4058-87EC-BA27472614D4}" srcId="{708C93B9-D88A-42E8-8569-95D56EF96757}" destId="{CC40E2B1-C3A2-4AF6-91FB-1172AF54E112}" srcOrd="1" destOrd="0" parTransId="{E595F3F5-5B00-45CD-9E85-5B1B5AD09DC5}" sibTransId="{8CC56F2C-DC45-437F-A217-BD9D54B107C6}"/>
    <dgm:cxn modelId="{1D4C26F9-88FD-46C3-BA71-7037FD1AEAB2}" type="presOf" srcId="{4BE75E5B-EFB1-42E0-89D3-9171D53D0D8C}" destId="{7DC99BDF-DD55-42B8-B568-1FC9D4162F5E}" srcOrd="1" destOrd="0" presId="urn:microsoft.com/office/officeart/2005/8/layout/cycle2"/>
    <dgm:cxn modelId="{70D2F6F0-89EF-442A-8CCE-0A69F4D76BC1}" type="presParOf" srcId="{780BA6C5-ED45-44F6-BFCD-2E4E46EE4AF1}" destId="{0BBF2221-3808-44D7-A4E8-D18A82C69F91}" srcOrd="0" destOrd="0" presId="urn:microsoft.com/office/officeart/2005/8/layout/cycle2"/>
    <dgm:cxn modelId="{976F38B7-27E7-4208-84D1-CC22C413DD75}" type="presParOf" srcId="{780BA6C5-ED45-44F6-BFCD-2E4E46EE4AF1}" destId="{2025A6AE-1D70-4611-BB26-E56619FFC761}" srcOrd="1" destOrd="0" presId="urn:microsoft.com/office/officeart/2005/8/layout/cycle2"/>
    <dgm:cxn modelId="{9F3B9623-0D81-407D-A2E5-4FAB33CB896B}" type="presParOf" srcId="{2025A6AE-1D70-4611-BB26-E56619FFC761}" destId="{7DC99BDF-DD55-42B8-B568-1FC9D4162F5E}" srcOrd="0" destOrd="0" presId="urn:microsoft.com/office/officeart/2005/8/layout/cycle2"/>
    <dgm:cxn modelId="{2C0EF4B2-C179-4678-8AB8-C8BC610DA0FD}" type="presParOf" srcId="{780BA6C5-ED45-44F6-BFCD-2E4E46EE4AF1}" destId="{CB1B2AED-D3FD-4F3C-A181-160DF4049244}" srcOrd="2" destOrd="0" presId="urn:microsoft.com/office/officeart/2005/8/layout/cycle2"/>
    <dgm:cxn modelId="{BE54A210-745C-455A-9EF3-BB851BD5A093}" type="presParOf" srcId="{780BA6C5-ED45-44F6-BFCD-2E4E46EE4AF1}" destId="{23BC9426-6754-43B8-B80A-B4509E905815}" srcOrd="3" destOrd="0" presId="urn:microsoft.com/office/officeart/2005/8/layout/cycle2"/>
    <dgm:cxn modelId="{071AA6BE-E8F6-47B8-A2C9-43CD59B932C4}" type="presParOf" srcId="{23BC9426-6754-43B8-B80A-B4509E905815}" destId="{FBFC41FB-8A15-45DE-903F-081F3B52D2FF}" srcOrd="0" destOrd="0" presId="urn:microsoft.com/office/officeart/2005/8/layout/cycle2"/>
    <dgm:cxn modelId="{89C2460D-C8C5-4494-A35B-C28E21A7A1B8}" type="presParOf" srcId="{780BA6C5-ED45-44F6-BFCD-2E4E46EE4AF1}" destId="{7814FA2E-5744-48A6-97CD-B74050327EEF}" srcOrd="4" destOrd="0" presId="urn:microsoft.com/office/officeart/2005/8/layout/cycle2"/>
    <dgm:cxn modelId="{62A9E2F5-B060-4A36-90CF-A58EBA6F9F13}" type="presParOf" srcId="{780BA6C5-ED45-44F6-BFCD-2E4E46EE4AF1}" destId="{6678777C-E33F-4F20-97E5-EB06127B82EE}" srcOrd="5" destOrd="0" presId="urn:microsoft.com/office/officeart/2005/8/layout/cycle2"/>
    <dgm:cxn modelId="{32566342-514F-4306-B4DD-845585036C8A}" type="presParOf" srcId="{6678777C-E33F-4F20-97E5-EB06127B82EE}" destId="{18423B94-1DBF-45E4-A95A-68892136E814}" srcOrd="0" destOrd="0" presId="urn:microsoft.com/office/officeart/2005/8/layout/cycle2"/>
    <dgm:cxn modelId="{35F906C4-52F2-4330-B1DE-914F2038D139}" type="presParOf" srcId="{780BA6C5-ED45-44F6-BFCD-2E4E46EE4AF1}" destId="{104E8B22-A6BD-41F5-819D-215ECE97BC4D}" srcOrd="6" destOrd="0" presId="urn:microsoft.com/office/officeart/2005/8/layout/cycle2"/>
    <dgm:cxn modelId="{D96926CD-49A4-41A2-AA85-AB588E9735B4}" type="presParOf" srcId="{780BA6C5-ED45-44F6-BFCD-2E4E46EE4AF1}" destId="{8FED85A8-06C2-44EF-8883-573FFD42CC30}" srcOrd="7" destOrd="0" presId="urn:microsoft.com/office/officeart/2005/8/layout/cycle2"/>
    <dgm:cxn modelId="{CF7509C5-C584-49F6-88FC-DB1A503F44AA}" type="presParOf" srcId="{8FED85A8-06C2-44EF-8883-573FFD42CC30}" destId="{5727CDBD-192E-4C3E-AA69-96A923C3DA12}" srcOrd="0" destOrd="0" presId="urn:microsoft.com/office/officeart/2005/8/layout/cycle2"/>
    <dgm:cxn modelId="{069247BB-334A-46C6-B92A-6528683A7432}" type="presParOf" srcId="{780BA6C5-ED45-44F6-BFCD-2E4E46EE4AF1}" destId="{BCE52AA3-602D-450B-8ECA-1628BB9F0025}" srcOrd="8" destOrd="0" presId="urn:microsoft.com/office/officeart/2005/8/layout/cycle2"/>
    <dgm:cxn modelId="{9C6B935C-E89B-452A-AAAA-E4DB92021D69}" type="presParOf" srcId="{780BA6C5-ED45-44F6-BFCD-2E4E46EE4AF1}" destId="{1B0662D0-B473-4C5C-AB6A-6B2DD774383A}" srcOrd="9" destOrd="0" presId="urn:microsoft.com/office/officeart/2005/8/layout/cycle2"/>
    <dgm:cxn modelId="{3B975E2C-DF72-4EA5-9D90-C2702FE4E2DB}" type="presParOf" srcId="{1B0662D0-B473-4C5C-AB6A-6B2DD774383A}" destId="{AEB24459-4B73-4E46-9825-E97E73CDE56B}" srcOrd="0" destOrd="0" presId="urn:microsoft.com/office/officeart/2005/8/layout/cycle2"/>
    <dgm:cxn modelId="{F4B6A60C-D1E4-441C-B863-2251CAFD9597}" type="presParOf" srcId="{780BA6C5-ED45-44F6-BFCD-2E4E46EE4AF1}" destId="{2676B5C8-F470-4F3E-8494-ED154BC765D0}" srcOrd="10" destOrd="0" presId="urn:microsoft.com/office/officeart/2005/8/layout/cycle2"/>
    <dgm:cxn modelId="{09A1680C-0126-4D6C-8786-D0154C4AB4D3}" type="presParOf" srcId="{780BA6C5-ED45-44F6-BFCD-2E4E46EE4AF1}" destId="{C327CF91-CF52-4419-BE54-E9345835A113}" srcOrd="11" destOrd="0" presId="urn:microsoft.com/office/officeart/2005/8/layout/cycle2"/>
    <dgm:cxn modelId="{681F5D3B-14FC-4ABC-9C31-C079A1C59F91}" type="presParOf" srcId="{C327CF91-CF52-4419-BE54-E9345835A113}" destId="{62F60E92-D87D-40D2-BCF1-54C5680D202E}" srcOrd="0" destOrd="0" presId="urn:microsoft.com/office/officeart/2005/8/layout/cycle2"/>
    <dgm:cxn modelId="{9619C799-4488-495F-9703-66D6F3774301}" type="presParOf" srcId="{780BA6C5-ED45-44F6-BFCD-2E4E46EE4AF1}" destId="{3F0A7D16-40B8-47B0-8469-7FD0EDBEBAC4}" srcOrd="12" destOrd="0" presId="urn:microsoft.com/office/officeart/2005/8/layout/cycle2"/>
    <dgm:cxn modelId="{E25F8E5E-BD0E-40B3-94D9-5CC5C6A07444}" type="presParOf" srcId="{780BA6C5-ED45-44F6-BFCD-2E4E46EE4AF1}" destId="{D5AF64AB-1041-4089-8744-CCA01E84796B}" srcOrd="13" destOrd="0" presId="urn:microsoft.com/office/officeart/2005/8/layout/cycle2"/>
    <dgm:cxn modelId="{E95E26FC-F8FC-4F1D-9643-DCD7EE9B4E1F}" type="presParOf" srcId="{D5AF64AB-1041-4089-8744-CCA01E84796B}" destId="{497105C8-2555-4532-AA12-3E9379BF01D8}" srcOrd="0" destOrd="0" presId="urn:microsoft.com/office/officeart/2005/8/layout/cycle2"/>
    <dgm:cxn modelId="{CC599559-04A2-41A2-876D-6AFDC85C5B74}" type="presParOf" srcId="{780BA6C5-ED45-44F6-BFCD-2E4E46EE4AF1}" destId="{3673F27F-E50E-4B50-8A48-9E772EBFC8B3}" srcOrd="14" destOrd="0" presId="urn:microsoft.com/office/officeart/2005/8/layout/cycle2"/>
    <dgm:cxn modelId="{AD7BD1F1-3C71-44B9-B2F0-4ED530CD8C7B}" type="presParOf" srcId="{780BA6C5-ED45-44F6-BFCD-2E4E46EE4AF1}" destId="{2AC6BFC1-C646-433D-8DE1-2004755ED17E}" srcOrd="15" destOrd="0" presId="urn:microsoft.com/office/officeart/2005/8/layout/cycle2"/>
    <dgm:cxn modelId="{B5132C10-69E0-4D86-A9AE-B7C98B22F4DA}" type="presParOf" srcId="{2AC6BFC1-C646-433D-8DE1-2004755ED17E}" destId="{4CA0DC16-3564-4542-B772-D3DB4FE037E3}" srcOrd="0" destOrd="0" presId="urn:microsoft.com/office/officeart/2005/8/layout/cycle2"/>
    <dgm:cxn modelId="{CAE1BFCA-DA25-4454-870E-FB0FE8C025D5}" type="presParOf" srcId="{780BA6C5-ED45-44F6-BFCD-2E4E46EE4AF1}" destId="{8FB78F42-A76A-406C-89A5-C634F578EF35}" srcOrd="16" destOrd="0" presId="urn:microsoft.com/office/officeart/2005/8/layout/cycle2"/>
    <dgm:cxn modelId="{EA0E24AE-59A0-4069-9116-143B98C35B2C}" type="presParOf" srcId="{780BA6C5-ED45-44F6-BFCD-2E4E46EE4AF1}" destId="{423780BF-1095-4F53-A456-2C176DD215AB}" srcOrd="17" destOrd="0" presId="urn:microsoft.com/office/officeart/2005/8/layout/cycle2"/>
    <dgm:cxn modelId="{2360E918-CD98-4012-BC45-69464241CB67}" type="presParOf" srcId="{423780BF-1095-4F53-A456-2C176DD215AB}" destId="{AB60F996-AF5F-419D-80F6-0D37E3CA9273}" srcOrd="0" destOrd="0" presId="urn:microsoft.com/office/officeart/2005/8/layout/cycle2"/>
    <dgm:cxn modelId="{01C198CC-6A14-4E92-88F2-43396D2745B2}" type="presParOf" srcId="{780BA6C5-ED45-44F6-BFCD-2E4E46EE4AF1}" destId="{868EA863-FD5B-4676-9C7D-87FE54190D32}" srcOrd="18" destOrd="0" presId="urn:microsoft.com/office/officeart/2005/8/layout/cycle2"/>
    <dgm:cxn modelId="{16850AAF-5E87-437E-ACFA-3C83953961D3}" type="presParOf" srcId="{780BA6C5-ED45-44F6-BFCD-2E4E46EE4AF1}" destId="{D8334DAE-C394-4840-8AA9-A5DA77F4E1E3}" srcOrd="19" destOrd="0" presId="urn:microsoft.com/office/officeart/2005/8/layout/cycle2"/>
    <dgm:cxn modelId="{D2943A4A-7115-4935-B9B7-AEFF4F569E75}" type="presParOf" srcId="{D8334DAE-C394-4840-8AA9-A5DA77F4E1E3}" destId="{FA0A8B30-85B2-4D7C-8CB0-5CE4C70C7413}" srcOrd="0" destOrd="0" presId="urn:microsoft.com/office/officeart/2005/8/layout/cycle2"/>
    <dgm:cxn modelId="{333B9D89-4D04-4ADC-8168-CBD716CCE171}" type="presParOf" srcId="{780BA6C5-ED45-44F6-BFCD-2E4E46EE4AF1}" destId="{6DD8F5FB-F27E-4541-B784-1637B62096D1}" srcOrd="20" destOrd="0" presId="urn:microsoft.com/office/officeart/2005/8/layout/cycle2"/>
    <dgm:cxn modelId="{4A27E5AE-CB47-4EFC-B8C4-A1FA3C5D3380}" type="presParOf" srcId="{780BA6C5-ED45-44F6-BFCD-2E4E46EE4AF1}" destId="{AE885600-5A05-4A01-BBAA-FE2787FDCC8E}" srcOrd="21" destOrd="0" presId="urn:microsoft.com/office/officeart/2005/8/layout/cycle2"/>
    <dgm:cxn modelId="{42E6503E-2A7B-4197-AA92-4FFA785B3CA8}" type="presParOf" srcId="{AE885600-5A05-4A01-BBAA-FE2787FDCC8E}" destId="{B53AF0A8-3437-47EB-8209-0220A2FF4721}" srcOrd="0" destOrd="0" presId="urn:microsoft.com/office/officeart/2005/8/layout/cycle2"/>
    <dgm:cxn modelId="{21E4CC97-EE49-422C-BCC2-7D6CD8F34CF2}" type="presParOf" srcId="{780BA6C5-ED45-44F6-BFCD-2E4E46EE4AF1}" destId="{2F6E57EA-CC59-4154-A237-A17E617921B8}" srcOrd="22" destOrd="0" presId="urn:microsoft.com/office/officeart/2005/8/layout/cycle2"/>
    <dgm:cxn modelId="{A9F0EB56-B2D2-4D94-AE45-830B4190E468}" type="presParOf" srcId="{780BA6C5-ED45-44F6-BFCD-2E4E46EE4AF1}" destId="{44112E99-0960-491E-B270-E76C7D361571}" srcOrd="23" destOrd="0" presId="urn:microsoft.com/office/officeart/2005/8/layout/cycle2"/>
    <dgm:cxn modelId="{561FDF35-147A-429E-BE06-B6436DFE6B42}" type="presParOf" srcId="{44112E99-0960-491E-B270-E76C7D361571}" destId="{B6DA9FC8-D652-438B-BDA1-C980738A610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17331-02A6-4D5E-A2B2-C3B683344499}">
      <dsp:nvSpPr>
        <dsp:cNvPr id="0" name=""/>
        <dsp:cNvSpPr/>
      </dsp:nvSpPr>
      <dsp:spPr>
        <a:xfrm>
          <a:off x="1704805" y="308864"/>
          <a:ext cx="2346282" cy="2346282"/>
        </a:xfrm>
        <a:prstGeom prst="pieWedge">
          <a:avLst/>
        </a:prstGeom>
        <a:noFill/>
        <a:ln w="38100" cap="flat" cmpd="sng" algn="ctr">
          <a:solidFill>
            <a:srgbClr val="A5A5A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Testing</a:t>
          </a:r>
        </a:p>
      </dsp:txBody>
      <dsp:txXfrm>
        <a:off x="2392015" y="996074"/>
        <a:ext cx="1659072" cy="1659072"/>
      </dsp:txXfrm>
    </dsp:sp>
    <dsp:sp modelId="{C5FD7ECD-8743-4FF8-BAF9-1C8C081E4985}">
      <dsp:nvSpPr>
        <dsp:cNvPr id="0" name=""/>
        <dsp:cNvSpPr/>
      </dsp:nvSpPr>
      <dsp:spPr>
        <a:xfrm rot="5400000">
          <a:off x="4159461" y="308864"/>
          <a:ext cx="2346282" cy="2346282"/>
        </a:xfrm>
        <a:prstGeom prst="pieWedg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Analysis</a:t>
          </a:r>
        </a:p>
      </dsp:txBody>
      <dsp:txXfrm rot="-5400000">
        <a:off x="4159461" y="996074"/>
        <a:ext cx="1659072" cy="1659072"/>
      </dsp:txXfrm>
    </dsp:sp>
    <dsp:sp modelId="{0FF619F1-ABCA-45E9-9D8E-73D61F7B8E4D}">
      <dsp:nvSpPr>
        <dsp:cNvPr id="0" name=""/>
        <dsp:cNvSpPr/>
      </dsp:nvSpPr>
      <dsp:spPr>
        <a:xfrm rot="10800000">
          <a:off x="4159461" y="2763520"/>
          <a:ext cx="2346282" cy="2346282"/>
        </a:xfrm>
        <a:prstGeom prst="pieWedge">
          <a:avLst/>
        </a:prstGeom>
        <a:noFill/>
        <a:ln w="38100" cap="flat" cmpd="sng" algn="ctr">
          <a:solidFill>
            <a:srgbClr val="AF52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Design</a:t>
          </a:r>
        </a:p>
      </dsp:txBody>
      <dsp:txXfrm rot="10800000">
        <a:off x="4159461" y="2763520"/>
        <a:ext cx="1659072" cy="1659072"/>
      </dsp:txXfrm>
    </dsp:sp>
    <dsp:sp modelId="{C75B77E1-B5B9-41AC-9851-4B6E79EA0AF8}">
      <dsp:nvSpPr>
        <dsp:cNvPr id="0" name=""/>
        <dsp:cNvSpPr/>
      </dsp:nvSpPr>
      <dsp:spPr>
        <a:xfrm rot="16200000">
          <a:off x="1704805" y="2763520"/>
          <a:ext cx="2346282" cy="2346282"/>
        </a:xfrm>
        <a:prstGeom prst="pieWedge">
          <a:avLst/>
        </a:prstGeom>
        <a:noFill/>
        <a:ln w="38100" cap="flat" cmpd="sng" algn="ctr">
          <a:solidFill>
            <a:srgbClr val="B435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Coding</a:t>
          </a:r>
        </a:p>
      </dsp:txBody>
      <dsp:txXfrm rot="5400000">
        <a:off x="2392015" y="2763520"/>
        <a:ext cx="1659072" cy="1659072"/>
      </dsp:txXfrm>
    </dsp:sp>
    <dsp:sp modelId="{0ADDBEDF-6B10-45C1-ABD2-0BD4B4AA7D3E}">
      <dsp:nvSpPr>
        <dsp:cNvPr id="0" name=""/>
        <dsp:cNvSpPr/>
      </dsp:nvSpPr>
      <dsp:spPr>
        <a:xfrm>
          <a:off x="3700229" y="2221653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93493-A72D-453F-BA29-2E6150BCB171}">
      <dsp:nvSpPr>
        <dsp:cNvPr id="0" name=""/>
        <dsp:cNvSpPr/>
      </dsp:nvSpPr>
      <dsp:spPr>
        <a:xfrm rot="10800000">
          <a:off x="3700229" y="2492586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17331-02A6-4D5E-A2B2-C3B683344499}">
      <dsp:nvSpPr>
        <dsp:cNvPr id="0" name=""/>
        <dsp:cNvSpPr/>
      </dsp:nvSpPr>
      <dsp:spPr>
        <a:xfrm>
          <a:off x="1704805" y="308864"/>
          <a:ext cx="2346282" cy="2346282"/>
        </a:xfrm>
        <a:prstGeom prst="pieWedge">
          <a:avLst/>
        </a:prstGeom>
        <a:noFill/>
        <a:ln w="38100" cap="flat" cmpd="sng" algn="ctr">
          <a:solidFill>
            <a:srgbClr val="A5A5A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Testing</a:t>
          </a:r>
        </a:p>
      </dsp:txBody>
      <dsp:txXfrm>
        <a:off x="2392015" y="996074"/>
        <a:ext cx="1659072" cy="1659072"/>
      </dsp:txXfrm>
    </dsp:sp>
    <dsp:sp modelId="{C5FD7ECD-8743-4FF8-BAF9-1C8C081E4985}">
      <dsp:nvSpPr>
        <dsp:cNvPr id="0" name=""/>
        <dsp:cNvSpPr/>
      </dsp:nvSpPr>
      <dsp:spPr>
        <a:xfrm rot="5400000">
          <a:off x="4159461" y="308864"/>
          <a:ext cx="2346282" cy="2346282"/>
        </a:xfrm>
        <a:prstGeom prst="pieWedg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Analysis</a:t>
          </a:r>
        </a:p>
      </dsp:txBody>
      <dsp:txXfrm rot="-5400000">
        <a:off x="4159461" y="996074"/>
        <a:ext cx="1659072" cy="1659072"/>
      </dsp:txXfrm>
    </dsp:sp>
    <dsp:sp modelId="{0FF619F1-ABCA-45E9-9D8E-73D61F7B8E4D}">
      <dsp:nvSpPr>
        <dsp:cNvPr id="0" name=""/>
        <dsp:cNvSpPr/>
      </dsp:nvSpPr>
      <dsp:spPr>
        <a:xfrm rot="10800000">
          <a:off x="4159461" y="2763520"/>
          <a:ext cx="2346282" cy="2346282"/>
        </a:xfrm>
        <a:prstGeom prst="pieWedge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Design</a:t>
          </a:r>
        </a:p>
      </dsp:txBody>
      <dsp:txXfrm rot="10800000">
        <a:off x="4159461" y="2763520"/>
        <a:ext cx="1659072" cy="1659072"/>
      </dsp:txXfrm>
    </dsp:sp>
    <dsp:sp modelId="{C75B77E1-B5B9-41AC-9851-4B6E79EA0AF8}">
      <dsp:nvSpPr>
        <dsp:cNvPr id="0" name=""/>
        <dsp:cNvSpPr/>
      </dsp:nvSpPr>
      <dsp:spPr>
        <a:xfrm rot="16200000">
          <a:off x="1704805" y="2763520"/>
          <a:ext cx="2346282" cy="2346282"/>
        </a:xfrm>
        <a:prstGeom prst="pieWedge">
          <a:avLst/>
        </a:prstGeom>
        <a:noFill/>
        <a:ln w="38100" cap="flat" cmpd="sng" algn="ctr">
          <a:solidFill>
            <a:srgbClr val="B435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Coding</a:t>
          </a:r>
        </a:p>
      </dsp:txBody>
      <dsp:txXfrm rot="5400000">
        <a:off x="2392015" y="2763520"/>
        <a:ext cx="1659072" cy="1659072"/>
      </dsp:txXfrm>
    </dsp:sp>
    <dsp:sp modelId="{0ADDBEDF-6B10-45C1-ABD2-0BD4B4AA7D3E}">
      <dsp:nvSpPr>
        <dsp:cNvPr id="0" name=""/>
        <dsp:cNvSpPr/>
      </dsp:nvSpPr>
      <dsp:spPr>
        <a:xfrm>
          <a:off x="3700229" y="2221653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93493-A72D-453F-BA29-2E6150BCB171}">
      <dsp:nvSpPr>
        <dsp:cNvPr id="0" name=""/>
        <dsp:cNvSpPr/>
      </dsp:nvSpPr>
      <dsp:spPr>
        <a:xfrm rot="10800000">
          <a:off x="3700229" y="2492586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17331-02A6-4D5E-A2B2-C3B683344499}">
      <dsp:nvSpPr>
        <dsp:cNvPr id="0" name=""/>
        <dsp:cNvSpPr/>
      </dsp:nvSpPr>
      <dsp:spPr>
        <a:xfrm>
          <a:off x="1704805" y="308864"/>
          <a:ext cx="2346282" cy="2346282"/>
        </a:xfrm>
        <a:prstGeom prst="pieWedge">
          <a:avLst/>
        </a:prstGeom>
        <a:noFill/>
        <a:ln w="38100" cap="flat" cmpd="sng" algn="ctr">
          <a:solidFill>
            <a:srgbClr val="A5A5A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Testing</a:t>
          </a:r>
        </a:p>
      </dsp:txBody>
      <dsp:txXfrm>
        <a:off x="2392015" y="996074"/>
        <a:ext cx="1659072" cy="1659072"/>
      </dsp:txXfrm>
    </dsp:sp>
    <dsp:sp modelId="{C5FD7ECD-8743-4FF8-BAF9-1C8C081E4985}">
      <dsp:nvSpPr>
        <dsp:cNvPr id="0" name=""/>
        <dsp:cNvSpPr/>
      </dsp:nvSpPr>
      <dsp:spPr>
        <a:xfrm rot="5400000">
          <a:off x="4159461" y="308864"/>
          <a:ext cx="2346282" cy="2346282"/>
        </a:xfrm>
        <a:prstGeom prst="pieWedg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Analysis</a:t>
          </a:r>
        </a:p>
      </dsp:txBody>
      <dsp:txXfrm rot="-5400000">
        <a:off x="4159461" y="996074"/>
        <a:ext cx="1659072" cy="1659072"/>
      </dsp:txXfrm>
    </dsp:sp>
    <dsp:sp modelId="{0FF619F1-ABCA-45E9-9D8E-73D61F7B8E4D}">
      <dsp:nvSpPr>
        <dsp:cNvPr id="0" name=""/>
        <dsp:cNvSpPr/>
      </dsp:nvSpPr>
      <dsp:spPr>
        <a:xfrm rot="10800000">
          <a:off x="4159461" y="2763520"/>
          <a:ext cx="2346282" cy="2346282"/>
        </a:xfrm>
        <a:prstGeom prst="pieWedge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Design</a:t>
          </a:r>
        </a:p>
      </dsp:txBody>
      <dsp:txXfrm rot="10800000">
        <a:off x="4159461" y="2763520"/>
        <a:ext cx="1659072" cy="1659072"/>
      </dsp:txXfrm>
    </dsp:sp>
    <dsp:sp modelId="{C75B77E1-B5B9-41AC-9851-4B6E79EA0AF8}">
      <dsp:nvSpPr>
        <dsp:cNvPr id="0" name=""/>
        <dsp:cNvSpPr/>
      </dsp:nvSpPr>
      <dsp:spPr>
        <a:xfrm rot="16200000">
          <a:off x="1704805" y="2763520"/>
          <a:ext cx="2346282" cy="2346282"/>
        </a:xfrm>
        <a:prstGeom prst="pieWedg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Coding</a:t>
          </a:r>
        </a:p>
      </dsp:txBody>
      <dsp:txXfrm rot="5400000">
        <a:off x="2392015" y="2763520"/>
        <a:ext cx="1659072" cy="1659072"/>
      </dsp:txXfrm>
    </dsp:sp>
    <dsp:sp modelId="{0ADDBEDF-6B10-45C1-ABD2-0BD4B4AA7D3E}">
      <dsp:nvSpPr>
        <dsp:cNvPr id="0" name=""/>
        <dsp:cNvSpPr/>
      </dsp:nvSpPr>
      <dsp:spPr>
        <a:xfrm>
          <a:off x="3700229" y="2221653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93493-A72D-453F-BA29-2E6150BCB171}">
      <dsp:nvSpPr>
        <dsp:cNvPr id="0" name=""/>
        <dsp:cNvSpPr/>
      </dsp:nvSpPr>
      <dsp:spPr>
        <a:xfrm rot="10800000">
          <a:off x="3700229" y="2492586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17331-02A6-4D5E-A2B2-C3B683344499}">
      <dsp:nvSpPr>
        <dsp:cNvPr id="0" name=""/>
        <dsp:cNvSpPr/>
      </dsp:nvSpPr>
      <dsp:spPr>
        <a:xfrm>
          <a:off x="1704805" y="308864"/>
          <a:ext cx="2346282" cy="2346282"/>
        </a:xfrm>
        <a:prstGeom prst="pieWedg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Testing</a:t>
          </a:r>
        </a:p>
      </dsp:txBody>
      <dsp:txXfrm>
        <a:off x="2392015" y="996074"/>
        <a:ext cx="1659072" cy="1659072"/>
      </dsp:txXfrm>
    </dsp:sp>
    <dsp:sp modelId="{C5FD7ECD-8743-4FF8-BAF9-1C8C081E4985}">
      <dsp:nvSpPr>
        <dsp:cNvPr id="0" name=""/>
        <dsp:cNvSpPr/>
      </dsp:nvSpPr>
      <dsp:spPr>
        <a:xfrm rot="5400000">
          <a:off x="4159461" y="308864"/>
          <a:ext cx="2346282" cy="2346282"/>
        </a:xfrm>
        <a:prstGeom prst="pieWedg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Analysis</a:t>
          </a:r>
        </a:p>
      </dsp:txBody>
      <dsp:txXfrm rot="-5400000">
        <a:off x="4159461" y="996074"/>
        <a:ext cx="1659072" cy="1659072"/>
      </dsp:txXfrm>
    </dsp:sp>
    <dsp:sp modelId="{0FF619F1-ABCA-45E9-9D8E-73D61F7B8E4D}">
      <dsp:nvSpPr>
        <dsp:cNvPr id="0" name=""/>
        <dsp:cNvSpPr/>
      </dsp:nvSpPr>
      <dsp:spPr>
        <a:xfrm rot="10800000">
          <a:off x="4159461" y="2763520"/>
          <a:ext cx="2346282" cy="2346282"/>
        </a:xfrm>
        <a:prstGeom prst="pieWedge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Design</a:t>
          </a:r>
        </a:p>
      </dsp:txBody>
      <dsp:txXfrm rot="10800000">
        <a:off x="4159461" y="2763520"/>
        <a:ext cx="1659072" cy="1659072"/>
      </dsp:txXfrm>
    </dsp:sp>
    <dsp:sp modelId="{C75B77E1-B5B9-41AC-9851-4B6E79EA0AF8}">
      <dsp:nvSpPr>
        <dsp:cNvPr id="0" name=""/>
        <dsp:cNvSpPr/>
      </dsp:nvSpPr>
      <dsp:spPr>
        <a:xfrm rot="16200000">
          <a:off x="1704805" y="2763520"/>
          <a:ext cx="2346282" cy="2346282"/>
        </a:xfrm>
        <a:prstGeom prst="pieWedg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Coding</a:t>
          </a:r>
        </a:p>
      </dsp:txBody>
      <dsp:txXfrm rot="5400000">
        <a:off x="2392015" y="2763520"/>
        <a:ext cx="1659072" cy="1659072"/>
      </dsp:txXfrm>
    </dsp:sp>
    <dsp:sp modelId="{0ADDBEDF-6B10-45C1-ABD2-0BD4B4AA7D3E}">
      <dsp:nvSpPr>
        <dsp:cNvPr id="0" name=""/>
        <dsp:cNvSpPr/>
      </dsp:nvSpPr>
      <dsp:spPr>
        <a:xfrm>
          <a:off x="3700229" y="2221653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93493-A72D-453F-BA29-2E6150BCB171}">
      <dsp:nvSpPr>
        <dsp:cNvPr id="0" name=""/>
        <dsp:cNvSpPr/>
      </dsp:nvSpPr>
      <dsp:spPr>
        <a:xfrm rot="10800000">
          <a:off x="3700229" y="2492586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17331-02A6-4D5E-A2B2-C3B683344499}">
      <dsp:nvSpPr>
        <dsp:cNvPr id="0" name=""/>
        <dsp:cNvSpPr/>
      </dsp:nvSpPr>
      <dsp:spPr>
        <a:xfrm>
          <a:off x="1704805" y="308864"/>
          <a:ext cx="2346282" cy="2346282"/>
        </a:xfrm>
        <a:prstGeom prst="pieWedg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Testing</a:t>
          </a:r>
        </a:p>
      </dsp:txBody>
      <dsp:txXfrm>
        <a:off x="2392015" y="996074"/>
        <a:ext cx="1659072" cy="1659072"/>
      </dsp:txXfrm>
    </dsp:sp>
    <dsp:sp modelId="{C5FD7ECD-8743-4FF8-BAF9-1C8C081E4985}">
      <dsp:nvSpPr>
        <dsp:cNvPr id="0" name=""/>
        <dsp:cNvSpPr/>
      </dsp:nvSpPr>
      <dsp:spPr>
        <a:xfrm rot="5400000">
          <a:off x="4159461" y="308864"/>
          <a:ext cx="2346282" cy="2346282"/>
        </a:xfrm>
        <a:prstGeom prst="pieWedg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Analysis</a:t>
          </a:r>
        </a:p>
      </dsp:txBody>
      <dsp:txXfrm rot="-5400000">
        <a:off x="4159461" y="996074"/>
        <a:ext cx="1659072" cy="1659072"/>
      </dsp:txXfrm>
    </dsp:sp>
    <dsp:sp modelId="{0FF619F1-ABCA-45E9-9D8E-73D61F7B8E4D}">
      <dsp:nvSpPr>
        <dsp:cNvPr id="0" name=""/>
        <dsp:cNvSpPr/>
      </dsp:nvSpPr>
      <dsp:spPr>
        <a:xfrm rot="10800000">
          <a:off x="4159461" y="2763520"/>
          <a:ext cx="2346282" cy="2346282"/>
        </a:xfrm>
        <a:prstGeom prst="pieWedge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Design</a:t>
          </a:r>
        </a:p>
      </dsp:txBody>
      <dsp:txXfrm rot="10800000">
        <a:off x="4159461" y="2763520"/>
        <a:ext cx="1659072" cy="1659072"/>
      </dsp:txXfrm>
    </dsp:sp>
    <dsp:sp modelId="{C75B77E1-B5B9-41AC-9851-4B6E79EA0AF8}">
      <dsp:nvSpPr>
        <dsp:cNvPr id="0" name=""/>
        <dsp:cNvSpPr/>
      </dsp:nvSpPr>
      <dsp:spPr>
        <a:xfrm rot="16200000">
          <a:off x="1704805" y="2763520"/>
          <a:ext cx="2346282" cy="2346282"/>
        </a:xfrm>
        <a:prstGeom prst="pieWedg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Coding</a:t>
          </a:r>
        </a:p>
      </dsp:txBody>
      <dsp:txXfrm rot="5400000">
        <a:off x="2392015" y="2763520"/>
        <a:ext cx="1659072" cy="1659072"/>
      </dsp:txXfrm>
    </dsp:sp>
    <dsp:sp modelId="{0ADDBEDF-6B10-45C1-ABD2-0BD4B4AA7D3E}">
      <dsp:nvSpPr>
        <dsp:cNvPr id="0" name=""/>
        <dsp:cNvSpPr/>
      </dsp:nvSpPr>
      <dsp:spPr>
        <a:xfrm>
          <a:off x="3700229" y="2221653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93493-A72D-453F-BA29-2E6150BCB171}">
      <dsp:nvSpPr>
        <dsp:cNvPr id="0" name=""/>
        <dsp:cNvSpPr/>
      </dsp:nvSpPr>
      <dsp:spPr>
        <a:xfrm rot="10800000">
          <a:off x="3700229" y="2492586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BF2221-3808-44D7-A4E8-D18A82C69F91}">
      <dsp:nvSpPr>
        <dsp:cNvPr id="0" name=""/>
        <dsp:cNvSpPr/>
      </dsp:nvSpPr>
      <dsp:spPr>
        <a:xfrm>
          <a:off x="3722274" y="-207486"/>
          <a:ext cx="1271231" cy="12712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Project initiation</a:t>
          </a:r>
        </a:p>
      </dsp:txBody>
      <dsp:txXfrm>
        <a:off x="3908441" y="-21319"/>
        <a:ext cx="898897" cy="898897"/>
      </dsp:txXfrm>
    </dsp:sp>
    <dsp:sp modelId="{2025A6AE-1D70-4611-BB26-E56619FFC761}">
      <dsp:nvSpPr>
        <dsp:cNvPr id="0" name=""/>
        <dsp:cNvSpPr/>
      </dsp:nvSpPr>
      <dsp:spPr>
        <a:xfrm rot="900000">
          <a:off x="4974091" y="450031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4974121" y="507400"/>
        <a:ext cx="4090" cy="172789"/>
      </dsp:txXfrm>
    </dsp:sp>
    <dsp:sp modelId="{CB1B2AED-D3FD-4F3C-A181-160DF4049244}">
      <dsp:nvSpPr>
        <dsp:cNvPr id="0" name=""/>
        <dsp:cNvSpPr/>
      </dsp:nvSpPr>
      <dsp:spPr>
        <a:xfrm>
          <a:off x="4960840" y="124386"/>
          <a:ext cx="1271231" cy="1271231"/>
        </a:xfrm>
        <a:prstGeom prst="ellipse">
          <a:avLst/>
        </a:prstGeom>
        <a:solidFill>
          <a:schemeClr val="accent2">
            <a:hueOff val="-132306"/>
            <a:satOff val="-7630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Feasibility</a:t>
          </a:r>
        </a:p>
      </dsp:txBody>
      <dsp:txXfrm>
        <a:off x="5147007" y="310553"/>
        <a:ext cx="898897" cy="898897"/>
      </dsp:txXfrm>
    </dsp:sp>
    <dsp:sp modelId="{23BC9426-6754-43B8-B80A-B4509E905815}">
      <dsp:nvSpPr>
        <dsp:cNvPr id="0" name=""/>
        <dsp:cNvSpPr/>
      </dsp:nvSpPr>
      <dsp:spPr>
        <a:xfrm rot="2700000">
          <a:off x="6046763" y="1069240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32306"/>
            <a:satOff val="-7630"/>
            <a:lumOff val="78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6047020" y="1126216"/>
        <a:ext cx="4090" cy="172789"/>
      </dsp:txXfrm>
    </dsp:sp>
    <dsp:sp modelId="{7814FA2E-5744-48A6-97CD-B74050327EEF}">
      <dsp:nvSpPr>
        <dsp:cNvPr id="0" name=""/>
        <dsp:cNvSpPr/>
      </dsp:nvSpPr>
      <dsp:spPr>
        <a:xfrm>
          <a:off x="5867533" y="1031079"/>
          <a:ext cx="1271231" cy="1271231"/>
        </a:xfrm>
        <a:prstGeom prst="ellipse">
          <a:avLst/>
        </a:prstGeom>
        <a:solidFill>
          <a:schemeClr val="accent2">
            <a:hueOff val="-264611"/>
            <a:satOff val="-15260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 dirty="0"/>
            <a:t>Requirements</a:t>
          </a:r>
        </a:p>
      </dsp:txBody>
      <dsp:txXfrm>
        <a:off x="6053700" y="1217246"/>
        <a:ext cx="898897" cy="898897"/>
      </dsp:txXfrm>
    </dsp:sp>
    <dsp:sp modelId="{6678777C-E33F-4F20-97E5-EB06127B82EE}">
      <dsp:nvSpPr>
        <dsp:cNvPr id="0" name=""/>
        <dsp:cNvSpPr/>
      </dsp:nvSpPr>
      <dsp:spPr>
        <a:xfrm rot="4500000">
          <a:off x="6666120" y="2141827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264611"/>
            <a:satOff val="-15260"/>
            <a:lumOff val="15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6666770" y="2198576"/>
        <a:ext cx="4090" cy="172789"/>
      </dsp:txXfrm>
    </dsp:sp>
    <dsp:sp modelId="{104E8B22-A6BD-41F5-819D-215ECE97BC4D}">
      <dsp:nvSpPr>
        <dsp:cNvPr id="0" name=""/>
        <dsp:cNvSpPr/>
      </dsp:nvSpPr>
      <dsp:spPr>
        <a:xfrm>
          <a:off x="6199406" y="2269644"/>
          <a:ext cx="1271231" cy="1271231"/>
        </a:xfrm>
        <a:prstGeom prst="ellipse">
          <a:avLst/>
        </a:prstGeom>
        <a:solidFill>
          <a:schemeClr val="accent2">
            <a:hueOff val="-396917"/>
            <a:satOff val="-22889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Analysis</a:t>
          </a:r>
        </a:p>
      </dsp:txBody>
      <dsp:txXfrm>
        <a:off x="6385573" y="2455811"/>
        <a:ext cx="898897" cy="898897"/>
      </dsp:txXfrm>
    </dsp:sp>
    <dsp:sp modelId="{8FED85A8-06C2-44EF-8883-573FFD42CC30}">
      <dsp:nvSpPr>
        <dsp:cNvPr id="0" name=""/>
        <dsp:cNvSpPr/>
      </dsp:nvSpPr>
      <dsp:spPr>
        <a:xfrm rot="6300000">
          <a:off x="6666206" y="3380392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96917"/>
            <a:satOff val="-22889"/>
            <a:lumOff val="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10800000">
        <a:off x="6667309" y="3437141"/>
        <a:ext cx="4090" cy="172789"/>
      </dsp:txXfrm>
    </dsp:sp>
    <dsp:sp modelId="{BCE52AA3-602D-450B-8ECA-1628BB9F0025}">
      <dsp:nvSpPr>
        <dsp:cNvPr id="0" name=""/>
        <dsp:cNvSpPr/>
      </dsp:nvSpPr>
      <dsp:spPr>
        <a:xfrm>
          <a:off x="5867533" y="3508210"/>
          <a:ext cx="1271231" cy="1271231"/>
        </a:xfrm>
        <a:prstGeom prst="ellipse">
          <a:avLst/>
        </a:prstGeom>
        <a:solidFill>
          <a:schemeClr val="accent2">
            <a:hueOff val="-529223"/>
            <a:satOff val="-30519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Design</a:t>
          </a:r>
        </a:p>
      </dsp:txBody>
      <dsp:txXfrm>
        <a:off x="6053700" y="3694377"/>
        <a:ext cx="898897" cy="898897"/>
      </dsp:txXfrm>
    </dsp:sp>
    <dsp:sp modelId="{1B0662D0-B473-4C5C-AB6A-6B2DD774383A}">
      <dsp:nvSpPr>
        <dsp:cNvPr id="0" name=""/>
        <dsp:cNvSpPr/>
      </dsp:nvSpPr>
      <dsp:spPr>
        <a:xfrm rot="8100000">
          <a:off x="6046997" y="4453065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529223"/>
            <a:satOff val="-30519"/>
            <a:lumOff val="31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10800000">
        <a:off x="6048493" y="4510041"/>
        <a:ext cx="4090" cy="172789"/>
      </dsp:txXfrm>
    </dsp:sp>
    <dsp:sp modelId="{2676B5C8-F470-4F3E-8494-ED154BC765D0}">
      <dsp:nvSpPr>
        <dsp:cNvPr id="0" name=""/>
        <dsp:cNvSpPr/>
      </dsp:nvSpPr>
      <dsp:spPr>
        <a:xfrm>
          <a:off x="4960840" y="4414903"/>
          <a:ext cx="1271231" cy="1271231"/>
        </a:xfrm>
        <a:prstGeom prst="ellipse">
          <a:avLst/>
        </a:prstGeom>
        <a:solidFill>
          <a:schemeClr val="accent2">
            <a:hueOff val="-661529"/>
            <a:satOff val="-38149"/>
            <a:lumOff val="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Development</a:t>
          </a:r>
        </a:p>
      </dsp:txBody>
      <dsp:txXfrm>
        <a:off x="5147007" y="4601070"/>
        <a:ext cx="898897" cy="898897"/>
      </dsp:txXfrm>
    </dsp:sp>
    <dsp:sp modelId="{C327CF91-CF52-4419-BE54-E9345835A113}">
      <dsp:nvSpPr>
        <dsp:cNvPr id="0" name=""/>
        <dsp:cNvSpPr/>
      </dsp:nvSpPr>
      <dsp:spPr>
        <a:xfrm rot="9900000">
          <a:off x="4974411" y="5072422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661529"/>
            <a:satOff val="-38149"/>
            <a:lumOff val="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10800000">
        <a:off x="4976134" y="5129791"/>
        <a:ext cx="4090" cy="172789"/>
      </dsp:txXfrm>
    </dsp:sp>
    <dsp:sp modelId="{3F0A7D16-40B8-47B0-8469-7FD0EDBEBAC4}">
      <dsp:nvSpPr>
        <dsp:cNvPr id="0" name=""/>
        <dsp:cNvSpPr/>
      </dsp:nvSpPr>
      <dsp:spPr>
        <a:xfrm>
          <a:off x="3722274" y="4746776"/>
          <a:ext cx="1271231" cy="1271231"/>
        </a:xfrm>
        <a:prstGeom prst="ellipse">
          <a:avLst/>
        </a:prstGeom>
        <a:solidFill>
          <a:schemeClr val="accent2">
            <a:hueOff val="-793834"/>
            <a:satOff val="-45779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Testing</a:t>
          </a:r>
        </a:p>
      </dsp:txBody>
      <dsp:txXfrm>
        <a:off x="3908441" y="4932943"/>
        <a:ext cx="898897" cy="898897"/>
      </dsp:txXfrm>
    </dsp:sp>
    <dsp:sp modelId="{D5AF64AB-1041-4089-8744-CCA01E84796B}">
      <dsp:nvSpPr>
        <dsp:cNvPr id="0" name=""/>
        <dsp:cNvSpPr/>
      </dsp:nvSpPr>
      <dsp:spPr>
        <a:xfrm rot="11700000">
          <a:off x="3735845" y="5072507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93834"/>
            <a:satOff val="-45779"/>
            <a:lumOff val="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10800000">
        <a:off x="3737568" y="5130330"/>
        <a:ext cx="4090" cy="172789"/>
      </dsp:txXfrm>
    </dsp:sp>
    <dsp:sp modelId="{3673F27F-E50E-4B50-8A48-9E772EBFC8B3}">
      <dsp:nvSpPr>
        <dsp:cNvPr id="0" name=""/>
        <dsp:cNvSpPr/>
      </dsp:nvSpPr>
      <dsp:spPr>
        <a:xfrm>
          <a:off x="2483709" y="4414903"/>
          <a:ext cx="1271231" cy="1271231"/>
        </a:xfrm>
        <a:prstGeom prst="ellipse">
          <a:avLst/>
        </a:prstGeom>
        <a:solidFill>
          <a:schemeClr val="accent2">
            <a:hueOff val="-926140"/>
            <a:satOff val="-53409"/>
            <a:lumOff val="54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Installation planning</a:t>
          </a:r>
        </a:p>
      </dsp:txBody>
      <dsp:txXfrm>
        <a:off x="2669876" y="4601070"/>
        <a:ext cx="898897" cy="898897"/>
      </dsp:txXfrm>
    </dsp:sp>
    <dsp:sp modelId="{2AC6BFC1-C646-433D-8DE1-2004755ED17E}">
      <dsp:nvSpPr>
        <dsp:cNvPr id="0" name=""/>
        <dsp:cNvSpPr/>
      </dsp:nvSpPr>
      <dsp:spPr>
        <a:xfrm rot="13500000">
          <a:off x="2663173" y="4453298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926140"/>
            <a:satOff val="-53409"/>
            <a:lumOff val="54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10800000">
        <a:off x="2664669" y="4511514"/>
        <a:ext cx="4090" cy="172789"/>
      </dsp:txXfrm>
    </dsp:sp>
    <dsp:sp modelId="{8FB78F42-A76A-406C-89A5-C634F578EF35}">
      <dsp:nvSpPr>
        <dsp:cNvPr id="0" name=""/>
        <dsp:cNvSpPr/>
      </dsp:nvSpPr>
      <dsp:spPr>
        <a:xfrm>
          <a:off x="1577016" y="3508210"/>
          <a:ext cx="1271231" cy="1271231"/>
        </a:xfrm>
        <a:prstGeom prst="ellipse">
          <a:avLst/>
        </a:prstGeom>
        <a:solidFill>
          <a:schemeClr val="accent2">
            <a:hueOff val="-1058446"/>
            <a:satOff val="-61039"/>
            <a:lumOff val="62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Deployment</a:t>
          </a:r>
        </a:p>
      </dsp:txBody>
      <dsp:txXfrm>
        <a:off x="1763183" y="3694377"/>
        <a:ext cx="898897" cy="898897"/>
      </dsp:txXfrm>
    </dsp:sp>
    <dsp:sp modelId="{423780BF-1095-4F53-A456-2C176DD215AB}">
      <dsp:nvSpPr>
        <dsp:cNvPr id="0" name=""/>
        <dsp:cNvSpPr/>
      </dsp:nvSpPr>
      <dsp:spPr>
        <a:xfrm rot="15300000">
          <a:off x="2043816" y="3380712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58446"/>
            <a:satOff val="-61039"/>
            <a:lumOff val="62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10800000">
        <a:off x="2044919" y="3439155"/>
        <a:ext cx="4090" cy="172789"/>
      </dsp:txXfrm>
    </dsp:sp>
    <dsp:sp modelId="{868EA863-FD5B-4676-9C7D-87FE54190D32}">
      <dsp:nvSpPr>
        <dsp:cNvPr id="0" name=""/>
        <dsp:cNvSpPr/>
      </dsp:nvSpPr>
      <dsp:spPr>
        <a:xfrm>
          <a:off x="1245143" y="2269644"/>
          <a:ext cx="1271231" cy="1271231"/>
        </a:xfrm>
        <a:prstGeom prst="ellipse">
          <a:avLst/>
        </a:prstGeom>
        <a:solidFill>
          <a:schemeClr val="accent2">
            <a:hueOff val="-1190752"/>
            <a:satOff val="-68668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Evaluation</a:t>
          </a:r>
        </a:p>
      </dsp:txBody>
      <dsp:txXfrm>
        <a:off x="1431310" y="2455811"/>
        <a:ext cx="898897" cy="898897"/>
      </dsp:txXfrm>
    </dsp:sp>
    <dsp:sp modelId="{D8334DAE-C394-4840-8AA9-A5DA77F4E1E3}">
      <dsp:nvSpPr>
        <dsp:cNvPr id="0" name=""/>
        <dsp:cNvSpPr/>
      </dsp:nvSpPr>
      <dsp:spPr>
        <a:xfrm rot="17100000">
          <a:off x="2043730" y="2142146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190752"/>
            <a:satOff val="-68668"/>
            <a:lumOff val="70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2044380" y="2200589"/>
        <a:ext cx="4090" cy="172789"/>
      </dsp:txXfrm>
    </dsp:sp>
    <dsp:sp modelId="{6DD8F5FB-F27E-4541-B784-1637B62096D1}">
      <dsp:nvSpPr>
        <dsp:cNvPr id="0" name=""/>
        <dsp:cNvSpPr/>
      </dsp:nvSpPr>
      <dsp:spPr>
        <a:xfrm>
          <a:off x="1577016" y="1031079"/>
          <a:ext cx="1271231" cy="1271231"/>
        </a:xfrm>
        <a:prstGeom prst="ellipse">
          <a:avLst/>
        </a:prstGeom>
        <a:solidFill>
          <a:schemeClr val="accent2">
            <a:hueOff val="-1323057"/>
            <a:satOff val="-76298"/>
            <a:lumOff val="78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Maintenance</a:t>
          </a:r>
        </a:p>
      </dsp:txBody>
      <dsp:txXfrm>
        <a:off x="1763183" y="1217246"/>
        <a:ext cx="898897" cy="898897"/>
      </dsp:txXfrm>
    </dsp:sp>
    <dsp:sp modelId="{AE885600-5A05-4A01-BBAA-FE2787FDCC8E}">
      <dsp:nvSpPr>
        <dsp:cNvPr id="0" name=""/>
        <dsp:cNvSpPr/>
      </dsp:nvSpPr>
      <dsp:spPr>
        <a:xfrm rot="18900000">
          <a:off x="2662939" y="1069474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323057"/>
            <a:satOff val="-76298"/>
            <a:lumOff val="78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2663196" y="1127690"/>
        <a:ext cx="4090" cy="172789"/>
      </dsp:txXfrm>
    </dsp:sp>
    <dsp:sp modelId="{2F6E57EA-CC59-4154-A237-A17E617921B8}">
      <dsp:nvSpPr>
        <dsp:cNvPr id="0" name=""/>
        <dsp:cNvSpPr/>
      </dsp:nvSpPr>
      <dsp:spPr>
        <a:xfrm>
          <a:off x="2483709" y="124386"/>
          <a:ext cx="1271231" cy="1271231"/>
        </a:xfrm>
        <a:prstGeom prst="ellips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b="0" kern="1200" dirty="0"/>
            <a:t>Disposal</a:t>
          </a:r>
        </a:p>
      </dsp:txBody>
      <dsp:txXfrm>
        <a:off x="2669876" y="310553"/>
        <a:ext cx="898897" cy="898897"/>
      </dsp:txXfrm>
    </dsp:sp>
    <dsp:sp modelId="{44112E99-0960-491E-B270-E76C7D361571}">
      <dsp:nvSpPr>
        <dsp:cNvPr id="0" name=""/>
        <dsp:cNvSpPr/>
      </dsp:nvSpPr>
      <dsp:spPr>
        <a:xfrm rot="20700000">
          <a:off x="3735525" y="450117"/>
          <a:ext cx="5843" cy="2879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3735555" y="507940"/>
        <a:ext cx="4090" cy="172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86045-0178-4FB2-9D7A-08D75B7694C8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8237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Software development life cycle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Software development life cycle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blackboard&#10;&#10;Description automatically generated">
            <a:extLst>
              <a:ext uri="{FF2B5EF4-FFF2-40B4-BE49-F238E27FC236}">
                <a16:creationId xmlns:a16="http://schemas.microsoft.com/office/drawing/2014/main" id="{8B56DD18-4366-479E-BC46-B9DFB05033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9" b="10690"/>
          <a:stretch/>
        </p:blipFill>
        <p:spPr>
          <a:xfrm>
            <a:off x="0" y="419100"/>
            <a:ext cx="12192000" cy="6438900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176565" y="1097248"/>
            <a:ext cx="11586810" cy="1158467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When developing a solution to a problem for a computer system, programmers work through a number of distinct phases.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Collectively, these phases are known as the </a:t>
            </a:r>
            <a:r>
              <a:rPr lang="en-GB" b="1" dirty="0">
                <a:solidFill>
                  <a:schemeClr val="tx1"/>
                </a:solidFill>
              </a:rPr>
              <a:t>software development lifecycle (SDLC).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At a very simple level, software development involves four identifiable stages.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4104778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development lifecycle</a:t>
            </a:r>
          </a:p>
        </p:txBody>
      </p:sp>
    </p:spTree>
    <p:extLst>
      <p:ext uri="{BB962C8B-B14F-4D97-AF65-F5344CB8AC3E}">
        <p14:creationId xmlns:p14="http://schemas.microsoft.com/office/powerpoint/2010/main" val="117266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72C8FC-C37C-DCBF-C074-E86CACAF3846}"/>
              </a:ext>
            </a:extLst>
          </p:cNvPr>
          <p:cNvSpPr/>
          <p:nvPr/>
        </p:nvSpPr>
        <p:spPr>
          <a:xfrm>
            <a:off x="7696202" y="1116278"/>
            <a:ext cx="3810000" cy="2140163"/>
          </a:xfrm>
          <a:prstGeom prst="roundRect">
            <a:avLst/>
          </a:prstGeom>
          <a:noFill/>
          <a:ln w="38100">
            <a:solidFill>
              <a:srgbClr val="AC7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61950" lvl="0" algn="r"/>
            <a:r>
              <a:rPr lang="en-GB" sz="1800" dirty="0">
                <a:solidFill>
                  <a:schemeClr val="tx1"/>
                </a:solidFill>
              </a:rPr>
              <a:t>Abstraction</a:t>
            </a:r>
          </a:p>
          <a:p>
            <a:pPr marL="361950" lvl="0" algn="r"/>
            <a:r>
              <a:rPr lang="en-GB" sz="1800" dirty="0">
                <a:solidFill>
                  <a:schemeClr val="tx1"/>
                </a:solidFill>
              </a:rPr>
              <a:t>Problem decomposition</a:t>
            </a:r>
          </a:p>
          <a:p>
            <a:pPr marL="361950" lvl="0" algn="r"/>
            <a:r>
              <a:rPr lang="en-GB" sz="1800" dirty="0">
                <a:solidFill>
                  <a:schemeClr val="tx1"/>
                </a:solidFill>
              </a:rPr>
              <a:t>Problem identification</a:t>
            </a:r>
          </a:p>
          <a:p>
            <a:pPr marL="361950" lvl="0" algn="r"/>
            <a:r>
              <a:rPr lang="en-GB" sz="1800" dirty="0">
                <a:solidFill>
                  <a:schemeClr val="tx1"/>
                </a:solidFill>
              </a:rPr>
              <a:t>Requirements</a:t>
            </a:r>
          </a:p>
          <a:p>
            <a:pPr algn="r"/>
            <a:endParaRPr lang="en-GB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DD93DEF-42C0-1C1D-425F-D5E1B00B92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6062855"/>
              </p:ext>
            </p:extLst>
          </p:nvPr>
        </p:nvGraphicFramePr>
        <p:xfrm>
          <a:off x="1993303" y="1116278"/>
          <a:ext cx="82105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4D0C9C2-0784-A2A9-F16D-4BE5A2999F72}"/>
              </a:ext>
            </a:extLst>
          </p:cNvPr>
          <p:cNvSpPr/>
          <p:nvPr/>
        </p:nvSpPr>
        <p:spPr>
          <a:xfrm>
            <a:off x="176565" y="523174"/>
            <a:ext cx="4104778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development lifecycle</a:t>
            </a: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72C8FC-C37C-DCBF-C074-E86CACAF3846}"/>
              </a:ext>
            </a:extLst>
          </p:cNvPr>
          <p:cNvSpPr/>
          <p:nvPr/>
        </p:nvSpPr>
        <p:spPr>
          <a:xfrm>
            <a:off x="7696202" y="1116278"/>
            <a:ext cx="3810000" cy="2140163"/>
          </a:xfrm>
          <a:prstGeom prst="roundRect">
            <a:avLst/>
          </a:prstGeom>
          <a:noFill/>
          <a:ln w="38100">
            <a:solidFill>
              <a:srgbClr val="AC7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61950" lvl="0" algn="r"/>
            <a:r>
              <a:rPr lang="en-GB" dirty="0">
                <a:solidFill>
                  <a:schemeClr val="tx1"/>
                </a:solidFill>
              </a:rPr>
              <a:t>Abstraction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Problem decomposition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Problem identification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Requirements</a:t>
            </a:r>
          </a:p>
          <a:p>
            <a:pPr algn="r"/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AAD8A4-B2F8-6412-79A8-7C68959B54D0}"/>
              </a:ext>
            </a:extLst>
          </p:cNvPr>
          <p:cNvSpPr/>
          <p:nvPr/>
        </p:nvSpPr>
        <p:spPr>
          <a:xfrm>
            <a:off x="7696202" y="4118556"/>
            <a:ext cx="3810000" cy="2140163"/>
          </a:xfrm>
          <a:prstGeom prst="roundRect">
            <a:avLst/>
          </a:prstGeom>
          <a:noFill/>
          <a:ln w="38100">
            <a:solidFill>
              <a:srgbClr val="AF5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361950" lvl="0" algn="r"/>
            <a:r>
              <a:rPr lang="en-GB" dirty="0">
                <a:solidFill>
                  <a:schemeClr val="tx1"/>
                </a:solidFill>
              </a:rPr>
              <a:t>Further decomposition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Structure diagrams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Flowcharts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Pseudocode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83C00A-0EB5-A8EB-C34A-834DB9671B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22342"/>
              </p:ext>
            </p:extLst>
          </p:nvPr>
        </p:nvGraphicFramePr>
        <p:xfrm>
          <a:off x="1993303" y="1116278"/>
          <a:ext cx="82105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750DA55-271D-191D-B63C-F2B30E09A227}"/>
              </a:ext>
            </a:extLst>
          </p:cNvPr>
          <p:cNvSpPr/>
          <p:nvPr/>
        </p:nvSpPr>
        <p:spPr>
          <a:xfrm>
            <a:off x="176565" y="523174"/>
            <a:ext cx="4104778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development lifecycle</a:t>
            </a:r>
          </a:p>
        </p:txBody>
      </p:sp>
    </p:spTree>
    <p:extLst>
      <p:ext uri="{BB962C8B-B14F-4D97-AF65-F5344CB8AC3E}">
        <p14:creationId xmlns:p14="http://schemas.microsoft.com/office/powerpoint/2010/main" val="296724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5813F22-1291-A555-9984-11E9B74B87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7464724"/>
              </p:ext>
            </p:extLst>
          </p:nvPr>
        </p:nvGraphicFramePr>
        <p:xfrm>
          <a:off x="1993303" y="1116278"/>
          <a:ext cx="82105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72C8FC-C37C-DCBF-C074-E86CACAF3846}"/>
              </a:ext>
            </a:extLst>
          </p:cNvPr>
          <p:cNvSpPr/>
          <p:nvPr/>
        </p:nvSpPr>
        <p:spPr>
          <a:xfrm>
            <a:off x="7696202" y="1116278"/>
            <a:ext cx="3810000" cy="2140163"/>
          </a:xfrm>
          <a:prstGeom prst="roundRect">
            <a:avLst/>
          </a:prstGeom>
          <a:noFill/>
          <a:ln w="38100">
            <a:solidFill>
              <a:srgbClr val="AC7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61950" lvl="0" algn="r"/>
            <a:r>
              <a:rPr lang="en-GB" dirty="0">
                <a:solidFill>
                  <a:schemeClr val="tx1"/>
                </a:solidFill>
              </a:rPr>
              <a:t>Abstraction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Problem decomposition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Problem identification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Requirements</a:t>
            </a:r>
          </a:p>
          <a:p>
            <a:pPr algn="r"/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AAD8A4-B2F8-6412-79A8-7C68959B54D0}"/>
              </a:ext>
            </a:extLst>
          </p:cNvPr>
          <p:cNvSpPr/>
          <p:nvPr/>
        </p:nvSpPr>
        <p:spPr>
          <a:xfrm>
            <a:off x="7696202" y="4118556"/>
            <a:ext cx="3810000" cy="2140163"/>
          </a:xfrm>
          <a:prstGeom prst="roundRect">
            <a:avLst/>
          </a:prstGeom>
          <a:noFill/>
          <a:ln w="38100">
            <a:solidFill>
              <a:srgbClr val="AF5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361950" lvl="0" algn="r"/>
            <a:r>
              <a:rPr lang="en-GB" dirty="0">
                <a:solidFill>
                  <a:schemeClr val="tx1"/>
                </a:solidFill>
              </a:rPr>
              <a:t>Further decomposition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Structure diagrams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Flowcharts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Pseudocode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AE2C40-007A-1182-738A-38F81FFD1459}"/>
              </a:ext>
            </a:extLst>
          </p:cNvPr>
          <p:cNvSpPr/>
          <p:nvPr/>
        </p:nvSpPr>
        <p:spPr>
          <a:xfrm>
            <a:off x="685800" y="4118557"/>
            <a:ext cx="3810000" cy="2140163"/>
          </a:xfrm>
          <a:prstGeom prst="roundRect">
            <a:avLst/>
          </a:prstGeom>
          <a:noFill/>
          <a:ln w="38100">
            <a:solidFill>
              <a:srgbClr val="B43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r>
              <a:rPr lang="en-GB" dirty="0">
                <a:solidFill>
                  <a:schemeClr val="tx1"/>
                </a:solidFill>
              </a:rPr>
              <a:t>Writing program code</a:t>
            </a:r>
          </a:p>
          <a:p>
            <a:pPr lvl="0"/>
            <a:r>
              <a:rPr lang="en-GB" dirty="0">
                <a:solidFill>
                  <a:schemeClr val="tx1"/>
                </a:solidFill>
              </a:rPr>
              <a:t>Iterative 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7EC045-E456-8A65-81F7-4B9D37026873}"/>
              </a:ext>
            </a:extLst>
          </p:cNvPr>
          <p:cNvSpPr/>
          <p:nvPr/>
        </p:nvSpPr>
        <p:spPr>
          <a:xfrm>
            <a:off x="176565" y="523174"/>
            <a:ext cx="4104778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development lifecycle</a:t>
            </a:r>
          </a:p>
        </p:txBody>
      </p:sp>
    </p:spTree>
    <p:extLst>
      <p:ext uri="{BB962C8B-B14F-4D97-AF65-F5344CB8AC3E}">
        <p14:creationId xmlns:p14="http://schemas.microsoft.com/office/powerpoint/2010/main" val="115679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5813F22-1291-A555-9984-11E9B74B877B}"/>
              </a:ext>
            </a:extLst>
          </p:cNvPr>
          <p:cNvGraphicFramePr/>
          <p:nvPr/>
        </p:nvGraphicFramePr>
        <p:xfrm>
          <a:off x="1993303" y="1116278"/>
          <a:ext cx="82105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72C8FC-C37C-DCBF-C074-E86CACAF3846}"/>
              </a:ext>
            </a:extLst>
          </p:cNvPr>
          <p:cNvSpPr/>
          <p:nvPr/>
        </p:nvSpPr>
        <p:spPr>
          <a:xfrm>
            <a:off x="7696202" y="1116278"/>
            <a:ext cx="3810000" cy="2140163"/>
          </a:xfrm>
          <a:prstGeom prst="roundRect">
            <a:avLst/>
          </a:prstGeom>
          <a:noFill/>
          <a:ln w="38100">
            <a:solidFill>
              <a:srgbClr val="AC7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61950" lvl="0" algn="r"/>
            <a:r>
              <a:rPr lang="en-GB" dirty="0">
                <a:solidFill>
                  <a:schemeClr val="tx1"/>
                </a:solidFill>
              </a:rPr>
              <a:t>Abstraction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Problem decomposition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Problem identification</a:t>
            </a:r>
          </a:p>
          <a:p>
            <a:pPr marL="361950" lvl="0" algn="r"/>
            <a:r>
              <a:rPr lang="en-GB" dirty="0">
                <a:solidFill>
                  <a:schemeClr val="tx1"/>
                </a:solidFill>
              </a:rPr>
              <a:t>Requirements</a:t>
            </a:r>
          </a:p>
          <a:p>
            <a:pPr algn="r"/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AAD8A4-B2F8-6412-79A8-7C68959B54D0}"/>
              </a:ext>
            </a:extLst>
          </p:cNvPr>
          <p:cNvSpPr/>
          <p:nvPr/>
        </p:nvSpPr>
        <p:spPr>
          <a:xfrm>
            <a:off x="7696202" y="4118556"/>
            <a:ext cx="3810000" cy="2140163"/>
          </a:xfrm>
          <a:prstGeom prst="roundRect">
            <a:avLst/>
          </a:prstGeom>
          <a:noFill/>
          <a:ln w="38100">
            <a:solidFill>
              <a:srgbClr val="AF5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361950" lvl="0" algn="r"/>
            <a:r>
              <a:rPr lang="en-GB" sz="1800" dirty="0">
                <a:solidFill>
                  <a:schemeClr val="tx1"/>
                </a:solidFill>
              </a:rPr>
              <a:t>Further decomposition</a:t>
            </a:r>
          </a:p>
          <a:p>
            <a:pPr marL="361950" lvl="0" algn="r"/>
            <a:r>
              <a:rPr lang="en-GB" sz="1800" dirty="0">
                <a:solidFill>
                  <a:schemeClr val="tx1"/>
                </a:solidFill>
              </a:rPr>
              <a:t>Structure diagrams</a:t>
            </a:r>
          </a:p>
          <a:p>
            <a:pPr marL="361950" lvl="0" algn="r"/>
            <a:r>
              <a:rPr lang="en-GB" sz="1800" dirty="0">
                <a:solidFill>
                  <a:schemeClr val="tx1"/>
                </a:solidFill>
              </a:rPr>
              <a:t>Flowcharts</a:t>
            </a:r>
          </a:p>
          <a:p>
            <a:pPr marL="361950" lvl="0" algn="r"/>
            <a:r>
              <a:rPr lang="en-GB" sz="1800" dirty="0">
                <a:solidFill>
                  <a:schemeClr val="tx1"/>
                </a:solidFill>
              </a:rPr>
              <a:t>Pseudocode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AE2C40-007A-1182-738A-38F81FFD1459}"/>
              </a:ext>
            </a:extLst>
          </p:cNvPr>
          <p:cNvSpPr/>
          <p:nvPr/>
        </p:nvSpPr>
        <p:spPr>
          <a:xfrm>
            <a:off x="685800" y="4118557"/>
            <a:ext cx="3810000" cy="2140163"/>
          </a:xfrm>
          <a:prstGeom prst="roundRect">
            <a:avLst/>
          </a:prstGeom>
          <a:noFill/>
          <a:ln w="38100">
            <a:solidFill>
              <a:srgbClr val="B43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r>
              <a:rPr lang="en-GB" sz="1800" dirty="0">
                <a:solidFill>
                  <a:schemeClr val="tx1"/>
                </a:solidFill>
              </a:rPr>
              <a:t>Writing program code</a:t>
            </a:r>
          </a:p>
          <a:p>
            <a:pPr lvl="0"/>
            <a:r>
              <a:rPr lang="en-GB" sz="1800" dirty="0">
                <a:solidFill>
                  <a:schemeClr val="tx1"/>
                </a:solidFill>
              </a:rPr>
              <a:t>Iterative testing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81EA5E-2AC3-0366-05FE-91118B0C3B6A}"/>
              </a:ext>
            </a:extLst>
          </p:cNvPr>
          <p:cNvSpPr/>
          <p:nvPr/>
        </p:nvSpPr>
        <p:spPr>
          <a:xfrm>
            <a:off x="685800" y="1096432"/>
            <a:ext cx="3810000" cy="2140163"/>
          </a:xfrm>
          <a:prstGeom prst="roundRect">
            <a:avLst/>
          </a:prstGeom>
          <a:noFill/>
          <a:ln w="38100"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GB" sz="1800" dirty="0">
                <a:solidFill>
                  <a:schemeClr val="tx1"/>
                </a:solidFill>
              </a:rPr>
              <a:t>Testing program code using test data</a:t>
            </a:r>
          </a:p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323CEF-F9E4-A1C1-2DA4-76D349E193EE}"/>
              </a:ext>
            </a:extLst>
          </p:cNvPr>
          <p:cNvSpPr/>
          <p:nvPr/>
        </p:nvSpPr>
        <p:spPr>
          <a:xfrm>
            <a:off x="176565" y="523174"/>
            <a:ext cx="4104778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development lifecycle</a:t>
            </a:r>
          </a:p>
        </p:txBody>
      </p:sp>
    </p:spTree>
    <p:extLst>
      <p:ext uri="{BB962C8B-B14F-4D97-AF65-F5344CB8AC3E}">
        <p14:creationId xmlns:p14="http://schemas.microsoft.com/office/powerpoint/2010/main" val="130030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176565" y="993174"/>
            <a:ext cx="10329307" cy="5180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developing a solution to a problem for a computer system, programmers work through a number of distinct phases, collectively known as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development lifecycle (SDLC)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four main stages, during which various key tasks need to be performed: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decomposition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identification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Further decomposition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diagrams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Flowcharts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Coding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program code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Iterative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Testing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Testing program code using test data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FF8E163C-6589-4FB3-90A9-BD32DA306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664" y="668902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EB13A4-1DB3-58C7-D2FA-5847FCBC8DDA}"/>
              </a:ext>
            </a:extLst>
          </p:cNvPr>
          <p:cNvSpPr/>
          <p:nvPr/>
        </p:nvSpPr>
        <p:spPr>
          <a:xfrm>
            <a:off x="176565" y="523174"/>
            <a:ext cx="4104778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development lifecycle</a:t>
            </a:r>
          </a:p>
        </p:txBody>
      </p:sp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5"/>
            <a:ext cx="9879279" cy="52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3200AF-478E-667E-0CA8-18481D9C30F8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Going beyond the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IGCSE specification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1E4006B6-C4A9-7005-7812-76C14600D4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90" y="2685345"/>
            <a:ext cx="1381140" cy="138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4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72332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many stages are there?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9508F0-4CDB-4C70-BC93-230E1E9DAEDF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How many stages are there in the software development lifecycle? 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This video specifies four. 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But if you research this question on the internet or read a textbook, you will find a dozen different answers.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FC0DD81-47A4-2F56-3365-6DE642A2BC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9611336"/>
              </p:ext>
            </p:extLst>
          </p:nvPr>
        </p:nvGraphicFramePr>
        <p:xfrm>
          <a:off x="145453" y="1116278"/>
          <a:ext cx="82105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6771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46058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SDLC: Seven- or eight-stage version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594226-D7F7-4301-B5CB-9CF68C9A9306}"/>
              </a:ext>
            </a:extLst>
          </p:cNvPr>
          <p:cNvGrpSpPr/>
          <p:nvPr/>
        </p:nvGrpSpPr>
        <p:grpSpPr>
          <a:xfrm>
            <a:off x="4363771" y="1211062"/>
            <a:ext cx="2014947" cy="1559904"/>
            <a:chOff x="4363771" y="1211062"/>
            <a:chExt cx="2014947" cy="155990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FCA7698-9879-415E-ACCD-6247B42B4262}"/>
                </a:ext>
              </a:extLst>
            </p:cNvPr>
            <p:cNvGrpSpPr/>
            <p:nvPr/>
          </p:nvGrpSpPr>
          <p:grpSpPr>
            <a:xfrm>
              <a:off x="4363771" y="1211062"/>
              <a:ext cx="2014947" cy="1559904"/>
              <a:chOff x="4363771" y="1211062"/>
              <a:chExt cx="2014947" cy="1559904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7D7B1D4-675B-4058-BFF7-9F4B7A3534C8}"/>
                  </a:ext>
                </a:extLst>
              </p:cNvPr>
              <p:cNvSpPr txBox="1"/>
              <p:nvPr/>
            </p:nvSpPr>
            <p:spPr>
              <a:xfrm rot="1690013">
                <a:off x="4882346" y="1214494"/>
                <a:ext cx="1496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Requirements</a:t>
                </a: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3F94825-6EFB-4C2A-8A09-D155539F89AE}"/>
                  </a:ext>
                </a:extLst>
              </p:cNvPr>
              <p:cNvSpPr/>
              <p:nvPr/>
            </p:nvSpPr>
            <p:spPr>
              <a:xfrm>
                <a:off x="4363771" y="1211062"/>
                <a:ext cx="2000372" cy="1559904"/>
              </a:xfrm>
              <a:custGeom>
                <a:avLst/>
                <a:gdLst>
                  <a:gd name="connsiteX0" fmla="*/ 1321057 w 2068990"/>
                  <a:gd name="connsiteY0" fmla="*/ 1613413 h 1613413"/>
                  <a:gd name="connsiteX1" fmla="*/ 2068990 w 2068990"/>
                  <a:gd name="connsiteY1" fmla="*/ 1016767 h 1613413"/>
                  <a:gd name="connsiteX2" fmla="*/ 0 w 2068990"/>
                  <a:gd name="connsiteY2" fmla="*/ 0 h 1613413"/>
                  <a:gd name="connsiteX3" fmla="*/ 0 w 2068990"/>
                  <a:gd name="connsiteY3" fmla="*/ 961149 h 1613413"/>
                  <a:gd name="connsiteX4" fmla="*/ 1321057 w 2068990"/>
                  <a:gd name="connsiteY4" fmla="*/ 1613413 h 1613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8990" h="1613413">
                    <a:moveTo>
                      <a:pt x="1321057" y="1613413"/>
                    </a:moveTo>
                    <a:lnTo>
                      <a:pt x="2068990" y="1016767"/>
                    </a:lnTo>
                    <a:cubicBezTo>
                      <a:pt x="1581661" y="408051"/>
                      <a:pt x="837087" y="14196"/>
                      <a:pt x="0" y="0"/>
                    </a:cubicBezTo>
                    <a:lnTo>
                      <a:pt x="0" y="961149"/>
                    </a:lnTo>
                    <a:cubicBezTo>
                      <a:pt x="514693" y="974344"/>
                      <a:pt x="997647" y="1212803"/>
                      <a:pt x="1321057" y="1613413"/>
                    </a:cubicBezTo>
                    <a:close/>
                  </a:path>
                </a:pathLst>
              </a:custGeom>
              <a:solidFill>
                <a:srgbClr val="662D9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5E9A8FC-4E1D-4961-BA9C-E51BF74448B5}"/>
                </a:ext>
              </a:extLst>
            </p:cNvPr>
            <p:cNvSpPr/>
            <p:nvPr/>
          </p:nvSpPr>
          <p:spPr>
            <a:xfrm>
              <a:off x="5145911" y="1787986"/>
              <a:ext cx="68493" cy="9946"/>
            </a:xfrm>
            <a:custGeom>
              <a:avLst/>
              <a:gdLst>
                <a:gd name="connsiteX0" fmla="*/ 0 w 70843"/>
                <a:gd name="connsiteY0" fmla="*/ 0 h 10287"/>
                <a:gd name="connsiteX1" fmla="*/ 70843 w 70843"/>
                <a:gd name="connsiteY1" fmla="*/ 0 h 10287"/>
                <a:gd name="connsiteX2" fmla="*/ 70843 w 70843"/>
                <a:gd name="connsiteY2" fmla="*/ 10287 h 10287"/>
                <a:gd name="connsiteX3" fmla="*/ 0 w 70843"/>
                <a:gd name="connsiteY3" fmla="*/ 10287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843" h="10287">
                  <a:moveTo>
                    <a:pt x="0" y="0"/>
                  </a:moveTo>
                  <a:lnTo>
                    <a:pt x="70843" y="0"/>
                  </a:lnTo>
                  <a:lnTo>
                    <a:pt x="70843" y="10287"/>
                  </a:lnTo>
                  <a:lnTo>
                    <a:pt x="0" y="10287"/>
                  </a:lnTo>
                  <a:close/>
                </a:path>
              </a:pathLst>
            </a:custGeom>
            <a:solidFill>
              <a:srgbClr val="F2F2F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1C8B7C7-05D8-46C3-AEE3-FD2E8D76F2AD}"/>
                </a:ext>
              </a:extLst>
            </p:cNvPr>
            <p:cNvSpPr/>
            <p:nvPr/>
          </p:nvSpPr>
          <p:spPr>
            <a:xfrm>
              <a:off x="5145911" y="1854093"/>
              <a:ext cx="58348" cy="9946"/>
            </a:xfrm>
            <a:custGeom>
              <a:avLst/>
              <a:gdLst>
                <a:gd name="connsiteX0" fmla="*/ 0 w 60350"/>
                <a:gd name="connsiteY0" fmla="*/ 0 h 10287"/>
                <a:gd name="connsiteX1" fmla="*/ 60350 w 60350"/>
                <a:gd name="connsiteY1" fmla="*/ 0 h 10287"/>
                <a:gd name="connsiteX2" fmla="*/ 60350 w 60350"/>
                <a:gd name="connsiteY2" fmla="*/ 10287 h 10287"/>
                <a:gd name="connsiteX3" fmla="*/ 0 w 60350"/>
                <a:gd name="connsiteY3" fmla="*/ 10287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350" h="10287">
                  <a:moveTo>
                    <a:pt x="0" y="0"/>
                  </a:moveTo>
                  <a:lnTo>
                    <a:pt x="60350" y="0"/>
                  </a:lnTo>
                  <a:lnTo>
                    <a:pt x="60350" y="10287"/>
                  </a:lnTo>
                  <a:lnTo>
                    <a:pt x="0" y="10287"/>
                  </a:lnTo>
                  <a:close/>
                </a:path>
              </a:pathLst>
            </a:custGeom>
            <a:solidFill>
              <a:srgbClr val="F2F2F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2DF2E5-89DF-41A1-A7F9-4BD2A0F06755}"/>
                </a:ext>
              </a:extLst>
            </p:cNvPr>
            <p:cNvSpPr/>
            <p:nvPr/>
          </p:nvSpPr>
          <p:spPr>
            <a:xfrm>
              <a:off x="5145911" y="1922388"/>
              <a:ext cx="58348" cy="9946"/>
            </a:xfrm>
            <a:custGeom>
              <a:avLst/>
              <a:gdLst>
                <a:gd name="connsiteX0" fmla="*/ 0 w 60350"/>
                <a:gd name="connsiteY0" fmla="*/ 0 h 10287"/>
                <a:gd name="connsiteX1" fmla="*/ 60350 w 60350"/>
                <a:gd name="connsiteY1" fmla="*/ 0 h 10287"/>
                <a:gd name="connsiteX2" fmla="*/ 60350 w 60350"/>
                <a:gd name="connsiteY2" fmla="*/ 10287 h 10287"/>
                <a:gd name="connsiteX3" fmla="*/ 0 w 60350"/>
                <a:gd name="connsiteY3" fmla="*/ 10287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350" h="10287">
                  <a:moveTo>
                    <a:pt x="0" y="0"/>
                  </a:moveTo>
                  <a:lnTo>
                    <a:pt x="60350" y="0"/>
                  </a:lnTo>
                  <a:lnTo>
                    <a:pt x="60350" y="10287"/>
                  </a:lnTo>
                  <a:lnTo>
                    <a:pt x="0" y="10287"/>
                  </a:lnTo>
                  <a:close/>
                </a:path>
              </a:pathLst>
            </a:custGeom>
            <a:solidFill>
              <a:srgbClr val="F2F2F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96D7482-814C-4363-BFF4-07B143316008}"/>
                </a:ext>
              </a:extLst>
            </p:cNvPr>
            <p:cNvSpPr/>
            <p:nvPr/>
          </p:nvSpPr>
          <p:spPr>
            <a:xfrm>
              <a:off x="5208238" y="1922388"/>
              <a:ext cx="48867" cy="9946"/>
            </a:xfrm>
            <a:custGeom>
              <a:avLst/>
              <a:gdLst>
                <a:gd name="connsiteX0" fmla="*/ 0 w 50543"/>
                <a:gd name="connsiteY0" fmla="*/ 0 h 10287"/>
                <a:gd name="connsiteX1" fmla="*/ 50543 w 50543"/>
                <a:gd name="connsiteY1" fmla="*/ 0 h 10287"/>
                <a:gd name="connsiteX2" fmla="*/ 50543 w 50543"/>
                <a:gd name="connsiteY2" fmla="*/ 10287 h 10287"/>
                <a:gd name="connsiteX3" fmla="*/ 0 w 50543"/>
                <a:gd name="connsiteY3" fmla="*/ 10287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43" h="10287">
                  <a:moveTo>
                    <a:pt x="0" y="0"/>
                  </a:moveTo>
                  <a:lnTo>
                    <a:pt x="50543" y="0"/>
                  </a:lnTo>
                  <a:lnTo>
                    <a:pt x="50543" y="10287"/>
                  </a:lnTo>
                  <a:lnTo>
                    <a:pt x="0" y="10287"/>
                  </a:lnTo>
                  <a:close/>
                </a:path>
              </a:pathLst>
            </a:custGeom>
            <a:solidFill>
              <a:srgbClr val="F2F2F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F26A75-EF70-4745-9A5A-6EC5C87F5952}"/>
                </a:ext>
              </a:extLst>
            </p:cNvPr>
            <p:cNvSpPr/>
            <p:nvPr/>
          </p:nvSpPr>
          <p:spPr>
            <a:xfrm>
              <a:off x="5145911" y="1990749"/>
              <a:ext cx="58348" cy="9946"/>
            </a:xfrm>
            <a:custGeom>
              <a:avLst/>
              <a:gdLst>
                <a:gd name="connsiteX0" fmla="*/ 0 w 60350"/>
                <a:gd name="connsiteY0" fmla="*/ 0 h 10287"/>
                <a:gd name="connsiteX1" fmla="*/ 60350 w 60350"/>
                <a:gd name="connsiteY1" fmla="*/ 0 h 10287"/>
                <a:gd name="connsiteX2" fmla="*/ 60350 w 60350"/>
                <a:gd name="connsiteY2" fmla="*/ 10287 h 10287"/>
                <a:gd name="connsiteX3" fmla="*/ 0 w 60350"/>
                <a:gd name="connsiteY3" fmla="*/ 10287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350" h="10287">
                  <a:moveTo>
                    <a:pt x="0" y="0"/>
                  </a:moveTo>
                  <a:lnTo>
                    <a:pt x="60350" y="0"/>
                  </a:lnTo>
                  <a:lnTo>
                    <a:pt x="60350" y="10287"/>
                  </a:lnTo>
                  <a:lnTo>
                    <a:pt x="0" y="10287"/>
                  </a:lnTo>
                  <a:close/>
                </a:path>
              </a:pathLst>
            </a:custGeom>
            <a:solidFill>
              <a:srgbClr val="F2F2F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425E5CA-686B-4BE2-9AC0-ACABC5F0F7A0}"/>
                </a:ext>
              </a:extLst>
            </p:cNvPr>
            <p:cNvSpPr/>
            <p:nvPr/>
          </p:nvSpPr>
          <p:spPr>
            <a:xfrm>
              <a:off x="5217653" y="1990749"/>
              <a:ext cx="73533" cy="9946"/>
            </a:xfrm>
            <a:custGeom>
              <a:avLst/>
              <a:gdLst>
                <a:gd name="connsiteX0" fmla="*/ 0 w 76055"/>
                <a:gd name="connsiteY0" fmla="*/ 0 h 10287"/>
                <a:gd name="connsiteX1" fmla="*/ 76056 w 76055"/>
                <a:gd name="connsiteY1" fmla="*/ 0 h 10287"/>
                <a:gd name="connsiteX2" fmla="*/ 76056 w 76055"/>
                <a:gd name="connsiteY2" fmla="*/ 10287 h 10287"/>
                <a:gd name="connsiteX3" fmla="*/ 0 w 76055"/>
                <a:gd name="connsiteY3" fmla="*/ 10287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55" h="10287">
                  <a:moveTo>
                    <a:pt x="0" y="0"/>
                  </a:moveTo>
                  <a:lnTo>
                    <a:pt x="76056" y="0"/>
                  </a:lnTo>
                  <a:lnTo>
                    <a:pt x="76056" y="10287"/>
                  </a:lnTo>
                  <a:lnTo>
                    <a:pt x="0" y="10287"/>
                  </a:lnTo>
                  <a:close/>
                </a:path>
              </a:pathLst>
            </a:custGeom>
            <a:solidFill>
              <a:srgbClr val="F2F2F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40E1FB-556C-4989-86D1-A3DF8EB34F1E}"/>
                </a:ext>
              </a:extLst>
            </p:cNvPr>
            <p:cNvSpPr/>
            <p:nvPr/>
          </p:nvSpPr>
          <p:spPr>
            <a:xfrm>
              <a:off x="5099563" y="1881875"/>
              <a:ext cx="31295" cy="31295"/>
            </a:xfrm>
            <a:custGeom>
              <a:avLst/>
              <a:gdLst>
                <a:gd name="connsiteX0" fmla="*/ 26266 w 32369"/>
                <a:gd name="connsiteY0" fmla="*/ 0 h 32369"/>
                <a:gd name="connsiteX1" fmla="*/ 32370 w 32369"/>
                <a:gd name="connsiteY1" fmla="*/ 0 h 32369"/>
                <a:gd name="connsiteX2" fmla="*/ 32370 w 32369"/>
                <a:gd name="connsiteY2" fmla="*/ 32370 h 32369"/>
                <a:gd name="connsiteX3" fmla="*/ 26266 w 32369"/>
                <a:gd name="connsiteY3" fmla="*/ 32370 h 32369"/>
                <a:gd name="connsiteX4" fmla="*/ 6103 w 32369"/>
                <a:gd name="connsiteY4" fmla="*/ 32370 h 32369"/>
                <a:gd name="connsiteX5" fmla="*/ 6103 w 32369"/>
                <a:gd name="connsiteY5" fmla="*/ 0 h 32369"/>
                <a:gd name="connsiteX6" fmla="*/ 0 w 32369"/>
                <a:gd name="connsiteY6" fmla="*/ 0 h 32369"/>
                <a:gd name="connsiteX7" fmla="*/ 6103 w 32369"/>
                <a:gd name="connsiteY7" fmla="*/ 0 h 32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69" h="32369">
                  <a:moveTo>
                    <a:pt x="26266" y="0"/>
                  </a:moveTo>
                  <a:cubicBezTo>
                    <a:pt x="29637" y="0"/>
                    <a:pt x="32370" y="0"/>
                    <a:pt x="32370" y="0"/>
                  </a:cubicBezTo>
                  <a:lnTo>
                    <a:pt x="32370" y="32370"/>
                  </a:lnTo>
                  <a:cubicBezTo>
                    <a:pt x="32370" y="32370"/>
                    <a:pt x="29637" y="32370"/>
                    <a:pt x="26266" y="32370"/>
                  </a:cubicBezTo>
                  <a:lnTo>
                    <a:pt x="6103" y="32370"/>
                  </a:lnTo>
                  <a:lnTo>
                    <a:pt x="6103" y="0"/>
                  </a:lnTo>
                  <a:cubicBezTo>
                    <a:pt x="2733" y="0"/>
                    <a:pt x="0" y="0"/>
                    <a:pt x="0" y="0"/>
                  </a:cubicBezTo>
                  <a:cubicBezTo>
                    <a:pt x="0" y="0"/>
                    <a:pt x="2732" y="0"/>
                    <a:pt x="6103" y="0"/>
                  </a:cubicBezTo>
                  <a:close/>
                </a:path>
              </a:pathLst>
            </a:custGeom>
            <a:solidFill>
              <a:srgbClr val="CCCCC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B735DA-7F41-47B6-9255-F59348599E1E}"/>
                </a:ext>
              </a:extLst>
            </p:cNvPr>
            <p:cNvSpPr/>
            <p:nvPr/>
          </p:nvSpPr>
          <p:spPr>
            <a:xfrm>
              <a:off x="5103002" y="1890627"/>
              <a:ext cx="24496" cy="15751"/>
            </a:xfrm>
            <a:custGeom>
              <a:avLst/>
              <a:gdLst>
                <a:gd name="connsiteX0" fmla="*/ 24835 w 25336"/>
                <a:gd name="connsiteY0" fmla="*/ 411 h 16291"/>
                <a:gd name="connsiteX1" fmla="*/ 23292 w 25336"/>
                <a:gd name="connsiteY1" fmla="*/ 240 h 16291"/>
                <a:gd name="connsiteX2" fmla="*/ 23120 w 25336"/>
                <a:gd name="connsiteY2" fmla="*/ 411 h 16291"/>
                <a:gd name="connsiteX3" fmla="*/ 9884 w 25336"/>
                <a:gd name="connsiteY3" fmla="*/ 13579 h 16291"/>
                <a:gd name="connsiteX4" fmla="*/ 1586 w 25336"/>
                <a:gd name="connsiteY4" fmla="*/ 8229 h 16291"/>
                <a:gd name="connsiteX5" fmla="*/ 283 w 25336"/>
                <a:gd name="connsiteY5" fmla="*/ 8847 h 16291"/>
                <a:gd name="connsiteX6" fmla="*/ 283 w 25336"/>
                <a:gd name="connsiteY6" fmla="*/ 10287 h 16291"/>
                <a:gd name="connsiteX7" fmla="*/ 9404 w 25336"/>
                <a:gd name="connsiteY7" fmla="*/ 16116 h 16291"/>
                <a:gd name="connsiteX8" fmla="*/ 9816 w 25336"/>
                <a:gd name="connsiteY8" fmla="*/ 16116 h 16291"/>
                <a:gd name="connsiteX9" fmla="*/ 11119 w 25336"/>
                <a:gd name="connsiteY9" fmla="*/ 16116 h 16291"/>
                <a:gd name="connsiteX10" fmla="*/ 24835 w 25336"/>
                <a:gd name="connsiteY10" fmla="*/ 2400 h 16291"/>
                <a:gd name="connsiteX11" fmla="*/ 25096 w 25336"/>
                <a:gd name="connsiteY11" fmla="*/ 672 h 16291"/>
                <a:gd name="connsiteX12" fmla="*/ 24835 w 25336"/>
                <a:gd name="connsiteY12" fmla="*/ 411 h 1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36" h="16291">
                  <a:moveTo>
                    <a:pt x="24835" y="411"/>
                  </a:moveTo>
                  <a:cubicBezTo>
                    <a:pt x="24458" y="-62"/>
                    <a:pt x="23765" y="-137"/>
                    <a:pt x="23292" y="240"/>
                  </a:cubicBezTo>
                  <a:cubicBezTo>
                    <a:pt x="23230" y="288"/>
                    <a:pt x="23168" y="350"/>
                    <a:pt x="23120" y="411"/>
                  </a:cubicBezTo>
                  <a:lnTo>
                    <a:pt x="9884" y="13579"/>
                  </a:lnTo>
                  <a:lnTo>
                    <a:pt x="1586" y="8229"/>
                  </a:lnTo>
                  <a:cubicBezTo>
                    <a:pt x="1586" y="8229"/>
                    <a:pt x="695" y="8229"/>
                    <a:pt x="283" y="8847"/>
                  </a:cubicBezTo>
                  <a:cubicBezTo>
                    <a:pt x="-128" y="9464"/>
                    <a:pt x="-59" y="10081"/>
                    <a:pt x="283" y="10287"/>
                  </a:cubicBezTo>
                  <a:lnTo>
                    <a:pt x="9404" y="16116"/>
                  </a:lnTo>
                  <a:lnTo>
                    <a:pt x="9816" y="16116"/>
                  </a:lnTo>
                  <a:cubicBezTo>
                    <a:pt x="10221" y="16349"/>
                    <a:pt x="10714" y="16349"/>
                    <a:pt x="11119" y="16116"/>
                  </a:cubicBezTo>
                  <a:lnTo>
                    <a:pt x="24835" y="2400"/>
                  </a:lnTo>
                  <a:cubicBezTo>
                    <a:pt x="25384" y="1996"/>
                    <a:pt x="25500" y="1221"/>
                    <a:pt x="25096" y="672"/>
                  </a:cubicBezTo>
                  <a:cubicBezTo>
                    <a:pt x="25027" y="576"/>
                    <a:pt x="24938" y="487"/>
                    <a:pt x="24835" y="411"/>
                  </a:cubicBezTo>
                  <a:close/>
                </a:path>
              </a:pathLst>
            </a:custGeom>
            <a:solidFill>
              <a:srgbClr val="33333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02B1DD-26AA-4B2B-9BE0-EE3DFF851B6D}"/>
                </a:ext>
              </a:extLst>
            </p:cNvPr>
            <p:cNvSpPr/>
            <p:nvPr/>
          </p:nvSpPr>
          <p:spPr>
            <a:xfrm>
              <a:off x="5099563" y="1838710"/>
              <a:ext cx="31295" cy="31295"/>
            </a:xfrm>
            <a:custGeom>
              <a:avLst/>
              <a:gdLst>
                <a:gd name="connsiteX0" fmla="*/ 26266 w 32369"/>
                <a:gd name="connsiteY0" fmla="*/ 0 h 32369"/>
                <a:gd name="connsiteX1" fmla="*/ 32370 w 32369"/>
                <a:gd name="connsiteY1" fmla="*/ 0 h 32369"/>
                <a:gd name="connsiteX2" fmla="*/ 32370 w 32369"/>
                <a:gd name="connsiteY2" fmla="*/ 32370 h 32369"/>
                <a:gd name="connsiteX3" fmla="*/ 26266 w 32369"/>
                <a:gd name="connsiteY3" fmla="*/ 32370 h 32369"/>
                <a:gd name="connsiteX4" fmla="*/ 6103 w 32369"/>
                <a:gd name="connsiteY4" fmla="*/ 32370 h 32369"/>
                <a:gd name="connsiteX5" fmla="*/ 6103 w 32369"/>
                <a:gd name="connsiteY5" fmla="*/ 0 h 32369"/>
                <a:gd name="connsiteX6" fmla="*/ 0 w 32369"/>
                <a:gd name="connsiteY6" fmla="*/ 0 h 32369"/>
                <a:gd name="connsiteX7" fmla="*/ 6103 w 32369"/>
                <a:gd name="connsiteY7" fmla="*/ 0 h 32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69" h="32369">
                  <a:moveTo>
                    <a:pt x="26266" y="0"/>
                  </a:moveTo>
                  <a:cubicBezTo>
                    <a:pt x="29637" y="0"/>
                    <a:pt x="32370" y="0"/>
                    <a:pt x="32370" y="0"/>
                  </a:cubicBezTo>
                  <a:lnTo>
                    <a:pt x="32370" y="32370"/>
                  </a:lnTo>
                  <a:cubicBezTo>
                    <a:pt x="32370" y="32370"/>
                    <a:pt x="29637" y="32370"/>
                    <a:pt x="26266" y="32370"/>
                  </a:cubicBezTo>
                  <a:lnTo>
                    <a:pt x="6103" y="32370"/>
                  </a:lnTo>
                  <a:lnTo>
                    <a:pt x="6103" y="0"/>
                  </a:lnTo>
                  <a:cubicBezTo>
                    <a:pt x="2733" y="0"/>
                    <a:pt x="0" y="0"/>
                    <a:pt x="0" y="0"/>
                  </a:cubicBezTo>
                  <a:cubicBezTo>
                    <a:pt x="0" y="0"/>
                    <a:pt x="2732" y="0"/>
                    <a:pt x="6103" y="0"/>
                  </a:cubicBezTo>
                  <a:close/>
                </a:path>
              </a:pathLst>
            </a:custGeom>
            <a:solidFill>
              <a:srgbClr val="CCCCC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44DA473-DF3E-448E-9C0B-AA3B4A3C8386}"/>
                </a:ext>
              </a:extLst>
            </p:cNvPr>
            <p:cNvSpPr/>
            <p:nvPr/>
          </p:nvSpPr>
          <p:spPr>
            <a:xfrm>
              <a:off x="5103002" y="1847461"/>
              <a:ext cx="24498" cy="15807"/>
            </a:xfrm>
            <a:custGeom>
              <a:avLst/>
              <a:gdLst>
                <a:gd name="connsiteX0" fmla="*/ 24835 w 25338"/>
                <a:gd name="connsiteY0" fmla="*/ 345 h 16349"/>
                <a:gd name="connsiteX1" fmla="*/ 23120 w 25338"/>
                <a:gd name="connsiteY1" fmla="*/ 345 h 16349"/>
                <a:gd name="connsiteX2" fmla="*/ 9884 w 25338"/>
                <a:gd name="connsiteY2" fmla="*/ 13512 h 16349"/>
                <a:gd name="connsiteX3" fmla="*/ 1586 w 25338"/>
                <a:gd name="connsiteY3" fmla="*/ 8163 h 16349"/>
                <a:gd name="connsiteX4" fmla="*/ 283 w 25338"/>
                <a:gd name="connsiteY4" fmla="*/ 8849 h 16349"/>
                <a:gd name="connsiteX5" fmla="*/ 283 w 25338"/>
                <a:gd name="connsiteY5" fmla="*/ 10289 h 16349"/>
                <a:gd name="connsiteX6" fmla="*/ 9404 w 25338"/>
                <a:gd name="connsiteY6" fmla="*/ 16118 h 16349"/>
                <a:gd name="connsiteX7" fmla="*/ 9816 w 25338"/>
                <a:gd name="connsiteY7" fmla="*/ 16118 h 16349"/>
                <a:gd name="connsiteX8" fmla="*/ 11119 w 25338"/>
                <a:gd name="connsiteY8" fmla="*/ 16118 h 16349"/>
                <a:gd name="connsiteX9" fmla="*/ 24835 w 25338"/>
                <a:gd name="connsiteY9" fmla="*/ 2402 h 16349"/>
                <a:gd name="connsiteX10" fmla="*/ 25061 w 25338"/>
                <a:gd name="connsiteY10" fmla="*/ 571 h 16349"/>
                <a:gd name="connsiteX11" fmla="*/ 24835 w 25338"/>
                <a:gd name="connsiteY11" fmla="*/ 345 h 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38" h="16349">
                  <a:moveTo>
                    <a:pt x="24835" y="345"/>
                  </a:moveTo>
                  <a:cubicBezTo>
                    <a:pt x="24355" y="-115"/>
                    <a:pt x="23600" y="-115"/>
                    <a:pt x="23120" y="345"/>
                  </a:cubicBezTo>
                  <a:lnTo>
                    <a:pt x="9884" y="13512"/>
                  </a:lnTo>
                  <a:lnTo>
                    <a:pt x="1586" y="8163"/>
                  </a:lnTo>
                  <a:cubicBezTo>
                    <a:pt x="1586" y="8163"/>
                    <a:pt x="695" y="8163"/>
                    <a:pt x="283" y="8849"/>
                  </a:cubicBezTo>
                  <a:cubicBezTo>
                    <a:pt x="-128" y="9534"/>
                    <a:pt x="-59" y="10083"/>
                    <a:pt x="283" y="10289"/>
                  </a:cubicBezTo>
                  <a:lnTo>
                    <a:pt x="9404" y="16118"/>
                  </a:lnTo>
                  <a:cubicBezTo>
                    <a:pt x="9535" y="16193"/>
                    <a:pt x="9686" y="16193"/>
                    <a:pt x="9816" y="16118"/>
                  </a:cubicBezTo>
                  <a:cubicBezTo>
                    <a:pt x="10193" y="16427"/>
                    <a:pt x="10742" y="16427"/>
                    <a:pt x="11119" y="16118"/>
                  </a:cubicBezTo>
                  <a:lnTo>
                    <a:pt x="24835" y="2402"/>
                  </a:lnTo>
                  <a:cubicBezTo>
                    <a:pt x="25404" y="1963"/>
                    <a:pt x="25507" y="1140"/>
                    <a:pt x="25061" y="571"/>
                  </a:cubicBezTo>
                  <a:cubicBezTo>
                    <a:pt x="25000" y="489"/>
                    <a:pt x="24917" y="413"/>
                    <a:pt x="24835" y="345"/>
                  </a:cubicBezTo>
                  <a:close/>
                </a:path>
              </a:pathLst>
            </a:custGeom>
            <a:solidFill>
              <a:srgbClr val="33333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DFC204E-7F2C-46EB-8945-BF3BA166914E}"/>
                </a:ext>
              </a:extLst>
            </p:cNvPr>
            <p:cNvSpPr/>
            <p:nvPr/>
          </p:nvSpPr>
          <p:spPr>
            <a:xfrm>
              <a:off x="5099563" y="1777311"/>
              <a:ext cx="31295" cy="31295"/>
            </a:xfrm>
            <a:custGeom>
              <a:avLst/>
              <a:gdLst>
                <a:gd name="connsiteX0" fmla="*/ 26266 w 32369"/>
                <a:gd name="connsiteY0" fmla="*/ 0 h 32369"/>
                <a:gd name="connsiteX1" fmla="*/ 32370 w 32369"/>
                <a:gd name="connsiteY1" fmla="*/ 0 h 32369"/>
                <a:gd name="connsiteX2" fmla="*/ 32370 w 32369"/>
                <a:gd name="connsiteY2" fmla="*/ 32370 h 32369"/>
                <a:gd name="connsiteX3" fmla="*/ 26266 w 32369"/>
                <a:gd name="connsiteY3" fmla="*/ 32370 h 32369"/>
                <a:gd name="connsiteX4" fmla="*/ 6103 w 32369"/>
                <a:gd name="connsiteY4" fmla="*/ 32370 h 32369"/>
                <a:gd name="connsiteX5" fmla="*/ 6103 w 32369"/>
                <a:gd name="connsiteY5" fmla="*/ 0 h 32369"/>
                <a:gd name="connsiteX6" fmla="*/ 0 w 32369"/>
                <a:gd name="connsiteY6" fmla="*/ 0 h 32369"/>
                <a:gd name="connsiteX7" fmla="*/ 6103 w 32369"/>
                <a:gd name="connsiteY7" fmla="*/ 0 h 32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69" h="32369">
                  <a:moveTo>
                    <a:pt x="26266" y="0"/>
                  </a:moveTo>
                  <a:cubicBezTo>
                    <a:pt x="29637" y="0"/>
                    <a:pt x="32370" y="0"/>
                    <a:pt x="32370" y="0"/>
                  </a:cubicBezTo>
                  <a:lnTo>
                    <a:pt x="32370" y="32370"/>
                  </a:lnTo>
                  <a:cubicBezTo>
                    <a:pt x="32370" y="32370"/>
                    <a:pt x="29637" y="32370"/>
                    <a:pt x="26266" y="32370"/>
                  </a:cubicBezTo>
                  <a:lnTo>
                    <a:pt x="6103" y="32370"/>
                  </a:lnTo>
                  <a:lnTo>
                    <a:pt x="6103" y="0"/>
                  </a:lnTo>
                  <a:cubicBezTo>
                    <a:pt x="2733" y="0"/>
                    <a:pt x="0" y="0"/>
                    <a:pt x="0" y="0"/>
                  </a:cubicBezTo>
                  <a:cubicBezTo>
                    <a:pt x="0" y="0"/>
                    <a:pt x="2732" y="0"/>
                    <a:pt x="6103" y="0"/>
                  </a:cubicBezTo>
                  <a:close/>
                </a:path>
              </a:pathLst>
            </a:custGeom>
            <a:solidFill>
              <a:srgbClr val="CCCCC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8773F69-DCD4-4136-A3A0-313C5E054403}"/>
                </a:ext>
              </a:extLst>
            </p:cNvPr>
            <p:cNvSpPr/>
            <p:nvPr/>
          </p:nvSpPr>
          <p:spPr>
            <a:xfrm>
              <a:off x="5102870" y="1786062"/>
              <a:ext cx="24568" cy="15807"/>
            </a:xfrm>
            <a:custGeom>
              <a:avLst/>
              <a:gdLst>
                <a:gd name="connsiteX0" fmla="*/ 24972 w 25411"/>
                <a:gd name="connsiteY0" fmla="*/ 345 h 16349"/>
                <a:gd name="connsiteX1" fmla="*/ 23258 w 25411"/>
                <a:gd name="connsiteY1" fmla="*/ 345 h 16349"/>
                <a:gd name="connsiteX2" fmla="*/ 10022 w 25411"/>
                <a:gd name="connsiteY2" fmla="*/ 13512 h 16349"/>
                <a:gd name="connsiteX3" fmla="*/ 1586 w 25411"/>
                <a:gd name="connsiteY3" fmla="*/ 8163 h 16349"/>
                <a:gd name="connsiteX4" fmla="*/ 283 w 25411"/>
                <a:gd name="connsiteY4" fmla="*/ 8849 h 16349"/>
                <a:gd name="connsiteX5" fmla="*/ 283 w 25411"/>
                <a:gd name="connsiteY5" fmla="*/ 10289 h 16349"/>
                <a:gd name="connsiteX6" fmla="*/ 9405 w 25411"/>
                <a:gd name="connsiteY6" fmla="*/ 16118 h 16349"/>
                <a:gd name="connsiteX7" fmla="*/ 9816 w 25411"/>
                <a:gd name="connsiteY7" fmla="*/ 16118 h 16349"/>
                <a:gd name="connsiteX8" fmla="*/ 11119 w 25411"/>
                <a:gd name="connsiteY8" fmla="*/ 16118 h 16349"/>
                <a:gd name="connsiteX9" fmla="*/ 24835 w 25411"/>
                <a:gd name="connsiteY9" fmla="*/ 2402 h 16349"/>
                <a:gd name="connsiteX10" fmla="*/ 25192 w 25411"/>
                <a:gd name="connsiteY10" fmla="*/ 591 h 16349"/>
                <a:gd name="connsiteX11" fmla="*/ 24972 w 25411"/>
                <a:gd name="connsiteY11" fmla="*/ 345 h 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411" h="16349">
                  <a:moveTo>
                    <a:pt x="24972" y="345"/>
                  </a:moveTo>
                  <a:cubicBezTo>
                    <a:pt x="24492" y="-115"/>
                    <a:pt x="23738" y="-115"/>
                    <a:pt x="23258" y="345"/>
                  </a:cubicBezTo>
                  <a:lnTo>
                    <a:pt x="10022" y="13512"/>
                  </a:lnTo>
                  <a:lnTo>
                    <a:pt x="1586" y="8163"/>
                  </a:lnTo>
                  <a:cubicBezTo>
                    <a:pt x="1586" y="8163"/>
                    <a:pt x="695" y="8163"/>
                    <a:pt x="283" y="8849"/>
                  </a:cubicBezTo>
                  <a:cubicBezTo>
                    <a:pt x="-128" y="9534"/>
                    <a:pt x="-59" y="10083"/>
                    <a:pt x="283" y="10289"/>
                  </a:cubicBezTo>
                  <a:lnTo>
                    <a:pt x="9405" y="16118"/>
                  </a:lnTo>
                  <a:lnTo>
                    <a:pt x="9816" y="16118"/>
                  </a:lnTo>
                  <a:cubicBezTo>
                    <a:pt x="10193" y="16427"/>
                    <a:pt x="10742" y="16427"/>
                    <a:pt x="11119" y="16118"/>
                  </a:cubicBezTo>
                  <a:lnTo>
                    <a:pt x="24835" y="2402"/>
                  </a:lnTo>
                  <a:cubicBezTo>
                    <a:pt x="25432" y="2004"/>
                    <a:pt x="25589" y="1188"/>
                    <a:pt x="25192" y="591"/>
                  </a:cubicBezTo>
                  <a:cubicBezTo>
                    <a:pt x="25130" y="502"/>
                    <a:pt x="25055" y="420"/>
                    <a:pt x="24972" y="345"/>
                  </a:cubicBezTo>
                  <a:close/>
                </a:path>
              </a:pathLst>
            </a:custGeom>
            <a:solidFill>
              <a:srgbClr val="33333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FD175D6-C138-45BC-A5DA-BB4B1EB2C7F7}"/>
                </a:ext>
              </a:extLst>
            </p:cNvPr>
            <p:cNvSpPr/>
            <p:nvPr/>
          </p:nvSpPr>
          <p:spPr>
            <a:xfrm>
              <a:off x="5148496" y="2045716"/>
              <a:ext cx="58348" cy="9946"/>
            </a:xfrm>
            <a:custGeom>
              <a:avLst/>
              <a:gdLst>
                <a:gd name="connsiteX0" fmla="*/ 0 w 60350"/>
                <a:gd name="connsiteY0" fmla="*/ 0 h 10287"/>
                <a:gd name="connsiteX1" fmla="*/ 60350 w 60350"/>
                <a:gd name="connsiteY1" fmla="*/ 0 h 10287"/>
                <a:gd name="connsiteX2" fmla="*/ 60350 w 60350"/>
                <a:gd name="connsiteY2" fmla="*/ 10287 h 10287"/>
                <a:gd name="connsiteX3" fmla="*/ 0 w 60350"/>
                <a:gd name="connsiteY3" fmla="*/ 10287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350" h="10287">
                  <a:moveTo>
                    <a:pt x="0" y="0"/>
                  </a:moveTo>
                  <a:lnTo>
                    <a:pt x="60350" y="0"/>
                  </a:lnTo>
                  <a:lnTo>
                    <a:pt x="60350" y="10287"/>
                  </a:lnTo>
                  <a:lnTo>
                    <a:pt x="0" y="10287"/>
                  </a:lnTo>
                  <a:close/>
                </a:path>
              </a:pathLst>
            </a:custGeom>
            <a:solidFill>
              <a:srgbClr val="F2F2F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03FF124-C8EF-4D5C-8377-D02E93AB13F2}"/>
                </a:ext>
              </a:extLst>
            </p:cNvPr>
            <p:cNvSpPr/>
            <p:nvPr/>
          </p:nvSpPr>
          <p:spPr>
            <a:xfrm>
              <a:off x="5210890" y="2045716"/>
              <a:ext cx="48867" cy="9946"/>
            </a:xfrm>
            <a:custGeom>
              <a:avLst/>
              <a:gdLst>
                <a:gd name="connsiteX0" fmla="*/ 0 w 50543"/>
                <a:gd name="connsiteY0" fmla="*/ 0 h 10287"/>
                <a:gd name="connsiteX1" fmla="*/ 50543 w 50543"/>
                <a:gd name="connsiteY1" fmla="*/ 0 h 10287"/>
                <a:gd name="connsiteX2" fmla="*/ 50543 w 50543"/>
                <a:gd name="connsiteY2" fmla="*/ 10287 h 10287"/>
                <a:gd name="connsiteX3" fmla="*/ 0 w 50543"/>
                <a:gd name="connsiteY3" fmla="*/ 10287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43" h="10287">
                  <a:moveTo>
                    <a:pt x="0" y="0"/>
                  </a:moveTo>
                  <a:lnTo>
                    <a:pt x="50543" y="0"/>
                  </a:lnTo>
                  <a:lnTo>
                    <a:pt x="50543" y="10287"/>
                  </a:lnTo>
                  <a:lnTo>
                    <a:pt x="0" y="10287"/>
                  </a:lnTo>
                  <a:close/>
                </a:path>
              </a:pathLst>
            </a:custGeom>
            <a:solidFill>
              <a:srgbClr val="F2F2F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8D1FCC-2760-4E7E-AC02-EB588EB08BA2}"/>
                </a:ext>
              </a:extLst>
            </p:cNvPr>
            <p:cNvSpPr/>
            <p:nvPr/>
          </p:nvSpPr>
          <p:spPr>
            <a:xfrm>
              <a:off x="5030274" y="1650602"/>
              <a:ext cx="411889" cy="481975"/>
            </a:xfrm>
            <a:custGeom>
              <a:avLst/>
              <a:gdLst>
                <a:gd name="connsiteX0" fmla="*/ 231046 w 426018"/>
                <a:gd name="connsiteY0" fmla="*/ 0 h 498508"/>
                <a:gd name="connsiteX1" fmla="*/ 62956 w 426018"/>
                <a:gd name="connsiteY1" fmla="*/ 0 h 498508"/>
                <a:gd name="connsiteX2" fmla="*/ 0 w 426018"/>
                <a:gd name="connsiteY2" fmla="*/ 63025 h 498508"/>
                <a:gd name="connsiteX3" fmla="*/ 0 w 426018"/>
                <a:gd name="connsiteY3" fmla="*/ 435483 h 498508"/>
                <a:gd name="connsiteX4" fmla="*/ 62956 w 426018"/>
                <a:gd name="connsiteY4" fmla="*/ 498508 h 498508"/>
                <a:gd name="connsiteX5" fmla="*/ 363063 w 426018"/>
                <a:gd name="connsiteY5" fmla="*/ 498508 h 498508"/>
                <a:gd name="connsiteX6" fmla="*/ 426019 w 426018"/>
                <a:gd name="connsiteY6" fmla="*/ 435483 h 498508"/>
                <a:gd name="connsiteX7" fmla="*/ 426019 w 426018"/>
                <a:gd name="connsiteY7" fmla="*/ 179131 h 498508"/>
                <a:gd name="connsiteX8" fmla="*/ 374584 w 426018"/>
                <a:gd name="connsiteY8" fmla="*/ 423344 h 498508"/>
                <a:gd name="connsiteX9" fmla="*/ 352981 w 426018"/>
                <a:gd name="connsiteY9" fmla="*/ 444878 h 498508"/>
                <a:gd name="connsiteX10" fmla="*/ 72558 w 426018"/>
                <a:gd name="connsiteY10" fmla="*/ 444878 h 498508"/>
                <a:gd name="connsiteX11" fmla="*/ 51024 w 426018"/>
                <a:gd name="connsiteY11" fmla="*/ 423344 h 498508"/>
                <a:gd name="connsiteX12" fmla="*/ 51024 w 426018"/>
                <a:gd name="connsiteY12" fmla="*/ 75164 h 498508"/>
                <a:gd name="connsiteX13" fmla="*/ 72558 w 426018"/>
                <a:gd name="connsiteY13" fmla="*/ 53561 h 498508"/>
                <a:gd name="connsiteX14" fmla="*/ 195590 w 426018"/>
                <a:gd name="connsiteY14" fmla="*/ 53561 h 498508"/>
                <a:gd name="connsiteX15" fmla="*/ 195590 w 426018"/>
                <a:gd name="connsiteY15" fmla="*/ 170147 h 498508"/>
                <a:gd name="connsiteX16" fmla="*/ 244419 w 426018"/>
                <a:gd name="connsiteY16" fmla="*/ 219045 h 498508"/>
                <a:gd name="connsiteX17" fmla="*/ 374721 w 426018"/>
                <a:gd name="connsiteY17" fmla="*/ 219045 h 49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018" h="498508">
                  <a:moveTo>
                    <a:pt x="231046" y="0"/>
                  </a:moveTo>
                  <a:lnTo>
                    <a:pt x="62956" y="0"/>
                  </a:lnTo>
                  <a:cubicBezTo>
                    <a:pt x="28172" y="41"/>
                    <a:pt x="0" y="28241"/>
                    <a:pt x="0" y="63025"/>
                  </a:cubicBezTo>
                  <a:lnTo>
                    <a:pt x="0" y="435483"/>
                  </a:lnTo>
                  <a:cubicBezTo>
                    <a:pt x="0" y="470267"/>
                    <a:pt x="28172" y="498467"/>
                    <a:pt x="62956" y="498508"/>
                  </a:cubicBezTo>
                  <a:lnTo>
                    <a:pt x="363063" y="498508"/>
                  </a:lnTo>
                  <a:cubicBezTo>
                    <a:pt x="397846" y="498467"/>
                    <a:pt x="426019" y="470267"/>
                    <a:pt x="426019" y="435483"/>
                  </a:cubicBezTo>
                  <a:lnTo>
                    <a:pt x="426019" y="179131"/>
                  </a:lnTo>
                  <a:close/>
                  <a:moveTo>
                    <a:pt x="374584" y="423344"/>
                  </a:moveTo>
                  <a:cubicBezTo>
                    <a:pt x="374550" y="435250"/>
                    <a:pt x="364887" y="444878"/>
                    <a:pt x="352981" y="444878"/>
                  </a:cubicBezTo>
                  <a:lnTo>
                    <a:pt x="72558" y="444878"/>
                  </a:lnTo>
                  <a:cubicBezTo>
                    <a:pt x="60680" y="444844"/>
                    <a:pt x="51065" y="435222"/>
                    <a:pt x="51024" y="423344"/>
                  </a:cubicBezTo>
                  <a:lnTo>
                    <a:pt x="51024" y="75164"/>
                  </a:lnTo>
                  <a:cubicBezTo>
                    <a:pt x="51024" y="63258"/>
                    <a:pt x="60652" y="53602"/>
                    <a:pt x="72558" y="53561"/>
                  </a:cubicBezTo>
                  <a:lnTo>
                    <a:pt x="195590" y="53561"/>
                  </a:lnTo>
                  <a:lnTo>
                    <a:pt x="195590" y="170147"/>
                  </a:lnTo>
                  <a:cubicBezTo>
                    <a:pt x="195590" y="197126"/>
                    <a:pt x="217440" y="219003"/>
                    <a:pt x="244419" y="219045"/>
                  </a:cubicBezTo>
                  <a:lnTo>
                    <a:pt x="374721" y="219045"/>
                  </a:ln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43C8BCF-0D55-4A81-83CC-17EC0DAC2E94}"/>
                </a:ext>
              </a:extLst>
            </p:cNvPr>
            <p:cNvSpPr/>
            <p:nvPr/>
          </p:nvSpPr>
          <p:spPr>
            <a:xfrm>
              <a:off x="5241682" y="1977488"/>
              <a:ext cx="98637" cy="70747"/>
            </a:xfrm>
            <a:custGeom>
              <a:avLst/>
              <a:gdLst>
                <a:gd name="connsiteX0" fmla="*/ 1208 w 102020"/>
                <a:gd name="connsiteY0" fmla="*/ 0 h 73174"/>
                <a:gd name="connsiteX1" fmla="*/ 42 w 102020"/>
                <a:gd name="connsiteY1" fmla="*/ 1900 h 73174"/>
                <a:gd name="connsiteX2" fmla="*/ 179 w 102020"/>
                <a:gd name="connsiteY2" fmla="*/ 2263 h 73174"/>
                <a:gd name="connsiteX3" fmla="*/ 72188 w 102020"/>
                <a:gd name="connsiteY3" fmla="*/ 73175 h 73174"/>
                <a:gd name="connsiteX4" fmla="*/ 102021 w 102020"/>
                <a:gd name="connsiteY4" fmla="*/ 7407 h 7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020" h="73174">
                  <a:moveTo>
                    <a:pt x="1208" y="0"/>
                  </a:moveTo>
                  <a:cubicBezTo>
                    <a:pt x="365" y="206"/>
                    <a:pt x="-157" y="1056"/>
                    <a:pt x="42" y="1900"/>
                  </a:cubicBezTo>
                  <a:cubicBezTo>
                    <a:pt x="77" y="2030"/>
                    <a:pt x="118" y="2147"/>
                    <a:pt x="179" y="2263"/>
                  </a:cubicBezTo>
                  <a:lnTo>
                    <a:pt x="72188" y="73175"/>
                  </a:lnTo>
                  <a:lnTo>
                    <a:pt x="102021" y="7407"/>
                  </a:lnTo>
                  <a:close/>
                </a:path>
              </a:pathLst>
            </a:custGeom>
            <a:solidFill>
              <a:srgbClr val="C0581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F418118-1886-44CC-B4D6-C35BA50D164F}"/>
                </a:ext>
              </a:extLst>
            </p:cNvPr>
            <p:cNvSpPr/>
            <p:nvPr/>
          </p:nvSpPr>
          <p:spPr>
            <a:xfrm>
              <a:off x="5240677" y="1976493"/>
              <a:ext cx="101165" cy="73533"/>
            </a:xfrm>
            <a:custGeom>
              <a:avLst/>
              <a:gdLst>
                <a:gd name="connsiteX0" fmla="*/ 104636 w 104635"/>
                <a:gd name="connsiteY0" fmla="*/ 7475 h 76055"/>
                <a:gd name="connsiteX1" fmla="*/ 73569 w 104635"/>
                <a:gd name="connsiteY1" fmla="*/ 76055 h 76055"/>
                <a:gd name="connsiteX2" fmla="*/ 72541 w 104635"/>
                <a:gd name="connsiteY2" fmla="*/ 75027 h 76055"/>
                <a:gd name="connsiteX3" fmla="*/ 257 w 104635"/>
                <a:gd name="connsiteY3" fmla="*/ 3772 h 76055"/>
                <a:gd name="connsiteX4" fmla="*/ 257 w 104635"/>
                <a:gd name="connsiteY4" fmla="*/ 1509 h 76055"/>
                <a:gd name="connsiteX5" fmla="*/ 1972 w 104635"/>
                <a:gd name="connsiteY5" fmla="*/ 0 h 76055"/>
                <a:gd name="connsiteX6" fmla="*/ 1972 w 104635"/>
                <a:gd name="connsiteY6" fmla="*/ 0 h 76055"/>
                <a:gd name="connsiteX7" fmla="*/ 72952 w 104635"/>
                <a:gd name="connsiteY7" fmla="*/ 72420 h 76055"/>
                <a:gd name="connsiteX8" fmla="*/ 101481 w 104635"/>
                <a:gd name="connsiteY8" fmla="*/ 9395 h 76055"/>
                <a:gd name="connsiteX9" fmla="*/ 2383 w 104635"/>
                <a:gd name="connsiteY9" fmla="*/ 2057 h 76055"/>
                <a:gd name="connsiteX10" fmla="*/ 2383 w 104635"/>
                <a:gd name="connsiteY10" fmla="*/ 2057 h 76055"/>
                <a:gd name="connsiteX11" fmla="*/ 2383 w 104635"/>
                <a:gd name="connsiteY11" fmla="*/ 2469 h 76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635" h="76055">
                  <a:moveTo>
                    <a:pt x="104636" y="7475"/>
                  </a:moveTo>
                  <a:lnTo>
                    <a:pt x="73569" y="76055"/>
                  </a:lnTo>
                  <a:lnTo>
                    <a:pt x="72541" y="75027"/>
                  </a:lnTo>
                  <a:lnTo>
                    <a:pt x="257" y="3772"/>
                  </a:lnTo>
                  <a:cubicBezTo>
                    <a:pt x="-86" y="3059"/>
                    <a:pt x="-86" y="2222"/>
                    <a:pt x="257" y="1509"/>
                  </a:cubicBezTo>
                  <a:cubicBezTo>
                    <a:pt x="559" y="761"/>
                    <a:pt x="1197" y="206"/>
                    <a:pt x="1972" y="0"/>
                  </a:cubicBezTo>
                  <a:lnTo>
                    <a:pt x="1972" y="0"/>
                  </a:lnTo>
                  <a:close/>
                  <a:moveTo>
                    <a:pt x="72952" y="72420"/>
                  </a:moveTo>
                  <a:lnTo>
                    <a:pt x="101481" y="9395"/>
                  </a:lnTo>
                  <a:lnTo>
                    <a:pt x="2383" y="2057"/>
                  </a:lnTo>
                  <a:cubicBezTo>
                    <a:pt x="2383" y="2057"/>
                    <a:pt x="2383" y="2057"/>
                    <a:pt x="2383" y="2057"/>
                  </a:cubicBezTo>
                  <a:lnTo>
                    <a:pt x="2383" y="2469"/>
                  </a:lnTo>
                  <a:close/>
                </a:path>
              </a:pathLst>
            </a:custGeom>
            <a:solidFill>
              <a:srgbClr val="C0581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9C604D2-B81A-4123-881F-0016F4194275}"/>
                </a:ext>
              </a:extLst>
            </p:cNvPr>
            <p:cNvSpPr/>
            <p:nvPr/>
          </p:nvSpPr>
          <p:spPr>
            <a:xfrm>
              <a:off x="5519343" y="2110629"/>
              <a:ext cx="41507" cy="34529"/>
            </a:xfrm>
            <a:custGeom>
              <a:avLst/>
              <a:gdLst>
                <a:gd name="connsiteX0" fmla="*/ 0 w 42931"/>
                <a:gd name="connsiteY0" fmla="*/ 32918 h 35713"/>
                <a:gd name="connsiteX1" fmla="*/ 40256 w 42931"/>
                <a:gd name="connsiteY1" fmla="*/ 18517 h 35713"/>
                <a:gd name="connsiteX2" fmla="*/ 42931 w 42931"/>
                <a:gd name="connsiteY2" fmla="*/ 12687 h 35713"/>
                <a:gd name="connsiteX3" fmla="*/ 14882 w 42931"/>
                <a:gd name="connsiteY3" fmla="*/ 0 h 3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31" h="35713">
                  <a:moveTo>
                    <a:pt x="0" y="32918"/>
                  </a:moveTo>
                  <a:cubicBezTo>
                    <a:pt x="15101" y="39852"/>
                    <a:pt x="32980" y="33453"/>
                    <a:pt x="40256" y="18517"/>
                  </a:cubicBezTo>
                  <a:lnTo>
                    <a:pt x="42931" y="12687"/>
                  </a:lnTo>
                  <a:lnTo>
                    <a:pt x="14882" y="0"/>
                  </a:lnTo>
                  <a:close/>
                </a:path>
              </a:pathLst>
            </a:custGeom>
            <a:solidFill>
              <a:srgbClr val="F3BE4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5D7287D-5A21-4342-891B-2A6CAB320FC9}"/>
                </a:ext>
              </a:extLst>
            </p:cNvPr>
            <p:cNvSpPr/>
            <p:nvPr/>
          </p:nvSpPr>
          <p:spPr>
            <a:xfrm>
              <a:off x="5517752" y="2109171"/>
              <a:ext cx="44159" cy="36912"/>
            </a:xfrm>
            <a:custGeom>
              <a:avLst/>
              <a:gdLst>
                <a:gd name="connsiteX0" fmla="*/ 45674 w 45674"/>
                <a:gd name="connsiteY0" fmla="*/ 13442 h 38178"/>
                <a:gd name="connsiteX1" fmla="*/ 42588 w 45674"/>
                <a:gd name="connsiteY1" fmla="*/ 20300 h 38178"/>
                <a:gd name="connsiteX2" fmla="*/ 960 w 45674"/>
                <a:gd name="connsiteY2" fmla="*/ 35250 h 38178"/>
                <a:gd name="connsiteX3" fmla="*/ 0 w 45674"/>
                <a:gd name="connsiteY3" fmla="*/ 34770 h 38178"/>
                <a:gd name="connsiteX4" fmla="*/ 15773 w 45674"/>
                <a:gd name="connsiteY4" fmla="*/ 0 h 38178"/>
                <a:gd name="connsiteX5" fmla="*/ 3018 w 45674"/>
                <a:gd name="connsiteY5" fmla="*/ 34016 h 38178"/>
                <a:gd name="connsiteX6" fmla="*/ 41011 w 45674"/>
                <a:gd name="connsiteY6" fmla="*/ 19820 h 38178"/>
                <a:gd name="connsiteX7" fmla="*/ 43205 w 45674"/>
                <a:gd name="connsiteY7" fmla="*/ 14950 h 38178"/>
                <a:gd name="connsiteX8" fmla="*/ 17076 w 45674"/>
                <a:gd name="connsiteY8" fmla="*/ 3086 h 3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674" h="38178">
                  <a:moveTo>
                    <a:pt x="45674" y="13442"/>
                  </a:moveTo>
                  <a:lnTo>
                    <a:pt x="42588" y="20300"/>
                  </a:lnTo>
                  <a:cubicBezTo>
                    <a:pt x="35140" y="35833"/>
                    <a:pt x="16589" y="42499"/>
                    <a:pt x="960" y="35250"/>
                  </a:cubicBezTo>
                  <a:lnTo>
                    <a:pt x="0" y="34770"/>
                  </a:lnTo>
                  <a:lnTo>
                    <a:pt x="15773" y="0"/>
                  </a:lnTo>
                  <a:close/>
                  <a:moveTo>
                    <a:pt x="3018" y="34016"/>
                  </a:moveTo>
                  <a:cubicBezTo>
                    <a:pt x="17440" y="40202"/>
                    <a:pt x="34180" y="33947"/>
                    <a:pt x="41011" y="19820"/>
                  </a:cubicBezTo>
                  <a:lnTo>
                    <a:pt x="43205" y="14950"/>
                  </a:lnTo>
                  <a:lnTo>
                    <a:pt x="17076" y="3086"/>
                  </a:lnTo>
                  <a:close/>
                </a:path>
              </a:pathLst>
            </a:custGeom>
            <a:solidFill>
              <a:srgbClr val="F3BE4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52E6208-E525-4961-A27B-D77B21088E44}"/>
                </a:ext>
              </a:extLst>
            </p:cNvPr>
            <p:cNvSpPr/>
            <p:nvPr/>
          </p:nvSpPr>
          <p:spPr>
            <a:xfrm>
              <a:off x="5533732" y="2078869"/>
              <a:ext cx="31982" cy="44027"/>
            </a:xfrm>
            <a:custGeom>
              <a:avLst/>
              <a:gdLst>
                <a:gd name="connsiteX0" fmla="*/ 28049 w 33079"/>
                <a:gd name="connsiteY0" fmla="*/ 45537 h 45537"/>
                <a:gd name="connsiteX1" fmla="*/ 30724 w 33079"/>
                <a:gd name="connsiteY1" fmla="*/ 39776 h 45537"/>
                <a:gd name="connsiteX2" fmla="*/ 14882 w 33079"/>
                <a:gd name="connsiteY2" fmla="*/ 0 h 45537"/>
                <a:gd name="connsiteX3" fmla="*/ 0 w 33079"/>
                <a:gd name="connsiteY3" fmla="*/ 32850 h 4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79" h="45537">
                  <a:moveTo>
                    <a:pt x="28049" y="45537"/>
                  </a:moveTo>
                  <a:lnTo>
                    <a:pt x="30724" y="39776"/>
                  </a:lnTo>
                  <a:cubicBezTo>
                    <a:pt x="37109" y="24414"/>
                    <a:pt x="30079" y="6762"/>
                    <a:pt x="14882" y="0"/>
                  </a:cubicBezTo>
                  <a:lnTo>
                    <a:pt x="0" y="32850"/>
                  </a:lnTo>
                  <a:close/>
                </a:path>
              </a:pathLst>
            </a:custGeom>
            <a:solidFill>
              <a:srgbClr val="F3BE4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706A734-641C-4A53-9085-4A7CE7E3A1E9}"/>
                </a:ext>
              </a:extLst>
            </p:cNvPr>
            <p:cNvSpPr/>
            <p:nvPr/>
          </p:nvSpPr>
          <p:spPr>
            <a:xfrm>
              <a:off x="5532405" y="2077410"/>
              <a:ext cx="34332" cy="46944"/>
            </a:xfrm>
            <a:custGeom>
              <a:avLst/>
              <a:gdLst>
                <a:gd name="connsiteX0" fmla="*/ 23043 w 35510"/>
                <a:gd name="connsiteY0" fmla="*/ 4458 h 48554"/>
                <a:gd name="connsiteX1" fmla="*/ 23043 w 35510"/>
                <a:gd name="connsiteY1" fmla="*/ 4458 h 48554"/>
                <a:gd name="connsiteX2" fmla="*/ 32987 w 35510"/>
                <a:gd name="connsiteY2" fmla="*/ 41697 h 48554"/>
                <a:gd name="connsiteX3" fmla="*/ 29901 w 35510"/>
                <a:gd name="connsiteY3" fmla="*/ 48555 h 48554"/>
                <a:gd name="connsiteX4" fmla="*/ 0 w 35510"/>
                <a:gd name="connsiteY4" fmla="*/ 34839 h 48554"/>
                <a:gd name="connsiteX5" fmla="*/ 15773 w 35510"/>
                <a:gd name="connsiteY5" fmla="*/ 0 h 48554"/>
                <a:gd name="connsiteX6" fmla="*/ 16734 w 35510"/>
                <a:gd name="connsiteY6" fmla="*/ 480 h 48554"/>
                <a:gd name="connsiteX7" fmla="*/ 23043 w 35510"/>
                <a:gd name="connsiteY7" fmla="*/ 4458 h 48554"/>
                <a:gd name="connsiteX8" fmla="*/ 28872 w 35510"/>
                <a:gd name="connsiteY8" fmla="*/ 45606 h 48554"/>
                <a:gd name="connsiteX9" fmla="*/ 31067 w 35510"/>
                <a:gd name="connsiteY9" fmla="*/ 40805 h 48554"/>
                <a:gd name="connsiteX10" fmla="*/ 21740 w 35510"/>
                <a:gd name="connsiteY10" fmla="*/ 6035 h 48554"/>
                <a:gd name="connsiteX11" fmla="*/ 21740 w 35510"/>
                <a:gd name="connsiteY11" fmla="*/ 6035 h 48554"/>
                <a:gd name="connsiteX12" fmla="*/ 16802 w 35510"/>
                <a:gd name="connsiteY12" fmla="*/ 2880 h 48554"/>
                <a:gd name="connsiteX13" fmla="*/ 3086 w 35510"/>
                <a:gd name="connsiteY13" fmla="*/ 3381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510" h="48554">
                  <a:moveTo>
                    <a:pt x="23043" y="4458"/>
                  </a:moveTo>
                  <a:lnTo>
                    <a:pt x="23043" y="4458"/>
                  </a:lnTo>
                  <a:cubicBezTo>
                    <a:pt x="34544" y="13092"/>
                    <a:pt x="38652" y="28474"/>
                    <a:pt x="32987" y="41697"/>
                  </a:cubicBezTo>
                  <a:lnTo>
                    <a:pt x="29901" y="48555"/>
                  </a:lnTo>
                  <a:lnTo>
                    <a:pt x="0" y="34839"/>
                  </a:lnTo>
                  <a:lnTo>
                    <a:pt x="15773" y="0"/>
                  </a:lnTo>
                  <a:lnTo>
                    <a:pt x="16734" y="480"/>
                  </a:lnTo>
                  <a:cubicBezTo>
                    <a:pt x="18962" y="1591"/>
                    <a:pt x="21082" y="2921"/>
                    <a:pt x="23043" y="4458"/>
                  </a:cubicBezTo>
                  <a:close/>
                  <a:moveTo>
                    <a:pt x="28872" y="45606"/>
                  </a:moveTo>
                  <a:lnTo>
                    <a:pt x="31067" y="40805"/>
                  </a:lnTo>
                  <a:cubicBezTo>
                    <a:pt x="36368" y="28454"/>
                    <a:pt x="32514" y="14073"/>
                    <a:pt x="21740" y="6035"/>
                  </a:cubicBezTo>
                  <a:lnTo>
                    <a:pt x="21740" y="6035"/>
                  </a:lnTo>
                  <a:cubicBezTo>
                    <a:pt x="20176" y="4855"/>
                    <a:pt x="18530" y="3799"/>
                    <a:pt x="16802" y="2880"/>
                  </a:cubicBezTo>
                  <a:lnTo>
                    <a:pt x="3086" y="33810"/>
                  </a:lnTo>
                  <a:close/>
                </a:path>
              </a:pathLst>
            </a:custGeom>
            <a:solidFill>
              <a:srgbClr val="F3BE4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999534-FA06-4A7B-BC19-68CED6B91F04}"/>
                </a:ext>
              </a:extLst>
            </p:cNvPr>
            <p:cNvSpPr/>
            <p:nvPr/>
          </p:nvSpPr>
          <p:spPr>
            <a:xfrm>
              <a:off x="5313067" y="2017204"/>
              <a:ext cx="220731" cy="124986"/>
            </a:xfrm>
            <a:custGeom>
              <a:avLst/>
              <a:gdLst>
                <a:gd name="connsiteX0" fmla="*/ 14882 w 228303"/>
                <a:gd name="connsiteY0" fmla="*/ 0 h 129273"/>
                <a:gd name="connsiteX1" fmla="*/ 0 w 228303"/>
                <a:gd name="connsiteY1" fmla="*/ 32918 h 129273"/>
                <a:gd name="connsiteX2" fmla="*/ 0 w 228303"/>
                <a:gd name="connsiteY2" fmla="*/ 32918 h 129273"/>
                <a:gd name="connsiteX3" fmla="*/ 212598 w 228303"/>
                <a:gd name="connsiteY3" fmla="*/ 128930 h 129273"/>
                <a:gd name="connsiteX4" fmla="*/ 213421 w 228303"/>
                <a:gd name="connsiteY4" fmla="*/ 129273 h 129273"/>
                <a:gd name="connsiteX5" fmla="*/ 228303 w 228303"/>
                <a:gd name="connsiteY5" fmla="*/ 96355 h 12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303" h="129273">
                  <a:moveTo>
                    <a:pt x="14882" y="0"/>
                  </a:moveTo>
                  <a:lnTo>
                    <a:pt x="0" y="32918"/>
                  </a:lnTo>
                  <a:lnTo>
                    <a:pt x="0" y="32918"/>
                  </a:lnTo>
                  <a:lnTo>
                    <a:pt x="212598" y="128930"/>
                  </a:lnTo>
                  <a:lnTo>
                    <a:pt x="213421" y="129273"/>
                  </a:lnTo>
                  <a:lnTo>
                    <a:pt x="228303" y="96355"/>
                  </a:lnTo>
                  <a:close/>
                </a:path>
              </a:pathLst>
            </a:custGeom>
            <a:solidFill>
              <a:srgbClr val="F3BE4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BEAF124-76BA-41F6-A86A-D3D5553F7D24}"/>
                </a:ext>
              </a:extLst>
            </p:cNvPr>
            <p:cNvSpPr/>
            <p:nvPr/>
          </p:nvSpPr>
          <p:spPr>
            <a:xfrm>
              <a:off x="5312205" y="2016011"/>
              <a:ext cx="223184" cy="127770"/>
            </a:xfrm>
            <a:custGeom>
              <a:avLst/>
              <a:gdLst>
                <a:gd name="connsiteX0" fmla="*/ 230840 w 230840"/>
                <a:gd name="connsiteY0" fmla="*/ 97384 h 132153"/>
                <a:gd name="connsiteX1" fmla="*/ 215135 w 230840"/>
                <a:gd name="connsiteY1" fmla="*/ 132154 h 132153"/>
                <a:gd name="connsiteX2" fmla="*/ 213901 w 230840"/>
                <a:gd name="connsiteY2" fmla="*/ 131605 h 132153"/>
                <a:gd name="connsiteX3" fmla="*/ 213352 w 230840"/>
                <a:gd name="connsiteY3" fmla="*/ 131605 h 132153"/>
                <a:gd name="connsiteX4" fmla="*/ 0 w 230840"/>
                <a:gd name="connsiteY4" fmla="*/ 34907 h 132153"/>
                <a:gd name="connsiteX5" fmla="*/ 0 w 230840"/>
                <a:gd name="connsiteY5" fmla="*/ 33878 h 132153"/>
                <a:gd name="connsiteX6" fmla="*/ 15362 w 230840"/>
                <a:gd name="connsiteY6" fmla="*/ 0 h 132153"/>
                <a:gd name="connsiteX7" fmla="*/ 16322 w 230840"/>
                <a:gd name="connsiteY7" fmla="*/ 480 h 132153"/>
                <a:gd name="connsiteX8" fmla="*/ 214038 w 230840"/>
                <a:gd name="connsiteY8" fmla="*/ 129410 h 132153"/>
                <a:gd name="connsiteX9" fmla="*/ 227754 w 230840"/>
                <a:gd name="connsiteY9" fmla="*/ 98412 h 132153"/>
                <a:gd name="connsiteX10" fmla="*/ 16322 w 230840"/>
                <a:gd name="connsiteY10" fmla="*/ 2400 h 132153"/>
                <a:gd name="connsiteX11" fmla="*/ 2263 w 230840"/>
                <a:gd name="connsiteY11" fmla="*/ 33398 h 132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840" h="132153">
                  <a:moveTo>
                    <a:pt x="230840" y="97384"/>
                  </a:moveTo>
                  <a:lnTo>
                    <a:pt x="215135" y="132154"/>
                  </a:lnTo>
                  <a:lnTo>
                    <a:pt x="213901" y="131605"/>
                  </a:lnTo>
                  <a:lnTo>
                    <a:pt x="213352" y="131605"/>
                  </a:lnTo>
                  <a:lnTo>
                    <a:pt x="0" y="34907"/>
                  </a:lnTo>
                  <a:lnTo>
                    <a:pt x="0" y="33878"/>
                  </a:lnTo>
                  <a:lnTo>
                    <a:pt x="15362" y="0"/>
                  </a:lnTo>
                  <a:lnTo>
                    <a:pt x="16322" y="480"/>
                  </a:lnTo>
                  <a:close/>
                  <a:moveTo>
                    <a:pt x="214038" y="129410"/>
                  </a:moveTo>
                  <a:lnTo>
                    <a:pt x="227754" y="98412"/>
                  </a:lnTo>
                  <a:lnTo>
                    <a:pt x="16322" y="2400"/>
                  </a:lnTo>
                  <a:lnTo>
                    <a:pt x="2263" y="33398"/>
                  </a:lnTo>
                  <a:close/>
                </a:path>
              </a:pathLst>
            </a:custGeom>
            <a:solidFill>
              <a:srgbClr val="F3BE4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9750B7C-8370-426B-9867-BE7C4E5A8C5D}"/>
                </a:ext>
              </a:extLst>
            </p:cNvPr>
            <p:cNvSpPr/>
            <p:nvPr/>
          </p:nvSpPr>
          <p:spPr>
            <a:xfrm>
              <a:off x="5327456" y="1985643"/>
              <a:ext cx="220665" cy="124986"/>
            </a:xfrm>
            <a:custGeom>
              <a:avLst/>
              <a:gdLst>
                <a:gd name="connsiteX0" fmla="*/ 213352 w 228234"/>
                <a:gd name="connsiteY0" fmla="*/ 129273 h 129273"/>
                <a:gd name="connsiteX1" fmla="*/ 228234 w 228234"/>
                <a:gd name="connsiteY1" fmla="*/ 96423 h 129273"/>
                <a:gd name="connsiteX2" fmla="*/ 227548 w 228234"/>
                <a:gd name="connsiteY2" fmla="*/ 96012 h 129273"/>
                <a:gd name="connsiteX3" fmla="*/ 14950 w 228234"/>
                <a:gd name="connsiteY3" fmla="*/ 0 h 129273"/>
                <a:gd name="connsiteX4" fmla="*/ 14950 w 228234"/>
                <a:gd name="connsiteY4" fmla="*/ 0 h 129273"/>
                <a:gd name="connsiteX5" fmla="*/ 0 w 228234"/>
                <a:gd name="connsiteY5" fmla="*/ 32918 h 12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234" h="129273">
                  <a:moveTo>
                    <a:pt x="213352" y="129273"/>
                  </a:moveTo>
                  <a:lnTo>
                    <a:pt x="228234" y="96423"/>
                  </a:lnTo>
                  <a:lnTo>
                    <a:pt x="227548" y="96012"/>
                  </a:lnTo>
                  <a:lnTo>
                    <a:pt x="14950" y="0"/>
                  </a:lnTo>
                  <a:lnTo>
                    <a:pt x="14950" y="0"/>
                  </a:lnTo>
                  <a:lnTo>
                    <a:pt x="0" y="32918"/>
                  </a:lnTo>
                  <a:close/>
                </a:path>
              </a:pathLst>
            </a:custGeom>
            <a:solidFill>
              <a:srgbClr val="F3BE4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B7E9260-ABC0-45CE-976F-6ED6CB272951}"/>
                </a:ext>
              </a:extLst>
            </p:cNvPr>
            <p:cNvSpPr/>
            <p:nvPr/>
          </p:nvSpPr>
          <p:spPr>
            <a:xfrm>
              <a:off x="5326196" y="1983919"/>
              <a:ext cx="223317" cy="128036"/>
            </a:xfrm>
            <a:custGeom>
              <a:avLst/>
              <a:gdLst>
                <a:gd name="connsiteX0" fmla="*/ 230977 w 230977"/>
                <a:gd name="connsiteY0" fmla="*/ 97727 h 132428"/>
                <a:gd name="connsiteX1" fmla="*/ 215204 w 230977"/>
                <a:gd name="connsiteY1" fmla="*/ 132428 h 132428"/>
                <a:gd name="connsiteX2" fmla="*/ 214244 w 230977"/>
                <a:gd name="connsiteY2" fmla="*/ 132017 h 132428"/>
                <a:gd name="connsiteX3" fmla="*/ 0 w 230977"/>
                <a:gd name="connsiteY3" fmla="*/ 34907 h 132428"/>
                <a:gd name="connsiteX4" fmla="*/ 15842 w 230977"/>
                <a:gd name="connsiteY4" fmla="*/ 0 h 132428"/>
                <a:gd name="connsiteX5" fmla="*/ 16870 w 230977"/>
                <a:gd name="connsiteY5" fmla="*/ 617 h 132428"/>
                <a:gd name="connsiteX6" fmla="*/ 229468 w 230977"/>
                <a:gd name="connsiteY6" fmla="*/ 96629 h 132428"/>
                <a:gd name="connsiteX7" fmla="*/ 229880 w 230977"/>
                <a:gd name="connsiteY7" fmla="*/ 96629 h 132428"/>
                <a:gd name="connsiteX8" fmla="*/ 214175 w 230977"/>
                <a:gd name="connsiteY8" fmla="*/ 129685 h 132428"/>
                <a:gd name="connsiteX9" fmla="*/ 227891 w 230977"/>
                <a:gd name="connsiteY9" fmla="*/ 98687 h 132428"/>
                <a:gd name="connsiteX10" fmla="*/ 16528 w 230977"/>
                <a:gd name="connsiteY10" fmla="*/ 2675 h 132428"/>
                <a:gd name="connsiteX11" fmla="*/ 2812 w 230977"/>
                <a:gd name="connsiteY11" fmla="*/ 33673 h 132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977" h="132428">
                  <a:moveTo>
                    <a:pt x="230977" y="97727"/>
                  </a:moveTo>
                  <a:lnTo>
                    <a:pt x="215204" y="132428"/>
                  </a:lnTo>
                  <a:lnTo>
                    <a:pt x="214244" y="132017"/>
                  </a:lnTo>
                  <a:lnTo>
                    <a:pt x="0" y="34907"/>
                  </a:lnTo>
                  <a:lnTo>
                    <a:pt x="15842" y="0"/>
                  </a:lnTo>
                  <a:lnTo>
                    <a:pt x="16870" y="617"/>
                  </a:lnTo>
                  <a:lnTo>
                    <a:pt x="229468" y="96629"/>
                  </a:lnTo>
                  <a:lnTo>
                    <a:pt x="229880" y="96629"/>
                  </a:lnTo>
                  <a:close/>
                  <a:moveTo>
                    <a:pt x="214175" y="129685"/>
                  </a:moveTo>
                  <a:lnTo>
                    <a:pt x="227891" y="98687"/>
                  </a:lnTo>
                  <a:lnTo>
                    <a:pt x="16528" y="2675"/>
                  </a:lnTo>
                  <a:lnTo>
                    <a:pt x="2812" y="33673"/>
                  </a:lnTo>
                  <a:close/>
                </a:path>
              </a:pathLst>
            </a:custGeom>
            <a:solidFill>
              <a:srgbClr val="F3BE4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AB34ABE-A906-48E6-9E5E-6A1356732EAF}"/>
              </a:ext>
            </a:extLst>
          </p:cNvPr>
          <p:cNvGrpSpPr/>
          <p:nvPr/>
        </p:nvGrpSpPr>
        <p:grpSpPr>
          <a:xfrm>
            <a:off x="5046519" y="4312438"/>
            <a:ext cx="1799598" cy="2101425"/>
            <a:chOff x="5046519" y="4312438"/>
            <a:chExt cx="1799598" cy="210142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F0F5335-055F-4AE5-BA04-9F565C81B4AE}"/>
                </a:ext>
              </a:extLst>
            </p:cNvPr>
            <p:cNvSpPr txBox="1"/>
            <p:nvPr/>
          </p:nvSpPr>
          <p:spPr>
            <a:xfrm rot="18502893">
              <a:off x="5668065" y="5382972"/>
              <a:ext cx="16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Implementation</a:t>
              </a: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E125C33-A1B1-495F-98B7-6E5FCD89B477}"/>
                </a:ext>
              </a:extLst>
            </p:cNvPr>
            <p:cNvSpPr/>
            <p:nvPr/>
          </p:nvSpPr>
          <p:spPr>
            <a:xfrm>
              <a:off x="5046519" y="4312438"/>
              <a:ext cx="1799598" cy="1883939"/>
            </a:xfrm>
            <a:custGeom>
              <a:avLst/>
              <a:gdLst>
                <a:gd name="connsiteX0" fmla="*/ 0 w 1861329"/>
                <a:gd name="connsiteY0" fmla="*/ 1102424 h 1948563"/>
                <a:gd name="connsiteX1" fmla="*/ 407434 w 1861329"/>
                <a:gd name="connsiteY1" fmla="*/ 1948564 h 1948563"/>
                <a:gd name="connsiteX2" fmla="*/ 1861330 w 1861329"/>
                <a:gd name="connsiteY2" fmla="*/ 210815 h 1948563"/>
                <a:gd name="connsiteX3" fmla="*/ 937694 w 1861329"/>
                <a:gd name="connsiteY3" fmla="*/ 0 h 1948563"/>
                <a:gd name="connsiteX4" fmla="*/ 0 w 1861329"/>
                <a:gd name="connsiteY4" fmla="*/ 1102424 h 19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1329" h="1948563">
                  <a:moveTo>
                    <a:pt x="0" y="1102424"/>
                  </a:moveTo>
                  <a:lnTo>
                    <a:pt x="407434" y="1948564"/>
                  </a:lnTo>
                  <a:cubicBezTo>
                    <a:pt x="1122147" y="1608859"/>
                    <a:pt x="1653087" y="974254"/>
                    <a:pt x="1861330" y="210815"/>
                  </a:cubicBezTo>
                  <a:lnTo>
                    <a:pt x="937694" y="0"/>
                  </a:lnTo>
                  <a:cubicBezTo>
                    <a:pt x="797249" y="484710"/>
                    <a:pt x="455892" y="886033"/>
                    <a:pt x="0" y="1102424"/>
                  </a:cubicBezTo>
                  <a:close/>
                </a:path>
              </a:pathLst>
            </a:custGeom>
            <a:solidFill>
              <a:srgbClr val="00427E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2EA1B70-A4D0-458D-89C9-9171D3E929D8}"/>
                </a:ext>
              </a:extLst>
            </p:cNvPr>
            <p:cNvGrpSpPr/>
            <p:nvPr/>
          </p:nvGrpSpPr>
          <p:grpSpPr>
            <a:xfrm>
              <a:off x="5793549" y="4943891"/>
              <a:ext cx="442363" cy="610373"/>
              <a:chOff x="4029469" y="5711797"/>
              <a:chExt cx="442363" cy="610373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812CF04-3592-4D6C-8330-1A8F83991D63}"/>
                  </a:ext>
                </a:extLst>
              </p:cNvPr>
              <p:cNvSpPr/>
              <p:nvPr/>
            </p:nvSpPr>
            <p:spPr>
              <a:xfrm>
                <a:off x="4244752" y="5930171"/>
                <a:ext cx="102429" cy="157066"/>
              </a:xfrm>
              <a:custGeom>
                <a:avLst/>
                <a:gdLst>
                  <a:gd name="connsiteX0" fmla="*/ 105750 w 105943"/>
                  <a:gd name="connsiteY0" fmla="*/ 54783 h 162454"/>
                  <a:gd name="connsiteX1" fmla="*/ 59911 w 105943"/>
                  <a:gd name="connsiteY1" fmla="*/ 194 h 162454"/>
                  <a:gd name="connsiteX2" fmla="*/ 5315 w 105943"/>
                  <a:gd name="connsiteY2" fmla="*/ 46033 h 162454"/>
                  <a:gd name="connsiteX3" fmla="*/ 5144 w 105943"/>
                  <a:gd name="connsiteY3" fmla="*/ 49160 h 162454"/>
                  <a:gd name="connsiteX4" fmla="*/ 0 w 105943"/>
                  <a:gd name="connsiteY4" fmla="*/ 140714 h 162454"/>
                  <a:gd name="connsiteX5" fmla="*/ 99715 w 105943"/>
                  <a:gd name="connsiteY5" fmla="*/ 162454 h 162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943" h="162454">
                    <a:moveTo>
                      <a:pt x="105750" y="54783"/>
                    </a:moveTo>
                    <a:cubicBezTo>
                      <a:pt x="108164" y="27050"/>
                      <a:pt x="87645" y="2608"/>
                      <a:pt x="59911" y="194"/>
                    </a:cubicBezTo>
                    <a:cubicBezTo>
                      <a:pt x="32178" y="-2227"/>
                      <a:pt x="7736" y="18299"/>
                      <a:pt x="5315" y="46033"/>
                    </a:cubicBezTo>
                    <a:cubicBezTo>
                      <a:pt x="5226" y="47075"/>
                      <a:pt x="5171" y="48117"/>
                      <a:pt x="5144" y="49160"/>
                    </a:cubicBezTo>
                    <a:lnTo>
                      <a:pt x="0" y="140714"/>
                    </a:lnTo>
                    <a:cubicBezTo>
                      <a:pt x="34098" y="143238"/>
                      <a:pt x="67668" y="150556"/>
                      <a:pt x="99715" y="1624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47DC03E-98BD-45F8-8114-669CDF084A3C}"/>
                  </a:ext>
                </a:extLst>
              </p:cNvPr>
              <p:cNvSpPr/>
              <p:nvPr/>
            </p:nvSpPr>
            <p:spPr>
              <a:xfrm>
                <a:off x="4132232" y="5923036"/>
                <a:ext cx="103306" cy="152267"/>
              </a:xfrm>
              <a:custGeom>
                <a:avLst/>
                <a:gdLst>
                  <a:gd name="connsiteX0" fmla="*/ 106573 w 106850"/>
                  <a:gd name="connsiteY0" fmla="*/ 55648 h 157490"/>
                  <a:gd name="connsiteX1" fmla="*/ 61681 w 106850"/>
                  <a:gd name="connsiteY1" fmla="*/ 277 h 157490"/>
                  <a:gd name="connsiteX2" fmla="*/ 6309 w 106850"/>
                  <a:gd name="connsiteY2" fmla="*/ 45176 h 157490"/>
                  <a:gd name="connsiteX3" fmla="*/ 6035 w 106850"/>
                  <a:gd name="connsiteY3" fmla="*/ 50025 h 157490"/>
                  <a:gd name="connsiteX4" fmla="*/ 0 w 106850"/>
                  <a:gd name="connsiteY4" fmla="*/ 157490 h 157490"/>
                  <a:gd name="connsiteX5" fmla="*/ 101430 w 106850"/>
                  <a:gd name="connsiteY5" fmla="*/ 147272 h 157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6850" h="157490">
                    <a:moveTo>
                      <a:pt x="106573" y="55648"/>
                    </a:moveTo>
                    <a:cubicBezTo>
                      <a:pt x="109467" y="27963"/>
                      <a:pt x="89367" y="3171"/>
                      <a:pt x="61681" y="277"/>
                    </a:cubicBezTo>
                    <a:cubicBezTo>
                      <a:pt x="33988" y="-2617"/>
                      <a:pt x="9197" y="17484"/>
                      <a:pt x="6309" y="45176"/>
                    </a:cubicBezTo>
                    <a:cubicBezTo>
                      <a:pt x="6138" y="46788"/>
                      <a:pt x="6049" y="48407"/>
                      <a:pt x="6035" y="50025"/>
                    </a:cubicBezTo>
                    <a:lnTo>
                      <a:pt x="0" y="157490"/>
                    </a:lnTo>
                    <a:cubicBezTo>
                      <a:pt x="33165" y="149336"/>
                      <a:pt x="67304" y="145893"/>
                      <a:pt x="101430" y="1472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9E2F46E-370F-4178-A57B-4D9E993F0EEE}"/>
                  </a:ext>
                </a:extLst>
              </p:cNvPr>
              <p:cNvSpPr/>
              <p:nvPr/>
            </p:nvSpPr>
            <p:spPr>
              <a:xfrm>
                <a:off x="4074275" y="5796483"/>
                <a:ext cx="344273" cy="227504"/>
              </a:xfrm>
              <a:custGeom>
                <a:avLst/>
                <a:gdLst>
                  <a:gd name="connsiteX0" fmla="*/ 352232 w 356082"/>
                  <a:gd name="connsiteY0" fmla="*/ 18865 h 235308"/>
                  <a:gd name="connsiteX1" fmla="*/ 323566 w 356082"/>
                  <a:gd name="connsiteY1" fmla="*/ 17287 h 235308"/>
                  <a:gd name="connsiteX2" fmla="*/ 323086 w 356082"/>
                  <a:gd name="connsiteY2" fmla="*/ 24968 h 235308"/>
                  <a:gd name="connsiteX3" fmla="*/ 44171 w 356082"/>
                  <a:gd name="connsiteY3" fmla="*/ 9332 h 235308"/>
                  <a:gd name="connsiteX4" fmla="*/ 44582 w 356082"/>
                  <a:gd name="connsiteY4" fmla="*/ 1583 h 235308"/>
                  <a:gd name="connsiteX5" fmla="*/ 16122 w 356082"/>
                  <a:gd name="connsiteY5" fmla="*/ 5 h 235308"/>
                  <a:gd name="connsiteX6" fmla="*/ 11733 w 356082"/>
                  <a:gd name="connsiteY6" fmla="*/ 3976 h 235308"/>
                  <a:gd name="connsiteX7" fmla="*/ 11733 w 356082"/>
                  <a:gd name="connsiteY7" fmla="*/ 3983 h 235308"/>
                  <a:gd name="connsiteX8" fmla="*/ 5 w 356082"/>
                  <a:gd name="connsiteY8" fmla="*/ 212055 h 235308"/>
                  <a:gd name="connsiteX9" fmla="*/ 3976 w 356082"/>
                  <a:gd name="connsiteY9" fmla="*/ 216444 h 235308"/>
                  <a:gd name="connsiteX10" fmla="*/ 3983 w 356082"/>
                  <a:gd name="connsiteY10" fmla="*/ 216444 h 235308"/>
                  <a:gd name="connsiteX11" fmla="*/ 340025 w 356082"/>
                  <a:gd name="connsiteY11" fmla="*/ 235303 h 235308"/>
                  <a:gd name="connsiteX12" fmla="*/ 344414 w 356082"/>
                  <a:gd name="connsiteY12" fmla="*/ 231332 h 235308"/>
                  <a:gd name="connsiteX13" fmla="*/ 344414 w 356082"/>
                  <a:gd name="connsiteY13" fmla="*/ 231326 h 235308"/>
                  <a:gd name="connsiteX14" fmla="*/ 356073 w 356082"/>
                  <a:gd name="connsiteY14" fmla="*/ 23254 h 235308"/>
                  <a:gd name="connsiteX15" fmla="*/ 352253 w 356082"/>
                  <a:gd name="connsiteY15" fmla="*/ 18865 h 235308"/>
                  <a:gd name="connsiteX16" fmla="*/ 352232 w 356082"/>
                  <a:gd name="connsiteY16" fmla="*/ 18865 h 235308"/>
                  <a:gd name="connsiteX17" fmla="*/ 339613 w 356082"/>
                  <a:gd name="connsiteY17" fmla="*/ 229680 h 235308"/>
                  <a:gd name="connsiteX18" fmla="*/ 338105 w 356082"/>
                  <a:gd name="connsiteY18" fmla="*/ 230983 h 235308"/>
                  <a:gd name="connsiteX19" fmla="*/ 6383 w 356082"/>
                  <a:gd name="connsiteY19" fmla="*/ 212398 h 235308"/>
                  <a:gd name="connsiteX20" fmla="*/ 5080 w 356082"/>
                  <a:gd name="connsiteY20" fmla="*/ 210957 h 235308"/>
                  <a:gd name="connsiteX21" fmla="*/ 16190 w 356082"/>
                  <a:gd name="connsiteY21" fmla="*/ 5835 h 235308"/>
                  <a:gd name="connsiteX22" fmla="*/ 17699 w 356082"/>
                  <a:gd name="connsiteY22" fmla="*/ 4532 h 235308"/>
                  <a:gd name="connsiteX23" fmla="*/ 40468 w 356082"/>
                  <a:gd name="connsiteY23" fmla="*/ 5766 h 235308"/>
                  <a:gd name="connsiteX24" fmla="*/ 40125 w 356082"/>
                  <a:gd name="connsiteY24" fmla="*/ 12212 h 235308"/>
                  <a:gd name="connsiteX25" fmla="*/ 41839 w 356082"/>
                  <a:gd name="connsiteY25" fmla="*/ 13516 h 235308"/>
                  <a:gd name="connsiteX26" fmla="*/ 324800 w 356082"/>
                  <a:gd name="connsiteY26" fmla="*/ 29152 h 235308"/>
                  <a:gd name="connsiteX27" fmla="*/ 326721 w 356082"/>
                  <a:gd name="connsiteY27" fmla="*/ 28054 h 235308"/>
                  <a:gd name="connsiteX28" fmla="*/ 326721 w 356082"/>
                  <a:gd name="connsiteY28" fmla="*/ 21608 h 235308"/>
                  <a:gd name="connsiteX29" fmla="*/ 349558 w 356082"/>
                  <a:gd name="connsiteY29" fmla="*/ 22911 h 235308"/>
                  <a:gd name="connsiteX30" fmla="*/ 350861 w 356082"/>
                  <a:gd name="connsiteY30" fmla="*/ 24351 h 235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6082" h="235308">
                    <a:moveTo>
                      <a:pt x="352232" y="18865"/>
                    </a:moveTo>
                    <a:lnTo>
                      <a:pt x="323566" y="17287"/>
                    </a:lnTo>
                    <a:lnTo>
                      <a:pt x="323086" y="24968"/>
                    </a:lnTo>
                    <a:lnTo>
                      <a:pt x="44171" y="9332"/>
                    </a:lnTo>
                    <a:lnTo>
                      <a:pt x="44582" y="1583"/>
                    </a:lnTo>
                    <a:lnTo>
                      <a:pt x="16122" y="5"/>
                    </a:lnTo>
                    <a:cubicBezTo>
                      <a:pt x="13817" y="-111"/>
                      <a:pt x="11849" y="1665"/>
                      <a:pt x="11733" y="3976"/>
                    </a:cubicBezTo>
                    <a:cubicBezTo>
                      <a:pt x="11733" y="3976"/>
                      <a:pt x="11733" y="3983"/>
                      <a:pt x="11733" y="3983"/>
                    </a:cubicBezTo>
                    <a:lnTo>
                      <a:pt x="5" y="212055"/>
                    </a:lnTo>
                    <a:cubicBezTo>
                      <a:pt x="-111" y="214359"/>
                      <a:pt x="1665" y="216327"/>
                      <a:pt x="3976" y="216444"/>
                    </a:cubicBezTo>
                    <a:cubicBezTo>
                      <a:pt x="3976" y="216444"/>
                      <a:pt x="3983" y="216444"/>
                      <a:pt x="3983" y="216444"/>
                    </a:cubicBezTo>
                    <a:lnTo>
                      <a:pt x="340025" y="235303"/>
                    </a:lnTo>
                    <a:cubicBezTo>
                      <a:pt x="342329" y="235420"/>
                      <a:pt x="344298" y="233644"/>
                      <a:pt x="344414" y="231332"/>
                    </a:cubicBezTo>
                    <a:cubicBezTo>
                      <a:pt x="344414" y="231332"/>
                      <a:pt x="344414" y="231326"/>
                      <a:pt x="344414" y="231326"/>
                    </a:cubicBezTo>
                    <a:lnTo>
                      <a:pt x="356073" y="23254"/>
                    </a:lnTo>
                    <a:cubicBezTo>
                      <a:pt x="356231" y="20984"/>
                      <a:pt x="354516" y="19022"/>
                      <a:pt x="352253" y="18865"/>
                    </a:cubicBezTo>
                    <a:cubicBezTo>
                      <a:pt x="352246" y="18865"/>
                      <a:pt x="352239" y="18865"/>
                      <a:pt x="352232" y="18865"/>
                    </a:cubicBezTo>
                    <a:close/>
                    <a:moveTo>
                      <a:pt x="339613" y="229680"/>
                    </a:moveTo>
                    <a:cubicBezTo>
                      <a:pt x="339538" y="230448"/>
                      <a:pt x="338873" y="231024"/>
                      <a:pt x="338105" y="230983"/>
                    </a:cubicBezTo>
                    <a:lnTo>
                      <a:pt x="6383" y="212398"/>
                    </a:lnTo>
                    <a:cubicBezTo>
                      <a:pt x="5656" y="212295"/>
                      <a:pt x="5108" y="211691"/>
                      <a:pt x="5080" y="210957"/>
                    </a:cubicBezTo>
                    <a:lnTo>
                      <a:pt x="16190" y="5835"/>
                    </a:lnTo>
                    <a:cubicBezTo>
                      <a:pt x="16266" y="5066"/>
                      <a:pt x="16931" y="4491"/>
                      <a:pt x="17699" y="4532"/>
                    </a:cubicBezTo>
                    <a:lnTo>
                      <a:pt x="40468" y="5766"/>
                    </a:lnTo>
                    <a:lnTo>
                      <a:pt x="40125" y="12212"/>
                    </a:lnTo>
                    <a:cubicBezTo>
                      <a:pt x="40125" y="12899"/>
                      <a:pt x="40810" y="13447"/>
                      <a:pt x="41839" y="13516"/>
                    </a:cubicBezTo>
                    <a:lnTo>
                      <a:pt x="324800" y="29152"/>
                    </a:lnTo>
                    <a:cubicBezTo>
                      <a:pt x="325829" y="29152"/>
                      <a:pt x="326721" y="28740"/>
                      <a:pt x="326721" y="28054"/>
                    </a:cubicBezTo>
                    <a:lnTo>
                      <a:pt x="326721" y="21608"/>
                    </a:lnTo>
                    <a:lnTo>
                      <a:pt x="349558" y="22911"/>
                    </a:lnTo>
                    <a:cubicBezTo>
                      <a:pt x="350285" y="23014"/>
                      <a:pt x="350833" y="23617"/>
                      <a:pt x="350861" y="24351"/>
                    </a:cubicBezTo>
                    <a:close/>
                  </a:path>
                </a:pathLst>
              </a:custGeom>
              <a:solidFill>
                <a:srgbClr val="A6A8A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1449747-A78E-4953-8424-933A93198A3E}"/>
                  </a:ext>
                </a:extLst>
              </p:cNvPr>
              <p:cNvSpPr/>
              <p:nvPr/>
            </p:nvSpPr>
            <p:spPr>
              <a:xfrm>
                <a:off x="4206693" y="5943090"/>
                <a:ext cx="72737" cy="50259"/>
              </a:xfrm>
              <a:custGeom>
                <a:avLst/>
                <a:gdLst>
                  <a:gd name="connsiteX0" fmla="*/ 2675 w 75232"/>
                  <a:gd name="connsiteY0" fmla="*/ 0 h 51983"/>
                  <a:gd name="connsiteX1" fmla="*/ 2675 w 75232"/>
                  <a:gd name="connsiteY1" fmla="*/ 480 h 51983"/>
                  <a:gd name="connsiteX2" fmla="*/ 0 w 75232"/>
                  <a:gd name="connsiteY2" fmla="*/ 47937 h 51983"/>
                  <a:gd name="connsiteX3" fmla="*/ 72558 w 75232"/>
                  <a:gd name="connsiteY3" fmla="*/ 51984 h 51983"/>
                  <a:gd name="connsiteX4" fmla="*/ 75232 w 75232"/>
                  <a:gd name="connsiteY4" fmla="*/ 4595 h 51983"/>
                  <a:gd name="connsiteX5" fmla="*/ 75232 w 75232"/>
                  <a:gd name="connsiteY5" fmla="*/ 4046 h 51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5232" h="51983">
                    <a:moveTo>
                      <a:pt x="2675" y="0"/>
                    </a:moveTo>
                    <a:lnTo>
                      <a:pt x="2675" y="480"/>
                    </a:lnTo>
                    <a:lnTo>
                      <a:pt x="0" y="47937"/>
                    </a:lnTo>
                    <a:lnTo>
                      <a:pt x="72558" y="51984"/>
                    </a:lnTo>
                    <a:lnTo>
                      <a:pt x="75232" y="4595"/>
                    </a:lnTo>
                    <a:lnTo>
                      <a:pt x="75232" y="4046"/>
                    </a:lnTo>
                    <a:close/>
                  </a:path>
                </a:pathLst>
              </a:custGeom>
              <a:solidFill>
                <a:srgbClr val="999999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8B89AC4B-37C9-467B-B78D-DB7DE9F6C954}"/>
                  </a:ext>
                </a:extLst>
              </p:cNvPr>
              <p:cNvSpPr/>
              <p:nvPr/>
            </p:nvSpPr>
            <p:spPr>
              <a:xfrm>
                <a:off x="4079320" y="5800663"/>
                <a:ext cx="334577" cy="219143"/>
              </a:xfrm>
              <a:custGeom>
                <a:avLst/>
                <a:gdLst>
                  <a:gd name="connsiteX0" fmla="*/ 344409 w 346054"/>
                  <a:gd name="connsiteY0" fmla="*/ 18587 h 226660"/>
                  <a:gd name="connsiteX1" fmla="*/ 321572 w 346054"/>
                  <a:gd name="connsiteY1" fmla="*/ 17284 h 226660"/>
                  <a:gd name="connsiteX2" fmla="*/ 321572 w 346054"/>
                  <a:gd name="connsiteY2" fmla="*/ 23731 h 226660"/>
                  <a:gd name="connsiteX3" fmla="*/ 319652 w 346054"/>
                  <a:gd name="connsiteY3" fmla="*/ 24828 h 226660"/>
                  <a:gd name="connsiteX4" fmla="*/ 37170 w 346054"/>
                  <a:gd name="connsiteY4" fmla="*/ 8986 h 226660"/>
                  <a:gd name="connsiteX5" fmla="*/ 35456 w 346054"/>
                  <a:gd name="connsiteY5" fmla="*/ 7683 h 226660"/>
                  <a:gd name="connsiteX6" fmla="*/ 35799 w 346054"/>
                  <a:gd name="connsiteY6" fmla="*/ 1236 h 226660"/>
                  <a:gd name="connsiteX7" fmla="*/ 13030 w 346054"/>
                  <a:gd name="connsiteY7" fmla="*/ 2 h 226660"/>
                  <a:gd name="connsiteX8" fmla="*/ 11521 w 346054"/>
                  <a:gd name="connsiteY8" fmla="*/ 1305 h 226660"/>
                  <a:gd name="connsiteX9" fmla="*/ 0 w 346054"/>
                  <a:gd name="connsiteY9" fmla="*/ 206633 h 226660"/>
                  <a:gd name="connsiteX10" fmla="*/ 1303 w 346054"/>
                  <a:gd name="connsiteY10" fmla="*/ 208074 h 226660"/>
                  <a:gd name="connsiteX11" fmla="*/ 333025 w 346054"/>
                  <a:gd name="connsiteY11" fmla="*/ 226659 h 226660"/>
                  <a:gd name="connsiteX12" fmla="*/ 334533 w 346054"/>
                  <a:gd name="connsiteY12" fmla="*/ 225356 h 226660"/>
                  <a:gd name="connsiteX13" fmla="*/ 346055 w 346054"/>
                  <a:gd name="connsiteY13" fmla="*/ 20027 h 226660"/>
                  <a:gd name="connsiteX14" fmla="*/ 344484 w 346054"/>
                  <a:gd name="connsiteY14" fmla="*/ 18580 h 226660"/>
                  <a:gd name="connsiteX15" fmla="*/ 344409 w 346054"/>
                  <a:gd name="connsiteY15" fmla="*/ 18587 h 226660"/>
                  <a:gd name="connsiteX16" fmla="*/ 206906 w 346054"/>
                  <a:gd name="connsiteY16" fmla="*/ 151907 h 226660"/>
                  <a:gd name="connsiteX17" fmla="*/ 204231 w 346054"/>
                  <a:gd name="connsiteY17" fmla="*/ 199296 h 226660"/>
                  <a:gd name="connsiteX18" fmla="*/ 131674 w 346054"/>
                  <a:gd name="connsiteY18" fmla="*/ 195249 h 226660"/>
                  <a:gd name="connsiteX19" fmla="*/ 134348 w 346054"/>
                  <a:gd name="connsiteY19" fmla="*/ 147792 h 226660"/>
                  <a:gd name="connsiteX20" fmla="*/ 134348 w 346054"/>
                  <a:gd name="connsiteY20" fmla="*/ 147312 h 226660"/>
                  <a:gd name="connsiteX21" fmla="*/ 206837 w 346054"/>
                  <a:gd name="connsiteY21" fmla="*/ 151358 h 226660"/>
                  <a:gd name="connsiteX22" fmla="*/ 316634 w 346054"/>
                  <a:gd name="connsiteY22" fmla="*/ 134419 h 226660"/>
                  <a:gd name="connsiteX23" fmla="*/ 26952 w 346054"/>
                  <a:gd name="connsiteY23" fmla="*/ 118097 h 226660"/>
                  <a:gd name="connsiteX24" fmla="*/ 31615 w 346054"/>
                  <a:gd name="connsiteY24" fmla="*/ 34909 h 226660"/>
                  <a:gd name="connsiteX25" fmla="*/ 321640 w 346054"/>
                  <a:gd name="connsiteY25" fmla="*/ 51163 h 226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46054" h="226660">
                    <a:moveTo>
                      <a:pt x="344409" y="18587"/>
                    </a:moveTo>
                    <a:lnTo>
                      <a:pt x="321572" y="17284"/>
                    </a:lnTo>
                    <a:lnTo>
                      <a:pt x="321572" y="23731"/>
                    </a:lnTo>
                    <a:cubicBezTo>
                      <a:pt x="321572" y="24417"/>
                      <a:pt x="320680" y="24896"/>
                      <a:pt x="319652" y="24828"/>
                    </a:cubicBezTo>
                    <a:lnTo>
                      <a:pt x="37170" y="8986"/>
                    </a:lnTo>
                    <a:cubicBezTo>
                      <a:pt x="36142" y="8986"/>
                      <a:pt x="35387" y="8369"/>
                      <a:pt x="35456" y="7683"/>
                    </a:cubicBezTo>
                    <a:lnTo>
                      <a:pt x="35799" y="1236"/>
                    </a:lnTo>
                    <a:lnTo>
                      <a:pt x="13030" y="2"/>
                    </a:lnTo>
                    <a:cubicBezTo>
                      <a:pt x="12262" y="-39"/>
                      <a:pt x="11597" y="537"/>
                      <a:pt x="11521" y="1305"/>
                    </a:cubicBezTo>
                    <a:lnTo>
                      <a:pt x="0" y="206633"/>
                    </a:lnTo>
                    <a:cubicBezTo>
                      <a:pt x="27" y="207367"/>
                      <a:pt x="576" y="207971"/>
                      <a:pt x="1303" y="208074"/>
                    </a:cubicBezTo>
                    <a:lnTo>
                      <a:pt x="333025" y="226659"/>
                    </a:lnTo>
                    <a:cubicBezTo>
                      <a:pt x="333793" y="226700"/>
                      <a:pt x="334458" y="226124"/>
                      <a:pt x="334533" y="225356"/>
                    </a:cubicBezTo>
                    <a:lnTo>
                      <a:pt x="346055" y="20027"/>
                    </a:lnTo>
                    <a:cubicBezTo>
                      <a:pt x="346020" y="19197"/>
                      <a:pt x="345321" y="18546"/>
                      <a:pt x="344484" y="18580"/>
                    </a:cubicBezTo>
                    <a:cubicBezTo>
                      <a:pt x="344457" y="18580"/>
                      <a:pt x="344436" y="18587"/>
                      <a:pt x="344409" y="18587"/>
                    </a:cubicBezTo>
                    <a:close/>
                    <a:moveTo>
                      <a:pt x="206906" y="151907"/>
                    </a:moveTo>
                    <a:lnTo>
                      <a:pt x="204231" y="199296"/>
                    </a:lnTo>
                    <a:lnTo>
                      <a:pt x="131674" y="195249"/>
                    </a:lnTo>
                    <a:lnTo>
                      <a:pt x="134348" y="147792"/>
                    </a:lnTo>
                    <a:lnTo>
                      <a:pt x="134348" y="147312"/>
                    </a:lnTo>
                    <a:lnTo>
                      <a:pt x="206837" y="151358"/>
                    </a:lnTo>
                    <a:close/>
                    <a:moveTo>
                      <a:pt x="316634" y="134419"/>
                    </a:moveTo>
                    <a:lnTo>
                      <a:pt x="26952" y="118097"/>
                    </a:lnTo>
                    <a:lnTo>
                      <a:pt x="31615" y="34909"/>
                    </a:lnTo>
                    <a:lnTo>
                      <a:pt x="321640" y="51163"/>
                    </a:lnTo>
                    <a:close/>
                  </a:path>
                </a:pathLst>
              </a:custGeom>
              <a:solidFill>
                <a:srgbClr val="CCCCCC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653E5ED-2ECA-429C-886C-3CA0D63645D0}"/>
                  </a:ext>
                </a:extLst>
              </p:cNvPr>
              <p:cNvSpPr/>
              <p:nvPr/>
            </p:nvSpPr>
            <p:spPr>
              <a:xfrm rot="16393200">
                <a:off x="4207567" y="5742115"/>
                <a:ext cx="80561" cy="280804"/>
              </a:xfrm>
              <a:custGeom>
                <a:avLst/>
                <a:gdLst>
                  <a:gd name="connsiteX0" fmla="*/ 0 w 83324"/>
                  <a:gd name="connsiteY0" fmla="*/ 0 h 290436"/>
                  <a:gd name="connsiteX1" fmla="*/ 83325 w 83324"/>
                  <a:gd name="connsiteY1" fmla="*/ 0 h 290436"/>
                  <a:gd name="connsiteX2" fmla="*/ 83325 w 83324"/>
                  <a:gd name="connsiteY2" fmla="*/ 290436 h 290436"/>
                  <a:gd name="connsiteX3" fmla="*/ 0 w 83324"/>
                  <a:gd name="connsiteY3" fmla="*/ 290436 h 290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324" h="290436">
                    <a:moveTo>
                      <a:pt x="0" y="0"/>
                    </a:moveTo>
                    <a:lnTo>
                      <a:pt x="83325" y="0"/>
                    </a:lnTo>
                    <a:lnTo>
                      <a:pt x="83325" y="290436"/>
                    </a:lnTo>
                    <a:lnTo>
                      <a:pt x="0" y="290436"/>
                    </a:lnTo>
                    <a:close/>
                  </a:path>
                </a:pathLst>
              </a:custGeom>
              <a:solidFill>
                <a:srgbClr val="929497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22E440AE-F1E9-4ECB-BB85-0F426B1F2D92}"/>
                  </a:ext>
                </a:extLst>
              </p:cNvPr>
              <p:cNvSpPr/>
              <p:nvPr/>
            </p:nvSpPr>
            <p:spPr>
              <a:xfrm>
                <a:off x="4050146" y="5718645"/>
                <a:ext cx="412552" cy="88783"/>
              </a:xfrm>
              <a:custGeom>
                <a:avLst/>
                <a:gdLst>
                  <a:gd name="connsiteX0" fmla="*/ 374721 w 426704"/>
                  <a:gd name="connsiteY0" fmla="*/ 91829 h 91828"/>
                  <a:gd name="connsiteX1" fmla="*/ 426705 w 426704"/>
                  <a:gd name="connsiteY1" fmla="*/ 24003 h 91828"/>
                  <a:gd name="connsiteX2" fmla="*/ 0 w 426704"/>
                  <a:gd name="connsiteY2" fmla="*/ 0 h 91828"/>
                  <a:gd name="connsiteX3" fmla="*/ 41148 w 426704"/>
                  <a:gd name="connsiteY3" fmla="*/ 73107 h 91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6704" h="91828">
                    <a:moveTo>
                      <a:pt x="374721" y="91829"/>
                    </a:moveTo>
                    <a:cubicBezTo>
                      <a:pt x="380208" y="84971"/>
                      <a:pt x="407091" y="49858"/>
                      <a:pt x="426705" y="24003"/>
                    </a:cubicBezTo>
                    <a:lnTo>
                      <a:pt x="0" y="0"/>
                    </a:lnTo>
                    <a:cubicBezTo>
                      <a:pt x="15499" y="27775"/>
                      <a:pt x="36759" y="65700"/>
                      <a:pt x="41148" y="73107"/>
                    </a:cubicBezTo>
                    <a:close/>
                  </a:path>
                </a:pathLst>
              </a:custGeom>
              <a:solidFill>
                <a:srgbClr val="1B75B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88FF421-4AC8-43CB-9677-6D5AB1BD7B14}"/>
                  </a:ext>
                </a:extLst>
              </p:cNvPr>
              <p:cNvSpPr/>
              <p:nvPr/>
            </p:nvSpPr>
            <p:spPr>
              <a:xfrm>
                <a:off x="4041261" y="5714932"/>
                <a:ext cx="430571" cy="99524"/>
              </a:xfrm>
              <a:custGeom>
                <a:avLst/>
                <a:gdLst>
                  <a:gd name="connsiteX0" fmla="*/ 0 w 445341"/>
                  <a:gd name="connsiteY0" fmla="*/ 1029 h 102938"/>
                  <a:gd name="connsiteX1" fmla="*/ 0 w 445341"/>
                  <a:gd name="connsiteY1" fmla="*/ 2058 h 102938"/>
                  <a:gd name="connsiteX2" fmla="*/ 480 w 445341"/>
                  <a:gd name="connsiteY2" fmla="*/ 2949 h 102938"/>
                  <a:gd name="connsiteX3" fmla="*/ 22631 w 445341"/>
                  <a:gd name="connsiteY3" fmla="*/ 42520 h 102938"/>
                  <a:gd name="connsiteX4" fmla="*/ 38062 w 445341"/>
                  <a:gd name="connsiteY4" fmla="*/ 69952 h 102938"/>
                  <a:gd name="connsiteX5" fmla="*/ 48212 w 445341"/>
                  <a:gd name="connsiteY5" fmla="*/ 84079 h 102938"/>
                  <a:gd name="connsiteX6" fmla="*/ 385283 w 445341"/>
                  <a:gd name="connsiteY6" fmla="*/ 102939 h 102938"/>
                  <a:gd name="connsiteX7" fmla="*/ 397352 w 445341"/>
                  <a:gd name="connsiteY7" fmla="*/ 90183 h 102938"/>
                  <a:gd name="connsiteX8" fmla="*/ 416761 w 445341"/>
                  <a:gd name="connsiteY8" fmla="*/ 64877 h 102938"/>
                  <a:gd name="connsiteX9" fmla="*/ 444604 w 445341"/>
                  <a:gd name="connsiteY9" fmla="*/ 28118 h 102938"/>
                  <a:gd name="connsiteX10" fmla="*/ 445290 w 445341"/>
                  <a:gd name="connsiteY10" fmla="*/ 27295 h 102938"/>
                  <a:gd name="connsiteX11" fmla="*/ 445290 w 445341"/>
                  <a:gd name="connsiteY11" fmla="*/ 26266 h 102938"/>
                  <a:gd name="connsiteX12" fmla="*/ 445290 w 445341"/>
                  <a:gd name="connsiteY12" fmla="*/ 24963 h 102938"/>
                  <a:gd name="connsiteX13" fmla="*/ 480 w 445341"/>
                  <a:gd name="connsiteY13" fmla="*/ 0 h 102938"/>
                  <a:gd name="connsiteX14" fmla="*/ 0 w 445341"/>
                  <a:gd name="connsiteY14" fmla="*/ 1029 h 102938"/>
                  <a:gd name="connsiteX15" fmla="*/ 435963 w 445341"/>
                  <a:gd name="connsiteY15" fmla="*/ 27843 h 102938"/>
                  <a:gd name="connsiteX16" fmla="*/ 383911 w 445341"/>
                  <a:gd name="connsiteY16" fmla="*/ 95738 h 102938"/>
                  <a:gd name="connsiteX17" fmla="*/ 50338 w 445341"/>
                  <a:gd name="connsiteY17" fmla="*/ 77016 h 102938"/>
                  <a:gd name="connsiteX18" fmla="*/ 9190 w 445341"/>
                  <a:gd name="connsiteY18" fmla="*/ 3840 h 102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45341" h="102938">
                    <a:moveTo>
                      <a:pt x="0" y="1029"/>
                    </a:moveTo>
                    <a:lnTo>
                      <a:pt x="0" y="2058"/>
                    </a:lnTo>
                    <a:lnTo>
                      <a:pt x="480" y="2949"/>
                    </a:lnTo>
                    <a:lnTo>
                      <a:pt x="22631" y="42520"/>
                    </a:lnTo>
                    <a:cubicBezTo>
                      <a:pt x="29078" y="53972"/>
                      <a:pt x="34290" y="63094"/>
                      <a:pt x="38062" y="69952"/>
                    </a:cubicBezTo>
                    <a:cubicBezTo>
                      <a:pt x="46017" y="83668"/>
                      <a:pt x="46017" y="83668"/>
                      <a:pt x="48212" y="84079"/>
                    </a:cubicBezTo>
                    <a:lnTo>
                      <a:pt x="385283" y="102939"/>
                    </a:lnTo>
                    <a:cubicBezTo>
                      <a:pt x="387409" y="102939"/>
                      <a:pt x="387409" y="102939"/>
                      <a:pt x="397352" y="90183"/>
                    </a:cubicBezTo>
                    <a:lnTo>
                      <a:pt x="416761" y="64877"/>
                    </a:lnTo>
                    <a:cubicBezTo>
                      <a:pt x="430477" y="46497"/>
                      <a:pt x="444604" y="28118"/>
                      <a:pt x="444604" y="28118"/>
                    </a:cubicBezTo>
                    <a:lnTo>
                      <a:pt x="445290" y="27295"/>
                    </a:lnTo>
                    <a:lnTo>
                      <a:pt x="445290" y="26266"/>
                    </a:lnTo>
                    <a:cubicBezTo>
                      <a:pt x="445358" y="25834"/>
                      <a:pt x="445358" y="25395"/>
                      <a:pt x="445290" y="24963"/>
                    </a:cubicBezTo>
                    <a:lnTo>
                      <a:pt x="480" y="0"/>
                    </a:lnTo>
                    <a:cubicBezTo>
                      <a:pt x="267" y="316"/>
                      <a:pt x="103" y="666"/>
                      <a:pt x="0" y="1029"/>
                    </a:cubicBezTo>
                    <a:close/>
                    <a:moveTo>
                      <a:pt x="435963" y="27843"/>
                    </a:moveTo>
                    <a:cubicBezTo>
                      <a:pt x="416280" y="53767"/>
                      <a:pt x="389466" y="89017"/>
                      <a:pt x="383911" y="95738"/>
                    </a:cubicBezTo>
                    <a:lnTo>
                      <a:pt x="50338" y="77016"/>
                    </a:lnTo>
                    <a:cubicBezTo>
                      <a:pt x="45880" y="69609"/>
                      <a:pt x="24552" y="31684"/>
                      <a:pt x="9190" y="38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42C092D-ECC2-4B9B-9C98-23B513ABEF89}"/>
                  </a:ext>
                </a:extLst>
              </p:cNvPr>
              <p:cNvSpPr/>
              <p:nvPr/>
            </p:nvSpPr>
            <p:spPr>
              <a:xfrm>
                <a:off x="4041526" y="5711797"/>
                <a:ext cx="430057" cy="27071"/>
              </a:xfrm>
              <a:custGeom>
                <a:avLst/>
                <a:gdLst>
                  <a:gd name="connsiteX0" fmla="*/ 440352 w 444809"/>
                  <a:gd name="connsiteY0" fmla="*/ 24434 h 28000"/>
                  <a:gd name="connsiteX1" fmla="*/ 4800 w 444809"/>
                  <a:gd name="connsiteY1" fmla="*/ 20 h 28000"/>
                  <a:gd name="connsiteX2" fmla="*/ 0 w 444809"/>
                  <a:gd name="connsiteY2" fmla="*/ 3037 h 28000"/>
                  <a:gd name="connsiteX3" fmla="*/ 444810 w 444809"/>
                  <a:gd name="connsiteY3" fmla="*/ 28000 h 28000"/>
                  <a:gd name="connsiteX4" fmla="*/ 440352 w 444809"/>
                  <a:gd name="connsiteY4" fmla="*/ 24434 h 2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4809" h="28000">
                    <a:moveTo>
                      <a:pt x="440352" y="24434"/>
                    </a:moveTo>
                    <a:lnTo>
                      <a:pt x="4800" y="20"/>
                    </a:lnTo>
                    <a:cubicBezTo>
                      <a:pt x="2702" y="-173"/>
                      <a:pt x="734" y="1062"/>
                      <a:pt x="0" y="3037"/>
                    </a:cubicBezTo>
                    <a:lnTo>
                      <a:pt x="444810" y="28000"/>
                    </a:lnTo>
                    <a:cubicBezTo>
                      <a:pt x="444330" y="25922"/>
                      <a:pt x="442485" y="24441"/>
                      <a:pt x="440352" y="24434"/>
                    </a:cubicBezTo>
                    <a:close/>
                  </a:path>
                </a:pathLst>
              </a:custGeom>
              <a:solidFill>
                <a:srgbClr val="B3B3B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1532B8A1-DCFF-41EE-B3B8-857D401B6E9F}"/>
                  </a:ext>
                </a:extLst>
              </p:cNvPr>
              <p:cNvSpPr/>
              <p:nvPr/>
            </p:nvSpPr>
            <p:spPr>
              <a:xfrm rot="16393200">
                <a:off x="4118860" y="5843840"/>
                <a:ext cx="19294" cy="19228"/>
              </a:xfrm>
              <a:custGeom>
                <a:avLst/>
                <a:gdLst>
                  <a:gd name="connsiteX0" fmla="*/ 0 w 19956"/>
                  <a:gd name="connsiteY0" fmla="*/ 0 h 19888"/>
                  <a:gd name="connsiteX1" fmla="*/ 19957 w 19956"/>
                  <a:gd name="connsiteY1" fmla="*/ 0 h 19888"/>
                  <a:gd name="connsiteX2" fmla="*/ 19957 w 19956"/>
                  <a:gd name="connsiteY2" fmla="*/ 19888 h 19888"/>
                  <a:gd name="connsiteX3" fmla="*/ 0 w 19956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956" h="19888">
                    <a:moveTo>
                      <a:pt x="0" y="0"/>
                    </a:moveTo>
                    <a:lnTo>
                      <a:pt x="19957" y="0"/>
                    </a:lnTo>
                    <a:lnTo>
                      <a:pt x="19957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E715584-C94F-4A27-9C52-502FF8F6591C}"/>
                  </a:ext>
                </a:extLst>
              </p:cNvPr>
              <p:cNvSpPr/>
              <p:nvPr/>
            </p:nvSpPr>
            <p:spPr>
              <a:xfrm rot="16393200">
                <a:off x="4144830" y="5845884"/>
                <a:ext cx="19228" cy="19294"/>
              </a:xfrm>
              <a:custGeom>
                <a:avLst/>
                <a:gdLst>
                  <a:gd name="connsiteX0" fmla="*/ 0 w 19888"/>
                  <a:gd name="connsiteY0" fmla="*/ 0 h 19956"/>
                  <a:gd name="connsiteX1" fmla="*/ 19888 w 19888"/>
                  <a:gd name="connsiteY1" fmla="*/ 0 h 19956"/>
                  <a:gd name="connsiteX2" fmla="*/ 19888 w 19888"/>
                  <a:gd name="connsiteY2" fmla="*/ 19957 h 19956"/>
                  <a:gd name="connsiteX3" fmla="*/ 0 w 19888"/>
                  <a:gd name="connsiteY3" fmla="*/ 19957 h 1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956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957"/>
                    </a:lnTo>
                    <a:lnTo>
                      <a:pt x="0" y="19957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1A899C75-DD1E-4550-9452-3DCC45FCFC60}"/>
                  </a:ext>
                </a:extLst>
              </p:cNvPr>
              <p:cNvSpPr/>
              <p:nvPr/>
            </p:nvSpPr>
            <p:spPr>
              <a:xfrm rot="16393200">
                <a:off x="4170242" y="5846767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7D32761-63C9-4090-AD8C-24A1FE8914A1}"/>
                  </a:ext>
                </a:extLst>
              </p:cNvPr>
              <p:cNvSpPr/>
              <p:nvPr/>
            </p:nvSpPr>
            <p:spPr>
              <a:xfrm rot="16393200">
                <a:off x="4196019" y="5848282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067CD1-3AA1-402B-A515-FB938756E002}"/>
                  </a:ext>
                </a:extLst>
              </p:cNvPr>
              <p:cNvSpPr/>
              <p:nvPr/>
            </p:nvSpPr>
            <p:spPr>
              <a:xfrm rot="16392600">
                <a:off x="4221515" y="5849340"/>
                <a:ext cx="19228" cy="19294"/>
              </a:xfrm>
              <a:custGeom>
                <a:avLst/>
                <a:gdLst>
                  <a:gd name="connsiteX0" fmla="*/ 0 w 19888"/>
                  <a:gd name="connsiteY0" fmla="*/ 0 h 19956"/>
                  <a:gd name="connsiteX1" fmla="*/ 19888 w 19888"/>
                  <a:gd name="connsiteY1" fmla="*/ 0 h 19956"/>
                  <a:gd name="connsiteX2" fmla="*/ 19888 w 19888"/>
                  <a:gd name="connsiteY2" fmla="*/ 19956 h 19956"/>
                  <a:gd name="connsiteX3" fmla="*/ 0 w 19888"/>
                  <a:gd name="connsiteY3" fmla="*/ 19956 h 1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956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956"/>
                    </a:lnTo>
                    <a:lnTo>
                      <a:pt x="0" y="19956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A031ED3-BAF7-4BFB-AFD5-70952E0C8F2A}"/>
                  </a:ext>
                </a:extLst>
              </p:cNvPr>
              <p:cNvSpPr/>
              <p:nvPr/>
            </p:nvSpPr>
            <p:spPr>
              <a:xfrm rot="16396200">
                <a:off x="4247213" y="5850737"/>
                <a:ext cx="19228" cy="19294"/>
              </a:xfrm>
              <a:custGeom>
                <a:avLst/>
                <a:gdLst>
                  <a:gd name="connsiteX0" fmla="*/ 0 w 19888"/>
                  <a:gd name="connsiteY0" fmla="*/ 0 h 19956"/>
                  <a:gd name="connsiteX1" fmla="*/ 19888 w 19888"/>
                  <a:gd name="connsiteY1" fmla="*/ 0 h 19956"/>
                  <a:gd name="connsiteX2" fmla="*/ 19888 w 19888"/>
                  <a:gd name="connsiteY2" fmla="*/ 19957 h 19956"/>
                  <a:gd name="connsiteX3" fmla="*/ 0 w 19888"/>
                  <a:gd name="connsiteY3" fmla="*/ 19957 h 1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956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957"/>
                    </a:lnTo>
                    <a:lnTo>
                      <a:pt x="0" y="19957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B00139D-74AF-4ACB-944F-08F7AE211DC3}"/>
                  </a:ext>
                </a:extLst>
              </p:cNvPr>
              <p:cNvSpPr/>
              <p:nvPr/>
            </p:nvSpPr>
            <p:spPr>
              <a:xfrm rot="16390800">
                <a:off x="4272881" y="5852227"/>
                <a:ext cx="19294" cy="19228"/>
              </a:xfrm>
              <a:custGeom>
                <a:avLst/>
                <a:gdLst>
                  <a:gd name="connsiteX0" fmla="*/ 0 w 19956"/>
                  <a:gd name="connsiteY0" fmla="*/ 0 h 19888"/>
                  <a:gd name="connsiteX1" fmla="*/ 19957 w 19956"/>
                  <a:gd name="connsiteY1" fmla="*/ 0 h 19888"/>
                  <a:gd name="connsiteX2" fmla="*/ 19957 w 19956"/>
                  <a:gd name="connsiteY2" fmla="*/ 19888 h 19888"/>
                  <a:gd name="connsiteX3" fmla="*/ 0 w 19956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956" h="19888">
                    <a:moveTo>
                      <a:pt x="0" y="0"/>
                    </a:moveTo>
                    <a:lnTo>
                      <a:pt x="19957" y="0"/>
                    </a:lnTo>
                    <a:lnTo>
                      <a:pt x="19957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33812760-581E-41AF-BB6D-4FBC5B21CD80}"/>
                  </a:ext>
                </a:extLst>
              </p:cNvPr>
              <p:cNvSpPr/>
              <p:nvPr/>
            </p:nvSpPr>
            <p:spPr>
              <a:xfrm rot="16389600">
                <a:off x="4298741" y="5853790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756EB68-1961-4202-84A3-747529956344}"/>
                  </a:ext>
                </a:extLst>
              </p:cNvPr>
              <p:cNvSpPr/>
              <p:nvPr/>
            </p:nvSpPr>
            <p:spPr>
              <a:xfrm rot="16394400">
                <a:off x="4324374" y="5855107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458C1484-4212-42B3-AE3A-4243F39900E9}"/>
                  </a:ext>
                </a:extLst>
              </p:cNvPr>
              <p:cNvSpPr/>
              <p:nvPr/>
            </p:nvSpPr>
            <p:spPr>
              <a:xfrm rot="16392000">
                <a:off x="4350103" y="5856812"/>
                <a:ext cx="19294" cy="19228"/>
              </a:xfrm>
              <a:custGeom>
                <a:avLst/>
                <a:gdLst>
                  <a:gd name="connsiteX0" fmla="*/ 0 w 19956"/>
                  <a:gd name="connsiteY0" fmla="*/ 0 h 19888"/>
                  <a:gd name="connsiteX1" fmla="*/ 19957 w 19956"/>
                  <a:gd name="connsiteY1" fmla="*/ 0 h 19888"/>
                  <a:gd name="connsiteX2" fmla="*/ 19957 w 19956"/>
                  <a:gd name="connsiteY2" fmla="*/ 19888 h 19888"/>
                  <a:gd name="connsiteX3" fmla="*/ 0 w 19956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956" h="19888">
                    <a:moveTo>
                      <a:pt x="0" y="0"/>
                    </a:moveTo>
                    <a:lnTo>
                      <a:pt x="19957" y="0"/>
                    </a:lnTo>
                    <a:lnTo>
                      <a:pt x="19957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A5EC6FD3-A3BF-4503-A3A8-B717F3BBD446}"/>
                  </a:ext>
                </a:extLst>
              </p:cNvPr>
              <p:cNvSpPr/>
              <p:nvPr/>
            </p:nvSpPr>
            <p:spPr>
              <a:xfrm rot="16390800">
                <a:off x="4126308" y="5866337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E5675F83-EF59-4AEB-A16F-D6A90346D90B}"/>
                  </a:ext>
                </a:extLst>
              </p:cNvPr>
              <p:cNvSpPr/>
              <p:nvPr/>
            </p:nvSpPr>
            <p:spPr>
              <a:xfrm rot="16396800">
                <a:off x="4152336" y="5868411"/>
                <a:ext cx="19228" cy="19294"/>
              </a:xfrm>
              <a:custGeom>
                <a:avLst/>
                <a:gdLst>
                  <a:gd name="connsiteX0" fmla="*/ 0 w 19888"/>
                  <a:gd name="connsiteY0" fmla="*/ 0 h 19956"/>
                  <a:gd name="connsiteX1" fmla="*/ 19888 w 19888"/>
                  <a:gd name="connsiteY1" fmla="*/ 0 h 19956"/>
                  <a:gd name="connsiteX2" fmla="*/ 19888 w 19888"/>
                  <a:gd name="connsiteY2" fmla="*/ 19957 h 19956"/>
                  <a:gd name="connsiteX3" fmla="*/ 0 w 19888"/>
                  <a:gd name="connsiteY3" fmla="*/ 19957 h 1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956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957"/>
                    </a:lnTo>
                    <a:lnTo>
                      <a:pt x="0" y="19957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7C6A6A23-4592-4B86-9015-913D12C7D264}"/>
                  </a:ext>
                </a:extLst>
              </p:cNvPr>
              <p:cNvSpPr/>
              <p:nvPr/>
            </p:nvSpPr>
            <p:spPr>
              <a:xfrm rot="16392000">
                <a:off x="4178076" y="5869843"/>
                <a:ext cx="19228" cy="19294"/>
              </a:xfrm>
              <a:custGeom>
                <a:avLst/>
                <a:gdLst>
                  <a:gd name="connsiteX0" fmla="*/ 0 w 19888"/>
                  <a:gd name="connsiteY0" fmla="*/ 0 h 19956"/>
                  <a:gd name="connsiteX1" fmla="*/ 19888 w 19888"/>
                  <a:gd name="connsiteY1" fmla="*/ 0 h 19956"/>
                  <a:gd name="connsiteX2" fmla="*/ 19888 w 19888"/>
                  <a:gd name="connsiteY2" fmla="*/ 19956 h 19956"/>
                  <a:gd name="connsiteX3" fmla="*/ 0 w 19888"/>
                  <a:gd name="connsiteY3" fmla="*/ 19956 h 1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956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956"/>
                    </a:lnTo>
                    <a:lnTo>
                      <a:pt x="0" y="19956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5F1F3280-6D54-4AA3-BFD0-7D94DB218531}"/>
                  </a:ext>
                </a:extLst>
              </p:cNvPr>
              <p:cNvSpPr/>
              <p:nvPr/>
            </p:nvSpPr>
            <p:spPr>
              <a:xfrm rot="16390200">
                <a:off x="4203802" y="5871374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91209CB-EE85-4747-B40A-6C2AB690F358}"/>
                  </a:ext>
                </a:extLst>
              </p:cNvPr>
              <p:cNvSpPr/>
              <p:nvPr/>
            </p:nvSpPr>
            <p:spPr>
              <a:xfrm rot="16393200">
                <a:off x="4229445" y="5872597"/>
                <a:ext cx="19228" cy="19294"/>
              </a:xfrm>
              <a:custGeom>
                <a:avLst/>
                <a:gdLst>
                  <a:gd name="connsiteX0" fmla="*/ 0 w 19888"/>
                  <a:gd name="connsiteY0" fmla="*/ 0 h 19956"/>
                  <a:gd name="connsiteX1" fmla="*/ 19888 w 19888"/>
                  <a:gd name="connsiteY1" fmla="*/ 0 h 19956"/>
                  <a:gd name="connsiteX2" fmla="*/ 19888 w 19888"/>
                  <a:gd name="connsiteY2" fmla="*/ 19956 h 19956"/>
                  <a:gd name="connsiteX3" fmla="*/ 0 w 19888"/>
                  <a:gd name="connsiteY3" fmla="*/ 19956 h 1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956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956"/>
                    </a:lnTo>
                    <a:lnTo>
                      <a:pt x="0" y="19956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0336FAB-0305-46A1-B32F-ADAF9C09ACFD}"/>
                  </a:ext>
                </a:extLst>
              </p:cNvPr>
              <p:cNvSpPr/>
              <p:nvPr/>
            </p:nvSpPr>
            <p:spPr>
              <a:xfrm rot="16390200">
                <a:off x="4254744" y="5873369"/>
                <a:ext cx="19228" cy="19294"/>
              </a:xfrm>
              <a:custGeom>
                <a:avLst/>
                <a:gdLst>
                  <a:gd name="connsiteX0" fmla="*/ 0 w 19888"/>
                  <a:gd name="connsiteY0" fmla="*/ 0 h 19956"/>
                  <a:gd name="connsiteX1" fmla="*/ 19888 w 19888"/>
                  <a:gd name="connsiteY1" fmla="*/ 0 h 19956"/>
                  <a:gd name="connsiteX2" fmla="*/ 19888 w 19888"/>
                  <a:gd name="connsiteY2" fmla="*/ 19957 h 19956"/>
                  <a:gd name="connsiteX3" fmla="*/ 0 w 19888"/>
                  <a:gd name="connsiteY3" fmla="*/ 19957 h 1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956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957"/>
                    </a:lnTo>
                    <a:lnTo>
                      <a:pt x="0" y="19957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8E25090-78F0-4255-A9E9-840BCC5CE745}"/>
                  </a:ext>
                </a:extLst>
              </p:cNvPr>
              <p:cNvSpPr/>
              <p:nvPr/>
            </p:nvSpPr>
            <p:spPr>
              <a:xfrm rot="16393200">
                <a:off x="4280928" y="5875690"/>
                <a:ext cx="19228" cy="19294"/>
              </a:xfrm>
              <a:custGeom>
                <a:avLst/>
                <a:gdLst>
                  <a:gd name="connsiteX0" fmla="*/ 0 w 19888"/>
                  <a:gd name="connsiteY0" fmla="*/ 0 h 19956"/>
                  <a:gd name="connsiteX1" fmla="*/ 19888 w 19888"/>
                  <a:gd name="connsiteY1" fmla="*/ 0 h 19956"/>
                  <a:gd name="connsiteX2" fmla="*/ 19888 w 19888"/>
                  <a:gd name="connsiteY2" fmla="*/ 19957 h 19956"/>
                  <a:gd name="connsiteX3" fmla="*/ 0 w 19888"/>
                  <a:gd name="connsiteY3" fmla="*/ 19957 h 1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956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957"/>
                    </a:lnTo>
                    <a:lnTo>
                      <a:pt x="0" y="19957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BAC1975-8648-468F-AF50-6C13EF729B1E}"/>
                  </a:ext>
                </a:extLst>
              </p:cNvPr>
              <p:cNvSpPr/>
              <p:nvPr/>
            </p:nvSpPr>
            <p:spPr>
              <a:xfrm rot="16394400">
                <a:off x="4306472" y="5876829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75B052E-82ED-482F-8DD4-EA391EA61E1E}"/>
                  </a:ext>
                </a:extLst>
              </p:cNvPr>
              <p:cNvSpPr/>
              <p:nvPr/>
            </p:nvSpPr>
            <p:spPr>
              <a:xfrm rot="16392000">
                <a:off x="4332046" y="5878092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386751E1-1308-4DFF-BB1F-D904670FE2BC}"/>
                  </a:ext>
                </a:extLst>
              </p:cNvPr>
              <p:cNvSpPr/>
              <p:nvPr/>
            </p:nvSpPr>
            <p:spPr>
              <a:xfrm rot="16391400">
                <a:off x="4357704" y="5879345"/>
                <a:ext cx="19228" cy="19294"/>
              </a:xfrm>
              <a:custGeom>
                <a:avLst/>
                <a:gdLst>
                  <a:gd name="connsiteX0" fmla="*/ 0 w 19888"/>
                  <a:gd name="connsiteY0" fmla="*/ 0 h 19956"/>
                  <a:gd name="connsiteX1" fmla="*/ 19888 w 19888"/>
                  <a:gd name="connsiteY1" fmla="*/ 0 h 19956"/>
                  <a:gd name="connsiteX2" fmla="*/ 19888 w 19888"/>
                  <a:gd name="connsiteY2" fmla="*/ 19957 h 19956"/>
                  <a:gd name="connsiteX3" fmla="*/ 0 w 19888"/>
                  <a:gd name="connsiteY3" fmla="*/ 19957 h 19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956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957"/>
                    </a:lnTo>
                    <a:lnTo>
                      <a:pt x="0" y="19957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F39FD3D-AA0F-4D12-A22F-332DD5113322}"/>
                  </a:ext>
                </a:extLst>
              </p:cNvPr>
              <p:cNvSpPr/>
              <p:nvPr/>
            </p:nvSpPr>
            <p:spPr>
              <a:xfrm rot="16394400">
                <a:off x="4112410" y="5889634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F2C2E0C-6FE4-4E7F-A0FD-EAB05E4C22B0}"/>
                  </a:ext>
                </a:extLst>
              </p:cNvPr>
              <p:cNvSpPr/>
              <p:nvPr/>
            </p:nvSpPr>
            <p:spPr>
              <a:xfrm rot="16390800">
                <a:off x="4137914" y="5890771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604459CA-9CD4-4048-8691-50AA2EB573A9}"/>
                  </a:ext>
                </a:extLst>
              </p:cNvPr>
              <p:cNvSpPr/>
              <p:nvPr/>
            </p:nvSpPr>
            <p:spPr>
              <a:xfrm rot="16392000">
                <a:off x="4163423" y="5891876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9 h 19888"/>
                  <a:gd name="connsiteX3" fmla="*/ 0 w 19888"/>
                  <a:gd name="connsiteY3" fmla="*/ 19889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9"/>
                    </a:lnTo>
                    <a:lnTo>
                      <a:pt x="0" y="19889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A374C30D-A479-49C3-A725-B3D61020DE37}"/>
                  </a:ext>
                </a:extLst>
              </p:cNvPr>
              <p:cNvSpPr/>
              <p:nvPr/>
            </p:nvSpPr>
            <p:spPr>
              <a:xfrm>
                <a:off x="4188857" y="5893162"/>
                <a:ext cx="97469" cy="24599"/>
              </a:xfrm>
              <a:custGeom>
                <a:avLst/>
                <a:gdLst>
                  <a:gd name="connsiteX0" fmla="*/ 80856 w 100812"/>
                  <a:gd name="connsiteY0" fmla="*/ 4458 h 25443"/>
                  <a:gd name="connsiteX1" fmla="*/ 74203 w 100812"/>
                  <a:gd name="connsiteY1" fmla="*/ 4115 h 25443"/>
                  <a:gd name="connsiteX2" fmla="*/ 54315 w 100812"/>
                  <a:gd name="connsiteY2" fmla="*/ 2949 h 25443"/>
                  <a:gd name="connsiteX3" fmla="*/ 47594 w 100812"/>
                  <a:gd name="connsiteY3" fmla="*/ 2606 h 25443"/>
                  <a:gd name="connsiteX4" fmla="*/ 27706 w 100812"/>
                  <a:gd name="connsiteY4" fmla="*/ 1509 h 25443"/>
                  <a:gd name="connsiteX5" fmla="*/ 1097 w 100812"/>
                  <a:gd name="connsiteY5" fmla="*/ 0 h 25443"/>
                  <a:gd name="connsiteX6" fmla="*/ 0 w 100812"/>
                  <a:gd name="connsiteY6" fmla="*/ 19888 h 25443"/>
                  <a:gd name="connsiteX7" fmla="*/ 26609 w 100812"/>
                  <a:gd name="connsiteY7" fmla="*/ 21397 h 25443"/>
                  <a:gd name="connsiteX8" fmla="*/ 46497 w 100812"/>
                  <a:gd name="connsiteY8" fmla="*/ 22494 h 25443"/>
                  <a:gd name="connsiteX9" fmla="*/ 53218 w 100812"/>
                  <a:gd name="connsiteY9" fmla="*/ 22906 h 25443"/>
                  <a:gd name="connsiteX10" fmla="*/ 73106 w 100812"/>
                  <a:gd name="connsiteY10" fmla="*/ 24003 h 25443"/>
                  <a:gd name="connsiteX11" fmla="*/ 79758 w 100812"/>
                  <a:gd name="connsiteY11" fmla="*/ 24346 h 25443"/>
                  <a:gd name="connsiteX12" fmla="*/ 99647 w 100812"/>
                  <a:gd name="connsiteY12" fmla="*/ 25443 h 25443"/>
                  <a:gd name="connsiteX13" fmla="*/ 100812 w 100812"/>
                  <a:gd name="connsiteY13" fmla="*/ 5624 h 25443"/>
                  <a:gd name="connsiteX14" fmla="*/ 80856 w 100812"/>
                  <a:gd name="connsiteY14" fmla="*/ 4458 h 25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812" h="25443">
                    <a:moveTo>
                      <a:pt x="80856" y="4458"/>
                    </a:moveTo>
                    <a:lnTo>
                      <a:pt x="74203" y="4115"/>
                    </a:lnTo>
                    <a:lnTo>
                      <a:pt x="54315" y="2949"/>
                    </a:lnTo>
                    <a:lnTo>
                      <a:pt x="47594" y="2606"/>
                    </a:lnTo>
                    <a:lnTo>
                      <a:pt x="27706" y="1509"/>
                    </a:lnTo>
                    <a:lnTo>
                      <a:pt x="1097" y="0"/>
                    </a:lnTo>
                    <a:lnTo>
                      <a:pt x="0" y="19888"/>
                    </a:lnTo>
                    <a:lnTo>
                      <a:pt x="26609" y="21397"/>
                    </a:lnTo>
                    <a:lnTo>
                      <a:pt x="46497" y="22494"/>
                    </a:lnTo>
                    <a:lnTo>
                      <a:pt x="53218" y="22906"/>
                    </a:lnTo>
                    <a:lnTo>
                      <a:pt x="73106" y="24003"/>
                    </a:lnTo>
                    <a:lnTo>
                      <a:pt x="79758" y="24346"/>
                    </a:lnTo>
                    <a:lnTo>
                      <a:pt x="99647" y="25443"/>
                    </a:lnTo>
                    <a:lnTo>
                      <a:pt x="100812" y="5624"/>
                    </a:lnTo>
                    <a:lnTo>
                      <a:pt x="80856" y="445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6C48E1F-4AF4-42FA-8A47-70B2D941417F}"/>
                  </a:ext>
                </a:extLst>
              </p:cNvPr>
              <p:cNvSpPr/>
              <p:nvPr/>
            </p:nvSpPr>
            <p:spPr>
              <a:xfrm rot="16390800">
                <a:off x="4292134" y="5899311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8CB1F4C-7509-4EA0-8E31-4124A82ED466}"/>
                  </a:ext>
                </a:extLst>
              </p:cNvPr>
              <p:cNvSpPr/>
              <p:nvPr/>
            </p:nvSpPr>
            <p:spPr>
              <a:xfrm rot="16395600">
                <a:off x="4317824" y="5900695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9 h 19888"/>
                  <a:gd name="connsiteX3" fmla="*/ 0 w 19888"/>
                  <a:gd name="connsiteY3" fmla="*/ 19889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9"/>
                    </a:lnTo>
                    <a:lnTo>
                      <a:pt x="0" y="19889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4369342D-9636-4330-8AEA-3F2E538E9C57}"/>
                  </a:ext>
                </a:extLst>
              </p:cNvPr>
              <p:cNvSpPr/>
              <p:nvPr/>
            </p:nvSpPr>
            <p:spPr>
              <a:xfrm rot="16393200">
                <a:off x="4343664" y="5902536"/>
                <a:ext cx="19228" cy="19228"/>
              </a:xfrm>
              <a:custGeom>
                <a:avLst/>
                <a:gdLst>
                  <a:gd name="connsiteX0" fmla="*/ 0 w 19888"/>
                  <a:gd name="connsiteY0" fmla="*/ 0 h 19888"/>
                  <a:gd name="connsiteX1" fmla="*/ 19888 w 19888"/>
                  <a:gd name="connsiteY1" fmla="*/ 0 h 19888"/>
                  <a:gd name="connsiteX2" fmla="*/ 19888 w 19888"/>
                  <a:gd name="connsiteY2" fmla="*/ 19888 h 19888"/>
                  <a:gd name="connsiteX3" fmla="*/ 0 w 19888"/>
                  <a:gd name="connsiteY3" fmla="*/ 19888 h 19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88" h="19888">
                    <a:moveTo>
                      <a:pt x="0" y="0"/>
                    </a:moveTo>
                    <a:lnTo>
                      <a:pt x="19888" y="0"/>
                    </a:lnTo>
                    <a:lnTo>
                      <a:pt x="19888" y="19888"/>
                    </a:lnTo>
                    <a:lnTo>
                      <a:pt x="0" y="19888"/>
                    </a:lnTo>
                    <a:close/>
                  </a:path>
                </a:pathLst>
              </a:custGeom>
              <a:solidFill>
                <a:srgbClr val="40404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92A5711-599C-4C41-ACCE-0CC5B86A116C}"/>
                  </a:ext>
                </a:extLst>
              </p:cNvPr>
              <p:cNvSpPr/>
              <p:nvPr/>
            </p:nvSpPr>
            <p:spPr>
              <a:xfrm>
                <a:off x="4029469" y="5860506"/>
                <a:ext cx="413868" cy="429354"/>
              </a:xfrm>
              <a:custGeom>
                <a:avLst/>
                <a:gdLst>
                  <a:gd name="connsiteX0" fmla="*/ 126 w 428065"/>
                  <a:gd name="connsiteY0" fmla="*/ 304736 h 444082"/>
                  <a:gd name="connsiteX1" fmla="*/ 29684 w 428065"/>
                  <a:gd name="connsiteY1" fmla="*/ 375647 h 444082"/>
                  <a:gd name="connsiteX2" fmla="*/ 98264 w 428065"/>
                  <a:gd name="connsiteY2" fmla="*/ 420636 h 444082"/>
                  <a:gd name="connsiteX3" fmla="*/ 101350 w 428065"/>
                  <a:gd name="connsiteY3" fmla="*/ 421939 h 444082"/>
                  <a:gd name="connsiteX4" fmla="*/ 110540 w 428065"/>
                  <a:gd name="connsiteY4" fmla="*/ 425437 h 444082"/>
                  <a:gd name="connsiteX5" fmla="*/ 195990 w 428065"/>
                  <a:gd name="connsiteY5" fmla="*/ 443336 h 444082"/>
                  <a:gd name="connsiteX6" fmla="*/ 202369 w 428065"/>
                  <a:gd name="connsiteY6" fmla="*/ 443747 h 444082"/>
                  <a:gd name="connsiteX7" fmla="*/ 208746 w 428065"/>
                  <a:gd name="connsiteY7" fmla="*/ 443747 h 444082"/>
                  <a:gd name="connsiteX8" fmla="*/ 295706 w 428065"/>
                  <a:gd name="connsiteY8" fmla="*/ 435792 h 444082"/>
                  <a:gd name="connsiteX9" fmla="*/ 308393 w 428065"/>
                  <a:gd name="connsiteY9" fmla="*/ 432500 h 444082"/>
                  <a:gd name="connsiteX10" fmla="*/ 381499 w 428065"/>
                  <a:gd name="connsiteY10" fmla="*/ 395399 h 444082"/>
                  <a:gd name="connsiteX11" fmla="*/ 418738 w 428065"/>
                  <a:gd name="connsiteY11" fmla="*/ 328190 h 444082"/>
                  <a:gd name="connsiteX12" fmla="*/ 420247 w 428065"/>
                  <a:gd name="connsiteY12" fmla="*/ 312554 h 444082"/>
                  <a:gd name="connsiteX13" fmla="*/ 428065 w 428065"/>
                  <a:gd name="connsiteY13" fmla="*/ 143847 h 444082"/>
                  <a:gd name="connsiteX14" fmla="*/ 350295 w 428065"/>
                  <a:gd name="connsiteY14" fmla="*/ 26644 h 444082"/>
                  <a:gd name="connsiteX15" fmla="*/ 324441 w 428065"/>
                  <a:gd name="connsiteY15" fmla="*/ 11487 h 444082"/>
                  <a:gd name="connsiteX16" fmla="*/ 302701 w 428065"/>
                  <a:gd name="connsiteY16" fmla="*/ 18345 h 444082"/>
                  <a:gd name="connsiteX17" fmla="*/ 294609 w 428065"/>
                  <a:gd name="connsiteY17" fmla="*/ 69506 h 444082"/>
                  <a:gd name="connsiteX18" fmla="*/ 358594 w 428065"/>
                  <a:gd name="connsiteY18" fmla="*/ 165930 h 444082"/>
                  <a:gd name="connsiteX19" fmla="*/ 355027 w 428065"/>
                  <a:gd name="connsiteY19" fmla="*/ 242602 h 444082"/>
                  <a:gd name="connsiteX20" fmla="*/ 285625 w 428065"/>
                  <a:gd name="connsiteY20" fmla="*/ 219422 h 444082"/>
                  <a:gd name="connsiteX21" fmla="*/ 211009 w 428065"/>
                  <a:gd name="connsiteY21" fmla="*/ 209684 h 444082"/>
                  <a:gd name="connsiteX22" fmla="*/ 72958 w 428065"/>
                  <a:gd name="connsiteY22" fmla="*/ 224771 h 444082"/>
                  <a:gd name="connsiteX23" fmla="*/ 77896 w 428065"/>
                  <a:gd name="connsiteY23" fmla="*/ 150156 h 444082"/>
                  <a:gd name="connsiteX24" fmla="*/ 152511 w 428065"/>
                  <a:gd name="connsiteY24" fmla="*/ 61002 h 444082"/>
                  <a:gd name="connsiteX25" fmla="*/ 150110 w 428065"/>
                  <a:gd name="connsiteY25" fmla="*/ 9293 h 444082"/>
                  <a:gd name="connsiteX26" fmla="*/ 129536 w 428065"/>
                  <a:gd name="connsiteY26" fmla="*/ 35 h 444082"/>
                  <a:gd name="connsiteX27" fmla="*/ 102104 w 428065"/>
                  <a:gd name="connsiteY27" fmla="*/ 12242 h 444082"/>
                  <a:gd name="connsiteX28" fmla="*/ 11716 w 428065"/>
                  <a:gd name="connsiteY28" fmla="*/ 120050 h 444082"/>
                  <a:gd name="connsiteX29" fmla="*/ 606 w 428065"/>
                  <a:gd name="connsiteY29" fmla="*/ 288482 h 444082"/>
                  <a:gd name="connsiteX30" fmla="*/ 126 w 428065"/>
                  <a:gd name="connsiteY30" fmla="*/ 304736 h 444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28065" h="444082">
                    <a:moveTo>
                      <a:pt x="126" y="304736"/>
                    </a:moveTo>
                    <a:cubicBezTo>
                      <a:pt x="-1314" y="330110"/>
                      <a:pt x="9659" y="354525"/>
                      <a:pt x="29684" y="375647"/>
                    </a:cubicBezTo>
                    <a:cubicBezTo>
                      <a:pt x="49202" y="395200"/>
                      <a:pt x="72553" y="410520"/>
                      <a:pt x="98264" y="420636"/>
                    </a:cubicBezTo>
                    <a:lnTo>
                      <a:pt x="101350" y="421939"/>
                    </a:lnTo>
                    <a:cubicBezTo>
                      <a:pt x="104368" y="423173"/>
                      <a:pt x="107385" y="424339"/>
                      <a:pt x="110540" y="425437"/>
                    </a:cubicBezTo>
                    <a:cubicBezTo>
                      <a:pt x="138081" y="435250"/>
                      <a:pt x="166830" y="441271"/>
                      <a:pt x="195990" y="443336"/>
                    </a:cubicBezTo>
                    <a:lnTo>
                      <a:pt x="202369" y="443747"/>
                    </a:lnTo>
                    <a:lnTo>
                      <a:pt x="208746" y="443747"/>
                    </a:lnTo>
                    <a:cubicBezTo>
                      <a:pt x="237961" y="445085"/>
                      <a:pt x="267218" y="442410"/>
                      <a:pt x="295706" y="435792"/>
                    </a:cubicBezTo>
                    <a:cubicBezTo>
                      <a:pt x="299958" y="434832"/>
                      <a:pt x="304278" y="433666"/>
                      <a:pt x="308393" y="432500"/>
                    </a:cubicBezTo>
                    <a:cubicBezTo>
                      <a:pt x="335023" y="425217"/>
                      <a:pt x="359897" y="412591"/>
                      <a:pt x="381499" y="395399"/>
                    </a:cubicBezTo>
                    <a:cubicBezTo>
                      <a:pt x="403719" y="376607"/>
                      <a:pt x="417298" y="353633"/>
                      <a:pt x="418738" y="328190"/>
                    </a:cubicBezTo>
                    <a:cubicBezTo>
                      <a:pt x="418738" y="325927"/>
                      <a:pt x="420110" y="315571"/>
                      <a:pt x="420247" y="312554"/>
                    </a:cubicBezTo>
                    <a:lnTo>
                      <a:pt x="428065" y="143847"/>
                    </a:lnTo>
                    <a:lnTo>
                      <a:pt x="350295" y="26644"/>
                    </a:lnTo>
                    <a:cubicBezTo>
                      <a:pt x="344549" y="17797"/>
                      <a:pt x="334968" y="12180"/>
                      <a:pt x="324441" y="11487"/>
                    </a:cubicBezTo>
                    <a:cubicBezTo>
                      <a:pt x="316602" y="11076"/>
                      <a:pt x="308880" y="13511"/>
                      <a:pt x="302701" y="18345"/>
                    </a:cubicBezTo>
                    <a:cubicBezTo>
                      <a:pt x="287209" y="30758"/>
                      <a:pt x="283704" y="52917"/>
                      <a:pt x="294609" y="69506"/>
                    </a:cubicBezTo>
                    <a:lnTo>
                      <a:pt x="358594" y="165930"/>
                    </a:lnTo>
                    <a:lnTo>
                      <a:pt x="355027" y="242602"/>
                    </a:lnTo>
                    <a:cubicBezTo>
                      <a:pt x="332924" y="232082"/>
                      <a:pt x="309614" y="224291"/>
                      <a:pt x="285625" y="219422"/>
                    </a:cubicBezTo>
                    <a:cubicBezTo>
                      <a:pt x="261032" y="214306"/>
                      <a:pt x="236089" y="211048"/>
                      <a:pt x="211009" y="209684"/>
                    </a:cubicBezTo>
                    <a:cubicBezTo>
                      <a:pt x="157860" y="206735"/>
                      <a:pt x="109786" y="211672"/>
                      <a:pt x="72958" y="224771"/>
                    </a:cubicBezTo>
                    <a:lnTo>
                      <a:pt x="77896" y="150156"/>
                    </a:lnTo>
                    <a:lnTo>
                      <a:pt x="152511" y="61002"/>
                    </a:lnTo>
                    <a:cubicBezTo>
                      <a:pt x="165129" y="45716"/>
                      <a:pt x="164087" y="23345"/>
                      <a:pt x="150110" y="9293"/>
                    </a:cubicBezTo>
                    <a:cubicBezTo>
                      <a:pt x="144576" y="3855"/>
                      <a:pt x="137279" y="570"/>
                      <a:pt x="129536" y="35"/>
                    </a:cubicBezTo>
                    <a:cubicBezTo>
                      <a:pt x="118982" y="-445"/>
                      <a:pt x="108812" y="4081"/>
                      <a:pt x="102104" y="12242"/>
                    </a:cubicBezTo>
                    <a:lnTo>
                      <a:pt x="11716" y="120050"/>
                    </a:lnTo>
                    <a:lnTo>
                      <a:pt x="606" y="288482"/>
                    </a:lnTo>
                    <a:cubicBezTo>
                      <a:pt x="195" y="291980"/>
                      <a:pt x="263" y="302335"/>
                      <a:pt x="126" y="304736"/>
                    </a:cubicBezTo>
                    <a:close/>
                  </a:path>
                </a:pathLst>
              </a:custGeom>
              <a:solidFill>
                <a:srgbClr val="F15A2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72B092F2-A0C3-46EF-88F3-2A06DAC5E004}"/>
                  </a:ext>
                </a:extLst>
              </p:cNvPr>
              <p:cNvSpPr/>
              <p:nvPr/>
            </p:nvSpPr>
            <p:spPr>
              <a:xfrm>
                <a:off x="4109689" y="6081743"/>
                <a:ext cx="240476" cy="240427"/>
              </a:xfrm>
              <a:custGeom>
                <a:avLst/>
                <a:gdLst>
                  <a:gd name="connsiteX0" fmla="*/ 248601 w 248725"/>
                  <a:gd name="connsiteY0" fmla="*/ 128579 h 248674"/>
                  <a:gd name="connsiteX1" fmla="*/ 120096 w 248725"/>
                  <a:gd name="connsiteY1" fmla="*/ 248601 h 248674"/>
                  <a:gd name="connsiteX2" fmla="*/ 74 w 248725"/>
                  <a:gd name="connsiteY2" fmla="*/ 120096 h 248674"/>
                  <a:gd name="connsiteX3" fmla="*/ 128579 w 248725"/>
                  <a:gd name="connsiteY3" fmla="*/ 74 h 248674"/>
                  <a:gd name="connsiteX4" fmla="*/ 131329 w 248725"/>
                  <a:gd name="connsiteY4" fmla="*/ 197 h 248674"/>
                  <a:gd name="connsiteX5" fmla="*/ 248601 w 248725"/>
                  <a:gd name="connsiteY5" fmla="*/ 128579 h 248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8725" h="248674">
                    <a:moveTo>
                      <a:pt x="248601" y="128579"/>
                    </a:moveTo>
                    <a:cubicBezTo>
                      <a:pt x="246256" y="197207"/>
                      <a:pt x="188724" y="250940"/>
                      <a:pt x="120096" y="248601"/>
                    </a:cubicBezTo>
                    <a:cubicBezTo>
                      <a:pt x="51468" y="246255"/>
                      <a:pt x="-2272" y="188724"/>
                      <a:pt x="74" y="120096"/>
                    </a:cubicBezTo>
                    <a:cubicBezTo>
                      <a:pt x="2419" y="51468"/>
                      <a:pt x="59951" y="-2271"/>
                      <a:pt x="128579" y="74"/>
                    </a:cubicBezTo>
                    <a:cubicBezTo>
                      <a:pt x="129498" y="101"/>
                      <a:pt x="130410" y="149"/>
                      <a:pt x="131329" y="197"/>
                    </a:cubicBezTo>
                    <a:cubicBezTo>
                      <a:pt x="199141" y="3311"/>
                      <a:pt x="251625" y="60760"/>
                      <a:pt x="248601" y="12857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CD93BCA-0FB5-4FB2-9A64-9A6C3156FA41}"/>
              </a:ext>
            </a:extLst>
          </p:cNvPr>
          <p:cNvGrpSpPr/>
          <p:nvPr/>
        </p:nvGrpSpPr>
        <p:grpSpPr>
          <a:xfrm>
            <a:off x="3196528" y="5378233"/>
            <a:ext cx="2166466" cy="1426251"/>
            <a:chOff x="3196528" y="5378233"/>
            <a:chExt cx="2166466" cy="142625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C2136AD-E7A6-4D2C-8785-1E2650B2BF96}"/>
                </a:ext>
              </a:extLst>
            </p:cNvPr>
            <p:cNvSpPr txBox="1"/>
            <p:nvPr/>
          </p:nvSpPr>
          <p:spPr>
            <a:xfrm>
              <a:off x="3905330" y="6435152"/>
              <a:ext cx="839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Testing</a:t>
              </a: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1BA3871-CEFF-4899-83A3-24AB83A2736B}"/>
                </a:ext>
              </a:extLst>
            </p:cNvPr>
            <p:cNvSpPr/>
            <p:nvPr/>
          </p:nvSpPr>
          <p:spPr>
            <a:xfrm>
              <a:off x="3196528" y="5378233"/>
              <a:ext cx="2166466" cy="1070066"/>
            </a:xfrm>
            <a:custGeom>
              <a:avLst/>
              <a:gdLst>
                <a:gd name="connsiteX0" fmla="*/ 407502 w 2240782"/>
                <a:gd name="connsiteY0" fmla="*/ 0 h 1106772"/>
                <a:gd name="connsiteX1" fmla="*/ 0 w 2240782"/>
                <a:gd name="connsiteY1" fmla="*/ 846071 h 1106772"/>
                <a:gd name="connsiteX2" fmla="*/ 2240783 w 2240782"/>
                <a:gd name="connsiteY2" fmla="*/ 882625 h 1106772"/>
                <a:gd name="connsiteX3" fmla="*/ 1832869 w 2240782"/>
                <a:gd name="connsiteY3" fmla="*/ 35867 h 1106772"/>
                <a:gd name="connsiteX4" fmla="*/ 407502 w 2240782"/>
                <a:gd name="connsiteY4" fmla="*/ 0 h 110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782" h="1106772">
                  <a:moveTo>
                    <a:pt x="407502" y="0"/>
                  </a:moveTo>
                  <a:lnTo>
                    <a:pt x="0" y="846071"/>
                  </a:lnTo>
                  <a:cubicBezTo>
                    <a:pt x="706799" y="1180440"/>
                    <a:pt x="1523457" y="1193758"/>
                    <a:pt x="2240783" y="882625"/>
                  </a:cubicBezTo>
                  <a:lnTo>
                    <a:pt x="1832869" y="35867"/>
                  </a:lnTo>
                  <a:cubicBezTo>
                    <a:pt x="1373884" y="225100"/>
                    <a:pt x="856393" y="212077"/>
                    <a:pt x="407502" y="0"/>
                  </a:cubicBezTo>
                  <a:close/>
                </a:path>
              </a:pathLst>
            </a:custGeom>
            <a:solidFill>
              <a:srgbClr val="22B5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3504722-D8C0-41DF-B97B-4659DEFD1BDE}"/>
                </a:ext>
              </a:extLst>
            </p:cNvPr>
            <p:cNvGrpSpPr/>
            <p:nvPr/>
          </p:nvGrpSpPr>
          <p:grpSpPr>
            <a:xfrm>
              <a:off x="3868688" y="5689224"/>
              <a:ext cx="823605" cy="563970"/>
              <a:chOff x="2233768" y="4929012"/>
              <a:chExt cx="823605" cy="563970"/>
            </a:xfrm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8E6BA6B-307C-472C-AF72-57A99CBC7CF0}"/>
                  </a:ext>
                </a:extLst>
              </p:cNvPr>
              <p:cNvSpPr/>
              <p:nvPr/>
            </p:nvSpPr>
            <p:spPr>
              <a:xfrm>
                <a:off x="2233768" y="4985037"/>
                <a:ext cx="180291" cy="179431"/>
              </a:xfrm>
              <a:custGeom>
                <a:avLst/>
                <a:gdLst>
                  <a:gd name="connsiteX0" fmla="*/ 177901 w 186475"/>
                  <a:gd name="connsiteY0" fmla="*/ 81957 h 185586"/>
                  <a:gd name="connsiteX1" fmla="*/ 178792 w 186475"/>
                  <a:gd name="connsiteY1" fmla="*/ 81957 h 185586"/>
                  <a:gd name="connsiteX2" fmla="*/ 178792 w 186475"/>
                  <a:gd name="connsiteY2" fmla="*/ 81614 h 185586"/>
                  <a:gd name="connsiteX3" fmla="*/ 185650 w 186475"/>
                  <a:gd name="connsiteY3" fmla="*/ 75442 h 185586"/>
                  <a:gd name="connsiteX4" fmla="*/ 177215 w 186475"/>
                  <a:gd name="connsiteY4" fmla="*/ 72150 h 185586"/>
                  <a:gd name="connsiteX5" fmla="*/ 177215 w 186475"/>
                  <a:gd name="connsiteY5" fmla="*/ 72150 h 185586"/>
                  <a:gd name="connsiteX6" fmla="*/ 176324 w 186475"/>
                  <a:gd name="connsiteY6" fmla="*/ 72150 h 185586"/>
                  <a:gd name="connsiteX7" fmla="*/ 167614 w 186475"/>
                  <a:gd name="connsiteY7" fmla="*/ 71739 h 185586"/>
                  <a:gd name="connsiteX8" fmla="*/ 165762 w 186475"/>
                  <a:gd name="connsiteY8" fmla="*/ 66115 h 185586"/>
                  <a:gd name="connsiteX9" fmla="*/ 178038 w 186475"/>
                  <a:gd name="connsiteY9" fmla="*/ 52399 h 185586"/>
                  <a:gd name="connsiteX10" fmla="*/ 159522 w 186475"/>
                  <a:gd name="connsiteY10" fmla="*/ 53428 h 185586"/>
                  <a:gd name="connsiteX11" fmla="*/ 156298 w 186475"/>
                  <a:gd name="connsiteY11" fmla="*/ 48491 h 185586"/>
                  <a:gd name="connsiteX12" fmla="*/ 164528 w 186475"/>
                  <a:gd name="connsiteY12" fmla="*/ 31894 h 185586"/>
                  <a:gd name="connsiteX13" fmla="*/ 146903 w 186475"/>
                  <a:gd name="connsiteY13" fmla="*/ 37723 h 185586"/>
                  <a:gd name="connsiteX14" fmla="*/ 142514 w 186475"/>
                  <a:gd name="connsiteY14" fmla="*/ 33814 h 185586"/>
                  <a:gd name="connsiteX15" fmla="*/ 145600 w 186475"/>
                  <a:gd name="connsiteY15" fmla="*/ 25585 h 185586"/>
                  <a:gd name="connsiteX16" fmla="*/ 146148 w 186475"/>
                  <a:gd name="connsiteY16" fmla="*/ 24967 h 185586"/>
                  <a:gd name="connsiteX17" fmla="*/ 146148 w 186475"/>
                  <a:gd name="connsiteY17" fmla="*/ 24967 h 185586"/>
                  <a:gd name="connsiteX18" fmla="*/ 146491 w 186475"/>
                  <a:gd name="connsiteY18" fmla="*/ 15846 h 185586"/>
                  <a:gd name="connsiteX19" fmla="*/ 138193 w 186475"/>
                  <a:gd name="connsiteY19" fmla="*/ 19550 h 185586"/>
                  <a:gd name="connsiteX20" fmla="*/ 138193 w 186475"/>
                  <a:gd name="connsiteY20" fmla="*/ 19550 h 185586"/>
                  <a:gd name="connsiteX21" fmla="*/ 137713 w 186475"/>
                  <a:gd name="connsiteY21" fmla="*/ 20304 h 185586"/>
                  <a:gd name="connsiteX22" fmla="*/ 131267 w 186475"/>
                  <a:gd name="connsiteY22" fmla="*/ 26202 h 185586"/>
                  <a:gd name="connsiteX23" fmla="*/ 125986 w 186475"/>
                  <a:gd name="connsiteY23" fmla="*/ 23596 h 185586"/>
                  <a:gd name="connsiteX24" fmla="*/ 124820 w 186475"/>
                  <a:gd name="connsiteY24" fmla="*/ 5079 h 185586"/>
                  <a:gd name="connsiteX25" fmla="*/ 112544 w 186475"/>
                  <a:gd name="connsiteY25" fmla="*/ 18795 h 185586"/>
                  <a:gd name="connsiteX26" fmla="*/ 106715 w 186475"/>
                  <a:gd name="connsiteY26" fmla="*/ 17561 h 185586"/>
                  <a:gd name="connsiteX27" fmla="*/ 100817 w 186475"/>
                  <a:gd name="connsiteY27" fmla="*/ 4 h 185586"/>
                  <a:gd name="connsiteX28" fmla="*/ 92519 w 186475"/>
                  <a:gd name="connsiteY28" fmla="*/ 16601 h 185586"/>
                  <a:gd name="connsiteX29" fmla="*/ 86621 w 186475"/>
                  <a:gd name="connsiteY29" fmla="*/ 16601 h 185586"/>
                  <a:gd name="connsiteX30" fmla="*/ 82986 w 186475"/>
                  <a:gd name="connsiteY30" fmla="*/ 8577 h 185586"/>
                  <a:gd name="connsiteX31" fmla="*/ 82986 w 186475"/>
                  <a:gd name="connsiteY31" fmla="*/ 7754 h 185586"/>
                  <a:gd name="connsiteX32" fmla="*/ 81889 w 186475"/>
                  <a:gd name="connsiteY32" fmla="*/ 7754 h 185586"/>
                  <a:gd name="connsiteX33" fmla="*/ 75717 w 186475"/>
                  <a:gd name="connsiteY33" fmla="*/ 896 h 185586"/>
                  <a:gd name="connsiteX34" fmla="*/ 72425 w 186475"/>
                  <a:gd name="connsiteY34" fmla="*/ 9400 h 185586"/>
                  <a:gd name="connsiteX35" fmla="*/ 72082 w 186475"/>
                  <a:gd name="connsiteY35" fmla="*/ 9400 h 185586"/>
                  <a:gd name="connsiteX36" fmla="*/ 72082 w 186475"/>
                  <a:gd name="connsiteY36" fmla="*/ 10223 h 185586"/>
                  <a:gd name="connsiteX37" fmla="*/ 71670 w 186475"/>
                  <a:gd name="connsiteY37" fmla="*/ 19001 h 185586"/>
                  <a:gd name="connsiteX38" fmla="*/ 66047 w 186475"/>
                  <a:gd name="connsiteY38" fmla="*/ 20853 h 185586"/>
                  <a:gd name="connsiteX39" fmla="*/ 52331 w 186475"/>
                  <a:gd name="connsiteY39" fmla="*/ 8577 h 185586"/>
                  <a:gd name="connsiteX40" fmla="*/ 53360 w 186475"/>
                  <a:gd name="connsiteY40" fmla="*/ 27093 h 185586"/>
                  <a:gd name="connsiteX41" fmla="*/ 48422 w 186475"/>
                  <a:gd name="connsiteY41" fmla="*/ 30317 h 185586"/>
                  <a:gd name="connsiteX42" fmla="*/ 31825 w 186475"/>
                  <a:gd name="connsiteY42" fmla="*/ 22087 h 185586"/>
                  <a:gd name="connsiteX43" fmla="*/ 37655 w 186475"/>
                  <a:gd name="connsiteY43" fmla="*/ 39643 h 185586"/>
                  <a:gd name="connsiteX44" fmla="*/ 33746 w 186475"/>
                  <a:gd name="connsiteY44" fmla="*/ 44033 h 185586"/>
                  <a:gd name="connsiteX45" fmla="*/ 25516 w 186475"/>
                  <a:gd name="connsiteY45" fmla="*/ 41015 h 185586"/>
                  <a:gd name="connsiteX46" fmla="*/ 24899 w 186475"/>
                  <a:gd name="connsiteY46" fmla="*/ 40466 h 185586"/>
                  <a:gd name="connsiteX47" fmla="*/ 24899 w 186475"/>
                  <a:gd name="connsiteY47" fmla="*/ 40466 h 185586"/>
                  <a:gd name="connsiteX48" fmla="*/ 15778 w 186475"/>
                  <a:gd name="connsiteY48" fmla="*/ 40124 h 185586"/>
                  <a:gd name="connsiteX49" fmla="*/ 19481 w 186475"/>
                  <a:gd name="connsiteY49" fmla="*/ 48422 h 185586"/>
                  <a:gd name="connsiteX50" fmla="*/ 19481 w 186475"/>
                  <a:gd name="connsiteY50" fmla="*/ 48422 h 185586"/>
                  <a:gd name="connsiteX51" fmla="*/ 20235 w 186475"/>
                  <a:gd name="connsiteY51" fmla="*/ 48833 h 185586"/>
                  <a:gd name="connsiteX52" fmla="*/ 26133 w 186475"/>
                  <a:gd name="connsiteY52" fmla="*/ 55349 h 185586"/>
                  <a:gd name="connsiteX53" fmla="*/ 23459 w 186475"/>
                  <a:gd name="connsiteY53" fmla="*/ 60629 h 185586"/>
                  <a:gd name="connsiteX54" fmla="*/ 5011 w 186475"/>
                  <a:gd name="connsiteY54" fmla="*/ 61726 h 185586"/>
                  <a:gd name="connsiteX55" fmla="*/ 18727 w 186475"/>
                  <a:gd name="connsiteY55" fmla="*/ 74071 h 185586"/>
                  <a:gd name="connsiteX56" fmla="*/ 17561 w 186475"/>
                  <a:gd name="connsiteY56" fmla="*/ 79831 h 185586"/>
                  <a:gd name="connsiteX57" fmla="*/ 4 w 186475"/>
                  <a:gd name="connsiteY57" fmla="*/ 85729 h 185586"/>
                  <a:gd name="connsiteX58" fmla="*/ 16532 w 186475"/>
                  <a:gd name="connsiteY58" fmla="*/ 94096 h 185586"/>
                  <a:gd name="connsiteX59" fmla="*/ 16944 w 186475"/>
                  <a:gd name="connsiteY59" fmla="*/ 99994 h 185586"/>
                  <a:gd name="connsiteX60" fmla="*/ 8920 w 186475"/>
                  <a:gd name="connsiteY60" fmla="*/ 103629 h 185586"/>
                  <a:gd name="connsiteX61" fmla="*/ 8028 w 186475"/>
                  <a:gd name="connsiteY61" fmla="*/ 103629 h 185586"/>
                  <a:gd name="connsiteX62" fmla="*/ 8028 w 186475"/>
                  <a:gd name="connsiteY62" fmla="*/ 103629 h 185586"/>
                  <a:gd name="connsiteX63" fmla="*/ 1170 w 186475"/>
                  <a:gd name="connsiteY63" fmla="*/ 109801 h 185586"/>
                  <a:gd name="connsiteX64" fmla="*/ 9674 w 186475"/>
                  <a:gd name="connsiteY64" fmla="*/ 113093 h 185586"/>
                  <a:gd name="connsiteX65" fmla="*/ 9674 w 186475"/>
                  <a:gd name="connsiteY65" fmla="*/ 113436 h 185586"/>
                  <a:gd name="connsiteX66" fmla="*/ 10497 w 186475"/>
                  <a:gd name="connsiteY66" fmla="*/ 113436 h 185586"/>
                  <a:gd name="connsiteX67" fmla="*/ 19275 w 186475"/>
                  <a:gd name="connsiteY67" fmla="*/ 113847 h 185586"/>
                  <a:gd name="connsiteX68" fmla="*/ 21127 w 186475"/>
                  <a:gd name="connsiteY68" fmla="*/ 119471 h 185586"/>
                  <a:gd name="connsiteX69" fmla="*/ 8851 w 186475"/>
                  <a:gd name="connsiteY69" fmla="*/ 133187 h 185586"/>
                  <a:gd name="connsiteX70" fmla="*/ 27299 w 186475"/>
                  <a:gd name="connsiteY70" fmla="*/ 132158 h 185586"/>
                  <a:gd name="connsiteX71" fmla="*/ 30591 w 186475"/>
                  <a:gd name="connsiteY71" fmla="*/ 137027 h 185586"/>
                  <a:gd name="connsiteX72" fmla="*/ 22362 w 186475"/>
                  <a:gd name="connsiteY72" fmla="*/ 153623 h 185586"/>
                  <a:gd name="connsiteX73" fmla="*/ 39918 w 186475"/>
                  <a:gd name="connsiteY73" fmla="*/ 147863 h 185586"/>
                  <a:gd name="connsiteX74" fmla="*/ 44307 w 186475"/>
                  <a:gd name="connsiteY74" fmla="*/ 151772 h 185586"/>
                  <a:gd name="connsiteX75" fmla="*/ 41290 w 186475"/>
                  <a:gd name="connsiteY75" fmla="*/ 160001 h 185586"/>
                  <a:gd name="connsiteX76" fmla="*/ 40672 w 186475"/>
                  <a:gd name="connsiteY76" fmla="*/ 160619 h 185586"/>
                  <a:gd name="connsiteX77" fmla="*/ 41015 w 186475"/>
                  <a:gd name="connsiteY77" fmla="*/ 160619 h 185586"/>
                  <a:gd name="connsiteX78" fmla="*/ 40604 w 186475"/>
                  <a:gd name="connsiteY78" fmla="*/ 169740 h 185586"/>
                  <a:gd name="connsiteX79" fmla="*/ 48970 w 186475"/>
                  <a:gd name="connsiteY79" fmla="*/ 166036 h 185586"/>
                  <a:gd name="connsiteX80" fmla="*/ 48970 w 186475"/>
                  <a:gd name="connsiteY80" fmla="*/ 166036 h 185586"/>
                  <a:gd name="connsiteX81" fmla="*/ 49382 w 186475"/>
                  <a:gd name="connsiteY81" fmla="*/ 165282 h 185586"/>
                  <a:gd name="connsiteX82" fmla="*/ 56240 w 186475"/>
                  <a:gd name="connsiteY82" fmla="*/ 159384 h 185586"/>
                  <a:gd name="connsiteX83" fmla="*/ 61452 w 186475"/>
                  <a:gd name="connsiteY83" fmla="*/ 161990 h 185586"/>
                  <a:gd name="connsiteX84" fmla="*/ 62618 w 186475"/>
                  <a:gd name="connsiteY84" fmla="*/ 180507 h 185586"/>
                  <a:gd name="connsiteX85" fmla="*/ 74962 w 186475"/>
                  <a:gd name="connsiteY85" fmla="*/ 166791 h 185586"/>
                  <a:gd name="connsiteX86" fmla="*/ 80723 w 186475"/>
                  <a:gd name="connsiteY86" fmla="*/ 168025 h 185586"/>
                  <a:gd name="connsiteX87" fmla="*/ 86621 w 186475"/>
                  <a:gd name="connsiteY87" fmla="*/ 185582 h 185586"/>
                  <a:gd name="connsiteX88" fmla="*/ 94988 w 186475"/>
                  <a:gd name="connsiteY88" fmla="*/ 168985 h 185586"/>
                  <a:gd name="connsiteX89" fmla="*/ 100886 w 186475"/>
                  <a:gd name="connsiteY89" fmla="*/ 168985 h 185586"/>
                  <a:gd name="connsiteX90" fmla="*/ 104520 w 186475"/>
                  <a:gd name="connsiteY90" fmla="*/ 176941 h 185586"/>
                  <a:gd name="connsiteX91" fmla="*/ 104520 w 186475"/>
                  <a:gd name="connsiteY91" fmla="*/ 177764 h 185586"/>
                  <a:gd name="connsiteX92" fmla="*/ 104932 w 186475"/>
                  <a:gd name="connsiteY92" fmla="*/ 177764 h 185586"/>
                  <a:gd name="connsiteX93" fmla="*/ 111104 w 186475"/>
                  <a:gd name="connsiteY93" fmla="*/ 184622 h 185586"/>
                  <a:gd name="connsiteX94" fmla="*/ 114327 w 186475"/>
                  <a:gd name="connsiteY94" fmla="*/ 176118 h 185586"/>
                  <a:gd name="connsiteX95" fmla="*/ 114327 w 186475"/>
                  <a:gd name="connsiteY95" fmla="*/ 176118 h 185586"/>
                  <a:gd name="connsiteX96" fmla="*/ 114327 w 186475"/>
                  <a:gd name="connsiteY96" fmla="*/ 175295 h 185586"/>
                  <a:gd name="connsiteX97" fmla="*/ 114739 w 186475"/>
                  <a:gd name="connsiteY97" fmla="*/ 166516 h 185586"/>
                  <a:gd name="connsiteX98" fmla="*/ 120362 w 186475"/>
                  <a:gd name="connsiteY98" fmla="*/ 164665 h 185586"/>
                  <a:gd name="connsiteX99" fmla="*/ 134078 w 186475"/>
                  <a:gd name="connsiteY99" fmla="*/ 176941 h 185586"/>
                  <a:gd name="connsiteX100" fmla="*/ 132981 w 186475"/>
                  <a:gd name="connsiteY100" fmla="*/ 158424 h 185586"/>
                  <a:gd name="connsiteX101" fmla="*/ 137987 w 186475"/>
                  <a:gd name="connsiteY101" fmla="*/ 155201 h 185586"/>
                  <a:gd name="connsiteX102" fmla="*/ 154515 w 186475"/>
                  <a:gd name="connsiteY102" fmla="*/ 163430 h 185586"/>
                  <a:gd name="connsiteX103" fmla="*/ 148754 w 186475"/>
                  <a:gd name="connsiteY103" fmla="*/ 145874 h 185586"/>
                  <a:gd name="connsiteX104" fmla="*/ 152664 w 186475"/>
                  <a:gd name="connsiteY104" fmla="*/ 141416 h 185586"/>
                  <a:gd name="connsiteX105" fmla="*/ 160824 w 186475"/>
                  <a:gd name="connsiteY105" fmla="*/ 144503 h 185586"/>
                  <a:gd name="connsiteX106" fmla="*/ 161510 w 186475"/>
                  <a:gd name="connsiteY106" fmla="*/ 145051 h 185586"/>
                  <a:gd name="connsiteX107" fmla="*/ 161510 w 186475"/>
                  <a:gd name="connsiteY107" fmla="*/ 145051 h 185586"/>
                  <a:gd name="connsiteX108" fmla="*/ 170563 w 186475"/>
                  <a:gd name="connsiteY108" fmla="*/ 145051 h 185586"/>
                  <a:gd name="connsiteX109" fmla="*/ 166928 w 186475"/>
                  <a:gd name="connsiteY109" fmla="*/ 136753 h 185586"/>
                  <a:gd name="connsiteX110" fmla="*/ 166928 w 186475"/>
                  <a:gd name="connsiteY110" fmla="*/ 136753 h 185586"/>
                  <a:gd name="connsiteX111" fmla="*/ 166174 w 186475"/>
                  <a:gd name="connsiteY111" fmla="*/ 136341 h 185586"/>
                  <a:gd name="connsiteX112" fmla="*/ 160276 w 186475"/>
                  <a:gd name="connsiteY112" fmla="*/ 129483 h 185586"/>
                  <a:gd name="connsiteX113" fmla="*/ 162951 w 186475"/>
                  <a:gd name="connsiteY113" fmla="*/ 124203 h 185586"/>
                  <a:gd name="connsiteX114" fmla="*/ 181467 w 186475"/>
                  <a:gd name="connsiteY114" fmla="*/ 123105 h 185586"/>
                  <a:gd name="connsiteX115" fmla="*/ 167751 w 186475"/>
                  <a:gd name="connsiteY115" fmla="*/ 110761 h 185586"/>
                  <a:gd name="connsiteX116" fmla="*/ 168917 w 186475"/>
                  <a:gd name="connsiteY116" fmla="*/ 105000 h 185586"/>
                  <a:gd name="connsiteX117" fmla="*/ 186473 w 186475"/>
                  <a:gd name="connsiteY117" fmla="*/ 99102 h 185586"/>
                  <a:gd name="connsiteX118" fmla="*/ 169946 w 186475"/>
                  <a:gd name="connsiteY118" fmla="*/ 90736 h 185586"/>
                  <a:gd name="connsiteX119" fmla="*/ 169946 w 186475"/>
                  <a:gd name="connsiteY119" fmla="*/ 84838 h 185586"/>
                  <a:gd name="connsiteX120" fmla="*/ 177901 w 186475"/>
                  <a:gd name="connsiteY120" fmla="*/ 81957 h 185586"/>
                  <a:gd name="connsiteX121" fmla="*/ 161236 w 186475"/>
                  <a:gd name="connsiteY121" fmla="*/ 76059 h 185586"/>
                  <a:gd name="connsiteX122" fmla="*/ 150743 w 186475"/>
                  <a:gd name="connsiteY122" fmla="*/ 78734 h 185586"/>
                  <a:gd name="connsiteX123" fmla="*/ 138056 w 186475"/>
                  <a:gd name="connsiteY123" fmla="*/ 81683 h 185586"/>
                  <a:gd name="connsiteX124" fmla="*/ 123860 w 186475"/>
                  <a:gd name="connsiteY124" fmla="*/ 84906 h 185586"/>
                  <a:gd name="connsiteX125" fmla="*/ 116316 w 186475"/>
                  <a:gd name="connsiteY125" fmla="*/ 86484 h 185586"/>
                  <a:gd name="connsiteX126" fmla="*/ 108635 w 186475"/>
                  <a:gd name="connsiteY126" fmla="*/ 88130 h 185586"/>
                  <a:gd name="connsiteX127" fmla="*/ 97388 w 186475"/>
                  <a:gd name="connsiteY127" fmla="*/ 90324 h 185586"/>
                  <a:gd name="connsiteX128" fmla="*/ 104246 w 186475"/>
                  <a:gd name="connsiteY128" fmla="*/ 80929 h 185586"/>
                  <a:gd name="connsiteX129" fmla="*/ 108772 w 186475"/>
                  <a:gd name="connsiteY129" fmla="*/ 74482 h 185586"/>
                  <a:gd name="connsiteX130" fmla="*/ 113230 w 186475"/>
                  <a:gd name="connsiteY130" fmla="*/ 68173 h 185586"/>
                  <a:gd name="connsiteX131" fmla="*/ 121734 w 186475"/>
                  <a:gd name="connsiteY131" fmla="*/ 56377 h 185586"/>
                  <a:gd name="connsiteX132" fmla="*/ 129483 w 186475"/>
                  <a:gd name="connsiteY132" fmla="*/ 45884 h 185586"/>
                  <a:gd name="connsiteX133" fmla="*/ 136341 w 186475"/>
                  <a:gd name="connsiteY133" fmla="*/ 37380 h 185586"/>
                  <a:gd name="connsiteX134" fmla="*/ 161442 w 186475"/>
                  <a:gd name="connsiteY134" fmla="*/ 76059 h 185586"/>
                  <a:gd name="connsiteX135" fmla="*/ 129278 w 186475"/>
                  <a:gd name="connsiteY135" fmla="*/ 32991 h 185586"/>
                  <a:gd name="connsiteX136" fmla="*/ 123723 w 186475"/>
                  <a:gd name="connsiteY136" fmla="*/ 42249 h 185586"/>
                  <a:gd name="connsiteX137" fmla="*/ 116865 w 186475"/>
                  <a:gd name="connsiteY137" fmla="*/ 53359 h 185586"/>
                  <a:gd name="connsiteX138" fmla="*/ 109321 w 186475"/>
                  <a:gd name="connsiteY138" fmla="*/ 65636 h 185586"/>
                  <a:gd name="connsiteX139" fmla="*/ 105206 w 186475"/>
                  <a:gd name="connsiteY139" fmla="*/ 72082 h 185586"/>
                  <a:gd name="connsiteX140" fmla="*/ 100817 w 186475"/>
                  <a:gd name="connsiteY140" fmla="*/ 78940 h 185586"/>
                  <a:gd name="connsiteX141" fmla="*/ 94508 w 186475"/>
                  <a:gd name="connsiteY141" fmla="*/ 88472 h 185586"/>
                  <a:gd name="connsiteX142" fmla="*/ 92450 w 186475"/>
                  <a:gd name="connsiteY142" fmla="*/ 77226 h 185586"/>
                  <a:gd name="connsiteX143" fmla="*/ 91010 w 186475"/>
                  <a:gd name="connsiteY143" fmla="*/ 69476 h 185586"/>
                  <a:gd name="connsiteX144" fmla="*/ 89707 w 186475"/>
                  <a:gd name="connsiteY144" fmla="*/ 61863 h 185586"/>
                  <a:gd name="connsiteX145" fmla="*/ 87444 w 186475"/>
                  <a:gd name="connsiteY145" fmla="*/ 47530 h 185586"/>
                  <a:gd name="connsiteX146" fmla="*/ 85524 w 186475"/>
                  <a:gd name="connsiteY146" fmla="*/ 34569 h 185586"/>
                  <a:gd name="connsiteX147" fmla="*/ 84084 w 186475"/>
                  <a:gd name="connsiteY147" fmla="*/ 23939 h 185586"/>
                  <a:gd name="connsiteX148" fmla="*/ 129483 w 186475"/>
                  <a:gd name="connsiteY148" fmla="*/ 32991 h 185586"/>
                  <a:gd name="connsiteX149" fmla="*/ 76197 w 186475"/>
                  <a:gd name="connsiteY149" fmla="*/ 25104 h 185586"/>
                  <a:gd name="connsiteX150" fmla="*/ 78803 w 186475"/>
                  <a:gd name="connsiteY150" fmla="*/ 35529 h 185586"/>
                  <a:gd name="connsiteX151" fmla="*/ 81820 w 186475"/>
                  <a:gd name="connsiteY151" fmla="*/ 48285 h 185586"/>
                  <a:gd name="connsiteX152" fmla="*/ 85044 w 186475"/>
                  <a:gd name="connsiteY152" fmla="*/ 62481 h 185586"/>
                  <a:gd name="connsiteX153" fmla="*/ 86621 w 186475"/>
                  <a:gd name="connsiteY153" fmla="*/ 69956 h 185586"/>
                  <a:gd name="connsiteX154" fmla="*/ 88198 w 186475"/>
                  <a:gd name="connsiteY154" fmla="*/ 77705 h 185586"/>
                  <a:gd name="connsiteX155" fmla="*/ 90461 w 186475"/>
                  <a:gd name="connsiteY155" fmla="*/ 88952 h 185586"/>
                  <a:gd name="connsiteX156" fmla="*/ 81066 w 186475"/>
                  <a:gd name="connsiteY156" fmla="*/ 82094 h 185586"/>
                  <a:gd name="connsiteX157" fmla="*/ 74551 w 186475"/>
                  <a:gd name="connsiteY157" fmla="*/ 77568 h 185586"/>
                  <a:gd name="connsiteX158" fmla="*/ 68310 w 186475"/>
                  <a:gd name="connsiteY158" fmla="*/ 73110 h 185586"/>
                  <a:gd name="connsiteX159" fmla="*/ 56514 w 186475"/>
                  <a:gd name="connsiteY159" fmla="*/ 64607 h 185586"/>
                  <a:gd name="connsiteX160" fmla="*/ 46022 w 186475"/>
                  <a:gd name="connsiteY160" fmla="*/ 56857 h 185586"/>
                  <a:gd name="connsiteX161" fmla="*/ 37449 w 186475"/>
                  <a:gd name="connsiteY161" fmla="*/ 49999 h 185586"/>
                  <a:gd name="connsiteX162" fmla="*/ 76402 w 186475"/>
                  <a:gd name="connsiteY162" fmla="*/ 25104 h 185586"/>
                  <a:gd name="connsiteX163" fmla="*/ 33129 w 186475"/>
                  <a:gd name="connsiteY163" fmla="*/ 57063 h 185586"/>
                  <a:gd name="connsiteX164" fmla="*/ 42318 w 186475"/>
                  <a:gd name="connsiteY164" fmla="*/ 62618 h 185586"/>
                  <a:gd name="connsiteX165" fmla="*/ 53428 w 186475"/>
                  <a:gd name="connsiteY165" fmla="*/ 69476 h 185586"/>
                  <a:gd name="connsiteX166" fmla="*/ 65773 w 186475"/>
                  <a:gd name="connsiteY166" fmla="*/ 77294 h 185586"/>
                  <a:gd name="connsiteX167" fmla="*/ 72219 w 186475"/>
                  <a:gd name="connsiteY167" fmla="*/ 81477 h 185586"/>
                  <a:gd name="connsiteX168" fmla="*/ 79077 w 186475"/>
                  <a:gd name="connsiteY168" fmla="*/ 85798 h 185586"/>
                  <a:gd name="connsiteX169" fmla="*/ 88610 w 186475"/>
                  <a:gd name="connsiteY169" fmla="*/ 92176 h 185586"/>
                  <a:gd name="connsiteX170" fmla="*/ 77363 w 186475"/>
                  <a:gd name="connsiteY170" fmla="*/ 94233 h 185586"/>
                  <a:gd name="connsiteX171" fmla="*/ 69544 w 186475"/>
                  <a:gd name="connsiteY171" fmla="*/ 95605 h 185586"/>
                  <a:gd name="connsiteX172" fmla="*/ 62001 w 186475"/>
                  <a:gd name="connsiteY172" fmla="*/ 96908 h 185586"/>
                  <a:gd name="connsiteX173" fmla="*/ 47599 w 186475"/>
                  <a:gd name="connsiteY173" fmla="*/ 99239 h 185586"/>
                  <a:gd name="connsiteX174" fmla="*/ 34706 w 186475"/>
                  <a:gd name="connsiteY174" fmla="*/ 101160 h 185586"/>
                  <a:gd name="connsiteX175" fmla="*/ 24076 w 186475"/>
                  <a:gd name="connsiteY175" fmla="*/ 102600 h 185586"/>
                  <a:gd name="connsiteX176" fmla="*/ 33334 w 186475"/>
                  <a:gd name="connsiteY176" fmla="*/ 57063 h 185586"/>
                  <a:gd name="connsiteX177" fmla="*/ 25242 w 186475"/>
                  <a:gd name="connsiteY177" fmla="*/ 110144 h 185586"/>
                  <a:gd name="connsiteX178" fmla="*/ 35666 w 186475"/>
                  <a:gd name="connsiteY178" fmla="*/ 107469 h 185586"/>
                  <a:gd name="connsiteX179" fmla="*/ 48353 w 186475"/>
                  <a:gd name="connsiteY179" fmla="*/ 104452 h 185586"/>
                  <a:gd name="connsiteX180" fmla="*/ 62618 w 186475"/>
                  <a:gd name="connsiteY180" fmla="*/ 101297 h 185586"/>
                  <a:gd name="connsiteX181" fmla="*/ 70093 w 186475"/>
                  <a:gd name="connsiteY181" fmla="*/ 99720 h 185586"/>
                  <a:gd name="connsiteX182" fmla="*/ 77843 w 186475"/>
                  <a:gd name="connsiteY182" fmla="*/ 98074 h 185586"/>
                  <a:gd name="connsiteX183" fmla="*/ 89090 w 186475"/>
                  <a:gd name="connsiteY183" fmla="*/ 95879 h 185586"/>
                  <a:gd name="connsiteX184" fmla="*/ 82232 w 186475"/>
                  <a:gd name="connsiteY184" fmla="*/ 105275 h 185586"/>
                  <a:gd name="connsiteX185" fmla="*/ 77706 w 186475"/>
                  <a:gd name="connsiteY185" fmla="*/ 111721 h 185586"/>
                  <a:gd name="connsiteX186" fmla="*/ 73248 w 186475"/>
                  <a:gd name="connsiteY186" fmla="*/ 118030 h 185586"/>
                  <a:gd name="connsiteX187" fmla="*/ 64744 w 186475"/>
                  <a:gd name="connsiteY187" fmla="*/ 129826 h 185586"/>
                  <a:gd name="connsiteX188" fmla="*/ 56926 w 186475"/>
                  <a:gd name="connsiteY188" fmla="*/ 140319 h 185586"/>
                  <a:gd name="connsiteX189" fmla="*/ 50411 w 186475"/>
                  <a:gd name="connsiteY189" fmla="*/ 148891 h 185586"/>
                  <a:gd name="connsiteX190" fmla="*/ 25448 w 186475"/>
                  <a:gd name="connsiteY190" fmla="*/ 110144 h 185586"/>
                  <a:gd name="connsiteX191" fmla="*/ 57200 w 186475"/>
                  <a:gd name="connsiteY191" fmla="*/ 153212 h 185586"/>
                  <a:gd name="connsiteX192" fmla="*/ 62686 w 186475"/>
                  <a:gd name="connsiteY192" fmla="*/ 143954 h 185586"/>
                  <a:gd name="connsiteX193" fmla="*/ 69544 w 186475"/>
                  <a:gd name="connsiteY193" fmla="*/ 132844 h 185586"/>
                  <a:gd name="connsiteX194" fmla="*/ 77363 w 186475"/>
                  <a:gd name="connsiteY194" fmla="*/ 120568 h 185586"/>
                  <a:gd name="connsiteX195" fmla="*/ 81546 w 186475"/>
                  <a:gd name="connsiteY195" fmla="*/ 114121 h 185586"/>
                  <a:gd name="connsiteX196" fmla="*/ 85867 w 186475"/>
                  <a:gd name="connsiteY196" fmla="*/ 107263 h 185586"/>
                  <a:gd name="connsiteX197" fmla="*/ 92176 w 186475"/>
                  <a:gd name="connsiteY197" fmla="*/ 97731 h 185586"/>
                  <a:gd name="connsiteX198" fmla="*/ 94302 w 186475"/>
                  <a:gd name="connsiteY198" fmla="*/ 108978 h 185586"/>
                  <a:gd name="connsiteX199" fmla="*/ 95673 w 186475"/>
                  <a:gd name="connsiteY199" fmla="*/ 116727 h 185586"/>
                  <a:gd name="connsiteX200" fmla="*/ 96976 w 186475"/>
                  <a:gd name="connsiteY200" fmla="*/ 124340 h 185586"/>
                  <a:gd name="connsiteX201" fmla="*/ 99240 w 186475"/>
                  <a:gd name="connsiteY201" fmla="*/ 138673 h 185586"/>
                  <a:gd name="connsiteX202" fmla="*/ 101160 w 186475"/>
                  <a:gd name="connsiteY202" fmla="*/ 151635 h 185586"/>
                  <a:gd name="connsiteX203" fmla="*/ 102600 w 186475"/>
                  <a:gd name="connsiteY203" fmla="*/ 162264 h 185586"/>
                  <a:gd name="connsiteX204" fmla="*/ 57406 w 186475"/>
                  <a:gd name="connsiteY204" fmla="*/ 153212 h 185586"/>
                  <a:gd name="connsiteX205" fmla="*/ 110281 w 186475"/>
                  <a:gd name="connsiteY205" fmla="*/ 161099 h 185586"/>
                  <a:gd name="connsiteX206" fmla="*/ 107606 w 186475"/>
                  <a:gd name="connsiteY206" fmla="*/ 150674 h 185586"/>
                  <a:gd name="connsiteX207" fmla="*/ 104658 w 186475"/>
                  <a:gd name="connsiteY207" fmla="*/ 137919 h 185586"/>
                  <a:gd name="connsiteX208" fmla="*/ 101434 w 186475"/>
                  <a:gd name="connsiteY208" fmla="*/ 123723 h 185586"/>
                  <a:gd name="connsiteX209" fmla="*/ 99857 w 186475"/>
                  <a:gd name="connsiteY209" fmla="*/ 116179 h 185586"/>
                  <a:gd name="connsiteX210" fmla="*/ 98211 w 186475"/>
                  <a:gd name="connsiteY210" fmla="*/ 108498 h 185586"/>
                  <a:gd name="connsiteX211" fmla="*/ 96016 w 186475"/>
                  <a:gd name="connsiteY211" fmla="*/ 97251 h 185586"/>
                  <a:gd name="connsiteX212" fmla="*/ 105412 w 186475"/>
                  <a:gd name="connsiteY212" fmla="*/ 103766 h 185586"/>
                  <a:gd name="connsiteX213" fmla="*/ 111858 w 186475"/>
                  <a:gd name="connsiteY213" fmla="*/ 108292 h 185586"/>
                  <a:gd name="connsiteX214" fmla="*/ 118099 w 186475"/>
                  <a:gd name="connsiteY214" fmla="*/ 112750 h 185586"/>
                  <a:gd name="connsiteX215" fmla="*/ 129963 w 186475"/>
                  <a:gd name="connsiteY215" fmla="*/ 121254 h 185586"/>
                  <a:gd name="connsiteX216" fmla="*/ 140388 w 186475"/>
                  <a:gd name="connsiteY216" fmla="*/ 129003 h 185586"/>
                  <a:gd name="connsiteX217" fmla="*/ 148960 w 186475"/>
                  <a:gd name="connsiteY217" fmla="*/ 135861 h 185586"/>
                  <a:gd name="connsiteX218" fmla="*/ 110487 w 186475"/>
                  <a:gd name="connsiteY218" fmla="*/ 161099 h 185586"/>
                  <a:gd name="connsiteX219" fmla="*/ 153349 w 186475"/>
                  <a:gd name="connsiteY219" fmla="*/ 129140 h 185586"/>
                  <a:gd name="connsiteX220" fmla="*/ 144091 w 186475"/>
                  <a:gd name="connsiteY220" fmla="*/ 123585 h 185586"/>
                  <a:gd name="connsiteX221" fmla="*/ 132981 w 186475"/>
                  <a:gd name="connsiteY221" fmla="*/ 116727 h 185586"/>
                  <a:gd name="connsiteX222" fmla="*/ 120705 w 186475"/>
                  <a:gd name="connsiteY222" fmla="*/ 108909 h 185586"/>
                  <a:gd name="connsiteX223" fmla="*/ 114259 w 186475"/>
                  <a:gd name="connsiteY223" fmla="*/ 104794 h 185586"/>
                  <a:gd name="connsiteX224" fmla="*/ 107401 w 186475"/>
                  <a:gd name="connsiteY224" fmla="*/ 100474 h 185586"/>
                  <a:gd name="connsiteX225" fmla="*/ 97868 w 186475"/>
                  <a:gd name="connsiteY225" fmla="*/ 94096 h 185586"/>
                  <a:gd name="connsiteX226" fmla="*/ 109115 w 186475"/>
                  <a:gd name="connsiteY226" fmla="*/ 92039 h 185586"/>
                  <a:gd name="connsiteX227" fmla="*/ 116865 w 186475"/>
                  <a:gd name="connsiteY227" fmla="*/ 90667 h 185586"/>
                  <a:gd name="connsiteX228" fmla="*/ 124408 w 186475"/>
                  <a:gd name="connsiteY228" fmla="*/ 89364 h 185586"/>
                  <a:gd name="connsiteX229" fmla="*/ 138810 w 186475"/>
                  <a:gd name="connsiteY229" fmla="*/ 87032 h 185586"/>
                  <a:gd name="connsiteX230" fmla="*/ 151703 w 186475"/>
                  <a:gd name="connsiteY230" fmla="*/ 85112 h 185586"/>
                  <a:gd name="connsiteX231" fmla="*/ 162402 w 186475"/>
                  <a:gd name="connsiteY231" fmla="*/ 83672 h 185586"/>
                  <a:gd name="connsiteX232" fmla="*/ 153555 w 186475"/>
                  <a:gd name="connsiteY232" fmla="*/ 129140 h 18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</a:cxnLst>
                <a:rect l="l" t="t" r="r" b="b"/>
                <a:pathLst>
                  <a:path w="186475" h="185586">
                    <a:moveTo>
                      <a:pt x="177901" y="81957"/>
                    </a:moveTo>
                    <a:lnTo>
                      <a:pt x="178792" y="81957"/>
                    </a:lnTo>
                    <a:lnTo>
                      <a:pt x="178792" y="81614"/>
                    </a:lnTo>
                    <a:cubicBezTo>
                      <a:pt x="183113" y="79283"/>
                      <a:pt x="185650" y="77157"/>
                      <a:pt x="185650" y="75442"/>
                    </a:cubicBezTo>
                    <a:cubicBezTo>
                      <a:pt x="185650" y="73728"/>
                      <a:pt x="182084" y="72699"/>
                      <a:pt x="177215" y="72150"/>
                    </a:cubicBezTo>
                    <a:lnTo>
                      <a:pt x="177215" y="72150"/>
                    </a:lnTo>
                    <a:lnTo>
                      <a:pt x="176324" y="72150"/>
                    </a:lnTo>
                    <a:cubicBezTo>
                      <a:pt x="173430" y="71862"/>
                      <a:pt x="170522" y="71725"/>
                      <a:pt x="167614" y="71739"/>
                    </a:cubicBezTo>
                    <a:cubicBezTo>
                      <a:pt x="167065" y="69819"/>
                      <a:pt x="166448" y="67967"/>
                      <a:pt x="165762" y="66115"/>
                    </a:cubicBezTo>
                    <a:cubicBezTo>
                      <a:pt x="173580" y="60149"/>
                      <a:pt x="179478" y="54662"/>
                      <a:pt x="178038" y="52399"/>
                    </a:cubicBezTo>
                    <a:cubicBezTo>
                      <a:pt x="176598" y="50136"/>
                      <a:pt x="169054" y="51028"/>
                      <a:pt x="159522" y="53428"/>
                    </a:cubicBezTo>
                    <a:cubicBezTo>
                      <a:pt x="158493" y="51782"/>
                      <a:pt x="157395" y="50068"/>
                      <a:pt x="156298" y="48491"/>
                    </a:cubicBezTo>
                    <a:cubicBezTo>
                      <a:pt x="162265" y="40741"/>
                      <a:pt x="166311" y="33951"/>
                      <a:pt x="164528" y="31894"/>
                    </a:cubicBezTo>
                    <a:cubicBezTo>
                      <a:pt x="162745" y="29837"/>
                      <a:pt x="155475" y="32923"/>
                      <a:pt x="146903" y="37723"/>
                    </a:cubicBezTo>
                    <a:cubicBezTo>
                      <a:pt x="145531" y="36352"/>
                      <a:pt x="144022" y="35049"/>
                      <a:pt x="142514" y="33814"/>
                    </a:cubicBezTo>
                    <a:cubicBezTo>
                      <a:pt x="143748" y="30865"/>
                      <a:pt x="144777" y="28053"/>
                      <a:pt x="145600" y="25585"/>
                    </a:cubicBezTo>
                    <a:lnTo>
                      <a:pt x="146148" y="24967"/>
                    </a:lnTo>
                    <a:lnTo>
                      <a:pt x="146148" y="24967"/>
                    </a:lnTo>
                    <a:cubicBezTo>
                      <a:pt x="147520" y="20235"/>
                      <a:pt x="147931" y="16806"/>
                      <a:pt x="146491" y="15846"/>
                    </a:cubicBezTo>
                    <a:cubicBezTo>
                      <a:pt x="145051" y="14886"/>
                      <a:pt x="142034" y="16532"/>
                      <a:pt x="138193" y="19550"/>
                    </a:cubicBezTo>
                    <a:lnTo>
                      <a:pt x="138193" y="19550"/>
                    </a:lnTo>
                    <a:lnTo>
                      <a:pt x="137713" y="20304"/>
                    </a:lnTo>
                    <a:cubicBezTo>
                      <a:pt x="135724" y="22018"/>
                      <a:pt x="133530" y="24007"/>
                      <a:pt x="131267" y="26202"/>
                    </a:cubicBezTo>
                    <a:lnTo>
                      <a:pt x="125986" y="23596"/>
                    </a:lnTo>
                    <a:cubicBezTo>
                      <a:pt x="127289" y="13789"/>
                      <a:pt x="127357" y="5971"/>
                      <a:pt x="124820" y="5079"/>
                    </a:cubicBezTo>
                    <a:cubicBezTo>
                      <a:pt x="122283" y="4188"/>
                      <a:pt x="117550" y="10428"/>
                      <a:pt x="112544" y="18795"/>
                    </a:cubicBezTo>
                    <a:cubicBezTo>
                      <a:pt x="110624" y="18315"/>
                      <a:pt x="108704" y="17904"/>
                      <a:pt x="106715" y="17561"/>
                    </a:cubicBezTo>
                    <a:cubicBezTo>
                      <a:pt x="105480" y="7822"/>
                      <a:pt x="103560" y="210"/>
                      <a:pt x="100817" y="4"/>
                    </a:cubicBezTo>
                    <a:cubicBezTo>
                      <a:pt x="98074" y="-202"/>
                      <a:pt x="95125" y="6862"/>
                      <a:pt x="92519" y="16601"/>
                    </a:cubicBezTo>
                    <a:cubicBezTo>
                      <a:pt x="90557" y="16498"/>
                      <a:pt x="88582" y="16498"/>
                      <a:pt x="86621" y="16601"/>
                    </a:cubicBezTo>
                    <a:cubicBezTo>
                      <a:pt x="85386" y="13583"/>
                      <a:pt x="84152" y="10908"/>
                      <a:pt x="82986" y="8577"/>
                    </a:cubicBezTo>
                    <a:cubicBezTo>
                      <a:pt x="82973" y="8302"/>
                      <a:pt x="82973" y="8028"/>
                      <a:pt x="82986" y="7754"/>
                    </a:cubicBezTo>
                    <a:lnTo>
                      <a:pt x="81889" y="7754"/>
                    </a:lnTo>
                    <a:cubicBezTo>
                      <a:pt x="79557" y="3433"/>
                      <a:pt x="77363" y="896"/>
                      <a:pt x="75717" y="896"/>
                    </a:cubicBezTo>
                    <a:cubicBezTo>
                      <a:pt x="74071" y="896"/>
                      <a:pt x="72973" y="4530"/>
                      <a:pt x="72425" y="9400"/>
                    </a:cubicBezTo>
                    <a:lnTo>
                      <a:pt x="72082" y="9400"/>
                    </a:lnTo>
                    <a:cubicBezTo>
                      <a:pt x="72109" y="9674"/>
                      <a:pt x="72109" y="9948"/>
                      <a:pt x="72082" y="10223"/>
                    </a:cubicBezTo>
                    <a:cubicBezTo>
                      <a:pt x="71794" y="13137"/>
                      <a:pt x="71657" y="16072"/>
                      <a:pt x="71670" y="19001"/>
                    </a:cubicBezTo>
                    <a:cubicBezTo>
                      <a:pt x="69750" y="19550"/>
                      <a:pt x="67830" y="20167"/>
                      <a:pt x="66047" y="20853"/>
                    </a:cubicBezTo>
                    <a:cubicBezTo>
                      <a:pt x="60081" y="13034"/>
                      <a:pt x="54594" y="7137"/>
                      <a:pt x="52331" y="8577"/>
                    </a:cubicBezTo>
                    <a:cubicBezTo>
                      <a:pt x="50068" y="10017"/>
                      <a:pt x="50891" y="17561"/>
                      <a:pt x="53360" y="27093"/>
                    </a:cubicBezTo>
                    <a:cubicBezTo>
                      <a:pt x="51645" y="28122"/>
                      <a:pt x="49999" y="29151"/>
                      <a:pt x="48422" y="30317"/>
                    </a:cubicBezTo>
                    <a:cubicBezTo>
                      <a:pt x="40604" y="24282"/>
                      <a:pt x="33883" y="20304"/>
                      <a:pt x="31825" y="22087"/>
                    </a:cubicBezTo>
                    <a:cubicBezTo>
                      <a:pt x="29768" y="23870"/>
                      <a:pt x="32786" y="31071"/>
                      <a:pt x="37655" y="39643"/>
                    </a:cubicBezTo>
                    <a:cubicBezTo>
                      <a:pt x="36283" y="41084"/>
                      <a:pt x="34980" y="42524"/>
                      <a:pt x="33746" y="44033"/>
                    </a:cubicBezTo>
                    <a:cubicBezTo>
                      <a:pt x="30797" y="42867"/>
                      <a:pt x="27985" y="41769"/>
                      <a:pt x="25516" y="41015"/>
                    </a:cubicBezTo>
                    <a:lnTo>
                      <a:pt x="24899" y="40466"/>
                    </a:lnTo>
                    <a:lnTo>
                      <a:pt x="24899" y="40466"/>
                    </a:lnTo>
                    <a:cubicBezTo>
                      <a:pt x="20167" y="39026"/>
                      <a:pt x="16738" y="38683"/>
                      <a:pt x="15778" y="40124"/>
                    </a:cubicBezTo>
                    <a:cubicBezTo>
                      <a:pt x="14818" y="41564"/>
                      <a:pt x="16395" y="44581"/>
                      <a:pt x="19481" y="48422"/>
                    </a:cubicBezTo>
                    <a:lnTo>
                      <a:pt x="19481" y="48422"/>
                    </a:lnTo>
                    <a:lnTo>
                      <a:pt x="20235" y="48833"/>
                    </a:lnTo>
                    <a:cubicBezTo>
                      <a:pt x="21881" y="50822"/>
                      <a:pt x="23939" y="53085"/>
                      <a:pt x="26133" y="55349"/>
                    </a:cubicBezTo>
                    <a:cubicBezTo>
                      <a:pt x="25173" y="57063"/>
                      <a:pt x="24350" y="58846"/>
                      <a:pt x="23459" y="60629"/>
                    </a:cubicBezTo>
                    <a:cubicBezTo>
                      <a:pt x="13720" y="59257"/>
                      <a:pt x="5902" y="59189"/>
                      <a:pt x="5011" y="61726"/>
                    </a:cubicBezTo>
                    <a:cubicBezTo>
                      <a:pt x="4119" y="64264"/>
                      <a:pt x="10360" y="69065"/>
                      <a:pt x="18727" y="74071"/>
                    </a:cubicBezTo>
                    <a:cubicBezTo>
                      <a:pt x="18315" y="75991"/>
                      <a:pt x="17904" y="77911"/>
                      <a:pt x="17561" y="79831"/>
                    </a:cubicBezTo>
                    <a:cubicBezTo>
                      <a:pt x="7822" y="81134"/>
                      <a:pt x="210" y="83055"/>
                      <a:pt x="4" y="85729"/>
                    </a:cubicBezTo>
                    <a:cubicBezTo>
                      <a:pt x="-201" y="88404"/>
                      <a:pt x="6862" y="91421"/>
                      <a:pt x="16532" y="94096"/>
                    </a:cubicBezTo>
                    <a:cubicBezTo>
                      <a:pt x="16532" y="96085"/>
                      <a:pt x="16532" y="98005"/>
                      <a:pt x="16944" y="99994"/>
                    </a:cubicBezTo>
                    <a:cubicBezTo>
                      <a:pt x="14200" y="101043"/>
                      <a:pt x="11519" y="102257"/>
                      <a:pt x="8920" y="103629"/>
                    </a:cubicBezTo>
                    <a:lnTo>
                      <a:pt x="8028" y="103629"/>
                    </a:lnTo>
                    <a:lnTo>
                      <a:pt x="8028" y="103629"/>
                    </a:lnTo>
                    <a:cubicBezTo>
                      <a:pt x="3708" y="105960"/>
                      <a:pt x="1170" y="108087"/>
                      <a:pt x="1170" y="109801"/>
                    </a:cubicBezTo>
                    <a:cubicBezTo>
                      <a:pt x="1170" y="111516"/>
                      <a:pt x="4805" y="112544"/>
                      <a:pt x="9674" y="113093"/>
                    </a:cubicBezTo>
                    <a:lnTo>
                      <a:pt x="9674" y="113436"/>
                    </a:lnTo>
                    <a:lnTo>
                      <a:pt x="10497" y="113436"/>
                    </a:lnTo>
                    <a:cubicBezTo>
                      <a:pt x="13103" y="113436"/>
                      <a:pt x="16052" y="113778"/>
                      <a:pt x="19275" y="113847"/>
                    </a:cubicBezTo>
                    <a:cubicBezTo>
                      <a:pt x="19824" y="115699"/>
                      <a:pt x="20441" y="117619"/>
                      <a:pt x="21127" y="119471"/>
                    </a:cubicBezTo>
                    <a:cubicBezTo>
                      <a:pt x="13309" y="125437"/>
                      <a:pt x="7411" y="130923"/>
                      <a:pt x="8851" y="133187"/>
                    </a:cubicBezTo>
                    <a:cubicBezTo>
                      <a:pt x="10291" y="135450"/>
                      <a:pt x="17767" y="134627"/>
                      <a:pt x="27299" y="132158"/>
                    </a:cubicBezTo>
                    <a:cubicBezTo>
                      <a:pt x="28301" y="133845"/>
                      <a:pt x="29398" y="135470"/>
                      <a:pt x="30591" y="137027"/>
                    </a:cubicBezTo>
                    <a:cubicBezTo>
                      <a:pt x="24556" y="144845"/>
                      <a:pt x="20578" y="151635"/>
                      <a:pt x="22362" y="153623"/>
                    </a:cubicBezTo>
                    <a:cubicBezTo>
                      <a:pt x="24145" y="155612"/>
                      <a:pt x="31345" y="152664"/>
                      <a:pt x="39918" y="147863"/>
                    </a:cubicBezTo>
                    <a:cubicBezTo>
                      <a:pt x="41358" y="149235"/>
                      <a:pt x="42798" y="150537"/>
                      <a:pt x="44307" y="151772"/>
                    </a:cubicBezTo>
                    <a:cubicBezTo>
                      <a:pt x="43141" y="154721"/>
                      <a:pt x="42044" y="157464"/>
                      <a:pt x="41290" y="160001"/>
                    </a:cubicBezTo>
                    <a:lnTo>
                      <a:pt x="40672" y="160619"/>
                    </a:lnTo>
                    <a:lnTo>
                      <a:pt x="41015" y="160619"/>
                    </a:lnTo>
                    <a:cubicBezTo>
                      <a:pt x="39575" y="165351"/>
                      <a:pt x="39232" y="168780"/>
                      <a:pt x="40604" y="169740"/>
                    </a:cubicBezTo>
                    <a:cubicBezTo>
                      <a:pt x="41975" y="170700"/>
                      <a:pt x="45130" y="169054"/>
                      <a:pt x="48970" y="166036"/>
                    </a:cubicBezTo>
                    <a:lnTo>
                      <a:pt x="48970" y="166036"/>
                    </a:lnTo>
                    <a:lnTo>
                      <a:pt x="49382" y="165282"/>
                    </a:lnTo>
                    <a:cubicBezTo>
                      <a:pt x="51371" y="163568"/>
                      <a:pt x="53565" y="161579"/>
                      <a:pt x="56240" y="159384"/>
                    </a:cubicBezTo>
                    <a:lnTo>
                      <a:pt x="61452" y="161990"/>
                    </a:lnTo>
                    <a:cubicBezTo>
                      <a:pt x="60149" y="171729"/>
                      <a:pt x="60081" y="179615"/>
                      <a:pt x="62618" y="180507"/>
                    </a:cubicBezTo>
                    <a:cubicBezTo>
                      <a:pt x="65155" y="181398"/>
                      <a:pt x="69956" y="175158"/>
                      <a:pt x="74962" y="166791"/>
                    </a:cubicBezTo>
                    <a:lnTo>
                      <a:pt x="80723" y="168025"/>
                    </a:lnTo>
                    <a:cubicBezTo>
                      <a:pt x="82026" y="177764"/>
                      <a:pt x="83946" y="185376"/>
                      <a:pt x="86621" y="185582"/>
                    </a:cubicBezTo>
                    <a:cubicBezTo>
                      <a:pt x="89296" y="185787"/>
                      <a:pt x="92313" y="178724"/>
                      <a:pt x="94988" y="168985"/>
                    </a:cubicBezTo>
                    <a:cubicBezTo>
                      <a:pt x="96908" y="168985"/>
                      <a:pt x="98897" y="168985"/>
                      <a:pt x="100886" y="168985"/>
                    </a:cubicBezTo>
                    <a:cubicBezTo>
                      <a:pt x="102051" y="171866"/>
                      <a:pt x="103286" y="174609"/>
                      <a:pt x="104520" y="176941"/>
                    </a:cubicBezTo>
                    <a:lnTo>
                      <a:pt x="104520" y="177764"/>
                    </a:lnTo>
                    <a:lnTo>
                      <a:pt x="104932" y="177764"/>
                    </a:lnTo>
                    <a:cubicBezTo>
                      <a:pt x="107195" y="182153"/>
                      <a:pt x="109389" y="184622"/>
                      <a:pt x="111104" y="184622"/>
                    </a:cubicBezTo>
                    <a:cubicBezTo>
                      <a:pt x="112818" y="184622"/>
                      <a:pt x="113779" y="180987"/>
                      <a:pt x="114327" y="176118"/>
                    </a:cubicBezTo>
                    <a:lnTo>
                      <a:pt x="114327" y="176118"/>
                    </a:lnTo>
                    <a:lnTo>
                      <a:pt x="114327" y="175295"/>
                    </a:lnTo>
                    <a:cubicBezTo>
                      <a:pt x="114327" y="172689"/>
                      <a:pt x="114670" y="169740"/>
                      <a:pt x="114739" y="166516"/>
                    </a:cubicBezTo>
                    <a:cubicBezTo>
                      <a:pt x="116659" y="165968"/>
                      <a:pt x="118511" y="165351"/>
                      <a:pt x="120362" y="164665"/>
                    </a:cubicBezTo>
                    <a:cubicBezTo>
                      <a:pt x="126329" y="172483"/>
                      <a:pt x="131815" y="178381"/>
                      <a:pt x="134078" y="176941"/>
                    </a:cubicBezTo>
                    <a:cubicBezTo>
                      <a:pt x="136341" y="175500"/>
                      <a:pt x="135450" y="168025"/>
                      <a:pt x="132981" y="158424"/>
                    </a:cubicBezTo>
                    <a:cubicBezTo>
                      <a:pt x="134702" y="157437"/>
                      <a:pt x="136376" y="156360"/>
                      <a:pt x="137987" y="155201"/>
                    </a:cubicBezTo>
                    <a:cubicBezTo>
                      <a:pt x="145737" y="161236"/>
                      <a:pt x="152458" y="165213"/>
                      <a:pt x="154515" y="163430"/>
                    </a:cubicBezTo>
                    <a:cubicBezTo>
                      <a:pt x="156573" y="161648"/>
                      <a:pt x="153555" y="154446"/>
                      <a:pt x="148754" y="145874"/>
                    </a:cubicBezTo>
                    <a:cubicBezTo>
                      <a:pt x="150057" y="144434"/>
                      <a:pt x="151429" y="142994"/>
                      <a:pt x="152664" y="141416"/>
                    </a:cubicBezTo>
                    <a:cubicBezTo>
                      <a:pt x="155331" y="142589"/>
                      <a:pt x="158054" y="143618"/>
                      <a:pt x="160824" y="144503"/>
                    </a:cubicBezTo>
                    <a:lnTo>
                      <a:pt x="161510" y="145051"/>
                    </a:lnTo>
                    <a:lnTo>
                      <a:pt x="161510" y="145051"/>
                    </a:lnTo>
                    <a:cubicBezTo>
                      <a:pt x="166242" y="146491"/>
                      <a:pt x="169603" y="146834"/>
                      <a:pt x="170563" y="145051"/>
                    </a:cubicBezTo>
                    <a:cubicBezTo>
                      <a:pt x="171523" y="143268"/>
                      <a:pt x="169946" y="140593"/>
                      <a:pt x="166928" y="136753"/>
                    </a:cubicBezTo>
                    <a:lnTo>
                      <a:pt x="166928" y="136753"/>
                    </a:lnTo>
                    <a:lnTo>
                      <a:pt x="166174" y="136341"/>
                    </a:lnTo>
                    <a:cubicBezTo>
                      <a:pt x="164528" y="134352"/>
                      <a:pt x="162539" y="132090"/>
                      <a:pt x="160276" y="129483"/>
                    </a:cubicBezTo>
                    <a:cubicBezTo>
                      <a:pt x="161236" y="127769"/>
                      <a:pt x="162128" y="125986"/>
                      <a:pt x="162951" y="124203"/>
                    </a:cubicBezTo>
                    <a:cubicBezTo>
                      <a:pt x="172689" y="125506"/>
                      <a:pt x="180507" y="125643"/>
                      <a:pt x="181467" y="123105"/>
                    </a:cubicBezTo>
                    <a:cubicBezTo>
                      <a:pt x="182427" y="120568"/>
                      <a:pt x="176118" y="115767"/>
                      <a:pt x="167751" y="110761"/>
                    </a:cubicBezTo>
                    <a:cubicBezTo>
                      <a:pt x="168238" y="108861"/>
                      <a:pt x="168629" y="106941"/>
                      <a:pt x="168917" y="105000"/>
                    </a:cubicBezTo>
                    <a:cubicBezTo>
                      <a:pt x="178724" y="103697"/>
                      <a:pt x="186336" y="101777"/>
                      <a:pt x="186473" y="99102"/>
                    </a:cubicBezTo>
                    <a:cubicBezTo>
                      <a:pt x="186611" y="96428"/>
                      <a:pt x="179615" y="93410"/>
                      <a:pt x="169946" y="90736"/>
                    </a:cubicBezTo>
                    <a:cubicBezTo>
                      <a:pt x="169946" y="88815"/>
                      <a:pt x="169946" y="86826"/>
                      <a:pt x="169946" y="84838"/>
                    </a:cubicBezTo>
                    <a:cubicBezTo>
                      <a:pt x="172648" y="84028"/>
                      <a:pt x="175309" y="83068"/>
                      <a:pt x="177901" y="81957"/>
                    </a:cubicBezTo>
                    <a:close/>
                    <a:moveTo>
                      <a:pt x="161236" y="76059"/>
                    </a:moveTo>
                    <a:lnTo>
                      <a:pt x="150743" y="78734"/>
                    </a:lnTo>
                    <a:lnTo>
                      <a:pt x="138056" y="81683"/>
                    </a:lnTo>
                    <a:lnTo>
                      <a:pt x="123860" y="84906"/>
                    </a:lnTo>
                    <a:lnTo>
                      <a:pt x="116316" y="86484"/>
                    </a:lnTo>
                    <a:lnTo>
                      <a:pt x="108635" y="88130"/>
                    </a:lnTo>
                    <a:lnTo>
                      <a:pt x="97388" y="90324"/>
                    </a:lnTo>
                    <a:cubicBezTo>
                      <a:pt x="99583" y="87169"/>
                      <a:pt x="101709" y="84015"/>
                      <a:pt x="104246" y="80929"/>
                    </a:cubicBezTo>
                    <a:lnTo>
                      <a:pt x="108772" y="74482"/>
                    </a:lnTo>
                    <a:cubicBezTo>
                      <a:pt x="110281" y="72356"/>
                      <a:pt x="111721" y="70230"/>
                      <a:pt x="113230" y="68173"/>
                    </a:cubicBezTo>
                    <a:cubicBezTo>
                      <a:pt x="116110" y="64058"/>
                      <a:pt x="118991" y="60149"/>
                      <a:pt x="121734" y="56377"/>
                    </a:cubicBezTo>
                    <a:cubicBezTo>
                      <a:pt x="124477" y="52605"/>
                      <a:pt x="127083" y="49107"/>
                      <a:pt x="129483" y="45884"/>
                    </a:cubicBezTo>
                    <a:lnTo>
                      <a:pt x="136341" y="37380"/>
                    </a:lnTo>
                    <a:cubicBezTo>
                      <a:pt x="148837" y="47071"/>
                      <a:pt x="157684" y="60704"/>
                      <a:pt x="161442" y="76059"/>
                    </a:cubicBezTo>
                    <a:close/>
                    <a:moveTo>
                      <a:pt x="129278" y="32991"/>
                    </a:moveTo>
                    <a:cubicBezTo>
                      <a:pt x="127632" y="35734"/>
                      <a:pt x="125780" y="38889"/>
                      <a:pt x="123723" y="42249"/>
                    </a:cubicBezTo>
                    <a:lnTo>
                      <a:pt x="116865" y="53359"/>
                    </a:lnTo>
                    <a:lnTo>
                      <a:pt x="109321" y="65636"/>
                    </a:lnTo>
                    <a:cubicBezTo>
                      <a:pt x="108018" y="67761"/>
                      <a:pt x="106578" y="69887"/>
                      <a:pt x="105206" y="72082"/>
                    </a:cubicBezTo>
                    <a:lnTo>
                      <a:pt x="100817" y="78940"/>
                    </a:lnTo>
                    <a:lnTo>
                      <a:pt x="94508" y="88472"/>
                    </a:lnTo>
                    <a:cubicBezTo>
                      <a:pt x="93822" y="84701"/>
                      <a:pt x="93067" y="80929"/>
                      <a:pt x="92450" y="77226"/>
                    </a:cubicBezTo>
                    <a:lnTo>
                      <a:pt x="91010" y="69476"/>
                    </a:lnTo>
                    <a:cubicBezTo>
                      <a:pt x="90599" y="66939"/>
                      <a:pt x="90118" y="64401"/>
                      <a:pt x="89707" y="61863"/>
                    </a:cubicBezTo>
                    <a:cubicBezTo>
                      <a:pt x="88884" y="56926"/>
                      <a:pt x="88130" y="52056"/>
                      <a:pt x="87444" y="47530"/>
                    </a:cubicBezTo>
                    <a:cubicBezTo>
                      <a:pt x="86758" y="43004"/>
                      <a:pt x="86072" y="38615"/>
                      <a:pt x="85524" y="34569"/>
                    </a:cubicBezTo>
                    <a:cubicBezTo>
                      <a:pt x="84975" y="30522"/>
                      <a:pt x="84495" y="27093"/>
                      <a:pt x="84084" y="23939"/>
                    </a:cubicBezTo>
                    <a:cubicBezTo>
                      <a:pt x="99809" y="21689"/>
                      <a:pt x="115829" y="24885"/>
                      <a:pt x="129483" y="32991"/>
                    </a:cubicBezTo>
                    <a:close/>
                    <a:moveTo>
                      <a:pt x="76197" y="25104"/>
                    </a:moveTo>
                    <a:cubicBezTo>
                      <a:pt x="77020" y="28259"/>
                      <a:pt x="77911" y="31962"/>
                      <a:pt x="78803" y="35529"/>
                    </a:cubicBezTo>
                    <a:cubicBezTo>
                      <a:pt x="79694" y="39095"/>
                      <a:pt x="80792" y="43758"/>
                      <a:pt x="81820" y="48285"/>
                    </a:cubicBezTo>
                    <a:cubicBezTo>
                      <a:pt x="82849" y="52811"/>
                      <a:pt x="83946" y="57543"/>
                      <a:pt x="85044" y="62481"/>
                    </a:cubicBezTo>
                    <a:cubicBezTo>
                      <a:pt x="85592" y="64949"/>
                      <a:pt x="86072" y="67487"/>
                      <a:pt x="86621" y="69956"/>
                    </a:cubicBezTo>
                    <a:cubicBezTo>
                      <a:pt x="87170" y="72425"/>
                      <a:pt x="87718" y="75099"/>
                      <a:pt x="88198" y="77705"/>
                    </a:cubicBezTo>
                    <a:lnTo>
                      <a:pt x="90461" y="88952"/>
                    </a:lnTo>
                    <a:lnTo>
                      <a:pt x="81066" y="82094"/>
                    </a:lnTo>
                    <a:lnTo>
                      <a:pt x="74551" y="77568"/>
                    </a:lnTo>
                    <a:lnTo>
                      <a:pt x="68310" y="73110"/>
                    </a:lnTo>
                    <a:cubicBezTo>
                      <a:pt x="64195" y="70230"/>
                      <a:pt x="60218" y="67350"/>
                      <a:pt x="56514" y="64607"/>
                    </a:cubicBezTo>
                    <a:lnTo>
                      <a:pt x="46022" y="56857"/>
                    </a:lnTo>
                    <a:lnTo>
                      <a:pt x="37449" y="49999"/>
                    </a:lnTo>
                    <a:cubicBezTo>
                      <a:pt x="47208" y="37497"/>
                      <a:pt x="60958" y="28712"/>
                      <a:pt x="76402" y="25104"/>
                    </a:cubicBezTo>
                    <a:close/>
                    <a:moveTo>
                      <a:pt x="33129" y="57063"/>
                    </a:moveTo>
                    <a:lnTo>
                      <a:pt x="42318" y="62618"/>
                    </a:lnTo>
                    <a:cubicBezTo>
                      <a:pt x="45816" y="64675"/>
                      <a:pt x="49519" y="67007"/>
                      <a:pt x="53428" y="69476"/>
                    </a:cubicBezTo>
                    <a:lnTo>
                      <a:pt x="65773" y="77294"/>
                    </a:lnTo>
                    <a:lnTo>
                      <a:pt x="72219" y="81477"/>
                    </a:lnTo>
                    <a:lnTo>
                      <a:pt x="79077" y="85798"/>
                    </a:lnTo>
                    <a:lnTo>
                      <a:pt x="88610" y="92176"/>
                    </a:lnTo>
                    <a:lnTo>
                      <a:pt x="77363" y="94233"/>
                    </a:lnTo>
                    <a:lnTo>
                      <a:pt x="69544" y="95605"/>
                    </a:lnTo>
                    <a:lnTo>
                      <a:pt x="62001" y="96908"/>
                    </a:lnTo>
                    <a:lnTo>
                      <a:pt x="47599" y="99239"/>
                    </a:lnTo>
                    <a:lnTo>
                      <a:pt x="34706" y="101160"/>
                    </a:lnTo>
                    <a:lnTo>
                      <a:pt x="24076" y="102600"/>
                    </a:lnTo>
                    <a:cubicBezTo>
                      <a:pt x="21847" y="86806"/>
                      <a:pt x="25118" y="70731"/>
                      <a:pt x="33334" y="57063"/>
                    </a:cubicBezTo>
                    <a:close/>
                    <a:moveTo>
                      <a:pt x="25242" y="110144"/>
                    </a:moveTo>
                    <a:lnTo>
                      <a:pt x="35666" y="107469"/>
                    </a:lnTo>
                    <a:lnTo>
                      <a:pt x="48353" y="104452"/>
                    </a:lnTo>
                    <a:lnTo>
                      <a:pt x="62618" y="101297"/>
                    </a:lnTo>
                    <a:lnTo>
                      <a:pt x="70093" y="99720"/>
                    </a:lnTo>
                    <a:lnTo>
                      <a:pt x="77843" y="98074"/>
                    </a:lnTo>
                    <a:lnTo>
                      <a:pt x="89090" y="95879"/>
                    </a:lnTo>
                    <a:lnTo>
                      <a:pt x="82232" y="105275"/>
                    </a:lnTo>
                    <a:lnTo>
                      <a:pt x="77706" y="111721"/>
                    </a:lnTo>
                    <a:cubicBezTo>
                      <a:pt x="76197" y="113847"/>
                      <a:pt x="74757" y="115973"/>
                      <a:pt x="73248" y="118030"/>
                    </a:cubicBezTo>
                    <a:cubicBezTo>
                      <a:pt x="70368" y="122145"/>
                      <a:pt x="67487" y="126054"/>
                      <a:pt x="64744" y="129826"/>
                    </a:cubicBezTo>
                    <a:cubicBezTo>
                      <a:pt x="62001" y="133598"/>
                      <a:pt x="59395" y="137096"/>
                      <a:pt x="56926" y="140319"/>
                    </a:cubicBezTo>
                    <a:cubicBezTo>
                      <a:pt x="54457" y="143542"/>
                      <a:pt x="52399" y="146285"/>
                      <a:pt x="50411" y="148891"/>
                    </a:cubicBezTo>
                    <a:cubicBezTo>
                      <a:pt x="37950" y="139167"/>
                      <a:pt x="29151" y="125506"/>
                      <a:pt x="25448" y="110144"/>
                    </a:cubicBezTo>
                    <a:close/>
                    <a:moveTo>
                      <a:pt x="57200" y="153212"/>
                    </a:moveTo>
                    <a:lnTo>
                      <a:pt x="62686" y="143954"/>
                    </a:lnTo>
                    <a:cubicBezTo>
                      <a:pt x="64812" y="140525"/>
                      <a:pt x="67076" y="137096"/>
                      <a:pt x="69544" y="132844"/>
                    </a:cubicBezTo>
                    <a:lnTo>
                      <a:pt x="77363" y="120568"/>
                    </a:lnTo>
                    <a:cubicBezTo>
                      <a:pt x="78734" y="118442"/>
                      <a:pt x="80106" y="116247"/>
                      <a:pt x="81546" y="114121"/>
                    </a:cubicBezTo>
                    <a:cubicBezTo>
                      <a:pt x="82986" y="111995"/>
                      <a:pt x="84426" y="109732"/>
                      <a:pt x="85867" y="107263"/>
                    </a:cubicBezTo>
                    <a:lnTo>
                      <a:pt x="92176" y="97731"/>
                    </a:lnTo>
                    <a:cubicBezTo>
                      <a:pt x="92930" y="101503"/>
                      <a:pt x="93616" y="105275"/>
                      <a:pt x="94302" y="108978"/>
                    </a:cubicBezTo>
                    <a:cubicBezTo>
                      <a:pt x="94782" y="111584"/>
                      <a:pt x="95262" y="114190"/>
                      <a:pt x="95673" y="116727"/>
                    </a:cubicBezTo>
                    <a:cubicBezTo>
                      <a:pt x="96085" y="119265"/>
                      <a:pt x="96565" y="121803"/>
                      <a:pt x="96976" y="124340"/>
                    </a:cubicBezTo>
                    <a:cubicBezTo>
                      <a:pt x="97800" y="129278"/>
                      <a:pt x="98554" y="134147"/>
                      <a:pt x="99240" y="138673"/>
                    </a:cubicBezTo>
                    <a:cubicBezTo>
                      <a:pt x="99925" y="143199"/>
                      <a:pt x="100611" y="147588"/>
                      <a:pt x="101160" y="151635"/>
                    </a:cubicBezTo>
                    <a:cubicBezTo>
                      <a:pt x="101709" y="155681"/>
                      <a:pt x="102189" y="159110"/>
                      <a:pt x="102600" y="162264"/>
                    </a:cubicBezTo>
                    <a:cubicBezTo>
                      <a:pt x="86943" y="164459"/>
                      <a:pt x="71012" y="161263"/>
                      <a:pt x="57406" y="153212"/>
                    </a:cubicBezTo>
                    <a:close/>
                    <a:moveTo>
                      <a:pt x="110281" y="161099"/>
                    </a:moveTo>
                    <a:lnTo>
                      <a:pt x="107606" y="150674"/>
                    </a:lnTo>
                    <a:cubicBezTo>
                      <a:pt x="106715" y="146697"/>
                      <a:pt x="105686" y="142445"/>
                      <a:pt x="104658" y="137919"/>
                    </a:cubicBezTo>
                    <a:cubicBezTo>
                      <a:pt x="103629" y="133392"/>
                      <a:pt x="102531" y="128661"/>
                      <a:pt x="101434" y="123723"/>
                    </a:cubicBezTo>
                    <a:cubicBezTo>
                      <a:pt x="100886" y="121254"/>
                      <a:pt x="100337" y="118785"/>
                      <a:pt x="99857" y="116179"/>
                    </a:cubicBezTo>
                    <a:cubicBezTo>
                      <a:pt x="99377" y="113573"/>
                      <a:pt x="98760" y="111104"/>
                      <a:pt x="98211" y="108498"/>
                    </a:cubicBezTo>
                    <a:cubicBezTo>
                      <a:pt x="97457" y="104794"/>
                      <a:pt x="96702" y="101023"/>
                      <a:pt x="96016" y="97251"/>
                    </a:cubicBezTo>
                    <a:lnTo>
                      <a:pt x="105412" y="103766"/>
                    </a:lnTo>
                    <a:lnTo>
                      <a:pt x="111858" y="108292"/>
                    </a:lnTo>
                    <a:cubicBezTo>
                      <a:pt x="113984" y="109801"/>
                      <a:pt x="116110" y="111241"/>
                      <a:pt x="118099" y="112750"/>
                    </a:cubicBezTo>
                    <a:cubicBezTo>
                      <a:pt x="122214" y="115630"/>
                      <a:pt x="126192" y="118510"/>
                      <a:pt x="129963" y="121254"/>
                    </a:cubicBezTo>
                    <a:lnTo>
                      <a:pt x="140388" y="129003"/>
                    </a:lnTo>
                    <a:lnTo>
                      <a:pt x="148960" y="135861"/>
                    </a:lnTo>
                    <a:cubicBezTo>
                      <a:pt x="139338" y="148356"/>
                      <a:pt x="125787" y="157251"/>
                      <a:pt x="110487" y="161099"/>
                    </a:cubicBezTo>
                    <a:close/>
                    <a:moveTo>
                      <a:pt x="153349" y="129140"/>
                    </a:moveTo>
                    <a:lnTo>
                      <a:pt x="144091" y="123585"/>
                    </a:lnTo>
                    <a:lnTo>
                      <a:pt x="132981" y="116727"/>
                    </a:lnTo>
                    <a:cubicBezTo>
                      <a:pt x="129072" y="114327"/>
                      <a:pt x="124957" y="111721"/>
                      <a:pt x="120705" y="108909"/>
                    </a:cubicBezTo>
                    <a:lnTo>
                      <a:pt x="114259" y="104794"/>
                    </a:lnTo>
                    <a:lnTo>
                      <a:pt x="107401" y="100474"/>
                    </a:lnTo>
                    <a:lnTo>
                      <a:pt x="97868" y="94096"/>
                    </a:lnTo>
                    <a:lnTo>
                      <a:pt x="109115" y="92039"/>
                    </a:lnTo>
                    <a:lnTo>
                      <a:pt x="116865" y="90667"/>
                    </a:lnTo>
                    <a:lnTo>
                      <a:pt x="124408" y="89364"/>
                    </a:lnTo>
                    <a:lnTo>
                      <a:pt x="138810" y="87032"/>
                    </a:lnTo>
                    <a:lnTo>
                      <a:pt x="151703" y="85112"/>
                    </a:lnTo>
                    <a:lnTo>
                      <a:pt x="162402" y="83672"/>
                    </a:lnTo>
                    <a:cubicBezTo>
                      <a:pt x="164672" y="99391"/>
                      <a:pt x="161551" y="115418"/>
                      <a:pt x="153555" y="129140"/>
                    </a:cubicBezTo>
                    <a:close/>
                  </a:path>
                </a:pathLst>
              </a:custGeom>
              <a:solidFill>
                <a:srgbClr val="4D4D4D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EB9530A-D04C-49AD-8CE8-B0D24557CC17}"/>
                  </a:ext>
                </a:extLst>
              </p:cNvPr>
              <p:cNvSpPr/>
              <p:nvPr/>
            </p:nvSpPr>
            <p:spPr>
              <a:xfrm>
                <a:off x="2403381" y="4929012"/>
                <a:ext cx="182406" cy="183069"/>
              </a:xfrm>
              <a:custGeom>
                <a:avLst/>
                <a:gdLst>
                  <a:gd name="connsiteX0" fmla="*/ 174399 w 188663"/>
                  <a:gd name="connsiteY0" fmla="*/ 84902 h 189349"/>
                  <a:gd name="connsiteX1" fmla="*/ 173850 w 188663"/>
                  <a:gd name="connsiteY1" fmla="*/ 81062 h 189349"/>
                  <a:gd name="connsiteX2" fmla="*/ 186332 w 188663"/>
                  <a:gd name="connsiteY2" fmla="*/ 74204 h 189349"/>
                  <a:gd name="connsiteX3" fmla="*/ 182080 w 188663"/>
                  <a:gd name="connsiteY3" fmla="*/ 60488 h 189349"/>
                  <a:gd name="connsiteX4" fmla="*/ 167815 w 188663"/>
                  <a:gd name="connsiteY4" fmla="*/ 61791 h 189349"/>
                  <a:gd name="connsiteX5" fmla="*/ 164318 w 188663"/>
                  <a:gd name="connsiteY5" fmla="*/ 54933 h 189349"/>
                  <a:gd name="connsiteX6" fmla="*/ 173713 w 188663"/>
                  <a:gd name="connsiteY6" fmla="*/ 44097 h 189349"/>
                  <a:gd name="connsiteX7" fmla="*/ 164866 w 188663"/>
                  <a:gd name="connsiteY7" fmla="*/ 32438 h 189349"/>
                  <a:gd name="connsiteX8" fmla="*/ 151905 w 188663"/>
                  <a:gd name="connsiteY8" fmla="*/ 38542 h 189349"/>
                  <a:gd name="connsiteX9" fmla="*/ 146281 w 188663"/>
                  <a:gd name="connsiteY9" fmla="*/ 33330 h 189349"/>
                  <a:gd name="connsiteX10" fmla="*/ 151425 w 188663"/>
                  <a:gd name="connsiteY10" fmla="*/ 19957 h 189349"/>
                  <a:gd name="connsiteX11" fmla="*/ 139149 w 188663"/>
                  <a:gd name="connsiteY11" fmla="*/ 11521 h 189349"/>
                  <a:gd name="connsiteX12" fmla="*/ 129068 w 188663"/>
                  <a:gd name="connsiteY12" fmla="*/ 21671 h 189349"/>
                  <a:gd name="connsiteX13" fmla="*/ 122210 w 188663"/>
                  <a:gd name="connsiteY13" fmla="*/ 18722 h 189349"/>
                  <a:gd name="connsiteX14" fmla="*/ 122210 w 188663"/>
                  <a:gd name="connsiteY14" fmla="*/ 4389 h 189349"/>
                  <a:gd name="connsiteX15" fmla="*/ 107945 w 188663"/>
                  <a:gd name="connsiteY15" fmla="*/ 1166 h 189349"/>
                  <a:gd name="connsiteX16" fmla="*/ 101978 w 188663"/>
                  <a:gd name="connsiteY16" fmla="*/ 14127 h 189349"/>
                  <a:gd name="connsiteX17" fmla="*/ 94298 w 188663"/>
                  <a:gd name="connsiteY17" fmla="*/ 13716 h 189349"/>
                  <a:gd name="connsiteX18" fmla="*/ 89634 w 188663"/>
                  <a:gd name="connsiteY18" fmla="*/ 0 h 189349"/>
                  <a:gd name="connsiteX19" fmla="*/ 75095 w 188663"/>
                  <a:gd name="connsiteY19" fmla="*/ 1852 h 189349"/>
                  <a:gd name="connsiteX20" fmla="*/ 73929 w 188663"/>
                  <a:gd name="connsiteY20" fmla="*/ 16047 h 189349"/>
                  <a:gd name="connsiteX21" fmla="*/ 66591 w 188663"/>
                  <a:gd name="connsiteY21" fmla="*/ 18311 h 189349"/>
                  <a:gd name="connsiteX22" fmla="*/ 57333 w 188663"/>
                  <a:gd name="connsiteY22" fmla="*/ 7681 h 189349"/>
                  <a:gd name="connsiteX23" fmla="*/ 44303 w 188663"/>
                  <a:gd name="connsiteY23" fmla="*/ 14539 h 189349"/>
                  <a:gd name="connsiteX24" fmla="*/ 48006 w 188663"/>
                  <a:gd name="connsiteY24" fmla="*/ 28255 h 189349"/>
                  <a:gd name="connsiteX25" fmla="*/ 41902 w 188663"/>
                  <a:gd name="connsiteY25" fmla="*/ 32850 h 189349"/>
                  <a:gd name="connsiteX26" fmla="*/ 29901 w 188663"/>
                  <a:gd name="connsiteY26" fmla="*/ 25237 h 189349"/>
                  <a:gd name="connsiteX27" fmla="*/ 19957 w 188663"/>
                  <a:gd name="connsiteY27" fmla="*/ 36005 h 189349"/>
                  <a:gd name="connsiteX28" fmla="*/ 28186 w 188663"/>
                  <a:gd name="connsiteY28" fmla="*/ 47663 h 189349"/>
                  <a:gd name="connsiteX29" fmla="*/ 24072 w 188663"/>
                  <a:gd name="connsiteY29" fmla="*/ 54110 h 189349"/>
                  <a:gd name="connsiteX30" fmla="*/ 10013 w 188663"/>
                  <a:gd name="connsiteY30" fmla="*/ 51366 h 189349"/>
                  <a:gd name="connsiteX31" fmla="*/ 4321 w 188663"/>
                  <a:gd name="connsiteY31" fmla="*/ 65082 h 189349"/>
                  <a:gd name="connsiteX32" fmla="*/ 16185 w 188663"/>
                  <a:gd name="connsiteY32" fmla="*/ 73243 h 189349"/>
                  <a:gd name="connsiteX33" fmla="*/ 14470 w 188663"/>
                  <a:gd name="connsiteY33" fmla="*/ 80719 h 189349"/>
                  <a:gd name="connsiteX34" fmla="*/ 754 w 188663"/>
                  <a:gd name="connsiteY34" fmla="*/ 82982 h 189349"/>
                  <a:gd name="connsiteX35" fmla="*/ 0 w 188663"/>
                  <a:gd name="connsiteY35" fmla="*/ 97589 h 189349"/>
                  <a:gd name="connsiteX36" fmla="*/ 13716 w 188663"/>
                  <a:gd name="connsiteY36" fmla="*/ 101224 h 189349"/>
                  <a:gd name="connsiteX37" fmla="*/ 14127 w 188663"/>
                  <a:gd name="connsiteY37" fmla="*/ 105065 h 189349"/>
                  <a:gd name="connsiteX38" fmla="*/ 14676 w 188663"/>
                  <a:gd name="connsiteY38" fmla="*/ 108836 h 189349"/>
                  <a:gd name="connsiteX39" fmla="*/ 2195 w 188663"/>
                  <a:gd name="connsiteY39" fmla="*/ 115694 h 189349"/>
                  <a:gd name="connsiteX40" fmla="*/ 6515 w 188663"/>
                  <a:gd name="connsiteY40" fmla="*/ 129410 h 189349"/>
                  <a:gd name="connsiteX41" fmla="*/ 20711 w 188663"/>
                  <a:gd name="connsiteY41" fmla="*/ 128107 h 189349"/>
                  <a:gd name="connsiteX42" fmla="*/ 24209 w 188663"/>
                  <a:gd name="connsiteY42" fmla="*/ 134965 h 189349"/>
                  <a:gd name="connsiteX43" fmla="*/ 14882 w 188663"/>
                  <a:gd name="connsiteY43" fmla="*/ 145733 h 189349"/>
                  <a:gd name="connsiteX44" fmla="*/ 23729 w 188663"/>
                  <a:gd name="connsiteY44" fmla="*/ 157391 h 189349"/>
                  <a:gd name="connsiteX45" fmla="*/ 36622 w 188663"/>
                  <a:gd name="connsiteY45" fmla="*/ 151356 h 189349"/>
                  <a:gd name="connsiteX46" fmla="*/ 42245 w 188663"/>
                  <a:gd name="connsiteY46" fmla="*/ 156568 h 189349"/>
                  <a:gd name="connsiteX47" fmla="*/ 37170 w 188663"/>
                  <a:gd name="connsiteY47" fmla="*/ 169873 h 189349"/>
                  <a:gd name="connsiteX48" fmla="*/ 49446 w 188663"/>
                  <a:gd name="connsiteY48" fmla="*/ 177828 h 189349"/>
                  <a:gd name="connsiteX49" fmla="*/ 59527 w 188663"/>
                  <a:gd name="connsiteY49" fmla="*/ 167678 h 189349"/>
                  <a:gd name="connsiteX50" fmla="*/ 66385 w 188663"/>
                  <a:gd name="connsiteY50" fmla="*/ 170696 h 189349"/>
                  <a:gd name="connsiteX51" fmla="*/ 66385 w 188663"/>
                  <a:gd name="connsiteY51" fmla="*/ 184960 h 189349"/>
                  <a:gd name="connsiteX52" fmla="*/ 80650 w 188663"/>
                  <a:gd name="connsiteY52" fmla="*/ 188252 h 189349"/>
                  <a:gd name="connsiteX53" fmla="*/ 86685 w 188663"/>
                  <a:gd name="connsiteY53" fmla="*/ 175290 h 189349"/>
                  <a:gd name="connsiteX54" fmla="*/ 94298 w 188663"/>
                  <a:gd name="connsiteY54" fmla="*/ 175633 h 189349"/>
                  <a:gd name="connsiteX55" fmla="*/ 98961 w 188663"/>
                  <a:gd name="connsiteY55" fmla="*/ 189349 h 189349"/>
                  <a:gd name="connsiteX56" fmla="*/ 113500 w 188663"/>
                  <a:gd name="connsiteY56" fmla="*/ 187566 h 189349"/>
                  <a:gd name="connsiteX57" fmla="*/ 114734 w 188663"/>
                  <a:gd name="connsiteY57" fmla="*/ 173302 h 189349"/>
                  <a:gd name="connsiteX58" fmla="*/ 122004 w 188663"/>
                  <a:gd name="connsiteY58" fmla="*/ 171039 h 189349"/>
                  <a:gd name="connsiteX59" fmla="*/ 131056 w 188663"/>
                  <a:gd name="connsiteY59" fmla="*/ 182148 h 189349"/>
                  <a:gd name="connsiteX60" fmla="*/ 144087 w 188663"/>
                  <a:gd name="connsiteY60" fmla="*/ 175290 h 189349"/>
                  <a:gd name="connsiteX61" fmla="*/ 140315 w 188663"/>
                  <a:gd name="connsiteY61" fmla="*/ 161574 h 189349"/>
                  <a:gd name="connsiteX62" fmla="*/ 146418 w 188663"/>
                  <a:gd name="connsiteY62" fmla="*/ 156980 h 189349"/>
                  <a:gd name="connsiteX63" fmla="*/ 158694 w 188663"/>
                  <a:gd name="connsiteY63" fmla="*/ 164318 h 189349"/>
                  <a:gd name="connsiteX64" fmla="*/ 168638 w 188663"/>
                  <a:gd name="connsiteY64" fmla="*/ 153619 h 189349"/>
                  <a:gd name="connsiteX65" fmla="*/ 160203 w 188663"/>
                  <a:gd name="connsiteY65" fmla="*/ 141823 h 189349"/>
                  <a:gd name="connsiteX66" fmla="*/ 164386 w 188663"/>
                  <a:gd name="connsiteY66" fmla="*/ 135446 h 189349"/>
                  <a:gd name="connsiteX67" fmla="*/ 178102 w 188663"/>
                  <a:gd name="connsiteY67" fmla="*/ 138120 h 189349"/>
                  <a:gd name="connsiteX68" fmla="*/ 183794 w 188663"/>
                  <a:gd name="connsiteY68" fmla="*/ 124404 h 189349"/>
                  <a:gd name="connsiteX69" fmla="*/ 172067 w 188663"/>
                  <a:gd name="connsiteY69" fmla="*/ 116175 h 189349"/>
                  <a:gd name="connsiteX70" fmla="*/ 173782 w 188663"/>
                  <a:gd name="connsiteY70" fmla="*/ 108768 h 189349"/>
                  <a:gd name="connsiteX71" fmla="*/ 187909 w 188663"/>
                  <a:gd name="connsiteY71" fmla="*/ 106505 h 189349"/>
                  <a:gd name="connsiteX72" fmla="*/ 188664 w 188663"/>
                  <a:gd name="connsiteY72" fmla="*/ 91897 h 189349"/>
                  <a:gd name="connsiteX73" fmla="*/ 174948 w 188663"/>
                  <a:gd name="connsiteY73" fmla="*/ 88194 h 189349"/>
                  <a:gd name="connsiteX74" fmla="*/ 174399 w 188663"/>
                  <a:gd name="connsiteY74" fmla="*/ 84902 h 189349"/>
                  <a:gd name="connsiteX75" fmla="*/ 101636 w 188663"/>
                  <a:gd name="connsiteY75" fmla="*/ 155539 h 189349"/>
                  <a:gd name="connsiteX76" fmla="*/ 33721 w 188663"/>
                  <a:gd name="connsiteY76" fmla="*/ 102733 h 189349"/>
                  <a:gd name="connsiteX77" fmla="*/ 86527 w 188663"/>
                  <a:gd name="connsiteY77" fmla="*/ 34818 h 189349"/>
                  <a:gd name="connsiteX78" fmla="*/ 154442 w 188663"/>
                  <a:gd name="connsiteY78" fmla="*/ 87625 h 189349"/>
                  <a:gd name="connsiteX79" fmla="*/ 154442 w 188663"/>
                  <a:gd name="connsiteY79" fmla="*/ 87645 h 189349"/>
                  <a:gd name="connsiteX80" fmla="*/ 101636 w 188663"/>
                  <a:gd name="connsiteY80" fmla="*/ 155539 h 189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8663" h="189349">
                    <a:moveTo>
                      <a:pt x="174399" y="84902"/>
                    </a:moveTo>
                    <a:cubicBezTo>
                      <a:pt x="174399" y="83599"/>
                      <a:pt x="174399" y="82365"/>
                      <a:pt x="173850" y="81062"/>
                    </a:cubicBezTo>
                    <a:lnTo>
                      <a:pt x="186332" y="74204"/>
                    </a:lnTo>
                    <a:lnTo>
                      <a:pt x="182080" y="60488"/>
                    </a:lnTo>
                    <a:lnTo>
                      <a:pt x="167815" y="61791"/>
                    </a:lnTo>
                    <a:cubicBezTo>
                      <a:pt x="166787" y="59438"/>
                      <a:pt x="165621" y="57148"/>
                      <a:pt x="164318" y="54933"/>
                    </a:cubicBezTo>
                    <a:lnTo>
                      <a:pt x="173713" y="44097"/>
                    </a:lnTo>
                    <a:lnTo>
                      <a:pt x="164866" y="32438"/>
                    </a:lnTo>
                    <a:lnTo>
                      <a:pt x="151905" y="38542"/>
                    </a:lnTo>
                    <a:cubicBezTo>
                      <a:pt x="150129" y="36697"/>
                      <a:pt x="148256" y="34962"/>
                      <a:pt x="146281" y="33330"/>
                    </a:cubicBezTo>
                    <a:lnTo>
                      <a:pt x="151425" y="19957"/>
                    </a:lnTo>
                    <a:lnTo>
                      <a:pt x="139149" y="11521"/>
                    </a:lnTo>
                    <a:lnTo>
                      <a:pt x="129068" y="21671"/>
                    </a:lnTo>
                    <a:cubicBezTo>
                      <a:pt x="126839" y="20567"/>
                      <a:pt x="124548" y="19579"/>
                      <a:pt x="122210" y="18722"/>
                    </a:cubicBezTo>
                    <a:lnTo>
                      <a:pt x="122210" y="4389"/>
                    </a:lnTo>
                    <a:lnTo>
                      <a:pt x="107945" y="1166"/>
                    </a:lnTo>
                    <a:lnTo>
                      <a:pt x="101978" y="14127"/>
                    </a:lnTo>
                    <a:cubicBezTo>
                      <a:pt x="99427" y="13853"/>
                      <a:pt x="96862" y="13716"/>
                      <a:pt x="94298" y="13716"/>
                    </a:cubicBezTo>
                    <a:lnTo>
                      <a:pt x="89634" y="0"/>
                    </a:lnTo>
                    <a:lnTo>
                      <a:pt x="75095" y="1852"/>
                    </a:lnTo>
                    <a:lnTo>
                      <a:pt x="73929" y="16047"/>
                    </a:lnTo>
                    <a:cubicBezTo>
                      <a:pt x="71392" y="16665"/>
                      <a:pt x="68991" y="17488"/>
                      <a:pt x="66591" y="18311"/>
                    </a:cubicBezTo>
                    <a:lnTo>
                      <a:pt x="57333" y="7681"/>
                    </a:lnTo>
                    <a:lnTo>
                      <a:pt x="44303" y="14539"/>
                    </a:lnTo>
                    <a:lnTo>
                      <a:pt x="48006" y="28255"/>
                    </a:lnTo>
                    <a:cubicBezTo>
                      <a:pt x="45880" y="29695"/>
                      <a:pt x="43891" y="31272"/>
                      <a:pt x="41902" y="32850"/>
                    </a:cubicBezTo>
                    <a:lnTo>
                      <a:pt x="29901" y="25237"/>
                    </a:lnTo>
                    <a:lnTo>
                      <a:pt x="19957" y="36005"/>
                    </a:lnTo>
                    <a:lnTo>
                      <a:pt x="28186" y="47663"/>
                    </a:lnTo>
                    <a:cubicBezTo>
                      <a:pt x="26746" y="49789"/>
                      <a:pt x="25375" y="51915"/>
                      <a:pt x="24072" y="54110"/>
                    </a:cubicBezTo>
                    <a:lnTo>
                      <a:pt x="10013" y="51366"/>
                    </a:lnTo>
                    <a:lnTo>
                      <a:pt x="4321" y="65082"/>
                    </a:lnTo>
                    <a:lnTo>
                      <a:pt x="16185" y="73243"/>
                    </a:lnTo>
                    <a:cubicBezTo>
                      <a:pt x="15499" y="75712"/>
                      <a:pt x="14950" y="78181"/>
                      <a:pt x="14470" y="80719"/>
                    </a:cubicBezTo>
                    <a:lnTo>
                      <a:pt x="754" y="82982"/>
                    </a:lnTo>
                    <a:lnTo>
                      <a:pt x="0" y="97589"/>
                    </a:lnTo>
                    <a:lnTo>
                      <a:pt x="13716" y="101224"/>
                    </a:lnTo>
                    <a:lnTo>
                      <a:pt x="14127" y="105065"/>
                    </a:lnTo>
                    <a:cubicBezTo>
                      <a:pt x="14127" y="106299"/>
                      <a:pt x="14470" y="107602"/>
                      <a:pt x="14676" y="108836"/>
                    </a:cubicBezTo>
                    <a:lnTo>
                      <a:pt x="2195" y="115694"/>
                    </a:lnTo>
                    <a:lnTo>
                      <a:pt x="6515" y="129410"/>
                    </a:lnTo>
                    <a:lnTo>
                      <a:pt x="20711" y="128107"/>
                    </a:lnTo>
                    <a:cubicBezTo>
                      <a:pt x="21808" y="130508"/>
                      <a:pt x="22974" y="132771"/>
                      <a:pt x="24209" y="134965"/>
                    </a:cubicBezTo>
                    <a:lnTo>
                      <a:pt x="14882" y="145733"/>
                    </a:lnTo>
                    <a:lnTo>
                      <a:pt x="23729" y="157391"/>
                    </a:lnTo>
                    <a:lnTo>
                      <a:pt x="36622" y="151356"/>
                    </a:lnTo>
                    <a:cubicBezTo>
                      <a:pt x="38405" y="153139"/>
                      <a:pt x="40325" y="154922"/>
                      <a:pt x="42245" y="156568"/>
                    </a:cubicBezTo>
                    <a:lnTo>
                      <a:pt x="37170" y="169873"/>
                    </a:lnTo>
                    <a:lnTo>
                      <a:pt x="49446" y="177828"/>
                    </a:lnTo>
                    <a:lnTo>
                      <a:pt x="59527" y="167678"/>
                    </a:lnTo>
                    <a:cubicBezTo>
                      <a:pt x="61791" y="168775"/>
                      <a:pt x="64191" y="169804"/>
                      <a:pt x="66385" y="170696"/>
                    </a:cubicBezTo>
                    <a:lnTo>
                      <a:pt x="66385" y="184960"/>
                    </a:lnTo>
                    <a:lnTo>
                      <a:pt x="80650" y="188252"/>
                    </a:lnTo>
                    <a:lnTo>
                      <a:pt x="86685" y="175290"/>
                    </a:lnTo>
                    <a:cubicBezTo>
                      <a:pt x="89223" y="175290"/>
                      <a:pt x="91760" y="175633"/>
                      <a:pt x="94298" y="175633"/>
                    </a:cubicBezTo>
                    <a:lnTo>
                      <a:pt x="98961" y="189349"/>
                    </a:lnTo>
                    <a:lnTo>
                      <a:pt x="113500" y="187566"/>
                    </a:lnTo>
                    <a:lnTo>
                      <a:pt x="114734" y="173302"/>
                    </a:lnTo>
                    <a:cubicBezTo>
                      <a:pt x="117203" y="172691"/>
                      <a:pt x="119631" y="171937"/>
                      <a:pt x="122004" y="171039"/>
                    </a:cubicBezTo>
                    <a:lnTo>
                      <a:pt x="131056" y="182148"/>
                    </a:lnTo>
                    <a:lnTo>
                      <a:pt x="144087" y="175290"/>
                    </a:lnTo>
                    <a:lnTo>
                      <a:pt x="140315" y="161574"/>
                    </a:lnTo>
                    <a:cubicBezTo>
                      <a:pt x="142434" y="160162"/>
                      <a:pt x="144471" y="158626"/>
                      <a:pt x="146418" y="156980"/>
                    </a:cubicBezTo>
                    <a:lnTo>
                      <a:pt x="158694" y="164318"/>
                    </a:lnTo>
                    <a:lnTo>
                      <a:pt x="168638" y="153619"/>
                    </a:lnTo>
                    <a:lnTo>
                      <a:pt x="160203" y="141823"/>
                    </a:lnTo>
                    <a:cubicBezTo>
                      <a:pt x="161712" y="139766"/>
                      <a:pt x="163083" y="137640"/>
                      <a:pt x="164386" y="135446"/>
                    </a:cubicBezTo>
                    <a:lnTo>
                      <a:pt x="178102" y="138120"/>
                    </a:lnTo>
                    <a:lnTo>
                      <a:pt x="183794" y="124404"/>
                    </a:lnTo>
                    <a:lnTo>
                      <a:pt x="172067" y="116175"/>
                    </a:lnTo>
                    <a:cubicBezTo>
                      <a:pt x="172774" y="113740"/>
                      <a:pt x="173350" y="111264"/>
                      <a:pt x="173782" y="108768"/>
                    </a:cubicBezTo>
                    <a:lnTo>
                      <a:pt x="187909" y="106505"/>
                    </a:lnTo>
                    <a:lnTo>
                      <a:pt x="188664" y="91897"/>
                    </a:lnTo>
                    <a:lnTo>
                      <a:pt x="174948" y="88194"/>
                    </a:lnTo>
                    <a:cubicBezTo>
                      <a:pt x="174817" y="87090"/>
                      <a:pt x="174632" y="85992"/>
                      <a:pt x="174399" y="84902"/>
                    </a:cubicBezTo>
                    <a:close/>
                    <a:moveTo>
                      <a:pt x="101636" y="155539"/>
                    </a:moveTo>
                    <a:cubicBezTo>
                      <a:pt x="68299" y="159709"/>
                      <a:pt x="37890" y="136070"/>
                      <a:pt x="33721" y="102733"/>
                    </a:cubicBezTo>
                    <a:cubicBezTo>
                      <a:pt x="29551" y="69403"/>
                      <a:pt x="53191" y="38994"/>
                      <a:pt x="86527" y="34818"/>
                    </a:cubicBezTo>
                    <a:cubicBezTo>
                      <a:pt x="119857" y="30648"/>
                      <a:pt x="150266" y="54288"/>
                      <a:pt x="154442" y="87625"/>
                    </a:cubicBezTo>
                    <a:cubicBezTo>
                      <a:pt x="154442" y="87632"/>
                      <a:pt x="154442" y="87638"/>
                      <a:pt x="154442" y="87645"/>
                    </a:cubicBezTo>
                    <a:cubicBezTo>
                      <a:pt x="158605" y="120975"/>
                      <a:pt x="134966" y="151370"/>
                      <a:pt x="101636" y="155539"/>
                    </a:cubicBezTo>
                    <a:close/>
                  </a:path>
                </a:pathLst>
              </a:custGeom>
              <a:solidFill>
                <a:srgbClr val="4D4D4D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B5727E2B-9D1D-41F6-B178-B42A359AAD9E}"/>
                  </a:ext>
                </a:extLst>
              </p:cNvPr>
              <p:cNvSpPr/>
              <p:nvPr/>
            </p:nvSpPr>
            <p:spPr>
              <a:xfrm>
                <a:off x="2444539" y="4970986"/>
                <a:ext cx="99599" cy="99599"/>
              </a:xfrm>
              <a:custGeom>
                <a:avLst/>
                <a:gdLst>
                  <a:gd name="connsiteX0" fmla="*/ 45075 w 103016"/>
                  <a:gd name="connsiteY0" fmla="*/ 410 h 103016"/>
                  <a:gd name="connsiteX1" fmla="*/ 409 w 103016"/>
                  <a:gd name="connsiteY1" fmla="*/ 57941 h 103016"/>
                  <a:gd name="connsiteX2" fmla="*/ 57941 w 103016"/>
                  <a:gd name="connsiteY2" fmla="*/ 102607 h 103016"/>
                  <a:gd name="connsiteX3" fmla="*/ 102613 w 103016"/>
                  <a:gd name="connsiteY3" fmla="*/ 45123 h 103016"/>
                  <a:gd name="connsiteX4" fmla="*/ 45123 w 103016"/>
                  <a:gd name="connsiteY4" fmla="*/ 402 h 103016"/>
                  <a:gd name="connsiteX5" fmla="*/ 45075 w 103016"/>
                  <a:gd name="connsiteY5" fmla="*/ 410 h 103016"/>
                  <a:gd name="connsiteX6" fmla="*/ 57076 w 103016"/>
                  <a:gd name="connsiteY6" fmla="*/ 95873 h 103016"/>
                  <a:gd name="connsiteX7" fmla="*/ 7157 w 103016"/>
                  <a:gd name="connsiteY7" fmla="*/ 57056 h 103016"/>
                  <a:gd name="connsiteX8" fmla="*/ 45973 w 103016"/>
                  <a:gd name="connsiteY8" fmla="*/ 7137 h 103016"/>
                  <a:gd name="connsiteX9" fmla="*/ 95893 w 103016"/>
                  <a:gd name="connsiteY9" fmla="*/ 45946 h 103016"/>
                  <a:gd name="connsiteX10" fmla="*/ 57083 w 103016"/>
                  <a:gd name="connsiteY10" fmla="*/ 95873 h 103016"/>
                  <a:gd name="connsiteX11" fmla="*/ 57076 w 103016"/>
                  <a:gd name="connsiteY11" fmla="*/ 95873 h 103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3016" h="103016">
                    <a:moveTo>
                      <a:pt x="45075" y="410"/>
                    </a:moveTo>
                    <a:cubicBezTo>
                      <a:pt x="16854" y="3962"/>
                      <a:pt x="-3144" y="29721"/>
                      <a:pt x="409" y="57941"/>
                    </a:cubicBezTo>
                    <a:cubicBezTo>
                      <a:pt x="3961" y="86162"/>
                      <a:pt x="29720" y="106160"/>
                      <a:pt x="57941" y="102607"/>
                    </a:cubicBezTo>
                    <a:cubicBezTo>
                      <a:pt x="86141" y="99062"/>
                      <a:pt x="106139" y="73331"/>
                      <a:pt x="102613" y="45123"/>
                    </a:cubicBezTo>
                    <a:cubicBezTo>
                      <a:pt x="99089" y="16896"/>
                      <a:pt x="73344" y="-3122"/>
                      <a:pt x="45123" y="402"/>
                    </a:cubicBezTo>
                    <a:cubicBezTo>
                      <a:pt x="45102" y="402"/>
                      <a:pt x="45089" y="410"/>
                      <a:pt x="45075" y="410"/>
                    </a:cubicBezTo>
                    <a:close/>
                    <a:moveTo>
                      <a:pt x="57076" y="95873"/>
                    </a:moveTo>
                    <a:cubicBezTo>
                      <a:pt x="32573" y="98939"/>
                      <a:pt x="10223" y="81560"/>
                      <a:pt x="7157" y="57056"/>
                    </a:cubicBezTo>
                    <a:cubicBezTo>
                      <a:pt x="4091" y="32553"/>
                      <a:pt x="21470" y="10203"/>
                      <a:pt x="45973" y="7137"/>
                    </a:cubicBezTo>
                    <a:cubicBezTo>
                      <a:pt x="70477" y="4072"/>
                      <a:pt x="92820" y="21443"/>
                      <a:pt x="95893" y="45946"/>
                    </a:cubicBezTo>
                    <a:cubicBezTo>
                      <a:pt x="98965" y="70450"/>
                      <a:pt x="81587" y="92800"/>
                      <a:pt x="57083" y="95873"/>
                    </a:cubicBezTo>
                    <a:cubicBezTo>
                      <a:pt x="57083" y="95873"/>
                      <a:pt x="57076" y="95873"/>
                      <a:pt x="57076" y="95873"/>
                    </a:cubicBezTo>
                    <a:close/>
                  </a:path>
                </a:pathLst>
              </a:custGeom>
              <a:solidFill>
                <a:srgbClr val="4D4D4D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BB3161E-3F72-481B-BCA5-8704C4B1A1F8}"/>
                  </a:ext>
                </a:extLst>
              </p:cNvPr>
              <p:cNvSpPr/>
              <p:nvPr/>
            </p:nvSpPr>
            <p:spPr>
              <a:xfrm>
                <a:off x="2475806" y="5002764"/>
                <a:ext cx="36203" cy="36209"/>
              </a:xfrm>
              <a:custGeom>
                <a:avLst/>
                <a:gdLst>
                  <a:gd name="connsiteX0" fmla="*/ 16713 w 37445"/>
                  <a:gd name="connsiteY0" fmla="*/ 117 h 37451"/>
                  <a:gd name="connsiteX1" fmla="*/ 110 w 37445"/>
                  <a:gd name="connsiteY1" fmla="*/ 20739 h 37451"/>
                  <a:gd name="connsiteX2" fmla="*/ 20732 w 37445"/>
                  <a:gd name="connsiteY2" fmla="*/ 37342 h 37451"/>
                  <a:gd name="connsiteX3" fmla="*/ 37335 w 37445"/>
                  <a:gd name="connsiteY3" fmla="*/ 16720 h 37451"/>
                  <a:gd name="connsiteX4" fmla="*/ 37287 w 37445"/>
                  <a:gd name="connsiteY4" fmla="*/ 16302 h 37451"/>
                  <a:gd name="connsiteX5" fmla="*/ 16713 w 37445"/>
                  <a:gd name="connsiteY5" fmla="*/ 117 h 37451"/>
                  <a:gd name="connsiteX6" fmla="*/ 20485 w 37445"/>
                  <a:gd name="connsiteY6" fmla="*/ 30429 h 37451"/>
                  <a:gd name="connsiteX7" fmla="*/ 7229 w 37445"/>
                  <a:gd name="connsiteY7" fmla="*/ 20142 h 37451"/>
                  <a:gd name="connsiteX8" fmla="*/ 17509 w 37445"/>
                  <a:gd name="connsiteY8" fmla="*/ 6886 h 37451"/>
                  <a:gd name="connsiteX9" fmla="*/ 30772 w 37445"/>
                  <a:gd name="connsiteY9" fmla="*/ 17173 h 37451"/>
                  <a:gd name="connsiteX10" fmla="*/ 30772 w 37445"/>
                  <a:gd name="connsiteY10" fmla="*/ 17193 h 37451"/>
                  <a:gd name="connsiteX11" fmla="*/ 20622 w 37445"/>
                  <a:gd name="connsiteY11" fmla="*/ 30429 h 37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445" h="37451">
                    <a:moveTo>
                      <a:pt x="16713" y="117"/>
                    </a:moveTo>
                    <a:cubicBezTo>
                      <a:pt x="6433" y="1228"/>
                      <a:pt x="-1001" y="10459"/>
                      <a:pt x="110" y="20739"/>
                    </a:cubicBezTo>
                    <a:cubicBezTo>
                      <a:pt x="1221" y="31019"/>
                      <a:pt x="10452" y="38453"/>
                      <a:pt x="20732" y="37342"/>
                    </a:cubicBezTo>
                    <a:cubicBezTo>
                      <a:pt x="31012" y="36238"/>
                      <a:pt x="38446" y="27000"/>
                      <a:pt x="37335" y="16720"/>
                    </a:cubicBezTo>
                    <a:cubicBezTo>
                      <a:pt x="37322" y="16583"/>
                      <a:pt x="37308" y="16439"/>
                      <a:pt x="37287" y="16302"/>
                    </a:cubicBezTo>
                    <a:cubicBezTo>
                      <a:pt x="36005" y="6193"/>
                      <a:pt x="26842" y="-1015"/>
                      <a:pt x="16713" y="117"/>
                    </a:cubicBezTo>
                    <a:close/>
                    <a:moveTo>
                      <a:pt x="20485" y="30429"/>
                    </a:moveTo>
                    <a:cubicBezTo>
                      <a:pt x="13984" y="31252"/>
                      <a:pt x="8052" y="26644"/>
                      <a:pt x="7229" y="20142"/>
                    </a:cubicBezTo>
                    <a:cubicBezTo>
                      <a:pt x="6406" y="13641"/>
                      <a:pt x="11014" y="7709"/>
                      <a:pt x="17509" y="6886"/>
                    </a:cubicBezTo>
                    <a:cubicBezTo>
                      <a:pt x="24010" y="6070"/>
                      <a:pt x="29949" y="10671"/>
                      <a:pt x="30772" y="17173"/>
                    </a:cubicBezTo>
                    <a:cubicBezTo>
                      <a:pt x="30772" y="17180"/>
                      <a:pt x="30772" y="17186"/>
                      <a:pt x="30772" y="17193"/>
                    </a:cubicBezTo>
                    <a:cubicBezTo>
                      <a:pt x="31547" y="23633"/>
                      <a:pt x="27041" y="29510"/>
                      <a:pt x="20622" y="30429"/>
                    </a:cubicBezTo>
                    <a:close/>
                  </a:path>
                </a:pathLst>
              </a:custGeom>
              <a:solidFill>
                <a:srgbClr val="4D4D4D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B0B5C50F-1487-485C-8FF6-6117D99B9377}"/>
                  </a:ext>
                </a:extLst>
              </p:cNvPr>
              <p:cNvSpPr/>
              <p:nvPr/>
            </p:nvSpPr>
            <p:spPr>
              <a:xfrm>
                <a:off x="2334555" y="5119110"/>
                <a:ext cx="212509" cy="213107"/>
              </a:xfrm>
              <a:custGeom>
                <a:avLst/>
                <a:gdLst>
                  <a:gd name="connsiteX0" fmla="*/ 218359 w 219799"/>
                  <a:gd name="connsiteY0" fmla="*/ 89223 h 220417"/>
                  <a:gd name="connsiteX1" fmla="*/ 198882 w 219799"/>
                  <a:gd name="connsiteY1" fmla="*/ 86343 h 220417"/>
                  <a:gd name="connsiteX2" fmla="*/ 198060 w 219799"/>
                  <a:gd name="connsiteY2" fmla="*/ 83394 h 220417"/>
                  <a:gd name="connsiteX3" fmla="*/ 213079 w 219799"/>
                  <a:gd name="connsiteY3" fmla="*/ 70706 h 220417"/>
                  <a:gd name="connsiteX4" fmla="*/ 193396 w 219799"/>
                  <a:gd name="connsiteY4" fmla="*/ 71255 h 220417"/>
                  <a:gd name="connsiteX5" fmla="*/ 192093 w 219799"/>
                  <a:gd name="connsiteY5" fmla="*/ 68512 h 220417"/>
                  <a:gd name="connsiteX6" fmla="*/ 204712 w 219799"/>
                  <a:gd name="connsiteY6" fmla="*/ 53425 h 220417"/>
                  <a:gd name="connsiteX7" fmla="*/ 185441 w 219799"/>
                  <a:gd name="connsiteY7" fmla="*/ 57333 h 220417"/>
                  <a:gd name="connsiteX8" fmla="*/ 183383 w 219799"/>
                  <a:gd name="connsiteY8" fmla="*/ 54933 h 220417"/>
                  <a:gd name="connsiteX9" fmla="*/ 193190 w 219799"/>
                  <a:gd name="connsiteY9" fmla="*/ 37857 h 220417"/>
                  <a:gd name="connsiteX10" fmla="*/ 174879 w 219799"/>
                  <a:gd name="connsiteY10" fmla="*/ 45126 h 220417"/>
                  <a:gd name="connsiteX11" fmla="*/ 172685 w 219799"/>
                  <a:gd name="connsiteY11" fmla="*/ 43000 h 220417"/>
                  <a:gd name="connsiteX12" fmla="*/ 179543 w 219799"/>
                  <a:gd name="connsiteY12" fmla="*/ 24484 h 220417"/>
                  <a:gd name="connsiteX13" fmla="*/ 162741 w 219799"/>
                  <a:gd name="connsiteY13" fmla="*/ 34771 h 220417"/>
                  <a:gd name="connsiteX14" fmla="*/ 160203 w 219799"/>
                  <a:gd name="connsiteY14" fmla="*/ 33125 h 220417"/>
                  <a:gd name="connsiteX15" fmla="*/ 163632 w 219799"/>
                  <a:gd name="connsiteY15" fmla="*/ 13648 h 220417"/>
                  <a:gd name="connsiteX16" fmla="*/ 148819 w 219799"/>
                  <a:gd name="connsiteY16" fmla="*/ 26747 h 220417"/>
                  <a:gd name="connsiteX17" fmla="*/ 146145 w 219799"/>
                  <a:gd name="connsiteY17" fmla="*/ 25512 h 220417"/>
                  <a:gd name="connsiteX18" fmla="*/ 146145 w 219799"/>
                  <a:gd name="connsiteY18" fmla="*/ 5830 h 220417"/>
                  <a:gd name="connsiteX19" fmla="*/ 133869 w 219799"/>
                  <a:gd name="connsiteY19" fmla="*/ 21261 h 220417"/>
                  <a:gd name="connsiteX20" fmla="*/ 130988 w 219799"/>
                  <a:gd name="connsiteY20" fmla="*/ 20506 h 220417"/>
                  <a:gd name="connsiteX21" fmla="*/ 127491 w 219799"/>
                  <a:gd name="connsiteY21" fmla="*/ 1166 h 220417"/>
                  <a:gd name="connsiteX22" fmla="*/ 118095 w 219799"/>
                  <a:gd name="connsiteY22" fmla="*/ 18449 h 220417"/>
                  <a:gd name="connsiteX23" fmla="*/ 115146 w 219799"/>
                  <a:gd name="connsiteY23" fmla="*/ 18449 h 220417"/>
                  <a:gd name="connsiteX24" fmla="*/ 108288 w 219799"/>
                  <a:gd name="connsiteY24" fmla="*/ 0 h 220417"/>
                  <a:gd name="connsiteX25" fmla="*/ 102116 w 219799"/>
                  <a:gd name="connsiteY25" fmla="*/ 18654 h 220417"/>
                  <a:gd name="connsiteX26" fmla="*/ 99099 w 219799"/>
                  <a:gd name="connsiteY26" fmla="*/ 18997 h 220417"/>
                  <a:gd name="connsiteX27" fmla="*/ 89223 w 219799"/>
                  <a:gd name="connsiteY27" fmla="*/ 1990 h 220417"/>
                  <a:gd name="connsiteX28" fmla="*/ 86343 w 219799"/>
                  <a:gd name="connsiteY28" fmla="*/ 21466 h 220417"/>
                  <a:gd name="connsiteX29" fmla="*/ 83394 w 219799"/>
                  <a:gd name="connsiteY29" fmla="*/ 22289 h 220417"/>
                  <a:gd name="connsiteX30" fmla="*/ 70707 w 219799"/>
                  <a:gd name="connsiteY30" fmla="*/ 7201 h 220417"/>
                  <a:gd name="connsiteX31" fmla="*/ 71255 w 219799"/>
                  <a:gd name="connsiteY31" fmla="*/ 26884 h 220417"/>
                  <a:gd name="connsiteX32" fmla="*/ 68580 w 219799"/>
                  <a:gd name="connsiteY32" fmla="*/ 28187 h 220417"/>
                  <a:gd name="connsiteX33" fmla="*/ 53424 w 219799"/>
                  <a:gd name="connsiteY33" fmla="*/ 15637 h 220417"/>
                  <a:gd name="connsiteX34" fmla="*/ 57402 w 219799"/>
                  <a:gd name="connsiteY34" fmla="*/ 34908 h 220417"/>
                  <a:gd name="connsiteX35" fmla="*/ 54933 w 219799"/>
                  <a:gd name="connsiteY35" fmla="*/ 36691 h 220417"/>
                  <a:gd name="connsiteX36" fmla="*/ 37857 w 219799"/>
                  <a:gd name="connsiteY36" fmla="*/ 26884 h 220417"/>
                  <a:gd name="connsiteX37" fmla="*/ 45126 w 219799"/>
                  <a:gd name="connsiteY37" fmla="*/ 45195 h 220417"/>
                  <a:gd name="connsiteX38" fmla="*/ 43000 w 219799"/>
                  <a:gd name="connsiteY38" fmla="*/ 47321 h 220417"/>
                  <a:gd name="connsiteX39" fmla="*/ 24484 w 219799"/>
                  <a:gd name="connsiteY39" fmla="*/ 40463 h 220417"/>
                  <a:gd name="connsiteX40" fmla="*/ 34839 w 219799"/>
                  <a:gd name="connsiteY40" fmla="*/ 57265 h 220417"/>
                  <a:gd name="connsiteX41" fmla="*/ 33125 w 219799"/>
                  <a:gd name="connsiteY41" fmla="*/ 59734 h 220417"/>
                  <a:gd name="connsiteX42" fmla="*/ 13716 w 219799"/>
                  <a:gd name="connsiteY42" fmla="*/ 56373 h 220417"/>
                  <a:gd name="connsiteX43" fmla="*/ 26747 w 219799"/>
                  <a:gd name="connsiteY43" fmla="*/ 71118 h 220417"/>
                  <a:gd name="connsiteX44" fmla="*/ 25581 w 219799"/>
                  <a:gd name="connsiteY44" fmla="*/ 73861 h 220417"/>
                  <a:gd name="connsiteX45" fmla="*/ 5830 w 219799"/>
                  <a:gd name="connsiteY45" fmla="*/ 73861 h 220417"/>
                  <a:gd name="connsiteX46" fmla="*/ 21260 w 219799"/>
                  <a:gd name="connsiteY46" fmla="*/ 86068 h 220417"/>
                  <a:gd name="connsiteX47" fmla="*/ 20574 w 219799"/>
                  <a:gd name="connsiteY47" fmla="*/ 89017 h 220417"/>
                  <a:gd name="connsiteX48" fmla="*/ 1166 w 219799"/>
                  <a:gd name="connsiteY48" fmla="*/ 92446 h 220417"/>
                  <a:gd name="connsiteX49" fmla="*/ 18449 w 219799"/>
                  <a:gd name="connsiteY49" fmla="*/ 101842 h 220417"/>
                  <a:gd name="connsiteX50" fmla="*/ 18449 w 219799"/>
                  <a:gd name="connsiteY50" fmla="*/ 104860 h 220417"/>
                  <a:gd name="connsiteX51" fmla="*/ 0 w 219799"/>
                  <a:gd name="connsiteY51" fmla="*/ 111718 h 220417"/>
                  <a:gd name="connsiteX52" fmla="*/ 18654 w 219799"/>
                  <a:gd name="connsiteY52" fmla="*/ 117958 h 220417"/>
                  <a:gd name="connsiteX53" fmla="*/ 18654 w 219799"/>
                  <a:gd name="connsiteY53" fmla="*/ 120907 h 220417"/>
                  <a:gd name="connsiteX54" fmla="*/ 1578 w 219799"/>
                  <a:gd name="connsiteY54" fmla="*/ 130851 h 220417"/>
                  <a:gd name="connsiteX55" fmla="*/ 21123 w 219799"/>
                  <a:gd name="connsiteY55" fmla="*/ 133731 h 220417"/>
                  <a:gd name="connsiteX56" fmla="*/ 21946 w 219799"/>
                  <a:gd name="connsiteY56" fmla="*/ 136612 h 220417"/>
                  <a:gd name="connsiteX57" fmla="*/ 6858 w 219799"/>
                  <a:gd name="connsiteY57" fmla="*/ 149368 h 220417"/>
                  <a:gd name="connsiteX58" fmla="*/ 26541 w 219799"/>
                  <a:gd name="connsiteY58" fmla="*/ 148751 h 220417"/>
                  <a:gd name="connsiteX59" fmla="*/ 27844 w 219799"/>
                  <a:gd name="connsiteY59" fmla="*/ 151494 h 220417"/>
                  <a:gd name="connsiteX60" fmla="*/ 15294 w 219799"/>
                  <a:gd name="connsiteY60" fmla="*/ 166650 h 220417"/>
                  <a:gd name="connsiteX61" fmla="*/ 34565 w 219799"/>
                  <a:gd name="connsiteY61" fmla="*/ 162672 h 220417"/>
                  <a:gd name="connsiteX62" fmla="*/ 36348 w 219799"/>
                  <a:gd name="connsiteY62" fmla="*/ 165073 h 220417"/>
                  <a:gd name="connsiteX63" fmla="*/ 26541 w 219799"/>
                  <a:gd name="connsiteY63" fmla="*/ 182149 h 220417"/>
                  <a:gd name="connsiteX64" fmla="*/ 44852 w 219799"/>
                  <a:gd name="connsiteY64" fmla="*/ 175291 h 220417"/>
                  <a:gd name="connsiteX65" fmla="*/ 47046 w 219799"/>
                  <a:gd name="connsiteY65" fmla="*/ 177348 h 220417"/>
                  <a:gd name="connsiteX66" fmla="*/ 40188 w 219799"/>
                  <a:gd name="connsiteY66" fmla="*/ 195934 h 220417"/>
                  <a:gd name="connsiteX67" fmla="*/ 56991 w 219799"/>
                  <a:gd name="connsiteY67" fmla="*/ 185578 h 220417"/>
                  <a:gd name="connsiteX68" fmla="*/ 59459 w 219799"/>
                  <a:gd name="connsiteY68" fmla="*/ 187224 h 220417"/>
                  <a:gd name="connsiteX69" fmla="*/ 56099 w 219799"/>
                  <a:gd name="connsiteY69" fmla="*/ 206701 h 220417"/>
                  <a:gd name="connsiteX70" fmla="*/ 70844 w 219799"/>
                  <a:gd name="connsiteY70" fmla="*/ 193602 h 220417"/>
                  <a:gd name="connsiteX71" fmla="*/ 73587 w 219799"/>
                  <a:gd name="connsiteY71" fmla="*/ 194836 h 220417"/>
                  <a:gd name="connsiteX72" fmla="*/ 73587 w 219799"/>
                  <a:gd name="connsiteY72" fmla="*/ 214519 h 220417"/>
                  <a:gd name="connsiteX73" fmla="*/ 85794 w 219799"/>
                  <a:gd name="connsiteY73" fmla="*/ 199088 h 220417"/>
                  <a:gd name="connsiteX74" fmla="*/ 88743 w 219799"/>
                  <a:gd name="connsiteY74" fmla="*/ 199843 h 220417"/>
                  <a:gd name="connsiteX75" fmla="*/ 92241 w 219799"/>
                  <a:gd name="connsiteY75" fmla="*/ 219251 h 220417"/>
                  <a:gd name="connsiteX76" fmla="*/ 101568 w 219799"/>
                  <a:gd name="connsiteY76" fmla="*/ 201900 h 220417"/>
                  <a:gd name="connsiteX77" fmla="*/ 104585 w 219799"/>
                  <a:gd name="connsiteY77" fmla="*/ 201900 h 220417"/>
                  <a:gd name="connsiteX78" fmla="*/ 111443 w 219799"/>
                  <a:gd name="connsiteY78" fmla="*/ 220417 h 220417"/>
                  <a:gd name="connsiteX79" fmla="*/ 117684 w 219799"/>
                  <a:gd name="connsiteY79" fmla="*/ 201694 h 220417"/>
                  <a:gd name="connsiteX80" fmla="*/ 120701 w 219799"/>
                  <a:gd name="connsiteY80" fmla="*/ 201694 h 220417"/>
                  <a:gd name="connsiteX81" fmla="*/ 130577 w 219799"/>
                  <a:gd name="connsiteY81" fmla="*/ 218771 h 220417"/>
                  <a:gd name="connsiteX82" fmla="*/ 133457 w 219799"/>
                  <a:gd name="connsiteY82" fmla="*/ 199294 h 220417"/>
                  <a:gd name="connsiteX83" fmla="*/ 136338 w 219799"/>
                  <a:gd name="connsiteY83" fmla="*/ 198471 h 220417"/>
                  <a:gd name="connsiteX84" fmla="*/ 149025 w 219799"/>
                  <a:gd name="connsiteY84" fmla="*/ 213490 h 220417"/>
                  <a:gd name="connsiteX85" fmla="*/ 148476 w 219799"/>
                  <a:gd name="connsiteY85" fmla="*/ 193808 h 220417"/>
                  <a:gd name="connsiteX86" fmla="*/ 151219 w 219799"/>
                  <a:gd name="connsiteY86" fmla="*/ 192505 h 220417"/>
                  <a:gd name="connsiteX87" fmla="*/ 166307 w 219799"/>
                  <a:gd name="connsiteY87" fmla="*/ 205123 h 220417"/>
                  <a:gd name="connsiteX88" fmla="*/ 162398 w 219799"/>
                  <a:gd name="connsiteY88" fmla="*/ 185853 h 220417"/>
                  <a:gd name="connsiteX89" fmla="*/ 164867 w 219799"/>
                  <a:gd name="connsiteY89" fmla="*/ 184069 h 220417"/>
                  <a:gd name="connsiteX90" fmla="*/ 181943 w 219799"/>
                  <a:gd name="connsiteY90" fmla="*/ 193876 h 220417"/>
                  <a:gd name="connsiteX91" fmla="*/ 174674 w 219799"/>
                  <a:gd name="connsiteY91" fmla="*/ 175497 h 220417"/>
                  <a:gd name="connsiteX92" fmla="*/ 176731 w 219799"/>
                  <a:gd name="connsiteY92" fmla="*/ 173371 h 220417"/>
                  <a:gd name="connsiteX93" fmla="*/ 195316 w 219799"/>
                  <a:gd name="connsiteY93" fmla="*/ 180229 h 220417"/>
                  <a:gd name="connsiteX94" fmla="*/ 184961 w 219799"/>
                  <a:gd name="connsiteY94" fmla="*/ 163427 h 220417"/>
                  <a:gd name="connsiteX95" fmla="*/ 186675 w 219799"/>
                  <a:gd name="connsiteY95" fmla="*/ 160958 h 220417"/>
                  <a:gd name="connsiteX96" fmla="*/ 206083 w 219799"/>
                  <a:gd name="connsiteY96" fmla="*/ 164318 h 220417"/>
                  <a:gd name="connsiteX97" fmla="*/ 192985 w 219799"/>
                  <a:gd name="connsiteY97" fmla="*/ 149642 h 220417"/>
                  <a:gd name="connsiteX98" fmla="*/ 194219 w 219799"/>
                  <a:gd name="connsiteY98" fmla="*/ 146830 h 220417"/>
                  <a:gd name="connsiteX99" fmla="*/ 213902 w 219799"/>
                  <a:gd name="connsiteY99" fmla="*/ 146830 h 220417"/>
                  <a:gd name="connsiteX100" fmla="*/ 198471 w 219799"/>
                  <a:gd name="connsiteY100" fmla="*/ 134554 h 220417"/>
                  <a:gd name="connsiteX101" fmla="*/ 199225 w 219799"/>
                  <a:gd name="connsiteY101" fmla="*/ 131674 h 220417"/>
                  <a:gd name="connsiteX102" fmla="*/ 218634 w 219799"/>
                  <a:gd name="connsiteY102" fmla="*/ 128177 h 220417"/>
                  <a:gd name="connsiteX103" fmla="*/ 201283 w 219799"/>
                  <a:gd name="connsiteY103" fmla="*/ 118781 h 220417"/>
                  <a:gd name="connsiteX104" fmla="*/ 201283 w 219799"/>
                  <a:gd name="connsiteY104" fmla="*/ 115832 h 220417"/>
                  <a:gd name="connsiteX105" fmla="*/ 219799 w 219799"/>
                  <a:gd name="connsiteY105" fmla="*/ 108974 h 220417"/>
                  <a:gd name="connsiteX106" fmla="*/ 201077 w 219799"/>
                  <a:gd name="connsiteY106" fmla="*/ 102733 h 220417"/>
                  <a:gd name="connsiteX107" fmla="*/ 201077 w 219799"/>
                  <a:gd name="connsiteY107" fmla="*/ 99716 h 220417"/>
                  <a:gd name="connsiteX108" fmla="*/ 218359 w 219799"/>
                  <a:gd name="connsiteY108" fmla="*/ 89223 h 220417"/>
                  <a:gd name="connsiteX109" fmla="*/ 81885 w 219799"/>
                  <a:gd name="connsiteY109" fmla="*/ 38542 h 220417"/>
                  <a:gd name="connsiteX110" fmla="*/ 89360 w 219799"/>
                  <a:gd name="connsiteY110" fmla="*/ 53561 h 220417"/>
                  <a:gd name="connsiteX111" fmla="*/ 99167 w 219799"/>
                  <a:gd name="connsiteY111" fmla="*/ 79828 h 220417"/>
                  <a:gd name="connsiteX112" fmla="*/ 100470 w 219799"/>
                  <a:gd name="connsiteY112" fmla="*/ 84217 h 220417"/>
                  <a:gd name="connsiteX113" fmla="*/ 81954 w 219799"/>
                  <a:gd name="connsiteY113" fmla="*/ 111649 h 220417"/>
                  <a:gd name="connsiteX114" fmla="*/ 77359 w 219799"/>
                  <a:gd name="connsiteY114" fmla="*/ 112060 h 220417"/>
                  <a:gd name="connsiteX115" fmla="*/ 49378 w 219799"/>
                  <a:gd name="connsiteY115" fmla="*/ 112746 h 220417"/>
                  <a:gd name="connsiteX116" fmla="*/ 33330 w 219799"/>
                  <a:gd name="connsiteY116" fmla="*/ 111443 h 220417"/>
                  <a:gd name="connsiteX117" fmla="*/ 81885 w 219799"/>
                  <a:gd name="connsiteY117" fmla="*/ 38542 h 220417"/>
                  <a:gd name="connsiteX118" fmla="*/ 111237 w 219799"/>
                  <a:gd name="connsiteY118" fmla="*/ 142098 h 220417"/>
                  <a:gd name="connsiteX119" fmla="*/ 111923 w 219799"/>
                  <a:gd name="connsiteY119" fmla="*/ 170079 h 220417"/>
                  <a:gd name="connsiteX120" fmla="*/ 110483 w 219799"/>
                  <a:gd name="connsiteY120" fmla="*/ 186812 h 220417"/>
                  <a:gd name="connsiteX121" fmla="*/ 38885 w 219799"/>
                  <a:gd name="connsiteY121" fmla="*/ 138806 h 220417"/>
                  <a:gd name="connsiteX122" fmla="*/ 53013 w 219799"/>
                  <a:gd name="connsiteY122" fmla="*/ 131948 h 220417"/>
                  <a:gd name="connsiteX123" fmla="*/ 79279 w 219799"/>
                  <a:gd name="connsiteY123" fmla="*/ 122210 h 220417"/>
                  <a:gd name="connsiteX124" fmla="*/ 83668 w 219799"/>
                  <a:gd name="connsiteY124" fmla="*/ 120838 h 220417"/>
                  <a:gd name="connsiteX125" fmla="*/ 111100 w 219799"/>
                  <a:gd name="connsiteY125" fmla="*/ 139424 h 220417"/>
                  <a:gd name="connsiteX126" fmla="*/ 111237 w 219799"/>
                  <a:gd name="connsiteY126" fmla="*/ 142098 h 220417"/>
                  <a:gd name="connsiteX127" fmla="*/ 112540 w 219799"/>
                  <a:gd name="connsiteY127" fmla="*/ 122827 h 220417"/>
                  <a:gd name="connsiteX128" fmla="*/ 97357 w 219799"/>
                  <a:gd name="connsiteY128" fmla="*/ 112383 h 220417"/>
                  <a:gd name="connsiteX129" fmla="*/ 107801 w 219799"/>
                  <a:gd name="connsiteY129" fmla="*/ 97199 h 220417"/>
                  <a:gd name="connsiteX130" fmla="*/ 122964 w 219799"/>
                  <a:gd name="connsiteY130" fmla="*/ 107534 h 220417"/>
                  <a:gd name="connsiteX131" fmla="*/ 112540 w 219799"/>
                  <a:gd name="connsiteY131" fmla="*/ 122827 h 220417"/>
                  <a:gd name="connsiteX132" fmla="*/ 138189 w 219799"/>
                  <a:gd name="connsiteY132" fmla="*/ 181463 h 220417"/>
                  <a:gd name="connsiteX133" fmla="*/ 130714 w 219799"/>
                  <a:gd name="connsiteY133" fmla="*/ 166444 h 220417"/>
                  <a:gd name="connsiteX134" fmla="*/ 120907 w 219799"/>
                  <a:gd name="connsiteY134" fmla="*/ 140178 h 220417"/>
                  <a:gd name="connsiteX135" fmla="*/ 120084 w 219799"/>
                  <a:gd name="connsiteY135" fmla="*/ 137366 h 220417"/>
                  <a:gd name="connsiteX136" fmla="*/ 138532 w 219799"/>
                  <a:gd name="connsiteY136" fmla="*/ 109934 h 220417"/>
                  <a:gd name="connsiteX137" fmla="*/ 141481 w 219799"/>
                  <a:gd name="connsiteY137" fmla="*/ 109934 h 220417"/>
                  <a:gd name="connsiteX138" fmla="*/ 169530 w 219799"/>
                  <a:gd name="connsiteY138" fmla="*/ 109317 h 220417"/>
                  <a:gd name="connsiteX139" fmla="*/ 186881 w 219799"/>
                  <a:gd name="connsiteY139" fmla="*/ 110826 h 220417"/>
                  <a:gd name="connsiteX140" fmla="*/ 138189 w 219799"/>
                  <a:gd name="connsiteY140" fmla="*/ 181463 h 220417"/>
                  <a:gd name="connsiteX141" fmla="*/ 165621 w 219799"/>
                  <a:gd name="connsiteY141" fmla="*/ 90389 h 220417"/>
                  <a:gd name="connsiteX142" fmla="*/ 139355 w 219799"/>
                  <a:gd name="connsiteY142" fmla="*/ 100128 h 220417"/>
                  <a:gd name="connsiteX143" fmla="*/ 136543 w 219799"/>
                  <a:gd name="connsiteY143" fmla="*/ 101019 h 220417"/>
                  <a:gd name="connsiteX144" fmla="*/ 109111 w 219799"/>
                  <a:gd name="connsiteY144" fmla="*/ 82502 h 220417"/>
                  <a:gd name="connsiteX145" fmla="*/ 108700 w 219799"/>
                  <a:gd name="connsiteY145" fmla="*/ 77976 h 220417"/>
                  <a:gd name="connsiteX146" fmla="*/ 108083 w 219799"/>
                  <a:gd name="connsiteY146" fmla="*/ 49927 h 220417"/>
                  <a:gd name="connsiteX147" fmla="*/ 109454 w 219799"/>
                  <a:gd name="connsiteY147" fmla="*/ 33193 h 220417"/>
                  <a:gd name="connsiteX148" fmla="*/ 181737 w 219799"/>
                  <a:gd name="connsiteY148" fmla="*/ 82365 h 220417"/>
                  <a:gd name="connsiteX149" fmla="*/ 165896 w 219799"/>
                  <a:gd name="connsiteY149" fmla="*/ 90389 h 220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219799" h="220417">
                    <a:moveTo>
                      <a:pt x="218359" y="89223"/>
                    </a:moveTo>
                    <a:cubicBezTo>
                      <a:pt x="217811" y="86343"/>
                      <a:pt x="209924" y="85383"/>
                      <a:pt x="198882" y="86343"/>
                    </a:cubicBezTo>
                    <a:lnTo>
                      <a:pt x="198060" y="83394"/>
                    </a:lnTo>
                    <a:cubicBezTo>
                      <a:pt x="207935" y="78387"/>
                      <a:pt x="214107" y="73381"/>
                      <a:pt x="213079" y="70706"/>
                    </a:cubicBezTo>
                    <a:cubicBezTo>
                      <a:pt x="212050" y="68032"/>
                      <a:pt x="204095" y="68443"/>
                      <a:pt x="193396" y="71255"/>
                    </a:cubicBezTo>
                    <a:lnTo>
                      <a:pt x="192093" y="68512"/>
                    </a:lnTo>
                    <a:cubicBezTo>
                      <a:pt x="200940" y="61654"/>
                      <a:pt x="206221" y="55893"/>
                      <a:pt x="204712" y="53425"/>
                    </a:cubicBezTo>
                    <a:cubicBezTo>
                      <a:pt x="203203" y="50955"/>
                      <a:pt x="195453" y="52739"/>
                      <a:pt x="185441" y="57333"/>
                    </a:cubicBezTo>
                    <a:lnTo>
                      <a:pt x="183383" y="54933"/>
                    </a:lnTo>
                    <a:cubicBezTo>
                      <a:pt x="190927" y="46841"/>
                      <a:pt x="195042" y="39983"/>
                      <a:pt x="193190" y="37857"/>
                    </a:cubicBezTo>
                    <a:cubicBezTo>
                      <a:pt x="191339" y="35731"/>
                      <a:pt x="183932" y="38748"/>
                      <a:pt x="174879" y="45126"/>
                    </a:cubicBezTo>
                    <a:lnTo>
                      <a:pt x="172685" y="43000"/>
                    </a:lnTo>
                    <a:cubicBezTo>
                      <a:pt x="178720" y="33742"/>
                      <a:pt x="181600" y="26267"/>
                      <a:pt x="179543" y="24484"/>
                    </a:cubicBezTo>
                    <a:cubicBezTo>
                      <a:pt x="177486" y="22700"/>
                      <a:pt x="170559" y="26952"/>
                      <a:pt x="162741" y="34771"/>
                    </a:cubicBezTo>
                    <a:lnTo>
                      <a:pt x="160203" y="33125"/>
                    </a:lnTo>
                    <a:cubicBezTo>
                      <a:pt x="164592" y="22906"/>
                      <a:pt x="166101" y="15088"/>
                      <a:pt x="163632" y="13648"/>
                    </a:cubicBezTo>
                    <a:cubicBezTo>
                      <a:pt x="161163" y="12208"/>
                      <a:pt x="155197" y="17694"/>
                      <a:pt x="148819" y="26747"/>
                    </a:cubicBezTo>
                    <a:lnTo>
                      <a:pt x="146145" y="25512"/>
                    </a:lnTo>
                    <a:cubicBezTo>
                      <a:pt x="148613" y="14745"/>
                      <a:pt x="148751" y="6790"/>
                      <a:pt x="146145" y="5830"/>
                    </a:cubicBezTo>
                    <a:cubicBezTo>
                      <a:pt x="143538" y="4870"/>
                      <a:pt x="138601" y="11248"/>
                      <a:pt x="133869" y="21261"/>
                    </a:cubicBezTo>
                    <a:lnTo>
                      <a:pt x="130988" y="20506"/>
                    </a:lnTo>
                    <a:cubicBezTo>
                      <a:pt x="131537" y="9465"/>
                      <a:pt x="130302" y="1578"/>
                      <a:pt x="127491" y="1166"/>
                    </a:cubicBezTo>
                    <a:cubicBezTo>
                      <a:pt x="124679" y="755"/>
                      <a:pt x="120633" y="8024"/>
                      <a:pt x="118095" y="18449"/>
                    </a:cubicBezTo>
                    <a:lnTo>
                      <a:pt x="115146" y="18449"/>
                    </a:lnTo>
                    <a:cubicBezTo>
                      <a:pt x="113775" y="7476"/>
                      <a:pt x="111169" y="-68"/>
                      <a:pt x="108288" y="0"/>
                    </a:cubicBezTo>
                    <a:cubicBezTo>
                      <a:pt x="105408" y="69"/>
                      <a:pt x="103076" y="7681"/>
                      <a:pt x="102116" y="18654"/>
                    </a:cubicBezTo>
                    <a:lnTo>
                      <a:pt x="99099" y="18997"/>
                    </a:lnTo>
                    <a:cubicBezTo>
                      <a:pt x="95875" y="8367"/>
                      <a:pt x="92241" y="1372"/>
                      <a:pt x="89223" y="1990"/>
                    </a:cubicBezTo>
                    <a:cubicBezTo>
                      <a:pt x="86206" y="2607"/>
                      <a:pt x="85383" y="10425"/>
                      <a:pt x="86343" y="21466"/>
                    </a:cubicBezTo>
                    <a:cubicBezTo>
                      <a:pt x="85341" y="21679"/>
                      <a:pt x="84361" y="21953"/>
                      <a:pt x="83394" y="22289"/>
                    </a:cubicBezTo>
                    <a:cubicBezTo>
                      <a:pt x="78387" y="12413"/>
                      <a:pt x="73381" y="6173"/>
                      <a:pt x="70707" y="7201"/>
                    </a:cubicBezTo>
                    <a:cubicBezTo>
                      <a:pt x="68032" y="8230"/>
                      <a:pt x="68443" y="16185"/>
                      <a:pt x="71255" y="26884"/>
                    </a:cubicBezTo>
                    <a:lnTo>
                      <a:pt x="68580" y="28187"/>
                    </a:lnTo>
                    <a:cubicBezTo>
                      <a:pt x="61722" y="19340"/>
                      <a:pt x="55893" y="14128"/>
                      <a:pt x="53424" y="15637"/>
                    </a:cubicBezTo>
                    <a:cubicBezTo>
                      <a:pt x="50955" y="17145"/>
                      <a:pt x="52739" y="24826"/>
                      <a:pt x="57402" y="34908"/>
                    </a:cubicBezTo>
                    <a:lnTo>
                      <a:pt x="54933" y="36691"/>
                    </a:lnTo>
                    <a:cubicBezTo>
                      <a:pt x="46841" y="29078"/>
                      <a:pt x="40051" y="24964"/>
                      <a:pt x="37857" y="26884"/>
                    </a:cubicBezTo>
                    <a:cubicBezTo>
                      <a:pt x="35662" y="28804"/>
                      <a:pt x="38817" y="36074"/>
                      <a:pt x="45126" y="45195"/>
                    </a:cubicBezTo>
                    <a:lnTo>
                      <a:pt x="43000" y="47321"/>
                    </a:lnTo>
                    <a:cubicBezTo>
                      <a:pt x="33742" y="41286"/>
                      <a:pt x="26267" y="38406"/>
                      <a:pt x="24484" y="40463"/>
                    </a:cubicBezTo>
                    <a:cubicBezTo>
                      <a:pt x="22701" y="42520"/>
                      <a:pt x="27021" y="49378"/>
                      <a:pt x="34839" y="57265"/>
                    </a:cubicBezTo>
                    <a:lnTo>
                      <a:pt x="33125" y="59734"/>
                    </a:lnTo>
                    <a:cubicBezTo>
                      <a:pt x="22906" y="55413"/>
                      <a:pt x="15088" y="53836"/>
                      <a:pt x="13716" y="56373"/>
                    </a:cubicBezTo>
                    <a:cubicBezTo>
                      <a:pt x="12345" y="58911"/>
                      <a:pt x="17763" y="64740"/>
                      <a:pt x="26747" y="71118"/>
                    </a:cubicBezTo>
                    <a:cubicBezTo>
                      <a:pt x="26335" y="72009"/>
                      <a:pt x="25924" y="72901"/>
                      <a:pt x="25581" y="73861"/>
                    </a:cubicBezTo>
                    <a:cubicBezTo>
                      <a:pt x="14745" y="71324"/>
                      <a:pt x="6790" y="71187"/>
                      <a:pt x="5830" y="73861"/>
                    </a:cubicBezTo>
                    <a:cubicBezTo>
                      <a:pt x="4870" y="76536"/>
                      <a:pt x="11248" y="81405"/>
                      <a:pt x="21260" y="86068"/>
                    </a:cubicBezTo>
                    <a:cubicBezTo>
                      <a:pt x="21260" y="87029"/>
                      <a:pt x="20780" y="87989"/>
                      <a:pt x="20574" y="89017"/>
                    </a:cubicBezTo>
                    <a:cubicBezTo>
                      <a:pt x="9465" y="88400"/>
                      <a:pt x="1578" y="89635"/>
                      <a:pt x="1166" y="92446"/>
                    </a:cubicBezTo>
                    <a:cubicBezTo>
                      <a:pt x="755" y="95258"/>
                      <a:pt x="8024" y="98961"/>
                      <a:pt x="18449" y="101842"/>
                    </a:cubicBezTo>
                    <a:lnTo>
                      <a:pt x="18449" y="104860"/>
                    </a:lnTo>
                    <a:cubicBezTo>
                      <a:pt x="7476" y="106162"/>
                      <a:pt x="-68" y="108768"/>
                      <a:pt x="0" y="111718"/>
                    </a:cubicBezTo>
                    <a:cubicBezTo>
                      <a:pt x="69" y="114666"/>
                      <a:pt x="7681" y="116929"/>
                      <a:pt x="18654" y="117958"/>
                    </a:cubicBezTo>
                    <a:cubicBezTo>
                      <a:pt x="18654" y="118918"/>
                      <a:pt x="18654" y="119947"/>
                      <a:pt x="18654" y="120907"/>
                    </a:cubicBezTo>
                    <a:cubicBezTo>
                      <a:pt x="8093" y="124131"/>
                      <a:pt x="1098" y="127765"/>
                      <a:pt x="1578" y="130851"/>
                    </a:cubicBezTo>
                    <a:cubicBezTo>
                      <a:pt x="2058" y="133937"/>
                      <a:pt x="10082" y="134623"/>
                      <a:pt x="21123" y="133731"/>
                    </a:cubicBezTo>
                    <a:cubicBezTo>
                      <a:pt x="21123" y="134692"/>
                      <a:pt x="21603" y="135652"/>
                      <a:pt x="21946" y="136612"/>
                    </a:cubicBezTo>
                    <a:cubicBezTo>
                      <a:pt x="12071" y="141618"/>
                      <a:pt x="5830" y="146625"/>
                      <a:pt x="6858" y="149368"/>
                    </a:cubicBezTo>
                    <a:cubicBezTo>
                      <a:pt x="7887" y="152111"/>
                      <a:pt x="15843" y="151631"/>
                      <a:pt x="26541" y="148751"/>
                    </a:cubicBezTo>
                    <a:lnTo>
                      <a:pt x="27844" y="151494"/>
                    </a:lnTo>
                    <a:cubicBezTo>
                      <a:pt x="18997" y="158352"/>
                      <a:pt x="14128" y="164112"/>
                      <a:pt x="15294" y="166650"/>
                    </a:cubicBezTo>
                    <a:cubicBezTo>
                      <a:pt x="16460" y="169187"/>
                      <a:pt x="24552" y="167267"/>
                      <a:pt x="34565" y="162672"/>
                    </a:cubicBezTo>
                    <a:cubicBezTo>
                      <a:pt x="35113" y="163495"/>
                      <a:pt x="35731" y="164318"/>
                      <a:pt x="36348" y="165073"/>
                    </a:cubicBezTo>
                    <a:cubicBezTo>
                      <a:pt x="28804" y="173165"/>
                      <a:pt x="24621" y="180023"/>
                      <a:pt x="26541" y="182149"/>
                    </a:cubicBezTo>
                    <a:cubicBezTo>
                      <a:pt x="28461" y="184275"/>
                      <a:pt x="35731" y="181257"/>
                      <a:pt x="44852" y="175291"/>
                    </a:cubicBezTo>
                    <a:lnTo>
                      <a:pt x="47046" y="177348"/>
                    </a:lnTo>
                    <a:cubicBezTo>
                      <a:pt x="41011" y="186607"/>
                      <a:pt x="38131" y="194082"/>
                      <a:pt x="40188" y="195934"/>
                    </a:cubicBezTo>
                    <a:cubicBezTo>
                      <a:pt x="42246" y="197785"/>
                      <a:pt x="49104" y="193396"/>
                      <a:pt x="56991" y="185578"/>
                    </a:cubicBezTo>
                    <a:lnTo>
                      <a:pt x="59459" y="187224"/>
                    </a:lnTo>
                    <a:cubicBezTo>
                      <a:pt x="55139" y="197443"/>
                      <a:pt x="53630" y="205260"/>
                      <a:pt x="56099" y="206701"/>
                    </a:cubicBezTo>
                    <a:cubicBezTo>
                      <a:pt x="58568" y="208141"/>
                      <a:pt x="64466" y="202654"/>
                      <a:pt x="70844" y="193602"/>
                    </a:cubicBezTo>
                    <a:lnTo>
                      <a:pt x="73587" y="194836"/>
                    </a:lnTo>
                    <a:cubicBezTo>
                      <a:pt x="71118" y="205603"/>
                      <a:pt x="70912" y="213559"/>
                      <a:pt x="73587" y="214519"/>
                    </a:cubicBezTo>
                    <a:cubicBezTo>
                      <a:pt x="76261" y="215479"/>
                      <a:pt x="81131" y="209101"/>
                      <a:pt x="85794" y="199088"/>
                    </a:cubicBezTo>
                    <a:lnTo>
                      <a:pt x="88743" y="199843"/>
                    </a:lnTo>
                    <a:cubicBezTo>
                      <a:pt x="88126" y="210884"/>
                      <a:pt x="89429" y="218771"/>
                      <a:pt x="92241" y="219251"/>
                    </a:cubicBezTo>
                    <a:cubicBezTo>
                      <a:pt x="95052" y="219731"/>
                      <a:pt x="98687" y="212393"/>
                      <a:pt x="101568" y="201900"/>
                    </a:cubicBezTo>
                    <a:lnTo>
                      <a:pt x="104585" y="201900"/>
                    </a:lnTo>
                    <a:cubicBezTo>
                      <a:pt x="105957" y="212873"/>
                      <a:pt x="108494" y="220485"/>
                      <a:pt x="111443" y="220417"/>
                    </a:cubicBezTo>
                    <a:cubicBezTo>
                      <a:pt x="114392" y="220348"/>
                      <a:pt x="116655" y="212736"/>
                      <a:pt x="117684" y="201694"/>
                    </a:cubicBezTo>
                    <a:lnTo>
                      <a:pt x="120701" y="201694"/>
                    </a:lnTo>
                    <a:cubicBezTo>
                      <a:pt x="123856" y="212324"/>
                      <a:pt x="127559" y="219319"/>
                      <a:pt x="130577" y="218771"/>
                    </a:cubicBezTo>
                    <a:cubicBezTo>
                      <a:pt x="133594" y="218222"/>
                      <a:pt x="134417" y="210267"/>
                      <a:pt x="133457" y="199294"/>
                    </a:cubicBezTo>
                    <a:lnTo>
                      <a:pt x="136338" y="198471"/>
                    </a:lnTo>
                    <a:cubicBezTo>
                      <a:pt x="141344" y="208347"/>
                      <a:pt x="146350" y="214519"/>
                      <a:pt x="149025" y="213490"/>
                    </a:cubicBezTo>
                    <a:cubicBezTo>
                      <a:pt x="151700" y="212461"/>
                      <a:pt x="151357" y="204506"/>
                      <a:pt x="148476" y="193808"/>
                    </a:cubicBezTo>
                    <a:lnTo>
                      <a:pt x="151219" y="192505"/>
                    </a:lnTo>
                    <a:cubicBezTo>
                      <a:pt x="158077" y="201351"/>
                      <a:pt x="163907" y="206221"/>
                      <a:pt x="166307" y="205123"/>
                    </a:cubicBezTo>
                    <a:cubicBezTo>
                      <a:pt x="168707" y="204026"/>
                      <a:pt x="166993" y="195865"/>
                      <a:pt x="162398" y="185853"/>
                    </a:cubicBezTo>
                    <a:lnTo>
                      <a:pt x="164867" y="184069"/>
                    </a:lnTo>
                    <a:cubicBezTo>
                      <a:pt x="172891" y="191613"/>
                      <a:pt x="179749" y="195728"/>
                      <a:pt x="181943" y="193876"/>
                    </a:cubicBezTo>
                    <a:cubicBezTo>
                      <a:pt x="184138" y="192024"/>
                      <a:pt x="180983" y="184618"/>
                      <a:pt x="174674" y="175497"/>
                    </a:cubicBezTo>
                    <a:lnTo>
                      <a:pt x="176731" y="173371"/>
                    </a:lnTo>
                    <a:cubicBezTo>
                      <a:pt x="185990" y="179406"/>
                      <a:pt x="193465" y="182286"/>
                      <a:pt x="195316" y="180229"/>
                    </a:cubicBezTo>
                    <a:cubicBezTo>
                      <a:pt x="197168" y="178171"/>
                      <a:pt x="192779" y="171313"/>
                      <a:pt x="184961" y="163427"/>
                    </a:cubicBezTo>
                    <a:cubicBezTo>
                      <a:pt x="185509" y="162604"/>
                      <a:pt x="186127" y="161850"/>
                      <a:pt x="186675" y="160958"/>
                    </a:cubicBezTo>
                    <a:cubicBezTo>
                      <a:pt x="196825" y="165347"/>
                      <a:pt x="204712" y="166856"/>
                      <a:pt x="206083" y="164318"/>
                    </a:cubicBezTo>
                    <a:cubicBezTo>
                      <a:pt x="207455" y="161781"/>
                      <a:pt x="202037" y="155951"/>
                      <a:pt x="192985" y="149642"/>
                    </a:cubicBezTo>
                    <a:lnTo>
                      <a:pt x="194219" y="146830"/>
                    </a:lnTo>
                    <a:cubicBezTo>
                      <a:pt x="204986" y="149368"/>
                      <a:pt x="213010" y="149505"/>
                      <a:pt x="213902" y="146830"/>
                    </a:cubicBezTo>
                    <a:cubicBezTo>
                      <a:pt x="214793" y="144156"/>
                      <a:pt x="208484" y="139286"/>
                      <a:pt x="198471" y="134554"/>
                    </a:cubicBezTo>
                    <a:cubicBezTo>
                      <a:pt x="198471" y="133594"/>
                      <a:pt x="199020" y="132634"/>
                      <a:pt x="199225" y="131674"/>
                    </a:cubicBezTo>
                    <a:cubicBezTo>
                      <a:pt x="210267" y="132223"/>
                      <a:pt x="218154" y="130989"/>
                      <a:pt x="218634" y="128177"/>
                    </a:cubicBezTo>
                    <a:cubicBezTo>
                      <a:pt x="219114" y="125365"/>
                      <a:pt x="211776" y="121319"/>
                      <a:pt x="201283" y="118781"/>
                    </a:cubicBezTo>
                    <a:cubicBezTo>
                      <a:pt x="201283" y="117821"/>
                      <a:pt x="201283" y="116792"/>
                      <a:pt x="201283" y="115832"/>
                    </a:cubicBezTo>
                    <a:cubicBezTo>
                      <a:pt x="212256" y="114461"/>
                      <a:pt x="219868" y="111854"/>
                      <a:pt x="219799" y="108974"/>
                    </a:cubicBezTo>
                    <a:cubicBezTo>
                      <a:pt x="219731" y="106094"/>
                      <a:pt x="212118" y="103693"/>
                      <a:pt x="201077" y="102733"/>
                    </a:cubicBezTo>
                    <a:cubicBezTo>
                      <a:pt x="201077" y="101705"/>
                      <a:pt x="201077" y="100745"/>
                      <a:pt x="201077" y="99716"/>
                    </a:cubicBezTo>
                    <a:cubicBezTo>
                      <a:pt x="211913" y="96081"/>
                      <a:pt x="218908" y="92035"/>
                      <a:pt x="218359" y="89223"/>
                    </a:cubicBezTo>
                    <a:close/>
                    <a:moveTo>
                      <a:pt x="81885" y="38542"/>
                    </a:moveTo>
                    <a:cubicBezTo>
                      <a:pt x="84148" y="42589"/>
                      <a:pt x="86754" y="47664"/>
                      <a:pt x="89360" y="53561"/>
                    </a:cubicBezTo>
                    <a:cubicBezTo>
                      <a:pt x="93118" y="62127"/>
                      <a:pt x="96390" y="70899"/>
                      <a:pt x="99167" y="79828"/>
                    </a:cubicBezTo>
                    <a:lnTo>
                      <a:pt x="100470" y="84217"/>
                    </a:lnTo>
                    <a:cubicBezTo>
                      <a:pt x="89059" y="88448"/>
                      <a:pt x="81604" y="99482"/>
                      <a:pt x="81954" y="111649"/>
                    </a:cubicBezTo>
                    <a:lnTo>
                      <a:pt x="77359" y="112060"/>
                    </a:lnTo>
                    <a:cubicBezTo>
                      <a:pt x="68052" y="112815"/>
                      <a:pt x="58712" y="113041"/>
                      <a:pt x="49378" y="112746"/>
                    </a:cubicBezTo>
                    <a:cubicBezTo>
                      <a:pt x="43206" y="112746"/>
                      <a:pt x="37719" y="111992"/>
                      <a:pt x="33330" y="111443"/>
                    </a:cubicBezTo>
                    <a:cubicBezTo>
                      <a:pt x="32754" y="79402"/>
                      <a:pt x="52101" y="50359"/>
                      <a:pt x="81885" y="38542"/>
                    </a:cubicBezTo>
                    <a:close/>
                    <a:moveTo>
                      <a:pt x="111237" y="142098"/>
                    </a:moveTo>
                    <a:cubicBezTo>
                      <a:pt x="112026" y="151405"/>
                      <a:pt x="112259" y="160745"/>
                      <a:pt x="111923" y="170079"/>
                    </a:cubicBezTo>
                    <a:cubicBezTo>
                      <a:pt x="111923" y="176937"/>
                      <a:pt x="111100" y="182286"/>
                      <a:pt x="110483" y="186812"/>
                    </a:cubicBezTo>
                    <a:cubicBezTo>
                      <a:pt x="79032" y="186991"/>
                      <a:pt x="50661" y="167967"/>
                      <a:pt x="38885" y="138806"/>
                    </a:cubicBezTo>
                    <a:cubicBezTo>
                      <a:pt x="42726" y="136749"/>
                      <a:pt x="47526" y="134280"/>
                      <a:pt x="53013" y="131948"/>
                    </a:cubicBezTo>
                    <a:cubicBezTo>
                      <a:pt x="61578" y="128204"/>
                      <a:pt x="70343" y="124953"/>
                      <a:pt x="79279" y="122210"/>
                    </a:cubicBezTo>
                    <a:lnTo>
                      <a:pt x="83668" y="120838"/>
                    </a:lnTo>
                    <a:cubicBezTo>
                      <a:pt x="87838" y="132305"/>
                      <a:pt x="98900" y="139801"/>
                      <a:pt x="111100" y="139424"/>
                    </a:cubicBezTo>
                    <a:cubicBezTo>
                      <a:pt x="111100" y="140109"/>
                      <a:pt x="111169" y="141070"/>
                      <a:pt x="111237" y="142098"/>
                    </a:cubicBezTo>
                    <a:close/>
                    <a:moveTo>
                      <a:pt x="112540" y="122827"/>
                    </a:moveTo>
                    <a:cubicBezTo>
                      <a:pt x="105463" y="124137"/>
                      <a:pt x="98667" y="119460"/>
                      <a:pt x="97357" y="112383"/>
                    </a:cubicBezTo>
                    <a:cubicBezTo>
                      <a:pt x="96054" y="105305"/>
                      <a:pt x="100731" y="98509"/>
                      <a:pt x="107801" y="97199"/>
                    </a:cubicBezTo>
                    <a:cubicBezTo>
                      <a:pt x="114838" y="95903"/>
                      <a:pt x="121607" y="100511"/>
                      <a:pt x="122964" y="107534"/>
                    </a:cubicBezTo>
                    <a:cubicBezTo>
                      <a:pt x="124302" y="114632"/>
                      <a:pt x="119638" y="121476"/>
                      <a:pt x="112540" y="122827"/>
                    </a:cubicBezTo>
                    <a:close/>
                    <a:moveTo>
                      <a:pt x="138189" y="181463"/>
                    </a:moveTo>
                    <a:cubicBezTo>
                      <a:pt x="135439" y="176587"/>
                      <a:pt x="132943" y="171574"/>
                      <a:pt x="130714" y="166444"/>
                    </a:cubicBezTo>
                    <a:cubicBezTo>
                      <a:pt x="126908" y="157899"/>
                      <a:pt x="123630" y="149128"/>
                      <a:pt x="120907" y="140178"/>
                    </a:cubicBezTo>
                    <a:lnTo>
                      <a:pt x="120084" y="137366"/>
                    </a:lnTo>
                    <a:cubicBezTo>
                      <a:pt x="131496" y="133149"/>
                      <a:pt x="138930" y="122100"/>
                      <a:pt x="138532" y="109934"/>
                    </a:cubicBezTo>
                    <a:lnTo>
                      <a:pt x="141481" y="109934"/>
                    </a:lnTo>
                    <a:cubicBezTo>
                      <a:pt x="150808" y="109166"/>
                      <a:pt x="160176" y="108960"/>
                      <a:pt x="169530" y="109317"/>
                    </a:cubicBezTo>
                    <a:cubicBezTo>
                      <a:pt x="175339" y="109523"/>
                      <a:pt x="181127" y="110024"/>
                      <a:pt x="186881" y="110826"/>
                    </a:cubicBezTo>
                    <a:cubicBezTo>
                      <a:pt x="186559" y="142091"/>
                      <a:pt x="167295" y="170038"/>
                      <a:pt x="138189" y="181463"/>
                    </a:cubicBezTo>
                    <a:close/>
                    <a:moveTo>
                      <a:pt x="165621" y="90389"/>
                    </a:moveTo>
                    <a:cubicBezTo>
                      <a:pt x="157069" y="94161"/>
                      <a:pt x="148298" y="97411"/>
                      <a:pt x="139355" y="100128"/>
                    </a:cubicBezTo>
                    <a:lnTo>
                      <a:pt x="136543" y="101019"/>
                    </a:lnTo>
                    <a:cubicBezTo>
                      <a:pt x="132332" y="89594"/>
                      <a:pt x="121284" y="82132"/>
                      <a:pt x="109111" y="82502"/>
                    </a:cubicBezTo>
                    <a:lnTo>
                      <a:pt x="108700" y="77976"/>
                    </a:lnTo>
                    <a:cubicBezTo>
                      <a:pt x="107966" y="68642"/>
                      <a:pt x="107760" y="59281"/>
                      <a:pt x="108083" y="49927"/>
                    </a:cubicBezTo>
                    <a:cubicBezTo>
                      <a:pt x="108261" y="44331"/>
                      <a:pt x="108714" y="38741"/>
                      <a:pt x="109454" y="33193"/>
                    </a:cubicBezTo>
                    <a:cubicBezTo>
                      <a:pt x="141433" y="32933"/>
                      <a:pt x="170230" y="52526"/>
                      <a:pt x="181737" y="82365"/>
                    </a:cubicBezTo>
                    <a:cubicBezTo>
                      <a:pt x="176594" y="85307"/>
                      <a:pt x="171306" y="87982"/>
                      <a:pt x="165896" y="90389"/>
                    </a:cubicBezTo>
                    <a:close/>
                  </a:path>
                </a:pathLst>
              </a:custGeom>
              <a:solidFill>
                <a:srgbClr val="4D4D4D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C457622D-12AB-4216-8F58-3842D9AEA0BE}"/>
                  </a:ext>
                </a:extLst>
              </p:cNvPr>
              <p:cNvSpPr/>
              <p:nvPr/>
            </p:nvSpPr>
            <p:spPr>
              <a:xfrm>
                <a:off x="2349095" y="4938002"/>
                <a:ext cx="708278" cy="554980"/>
              </a:xfrm>
              <a:custGeom>
                <a:avLst/>
                <a:gdLst>
                  <a:gd name="connsiteX0" fmla="*/ 717808 w 732574"/>
                  <a:gd name="connsiteY0" fmla="*/ 446417 h 574017"/>
                  <a:gd name="connsiteX1" fmla="*/ 492386 w 732574"/>
                  <a:gd name="connsiteY1" fmla="*/ 307748 h 574017"/>
                  <a:gd name="connsiteX2" fmla="*/ 453021 w 732574"/>
                  <a:gd name="connsiteY2" fmla="*/ 311108 h 574017"/>
                  <a:gd name="connsiteX3" fmla="*/ 311108 w 732574"/>
                  <a:gd name="connsiteY3" fmla="*/ 13450 h 574017"/>
                  <a:gd name="connsiteX4" fmla="*/ 13450 w 732574"/>
                  <a:gd name="connsiteY4" fmla="*/ 155363 h 574017"/>
                  <a:gd name="connsiteX5" fmla="*/ 155363 w 732574"/>
                  <a:gd name="connsiteY5" fmla="*/ 453020 h 574017"/>
                  <a:gd name="connsiteX6" fmla="*/ 401517 w 732574"/>
                  <a:gd name="connsiteY6" fmla="*/ 394638 h 574017"/>
                  <a:gd name="connsiteX7" fmla="*/ 416193 w 732574"/>
                  <a:gd name="connsiteY7" fmla="*/ 431329 h 574017"/>
                  <a:gd name="connsiteX8" fmla="*/ 641547 w 732574"/>
                  <a:gd name="connsiteY8" fmla="*/ 569997 h 574017"/>
                  <a:gd name="connsiteX9" fmla="*/ 716299 w 732574"/>
                  <a:gd name="connsiteY9" fmla="*/ 530770 h 574017"/>
                  <a:gd name="connsiteX10" fmla="*/ 717808 w 732574"/>
                  <a:gd name="connsiteY10" fmla="*/ 446417 h 574017"/>
                  <a:gd name="connsiteX11" fmla="*/ 150514 w 732574"/>
                  <a:gd name="connsiteY11" fmla="*/ 368235 h 574017"/>
                  <a:gd name="connsiteX12" fmla="*/ 98675 w 732574"/>
                  <a:gd name="connsiteY12" fmla="*/ 150775 h 574017"/>
                  <a:gd name="connsiteX13" fmla="*/ 316142 w 732574"/>
                  <a:gd name="connsiteY13" fmla="*/ 98935 h 574017"/>
                  <a:gd name="connsiteX14" fmla="*/ 367981 w 732574"/>
                  <a:gd name="connsiteY14" fmla="*/ 316389 h 574017"/>
                  <a:gd name="connsiteX15" fmla="*/ 151111 w 732574"/>
                  <a:gd name="connsiteY15" fmla="*/ 368599 h 574017"/>
                  <a:gd name="connsiteX16" fmla="*/ 150514 w 732574"/>
                  <a:gd name="connsiteY16" fmla="*/ 368235 h 574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32574" h="574017">
                    <a:moveTo>
                      <a:pt x="717808" y="446417"/>
                    </a:moveTo>
                    <a:lnTo>
                      <a:pt x="492386" y="307748"/>
                    </a:lnTo>
                    <a:cubicBezTo>
                      <a:pt x="481687" y="300890"/>
                      <a:pt x="467285" y="302947"/>
                      <a:pt x="453021" y="311108"/>
                    </a:cubicBezTo>
                    <a:cubicBezTo>
                      <a:pt x="496027" y="189722"/>
                      <a:pt x="432495" y="56457"/>
                      <a:pt x="311108" y="13450"/>
                    </a:cubicBezTo>
                    <a:cubicBezTo>
                      <a:pt x="189728" y="-29556"/>
                      <a:pt x="56457" y="33983"/>
                      <a:pt x="13450" y="155363"/>
                    </a:cubicBezTo>
                    <a:cubicBezTo>
                      <a:pt x="-29556" y="276750"/>
                      <a:pt x="33983" y="410014"/>
                      <a:pt x="155363" y="453020"/>
                    </a:cubicBezTo>
                    <a:cubicBezTo>
                      <a:pt x="241760" y="483628"/>
                      <a:pt x="338074" y="460784"/>
                      <a:pt x="401517" y="394638"/>
                    </a:cubicBezTo>
                    <a:cubicBezTo>
                      <a:pt x="400694" y="411098"/>
                      <a:pt x="405495" y="424745"/>
                      <a:pt x="416193" y="431329"/>
                    </a:cubicBezTo>
                    <a:lnTo>
                      <a:pt x="641547" y="569997"/>
                    </a:lnTo>
                    <a:cubicBezTo>
                      <a:pt x="662121" y="582479"/>
                      <a:pt x="695314" y="564923"/>
                      <a:pt x="716299" y="530770"/>
                    </a:cubicBezTo>
                    <a:cubicBezTo>
                      <a:pt x="737285" y="496617"/>
                      <a:pt x="738176" y="458830"/>
                      <a:pt x="717808" y="446417"/>
                    </a:cubicBezTo>
                    <a:close/>
                    <a:moveTo>
                      <a:pt x="150514" y="368235"/>
                    </a:moveTo>
                    <a:cubicBezTo>
                      <a:pt x="76146" y="322499"/>
                      <a:pt x="52939" y="225136"/>
                      <a:pt x="98675" y="150775"/>
                    </a:cubicBezTo>
                    <a:cubicBezTo>
                      <a:pt x="144411" y="76407"/>
                      <a:pt x="241774" y="53199"/>
                      <a:pt x="316142" y="98935"/>
                    </a:cubicBezTo>
                    <a:cubicBezTo>
                      <a:pt x="390496" y="144671"/>
                      <a:pt x="413711" y="242027"/>
                      <a:pt x="367981" y="316389"/>
                    </a:cubicBezTo>
                    <a:cubicBezTo>
                      <a:pt x="322513" y="390695"/>
                      <a:pt x="225418" y="414067"/>
                      <a:pt x="151111" y="368599"/>
                    </a:cubicBezTo>
                    <a:cubicBezTo>
                      <a:pt x="150912" y="368482"/>
                      <a:pt x="150713" y="368359"/>
                      <a:pt x="150514" y="368235"/>
                    </a:cubicBezTo>
                    <a:close/>
                  </a:path>
                </a:pathLst>
              </a:custGeom>
              <a:solidFill>
                <a:srgbClr val="006DD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0722D56F-B00C-4017-B904-45BD5A5DFA44}"/>
                  </a:ext>
                </a:extLst>
              </p:cNvPr>
              <p:cNvSpPr/>
              <p:nvPr/>
            </p:nvSpPr>
            <p:spPr>
              <a:xfrm>
                <a:off x="2539926" y="5150473"/>
                <a:ext cx="19007" cy="30311"/>
              </a:xfrm>
              <a:custGeom>
                <a:avLst/>
                <a:gdLst>
                  <a:gd name="connsiteX0" fmla="*/ 19660 w 19659"/>
                  <a:gd name="connsiteY0" fmla="*/ 30861 h 31351"/>
                  <a:gd name="connsiteX1" fmla="*/ 19180 w 19659"/>
                  <a:gd name="connsiteY1" fmla="*/ 30861 h 31351"/>
                  <a:gd name="connsiteX2" fmla="*/ 17739 w 19659"/>
                  <a:gd name="connsiteY2" fmla="*/ 30861 h 31351"/>
                  <a:gd name="connsiteX3" fmla="*/ 12596 w 19659"/>
                  <a:gd name="connsiteY3" fmla="*/ 31341 h 31351"/>
                  <a:gd name="connsiteX4" fmla="*/ 9030 w 19659"/>
                  <a:gd name="connsiteY4" fmla="*/ 30930 h 31351"/>
                  <a:gd name="connsiteX5" fmla="*/ 7041 w 19659"/>
                  <a:gd name="connsiteY5" fmla="*/ 30381 h 31351"/>
                  <a:gd name="connsiteX6" fmla="*/ 6081 w 19659"/>
                  <a:gd name="connsiteY6" fmla="*/ 29970 h 31351"/>
                  <a:gd name="connsiteX7" fmla="*/ 5121 w 19659"/>
                  <a:gd name="connsiteY7" fmla="*/ 29421 h 31351"/>
                  <a:gd name="connsiteX8" fmla="*/ 3200 w 19659"/>
                  <a:gd name="connsiteY8" fmla="*/ 28049 h 31351"/>
                  <a:gd name="connsiteX9" fmla="*/ 1623 w 19659"/>
                  <a:gd name="connsiteY9" fmla="*/ 26198 h 31351"/>
                  <a:gd name="connsiteX10" fmla="*/ 1074 w 19659"/>
                  <a:gd name="connsiteY10" fmla="*/ 25101 h 31351"/>
                  <a:gd name="connsiteX11" fmla="*/ 594 w 19659"/>
                  <a:gd name="connsiteY11" fmla="*/ 24003 h 31351"/>
                  <a:gd name="connsiteX12" fmla="*/ 594 w 19659"/>
                  <a:gd name="connsiteY12" fmla="*/ 22837 h 31351"/>
                  <a:gd name="connsiteX13" fmla="*/ 594 w 19659"/>
                  <a:gd name="connsiteY13" fmla="*/ 22357 h 31351"/>
                  <a:gd name="connsiteX14" fmla="*/ 594 w 19659"/>
                  <a:gd name="connsiteY14" fmla="*/ 22357 h 31351"/>
                  <a:gd name="connsiteX15" fmla="*/ 594 w 19659"/>
                  <a:gd name="connsiteY15" fmla="*/ 22494 h 31351"/>
                  <a:gd name="connsiteX16" fmla="*/ 183 w 19659"/>
                  <a:gd name="connsiteY16" fmla="*/ 18311 h 31351"/>
                  <a:gd name="connsiteX17" fmla="*/ 183 w 19659"/>
                  <a:gd name="connsiteY17" fmla="*/ 14059 h 31351"/>
                  <a:gd name="connsiteX18" fmla="*/ 663 w 19659"/>
                  <a:gd name="connsiteY18" fmla="*/ 10219 h 31351"/>
                  <a:gd name="connsiteX19" fmla="*/ 1349 w 19659"/>
                  <a:gd name="connsiteY19" fmla="*/ 6858 h 31351"/>
                  <a:gd name="connsiteX20" fmla="*/ 3612 w 19659"/>
                  <a:gd name="connsiteY20" fmla="*/ 0 h 31351"/>
                  <a:gd name="connsiteX21" fmla="*/ 3612 w 19659"/>
                  <a:gd name="connsiteY21" fmla="*/ 1989 h 31351"/>
                  <a:gd name="connsiteX22" fmla="*/ 3612 w 19659"/>
                  <a:gd name="connsiteY22" fmla="*/ 6995 h 31351"/>
                  <a:gd name="connsiteX23" fmla="*/ 3612 w 19659"/>
                  <a:gd name="connsiteY23" fmla="*/ 10356 h 31351"/>
                  <a:gd name="connsiteX24" fmla="*/ 3612 w 19659"/>
                  <a:gd name="connsiteY24" fmla="*/ 13991 h 31351"/>
                  <a:gd name="connsiteX25" fmla="*/ 3612 w 19659"/>
                  <a:gd name="connsiteY25" fmla="*/ 17831 h 31351"/>
                  <a:gd name="connsiteX26" fmla="*/ 4092 w 19659"/>
                  <a:gd name="connsiteY26" fmla="*/ 21877 h 31351"/>
                  <a:gd name="connsiteX27" fmla="*/ 4092 w 19659"/>
                  <a:gd name="connsiteY27" fmla="*/ 22494 h 31351"/>
                  <a:gd name="connsiteX28" fmla="*/ 4092 w 19659"/>
                  <a:gd name="connsiteY28" fmla="*/ 22494 h 31351"/>
                  <a:gd name="connsiteX29" fmla="*/ 4092 w 19659"/>
                  <a:gd name="connsiteY29" fmla="*/ 22494 h 31351"/>
                  <a:gd name="connsiteX30" fmla="*/ 4092 w 19659"/>
                  <a:gd name="connsiteY30" fmla="*/ 23386 h 31351"/>
                  <a:gd name="connsiteX31" fmla="*/ 4709 w 19659"/>
                  <a:gd name="connsiteY31" fmla="*/ 24895 h 31351"/>
                  <a:gd name="connsiteX32" fmla="*/ 5189 w 19659"/>
                  <a:gd name="connsiteY32" fmla="*/ 25581 h 31351"/>
                  <a:gd name="connsiteX33" fmla="*/ 5669 w 19659"/>
                  <a:gd name="connsiteY33" fmla="*/ 26198 h 31351"/>
                  <a:gd name="connsiteX34" fmla="*/ 6972 w 19659"/>
                  <a:gd name="connsiteY34" fmla="*/ 27295 h 31351"/>
                  <a:gd name="connsiteX35" fmla="*/ 7590 w 19659"/>
                  <a:gd name="connsiteY35" fmla="*/ 27775 h 31351"/>
                  <a:gd name="connsiteX36" fmla="*/ 8344 w 19659"/>
                  <a:gd name="connsiteY36" fmla="*/ 28187 h 31351"/>
                  <a:gd name="connsiteX37" fmla="*/ 9853 w 19659"/>
                  <a:gd name="connsiteY37" fmla="*/ 28872 h 31351"/>
                  <a:gd name="connsiteX38" fmla="*/ 12870 w 19659"/>
                  <a:gd name="connsiteY38" fmla="*/ 29833 h 31351"/>
                  <a:gd name="connsiteX39" fmla="*/ 17808 w 19659"/>
                  <a:gd name="connsiteY39" fmla="*/ 30655 h 31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59" h="31351">
                    <a:moveTo>
                      <a:pt x="19660" y="30861"/>
                    </a:moveTo>
                    <a:lnTo>
                      <a:pt x="19180" y="30861"/>
                    </a:lnTo>
                    <a:lnTo>
                      <a:pt x="17739" y="30861"/>
                    </a:lnTo>
                    <a:cubicBezTo>
                      <a:pt x="16052" y="31239"/>
                      <a:pt x="14324" y="31396"/>
                      <a:pt x="12596" y="31341"/>
                    </a:cubicBezTo>
                    <a:cubicBezTo>
                      <a:pt x="11396" y="31369"/>
                      <a:pt x="10196" y="31225"/>
                      <a:pt x="9030" y="30930"/>
                    </a:cubicBezTo>
                    <a:cubicBezTo>
                      <a:pt x="8351" y="30813"/>
                      <a:pt x="7686" y="30628"/>
                      <a:pt x="7041" y="30381"/>
                    </a:cubicBezTo>
                    <a:lnTo>
                      <a:pt x="6081" y="29970"/>
                    </a:lnTo>
                    <a:lnTo>
                      <a:pt x="5121" y="29421"/>
                    </a:lnTo>
                    <a:cubicBezTo>
                      <a:pt x="4421" y="29051"/>
                      <a:pt x="3776" y="28591"/>
                      <a:pt x="3200" y="28049"/>
                    </a:cubicBezTo>
                    <a:cubicBezTo>
                      <a:pt x="2624" y="27480"/>
                      <a:pt x="2096" y="26856"/>
                      <a:pt x="1623" y="26198"/>
                    </a:cubicBezTo>
                    <a:lnTo>
                      <a:pt x="1074" y="25101"/>
                    </a:lnTo>
                    <a:cubicBezTo>
                      <a:pt x="848" y="24771"/>
                      <a:pt x="683" y="24394"/>
                      <a:pt x="594" y="24003"/>
                    </a:cubicBezTo>
                    <a:lnTo>
                      <a:pt x="594" y="22837"/>
                    </a:lnTo>
                    <a:lnTo>
                      <a:pt x="594" y="22357"/>
                    </a:lnTo>
                    <a:lnTo>
                      <a:pt x="594" y="22357"/>
                    </a:lnTo>
                    <a:lnTo>
                      <a:pt x="594" y="22494"/>
                    </a:lnTo>
                    <a:cubicBezTo>
                      <a:pt x="594" y="21054"/>
                      <a:pt x="594" y="19751"/>
                      <a:pt x="183" y="18311"/>
                    </a:cubicBezTo>
                    <a:cubicBezTo>
                      <a:pt x="-229" y="16871"/>
                      <a:pt x="183" y="15431"/>
                      <a:pt x="183" y="14059"/>
                    </a:cubicBezTo>
                    <a:cubicBezTo>
                      <a:pt x="183" y="12688"/>
                      <a:pt x="183" y="11453"/>
                      <a:pt x="663" y="10219"/>
                    </a:cubicBezTo>
                    <a:cubicBezTo>
                      <a:pt x="1143" y="8984"/>
                      <a:pt x="1074" y="7887"/>
                      <a:pt x="1349" y="6858"/>
                    </a:cubicBezTo>
                    <a:cubicBezTo>
                      <a:pt x="1836" y="4492"/>
                      <a:pt x="2597" y="2195"/>
                      <a:pt x="3612" y="0"/>
                    </a:cubicBezTo>
                    <a:cubicBezTo>
                      <a:pt x="3612" y="0"/>
                      <a:pt x="3612" y="755"/>
                      <a:pt x="3612" y="1989"/>
                    </a:cubicBezTo>
                    <a:cubicBezTo>
                      <a:pt x="3612" y="3223"/>
                      <a:pt x="3612" y="4938"/>
                      <a:pt x="3612" y="6995"/>
                    </a:cubicBezTo>
                    <a:cubicBezTo>
                      <a:pt x="3612" y="8024"/>
                      <a:pt x="3612" y="9190"/>
                      <a:pt x="3612" y="10356"/>
                    </a:cubicBezTo>
                    <a:cubicBezTo>
                      <a:pt x="3612" y="11522"/>
                      <a:pt x="3612" y="12756"/>
                      <a:pt x="3612" y="13991"/>
                    </a:cubicBezTo>
                    <a:cubicBezTo>
                      <a:pt x="3612" y="15225"/>
                      <a:pt x="3612" y="16528"/>
                      <a:pt x="3612" y="17831"/>
                    </a:cubicBezTo>
                    <a:cubicBezTo>
                      <a:pt x="3612" y="19134"/>
                      <a:pt x="3955" y="20506"/>
                      <a:pt x="4092" y="21877"/>
                    </a:cubicBezTo>
                    <a:lnTo>
                      <a:pt x="4092" y="22494"/>
                    </a:lnTo>
                    <a:lnTo>
                      <a:pt x="4092" y="22494"/>
                    </a:lnTo>
                    <a:lnTo>
                      <a:pt x="4092" y="22494"/>
                    </a:lnTo>
                    <a:lnTo>
                      <a:pt x="4092" y="23386"/>
                    </a:lnTo>
                    <a:cubicBezTo>
                      <a:pt x="4257" y="23907"/>
                      <a:pt x="4462" y="24408"/>
                      <a:pt x="4709" y="24895"/>
                    </a:cubicBezTo>
                    <a:cubicBezTo>
                      <a:pt x="4887" y="25114"/>
                      <a:pt x="5045" y="25340"/>
                      <a:pt x="5189" y="25581"/>
                    </a:cubicBezTo>
                    <a:cubicBezTo>
                      <a:pt x="5189" y="25581"/>
                      <a:pt x="5189" y="25992"/>
                      <a:pt x="5669" y="26198"/>
                    </a:cubicBezTo>
                    <a:cubicBezTo>
                      <a:pt x="6149" y="26404"/>
                      <a:pt x="6424" y="27021"/>
                      <a:pt x="6972" y="27295"/>
                    </a:cubicBezTo>
                    <a:lnTo>
                      <a:pt x="7590" y="27775"/>
                    </a:lnTo>
                    <a:lnTo>
                      <a:pt x="8344" y="28187"/>
                    </a:lnTo>
                    <a:lnTo>
                      <a:pt x="9853" y="28872"/>
                    </a:lnTo>
                    <a:cubicBezTo>
                      <a:pt x="10833" y="29277"/>
                      <a:pt x="11842" y="29599"/>
                      <a:pt x="12870" y="29833"/>
                    </a:cubicBezTo>
                    <a:cubicBezTo>
                      <a:pt x="14496" y="30216"/>
                      <a:pt x="16148" y="30491"/>
                      <a:pt x="17808" y="30655"/>
                    </a:cubicBezTo>
                    <a:close/>
                  </a:path>
                </a:pathLst>
              </a:custGeom>
              <a:solidFill>
                <a:srgbClr val="7C5959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1909CD88-B1E7-4B5D-93DD-E922F96D8CFD}"/>
                  </a:ext>
                </a:extLst>
              </p:cNvPr>
              <p:cNvSpPr/>
              <p:nvPr/>
            </p:nvSpPr>
            <p:spPr>
              <a:xfrm>
                <a:off x="2610321" y="5219564"/>
                <a:ext cx="35341" cy="15777"/>
              </a:xfrm>
              <a:custGeom>
                <a:avLst/>
                <a:gdLst>
                  <a:gd name="connsiteX0" fmla="*/ 0 w 36553"/>
                  <a:gd name="connsiteY0" fmla="*/ 2675 h 16318"/>
                  <a:gd name="connsiteX1" fmla="*/ 1440 w 36553"/>
                  <a:gd name="connsiteY1" fmla="*/ 4183 h 16318"/>
                  <a:gd name="connsiteX2" fmla="*/ 5281 w 36553"/>
                  <a:gd name="connsiteY2" fmla="*/ 7818 h 16318"/>
                  <a:gd name="connsiteX3" fmla="*/ 11110 w 36553"/>
                  <a:gd name="connsiteY3" fmla="*/ 11796 h 16318"/>
                  <a:gd name="connsiteX4" fmla="*/ 17968 w 36553"/>
                  <a:gd name="connsiteY4" fmla="*/ 12413 h 16318"/>
                  <a:gd name="connsiteX5" fmla="*/ 18379 w 36553"/>
                  <a:gd name="connsiteY5" fmla="*/ 12413 h 16318"/>
                  <a:gd name="connsiteX6" fmla="*/ 18379 w 36553"/>
                  <a:gd name="connsiteY6" fmla="*/ 12413 h 16318"/>
                  <a:gd name="connsiteX7" fmla="*/ 18379 w 36553"/>
                  <a:gd name="connsiteY7" fmla="*/ 12413 h 16318"/>
                  <a:gd name="connsiteX8" fmla="*/ 19408 w 36553"/>
                  <a:gd name="connsiteY8" fmla="*/ 11933 h 16318"/>
                  <a:gd name="connsiteX9" fmla="*/ 21328 w 36553"/>
                  <a:gd name="connsiteY9" fmla="*/ 10973 h 16318"/>
                  <a:gd name="connsiteX10" fmla="*/ 24826 w 36553"/>
                  <a:gd name="connsiteY10" fmla="*/ 8915 h 16318"/>
                  <a:gd name="connsiteX11" fmla="*/ 28049 w 36553"/>
                  <a:gd name="connsiteY11" fmla="*/ 6721 h 16318"/>
                  <a:gd name="connsiteX12" fmla="*/ 30861 w 36553"/>
                  <a:gd name="connsiteY12" fmla="*/ 4663 h 16318"/>
                  <a:gd name="connsiteX13" fmla="*/ 33193 w 36553"/>
                  <a:gd name="connsiteY13" fmla="*/ 2812 h 16318"/>
                  <a:gd name="connsiteX14" fmla="*/ 35044 w 36553"/>
                  <a:gd name="connsiteY14" fmla="*/ 1303 h 16318"/>
                  <a:gd name="connsiteX15" fmla="*/ 36553 w 36553"/>
                  <a:gd name="connsiteY15" fmla="*/ 0 h 16318"/>
                  <a:gd name="connsiteX16" fmla="*/ 35593 w 36553"/>
                  <a:gd name="connsiteY16" fmla="*/ 1783 h 16318"/>
                  <a:gd name="connsiteX17" fmla="*/ 34221 w 36553"/>
                  <a:gd name="connsiteY17" fmla="*/ 3772 h 16318"/>
                  <a:gd name="connsiteX18" fmla="*/ 32301 w 36553"/>
                  <a:gd name="connsiteY18" fmla="*/ 6172 h 16318"/>
                  <a:gd name="connsiteX19" fmla="*/ 29764 w 36553"/>
                  <a:gd name="connsiteY19" fmla="*/ 8847 h 16318"/>
                  <a:gd name="connsiteX20" fmla="*/ 26678 w 36553"/>
                  <a:gd name="connsiteY20" fmla="*/ 11590 h 16318"/>
                  <a:gd name="connsiteX21" fmla="*/ 24826 w 36553"/>
                  <a:gd name="connsiteY21" fmla="*/ 12824 h 16318"/>
                  <a:gd name="connsiteX22" fmla="*/ 22974 w 36553"/>
                  <a:gd name="connsiteY22" fmla="*/ 14127 h 16318"/>
                  <a:gd name="connsiteX23" fmla="*/ 21054 w 36553"/>
                  <a:gd name="connsiteY23" fmla="*/ 15156 h 16318"/>
                  <a:gd name="connsiteX24" fmla="*/ 20025 w 36553"/>
                  <a:gd name="connsiteY24" fmla="*/ 15705 h 16318"/>
                  <a:gd name="connsiteX25" fmla="*/ 19408 w 36553"/>
                  <a:gd name="connsiteY25" fmla="*/ 15705 h 16318"/>
                  <a:gd name="connsiteX26" fmla="*/ 18791 w 36553"/>
                  <a:gd name="connsiteY26" fmla="*/ 15705 h 16318"/>
                  <a:gd name="connsiteX27" fmla="*/ 13647 w 36553"/>
                  <a:gd name="connsiteY27" fmla="*/ 16185 h 16318"/>
                  <a:gd name="connsiteX28" fmla="*/ 9053 w 36553"/>
                  <a:gd name="connsiteY28" fmla="*/ 14539 h 16318"/>
                  <a:gd name="connsiteX29" fmla="*/ 5692 w 36553"/>
                  <a:gd name="connsiteY29" fmla="*/ 11933 h 16318"/>
                  <a:gd name="connsiteX30" fmla="*/ 3155 w 36553"/>
                  <a:gd name="connsiteY30" fmla="*/ 9121 h 16318"/>
                  <a:gd name="connsiteX31" fmla="*/ 274 w 36553"/>
                  <a:gd name="connsiteY31" fmla="*/ 4457 h 16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6553" h="16318">
                    <a:moveTo>
                      <a:pt x="0" y="2675"/>
                    </a:moveTo>
                    <a:lnTo>
                      <a:pt x="1440" y="4183"/>
                    </a:lnTo>
                    <a:cubicBezTo>
                      <a:pt x="2332" y="5075"/>
                      <a:pt x="3635" y="6447"/>
                      <a:pt x="5281" y="7818"/>
                    </a:cubicBezTo>
                    <a:cubicBezTo>
                      <a:pt x="7023" y="9416"/>
                      <a:pt x="8991" y="10753"/>
                      <a:pt x="11110" y="11796"/>
                    </a:cubicBezTo>
                    <a:cubicBezTo>
                      <a:pt x="13215" y="12920"/>
                      <a:pt x="15691" y="13140"/>
                      <a:pt x="17968" y="12413"/>
                    </a:cubicBezTo>
                    <a:lnTo>
                      <a:pt x="18379" y="12413"/>
                    </a:lnTo>
                    <a:lnTo>
                      <a:pt x="18379" y="12413"/>
                    </a:lnTo>
                    <a:lnTo>
                      <a:pt x="18379" y="12413"/>
                    </a:lnTo>
                    <a:lnTo>
                      <a:pt x="19408" y="11933"/>
                    </a:lnTo>
                    <a:lnTo>
                      <a:pt x="21328" y="10973"/>
                    </a:lnTo>
                    <a:lnTo>
                      <a:pt x="24826" y="8915"/>
                    </a:lnTo>
                    <a:lnTo>
                      <a:pt x="28049" y="6721"/>
                    </a:lnTo>
                    <a:lnTo>
                      <a:pt x="30861" y="4663"/>
                    </a:lnTo>
                    <a:lnTo>
                      <a:pt x="33193" y="2812"/>
                    </a:lnTo>
                    <a:lnTo>
                      <a:pt x="35044" y="1303"/>
                    </a:lnTo>
                    <a:lnTo>
                      <a:pt x="36553" y="0"/>
                    </a:lnTo>
                    <a:cubicBezTo>
                      <a:pt x="36279" y="617"/>
                      <a:pt x="35963" y="1214"/>
                      <a:pt x="35593" y="1783"/>
                    </a:cubicBezTo>
                    <a:lnTo>
                      <a:pt x="34221" y="3772"/>
                    </a:lnTo>
                    <a:lnTo>
                      <a:pt x="32301" y="6172"/>
                    </a:lnTo>
                    <a:lnTo>
                      <a:pt x="29764" y="8847"/>
                    </a:lnTo>
                    <a:cubicBezTo>
                      <a:pt x="28804" y="9670"/>
                      <a:pt x="27843" y="10630"/>
                      <a:pt x="26678" y="11590"/>
                    </a:cubicBezTo>
                    <a:lnTo>
                      <a:pt x="24826" y="12824"/>
                    </a:lnTo>
                    <a:cubicBezTo>
                      <a:pt x="24243" y="13305"/>
                      <a:pt x="23626" y="13737"/>
                      <a:pt x="22974" y="14127"/>
                    </a:cubicBezTo>
                    <a:lnTo>
                      <a:pt x="21054" y="15156"/>
                    </a:lnTo>
                    <a:lnTo>
                      <a:pt x="20025" y="15705"/>
                    </a:lnTo>
                    <a:lnTo>
                      <a:pt x="19408" y="15705"/>
                    </a:lnTo>
                    <a:lnTo>
                      <a:pt x="18791" y="15705"/>
                    </a:lnTo>
                    <a:cubicBezTo>
                      <a:pt x="17145" y="16302"/>
                      <a:pt x="15376" y="16466"/>
                      <a:pt x="13647" y="16185"/>
                    </a:cubicBezTo>
                    <a:cubicBezTo>
                      <a:pt x="12029" y="15911"/>
                      <a:pt x="10479" y="15348"/>
                      <a:pt x="9053" y="14539"/>
                    </a:cubicBezTo>
                    <a:cubicBezTo>
                      <a:pt x="7839" y="13798"/>
                      <a:pt x="6714" y="12927"/>
                      <a:pt x="5692" y="11933"/>
                    </a:cubicBezTo>
                    <a:cubicBezTo>
                      <a:pt x="4773" y="11069"/>
                      <a:pt x="3923" y="10129"/>
                      <a:pt x="3155" y="9121"/>
                    </a:cubicBezTo>
                    <a:cubicBezTo>
                      <a:pt x="2071" y="7647"/>
                      <a:pt x="1111" y="6083"/>
                      <a:pt x="274" y="4457"/>
                    </a:cubicBezTo>
                    <a:close/>
                  </a:path>
                </a:pathLst>
              </a:custGeom>
              <a:solidFill>
                <a:srgbClr val="7C5959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8BEE4EB7-F793-4F8F-8EAD-B8682A5637DA}"/>
                  </a:ext>
                </a:extLst>
              </p:cNvPr>
              <p:cNvSpPr/>
              <p:nvPr/>
            </p:nvSpPr>
            <p:spPr>
              <a:xfrm>
                <a:off x="2651894" y="5128879"/>
                <a:ext cx="22875" cy="6741"/>
              </a:xfrm>
              <a:custGeom>
                <a:avLst/>
                <a:gdLst>
                  <a:gd name="connsiteX0" fmla="*/ 0 w 23660"/>
                  <a:gd name="connsiteY0" fmla="*/ 6973 h 6972"/>
                  <a:gd name="connsiteX1" fmla="*/ 23660 w 23660"/>
                  <a:gd name="connsiteY1" fmla="*/ 2858 h 6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660" h="6972">
                    <a:moveTo>
                      <a:pt x="0" y="6973"/>
                    </a:moveTo>
                    <a:cubicBezTo>
                      <a:pt x="0" y="6973"/>
                      <a:pt x="13716" y="-5440"/>
                      <a:pt x="23660" y="2858"/>
                    </a:cubicBezTo>
                    <a:close/>
                  </a:path>
                </a:pathLst>
              </a:custGeom>
              <a:solidFill>
                <a:srgbClr val="C1272D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8A9BA36C-C572-4BCB-8E23-336272A9D887}"/>
                  </a:ext>
                </a:extLst>
              </p:cNvPr>
              <p:cNvSpPr/>
              <p:nvPr/>
            </p:nvSpPr>
            <p:spPr>
              <a:xfrm>
                <a:off x="2628289" y="5099286"/>
                <a:ext cx="5383" cy="21880"/>
              </a:xfrm>
              <a:custGeom>
                <a:avLst/>
                <a:gdLst>
                  <a:gd name="connsiteX0" fmla="*/ 0 w 5568"/>
                  <a:gd name="connsiteY0" fmla="*/ 0 h 22631"/>
                  <a:gd name="connsiteX1" fmla="*/ 3703 w 5568"/>
                  <a:gd name="connsiteY1" fmla="*/ 22631 h 22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568" h="22631">
                    <a:moveTo>
                      <a:pt x="0" y="0"/>
                    </a:moveTo>
                    <a:cubicBezTo>
                      <a:pt x="5713" y="6090"/>
                      <a:pt x="7180" y="15033"/>
                      <a:pt x="3703" y="22631"/>
                    </a:cubicBezTo>
                    <a:close/>
                  </a:path>
                </a:pathLst>
              </a:custGeom>
              <a:solidFill>
                <a:srgbClr val="C1272D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B85639D0-7FED-425B-9F82-D8AB4F21918A}"/>
                  </a:ext>
                </a:extLst>
              </p:cNvPr>
              <p:cNvSpPr/>
              <p:nvPr/>
            </p:nvSpPr>
            <p:spPr>
              <a:xfrm>
                <a:off x="2607557" y="5118606"/>
                <a:ext cx="47896" cy="48005"/>
              </a:xfrm>
              <a:custGeom>
                <a:avLst/>
                <a:gdLst>
                  <a:gd name="connsiteX0" fmla="*/ 44076 w 49539"/>
                  <a:gd name="connsiteY0" fmla="*/ 40504 h 49652"/>
                  <a:gd name="connsiteX1" fmla="*/ 9148 w 49539"/>
                  <a:gd name="connsiteY1" fmla="*/ 44077 h 49652"/>
                  <a:gd name="connsiteX2" fmla="*/ 5575 w 49539"/>
                  <a:gd name="connsiteY2" fmla="*/ 9149 h 49652"/>
                  <a:gd name="connsiteX3" fmla="*/ 40098 w 49539"/>
                  <a:gd name="connsiteY3" fmla="*/ 5254 h 49652"/>
                  <a:gd name="connsiteX4" fmla="*/ 44076 w 49539"/>
                  <a:gd name="connsiteY4" fmla="*/ 40504 h 49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39" h="49652">
                    <a:moveTo>
                      <a:pt x="44076" y="40504"/>
                    </a:moveTo>
                    <a:cubicBezTo>
                      <a:pt x="35414" y="51134"/>
                      <a:pt x="19778" y="52732"/>
                      <a:pt x="9148" y="44077"/>
                    </a:cubicBezTo>
                    <a:cubicBezTo>
                      <a:pt x="-1482" y="35415"/>
                      <a:pt x="-3080" y="19779"/>
                      <a:pt x="5575" y="9149"/>
                    </a:cubicBezTo>
                    <a:cubicBezTo>
                      <a:pt x="14106" y="-1323"/>
                      <a:pt x="29448" y="-3058"/>
                      <a:pt x="40098" y="5254"/>
                    </a:cubicBezTo>
                    <a:cubicBezTo>
                      <a:pt x="50920" y="13895"/>
                      <a:pt x="52703" y="29668"/>
                      <a:pt x="44076" y="40504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2804775-AB43-4547-9C47-BF4FD88CF2F6}"/>
                  </a:ext>
                </a:extLst>
              </p:cNvPr>
              <p:cNvSpPr/>
              <p:nvPr/>
            </p:nvSpPr>
            <p:spPr>
              <a:xfrm>
                <a:off x="2557342" y="5133577"/>
                <a:ext cx="92935" cy="85057"/>
              </a:xfrm>
              <a:custGeom>
                <a:avLst/>
                <a:gdLst>
                  <a:gd name="connsiteX0" fmla="*/ 77153 w 96123"/>
                  <a:gd name="connsiteY0" fmla="*/ 87976 h 87975"/>
                  <a:gd name="connsiteX1" fmla="*/ 85752 w 96123"/>
                  <a:gd name="connsiteY1" fmla="*/ 18971 h 87975"/>
                  <a:gd name="connsiteX2" fmla="*/ 16747 w 96123"/>
                  <a:gd name="connsiteY2" fmla="*/ 10371 h 87975"/>
                  <a:gd name="connsiteX3" fmla="*/ 6104 w 96123"/>
                  <a:gd name="connsiteY3" fmla="*/ 21796 h 87975"/>
                  <a:gd name="connsiteX4" fmla="*/ 0 w 96123"/>
                  <a:gd name="connsiteY4" fmla="*/ 31397 h 87975"/>
                  <a:gd name="connsiteX5" fmla="*/ 49446 w 96123"/>
                  <a:gd name="connsiteY5" fmla="*/ 48885 h 87975"/>
                  <a:gd name="connsiteX6" fmla="*/ 77153 w 96123"/>
                  <a:gd name="connsiteY6" fmla="*/ 87976 h 87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6123" h="87975">
                    <a:moveTo>
                      <a:pt x="77153" y="87976"/>
                    </a:moveTo>
                    <a:cubicBezTo>
                      <a:pt x="98584" y="71297"/>
                      <a:pt x="102431" y="40402"/>
                      <a:pt x="85752" y="18971"/>
                    </a:cubicBezTo>
                    <a:cubicBezTo>
                      <a:pt x="69074" y="-2461"/>
                      <a:pt x="38178" y="-6308"/>
                      <a:pt x="16747" y="10371"/>
                    </a:cubicBezTo>
                    <a:cubicBezTo>
                      <a:pt x="12612" y="13587"/>
                      <a:pt x="9018" y="17448"/>
                      <a:pt x="6104" y="21796"/>
                    </a:cubicBezTo>
                    <a:cubicBezTo>
                      <a:pt x="3765" y="24793"/>
                      <a:pt x="1721" y="28009"/>
                      <a:pt x="0" y="31397"/>
                    </a:cubicBezTo>
                    <a:cubicBezTo>
                      <a:pt x="17982" y="31500"/>
                      <a:pt x="35401" y="37666"/>
                      <a:pt x="49446" y="48885"/>
                    </a:cubicBezTo>
                    <a:cubicBezTo>
                      <a:pt x="62422" y="58816"/>
                      <a:pt x="72078" y="72442"/>
                      <a:pt x="77153" y="87976"/>
                    </a:cubicBezTo>
                    <a:close/>
                  </a:path>
                </a:pathLst>
              </a:custGeom>
              <a:solidFill>
                <a:srgbClr val="C1272D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2B09CF3C-652A-4C89-A0E2-4577C463C853}"/>
                  </a:ext>
                </a:extLst>
              </p:cNvPr>
              <p:cNvSpPr/>
              <p:nvPr/>
            </p:nvSpPr>
            <p:spPr>
              <a:xfrm>
                <a:off x="2551870" y="5163668"/>
                <a:ext cx="80066" cy="68971"/>
              </a:xfrm>
              <a:custGeom>
                <a:avLst/>
                <a:gdLst>
                  <a:gd name="connsiteX0" fmla="*/ 17867 w 82812"/>
                  <a:gd name="connsiteY0" fmla="*/ 61722 h 71337"/>
                  <a:gd name="connsiteX1" fmla="*/ 82812 w 82812"/>
                  <a:gd name="connsiteY1" fmla="*/ 56579 h 71337"/>
                  <a:gd name="connsiteX2" fmla="*/ 55380 w 82812"/>
                  <a:gd name="connsiteY2" fmla="*/ 17488 h 71337"/>
                  <a:gd name="connsiteX3" fmla="*/ 5934 w 82812"/>
                  <a:gd name="connsiteY3" fmla="*/ 0 h 71337"/>
                  <a:gd name="connsiteX4" fmla="*/ 17867 w 82812"/>
                  <a:gd name="connsiteY4" fmla="*/ 61722 h 71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2812" h="71337">
                    <a:moveTo>
                      <a:pt x="17867" y="61722"/>
                    </a:moveTo>
                    <a:cubicBezTo>
                      <a:pt x="37817" y="76281"/>
                      <a:pt x="65407" y="74101"/>
                      <a:pt x="82812" y="56579"/>
                    </a:cubicBezTo>
                    <a:cubicBezTo>
                      <a:pt x="77813" y="41086"/>
                      <a:pt x="68253" y="27459"/>
                      <a:pt x="55380" y="17488"/>
                    </a:cubicBezTo>
                    <a:cubicBezTo>
                      <a:pt x="41335" y="6268"/>
                      <a:pt x="23916" y="103"/>
                      <a:pt x="5934" y="0"/>
                    </a:cubicBezTo>
                    <a:cubicBezTo>
                      <a:pt x="-5251" y="20800"/>
                      <a:pt x="-265" y="46593"/>
                      <a:pt x="17867" y="61722"/>
                    </a:cubicBezTo>
                    <a:close/>
                  </a:path>
                </a:pathLst>
              </a:custGeom>
              <a:solidFill>
                <a:srgbClr val="C1272D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3D3F3825-9274-465D-903D-6EA28B52B171}"/>
                  </a:ext>
                </a:extLst>
              </p:cNvPr>
              <p:cNvSpPr/>
              <p:nvPr/>
            </p:nvSpPr>
            <p:spPr>
              <a:xfrm>
                <a:off x="2594148" y="5170289"/>
                <a:ext cx="20423" cy="20424"/>
              </a:xfrm>
              <a:custGeom>
                <a:avLst/>
                <a:gdLst>
                  <a:gd name="connsiteX0" fmla="*/ 2189 w 21124"/>
                  <a:gd name="connsiteY0" fmla="*/ 4125 h 21125"/>
                  <a:gd name="connsiteX1" fmla="*/ 17003 w 21124"/>
                  <a:gd name="connsiteY1" fmla="*/ 2191 h 21125"/>
                  <a:gd name="connsiteX2" fmla="*/ 18937 w 21124"/>
                  <a:gd name="connsiteY2" fmla="*/ 16997 h 21125"/>
                  <a:gd name="connsiteX3" fmla="*/ 4123 w 21124"/>
                  <a:gd name="connsiteY3" fmla="*/ 18938 h 21125"/>
                  <a:gd name="connsiteX4" fmla="*/ 4041 w 21124"/>
                  <a:gd name="connsiteY4" fmla="*/ 18870 h 21125"/>
                  <a:gd name="connsiteX5" fmla="*/ 2189 w 21124"/>
                  <a:gd name="connsiteY5" fmla="*/ 4125 h 21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124" h="21125">
                    <a:moveTo>
                      <a:pt x="2189" y="4125"/>
                    </a:moveTo>
                    <a:cubicBezTo>
                      <a:pt x="5742" y="-497"/>
                      <a:pt x="12373" y="-1369"/>
                      <a:pt x="17003" y="2191"/>
                    </a:cubicBezTo>
                    <a:cubicBezTo>
                      <a:pt x="21625" y="5744"/>
                      <a:pt x="22489" y="12375"/>
                      <a:pt x="18937" y="16997"/>
                    </a:cubicBezTo>
                    <a:cubicBezTo>
                      <a:pt x="15377" y="21627"/>
                      <a:pt x="8752" y="22490"/>
                      <a:pt x="4123" y="18938"/>
                    </a:cubicBezTo>
                    <a:cubicBezTo>
                      <a:pt x="4096" y="18911"/>
                      <a:pt x="4068" y="18890"/>
                      <a:pt x="4041" y="18870"/>
                    </a:cubicBezTo>
                    <a:cubicBezTo>
                      <a:pt x="-513" y="15297"/>
                      <a:pt x="-1343" y="8713"/>
                      <a:pt x="2189" y="41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A2FCBB8-0141-4D6C-B84B-2CFEC7D4F36F}"/>
                  </a:ext>
                </a:extLst>
              </p:cNvPr>
              <p:cNvSpPr/>
              <p:nvPr/>
            </p:nvSpPr>
            <p:spPr>
              <a:xfrm>
                <a:off x="2551870" y="5179223"/>
                <a:ext cx="12388" cy="20078"/>
              </a:xfrm>
              <a:custGeom>
                <a:avLst/>
                <a:gdLst>
                  <a:gd name="connsiteX0" fmla="*/ 10598 w 12813"/>
                  <a:gd name="connsiteY0" fmla="*/ 16968 h 20767"/>
                  <a:gd name="connsiteX1" fmla="*/ 8774 w 12813"/>
                  <a:gd name="connsiteY1" fmla="*/ 2244 h 20767"/>
                  <a:gd name="connsiteX2" fmla="*/ 8746 w 12813"/>
                  <a:gd name="connsiteY2" fmla="*/ 2223 h 20767"/>
                  <a:gd name="connsiteX3" fmla="*/ 585 w 12813"/>
                  <a:gd name="connsiteY3" fmla="*/ 166 h 20767"/>
                  <a:gd name="connsiteX4" fmla="*/ 1683 w 12813"/>
                  <a:gd name="connsiteY4" fmla="*/ 20740 h 20767"/>
                  <a:gd name="connsiteX5" fmla="*/ 10598 w 12813"/>
                  <a:gd name="connsiteY5" fmla="*/ 16968 h 20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13" h="20767">
                    <a:moveTo>
                      <a:pt x="10598" y="16968"/>
                    </a:moveTo>
                    <a:cubicBezTo>
                      <a:pt x="14157" y="12393"/>
                      <a:pt x="13341" y="5803"/>
                      <a:pt x="8774" y="2244"/>
                    </a:cubicBezTo>
                    <a:cubicBezTo>
                      <a:pt x="8760" y="2237"/>
                      <a:pt x="8753" y="2230"/>
                      <a:pt x="8746" y="2223"/>
                    </a:cubicBezTo>
                    <a:cubicBezTo>
                      <a:pt x="6449" y="385"/>
                      <a:pt x="3473" y="-363"/>
                      <a:pt x="585" y="166"/>
                    </a:cubicBezTo>
                    <a:cubicBezTo>
                      <a:pt x="-471" y="7024"/>
                      <a:pt x="-94" y="14032"/>
                      <a:pt x="1683" y="20740"/>
                    </a:cubicBezTo>
                    <a:cubicBezTo>
                      <a:pt x="5091" y="20987"/>
                      <a:pt x="8403" y="19581"/>
                      <a:pt x="10598" y="16968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8A6DCC8-D374-48B4-94CD-BC85EA5EA1CB}"/>
                  </a:ext>
                </a:extLst>
              </p:cNvPr>
              <p:cNvSpPr/>
              <p:nvPr/>
            </p:nvSpPr>
            <p:spPr>
              <a:xfrm>
                <a:off x="2594391" y="5220395"/>
                <a:ext cx="20105" cy="12345"/>
              </a:xfrm>
              <a:custGeom>
                <a:avLst/>
                <a:gdLst>
                  <a:gd name="connsiteX0" fmla="*/ 16955 w 20795"/>
                  <a:gd name="connsiteY0" fmla="*/ 2157 h 12768"/>
                  <a:gd name="connsiteX1" fmla="*/ 2156 w 20795"/>
                  <a:gd name="connsiteY1" fmla="*/ 4167 h 12768"/>
                  <a:gd name="connsiteX2" fmla="*/ 222 w 20795"/>
                  <a:gd name="connsiteY2" fmla="*/ 12719 h 12768"/>
                  <a:gd name="connsiteX3" fmla="*/ 20796 w 20795"/>
                  <a:gd name="connsiteY3" fmla="*/ 9290 h 12768"/>
                  <a:gd name="connsiteX4" fmla="*/ 16955 w 20795"/>
                  <a:gd name="connsiteY4" fmla="*/ 2157 h 12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795" h="12768">
                    <a:moveTo>
                      <a:pt x="16955" y="2157"/>
                    </a:moveTo>
                    <a:cubicBezTo>
                      <a:pt x="12313" y="-1375"/>
                      <a:pt x="5688" y="-476"/>
                      <a:pt x="2156" y="4167"/>
                    </a:cubicBezTo>
                    <a:cubicBezTo>
                      <a:pt x="304" y="6601"/>
                      <a:pt x="-402" y="9722"/>
                      <a:pt x="222" y="12719"/>
                    </a:cubicBezTo>
                    <a:cubicBezTo>
                      <a:pt x="7245" y="13034"/>
                      <a:pt x="14253" y="11861"/>
                      <a:pt x="20796" y="9290"/>
                    </a:cubicBezTo>
                    <a:cubicBezTo>
                      <a:pt x="20535" y="6491"/>
                      <a:pt x="19150" y="3913"/>
                      <a:pt x="16955" y="21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F6A36DFA-B8F9-40A2-83B3-76845CDF464F}"/>
                  </a:ext>
                </a:extLst>
              </p:cNvPr>
              <p:cNvSpPr/>
              <p:nvPr/>
            </p:nvSpPr>
            <p:spPr>
              <a:xfrm>
                <a:off x="2581147" y="5134029"/>
                <a:ext cx="19551" cy="11954"/>
              </a:xfrm>
              <a:custGeom>
                <a:avLst/>
                <a:gdLst>
                  <a:gd name="connsiteX0" fmla="*/ 0 w 20222"/>
                  <a:gd name="connsiteY0" fmla="*/ 5692 h 12364"/>
                  <a:gd name="connsiteX1" fmla="*/ 3292 w 20222"/>
                  <a:gd name="connsiteY1" fmla="*/ 10150 h 12364"/>
                  <a:gd name="connsiteX2" fmla="*/ 18037 w 20222"/>
                  <a:gd name="connsiteY2" fmla="*/ 8367 h 12364"/>
                  <a:gd name="connsiteX3" fmla="*/ 20025 w 20222"/>
                  <a:gd name="connsiteY3" fmla="*/ 0 h 12364"/>
                  <a:gd name="connsiteX4" fmla="*/ 0 w 20222"/>
                  <a:gd name="connsiteY4" fmla="*/ 5692 h 12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222" h="12364">
                    <a:moveTo>
                      <a:pt x="0" y="5692"/>
                    </a:moveTo>
                    <a:cubicBezTo>
                      <a:pt x="631" y="7468"/>
                      <a:pt x="1776" y="9025"/>
                      <a:pt x="3292" y="10150"/>
                    </a:cubicBezTo>
                    <a:cubicBezTo>
                      <a:pt x="7866" y="13695"/>
                      <a:pt x="14443" y="12900"/>
                      <a:pt x="18037" y="8367"/>
                    </a:cubicBezTo>
                    <a:cubicBezTo>
                      <a:pt x="19881" y="6001"/>
                      <a:pt x="20608" y="2942"/>
                      <a:pt x="20025" y="0"/>
                    </a:cubicBezTo>
                    <a:cubicBezTo>
                      <a:pt x="13030" y="508"/>
                      <a:pt x="6213" y="2442"/>
                      <a:pt x="0" y="56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AC845B87-5F1A-4DDC-809D-1A80D905E04C}"/>
                  </a:ext>
                </a:extLst>
              </p:cNvPr>
              <p:cNvSpPr/>
              <p:nvPr/>
            </p:nvSpPr>
            <p:spPr>
              <a:xfrm>
                <a:off x="2638746" y="5172088"/>
                <a:ext cx="10106" cy="19892"/>
              </a:xfrm>
              <a:custGeom>
                <a:avLst/>
                <a:gdLst>
                  <a:gd name="connsiteX0" fmla="*/ 2215 w 10453"/>
                  <a:gd name="connsiteY0" fmla="*/ 3704 h 20574"/>
                  <a:gd name="connsiteX1" fmla="*/ 3998 w 10453"/>
                  <a:gd name="connsiteY1" fmla="*/ 18448 h 20574"/>
                  <a:gd name="connsiteX2" fmla="*/ 8936 w 10453"/>
                  <a:gd name="connsiteY2" fmla="*/ 20574 h 20574"/>
                  <a:gd name="connsiteX3" fmla="*/ 9827 w 10453"/>
                  <a:gd name="connsiteY3" fmla="*/ 0 h 20574"/>
                  <a:gd name="connsiteX4" fmla="*/ 2215 w 10453"/>
                  <a:gd name="connsiteY4" fmla="*/ 3704 h 20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53" h="20574">
                    <a:moveTo>
                      <a:pt x="2215" y="3704"/>
                    </a:moveTo>
                    <a:cubicBezTo>
                      <a:pt x="-1331" y="8278"/>
                      <a:pt x="-535" y="14855"/>
                      <a:pt x="3998" y="18448"/>
                    </a:cubicBezTo>
                    <a:cubicBezTo>
                      <a:pt x="5438" y="19559"/>
                      <a:pt x="7139" y="20293"/>
                      <a:pt x="8936" y="20574"/>
                    </a:cubicBezTo>
                    <a:cubicBezTo>
                      <a:pt x="10595" y="13847"/>
                      <a:pt x="10897" y="6851"/>
                      <a:pt x="9827" y="0"/>
                    </a:cubicBezTo>
                    <a:cubicBezTo>
                      <a:pt x="6878" y="82"/>
                      <a:pt x="4101" y="1434"/>
                      <a:pt x="2215" y="3704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AD477DC-B6CC-4950-8E61-4A73516A2D43}"/>
              </a:ext>
            </a:extLst>
          </p:cNvPr>
          <p:cNvGrpSpPr/>
          <p:nvPr/>
        </p:nvGrpSpPr>
        <p:grpSpPr>
          <a:xfrm>
            <a:off x="1776661" y="4257603"/>
            <a:ext cx="1737802" cy="1998417"/>
            <a:chOff x="1776661" y="4257603"/>
            <a:chExt cx="1737802" cy="1998417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EAD00F8-4FDA-44E3-8638-0ADEE2EE8FF2}"/>
                </a:ext>
              </a:extLst>
            </p:cNvPr>
            <p:cNvSpPr txBox="1"/>
            <p:nvPr/>
          </p:nvSpPr>
          <p:spPr>
            <a:xfrm rot="3141209">
              <a:off x="1476890" y="5402004"/>
              <a:ext cx="1338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Deployment</a:t>
              </a: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E2C8AE3-B8D3-44C7-AA20-9C43DDBD7C11}"/>
                </a:ext>
              </a:extLst>
            </p:cNvPr>
            <p:cNvSpPr/>
            <p:nvPr/>
          </p:nvSpPr>
          <p:spPr>
            <a:xfrm>
              <a:off x="1776661" y="4257603"/>
              <a:ext cx="1737802" cy="1901179"/>
            </a:xfrm>
            <a:custGeom>
              <a:avLst/>
              <a:gdLst>
                <a:gd name="connsiteX0" fmla="*/ 923155 w 1797413"/>
                <a:gd name="connsiteY0" fmla="*/ 0 h 1966394"/>
                <a:gd name="connsiteX1" fmla="*/ 0 w 1797413"/>
                <a:gd name="connsiteY1" fmla="*/ 210746 h 1966394"/>
                <a:gd name="connsiteX2" fmla="*/ 1389568 w 1797413"/>
                <a:gd name="connsiteY2" fmla="*/ 1966394 h 1966394"/>
                <a:gd name="connsiteX3" fmla="*/ 1797413 w 1797413"/>
                <a:gd name="connsiteY3" fmla="*/ 1119637 h 1966394"/>
                <a:gd name="connsiteX4" fmla="*/ 923155 w 1797413"/>
                <a:gd name="connsiteY4" fmla="*/ 0 h 196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7413" h="1966394">
                  <a:moveTo>
                    <a:pt x="923155" y="0"/>
                  </a:moveTo>
                  <a:lnTo>
                    <a:pt x="0" y="210746"/>
                  </a:lnTo>
                  <a:cubicBezTo>
                    <a:pt x="189624" y="976031"/>
                    <a:pt x="704522" y="1612864"/>
                    <a:pt x="1389568" y="1966394"/>
                  </a:cubicBezTo>
                  <a:lnTo>
                    <a:pt x="1797413" y="1119637"/>
                  </a:lnTo>
                  <a:cubicBezTo>
                    <a:pt x="1361841" y="885587"/>
                    <a:pt x="1044611" y="479326"/>
                    <a:pt x="923155" y="0"/>
                  </a:cubicBezTo>
                  <a:close/>
                </a:path>
              </a:pathLst>
            </a:custGeom>
            <a:solidFill>
              <a:srgbClr val="FBB0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8AD4116-918B-4767-942A-A3F780FFCCF1}"/>
                </a:ext>
              </a:extLst>
            </p:cNvPr>
            <p:cNvGrpSpPr/>
            <p:nvPr/>
          </p:nvGrpSpPr>
          <p:grpSpPr>
            <a:xfrm>
              <a:off x="2365518" y="4847142"/>
              <a:ext cx="539328" cy="620951"/>
              <a:chOff x="2016555" y="3036122"/>
              <a:chExt cx="539328" cy="620951"/>
            </a:xfrm>
          </p:grpSpPr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3CB4DEA1-5C08-4569-A924-2EEC2577379B}"/>
                  </a:ext>
                </a:extLst>
              </p:cNvPr>
              <p:cNvSpPr/>
              <p:nvPr/>
            </p:nvSpPr>
            <p:spPr>
              <a:xfrm>
                <a:off x="2169919" y="3083663"/>
                <a:ext cx="238567" cy="238568"/>
              </a:xfrm>
              <a:custGeom>
                <a:avLst/>
                <a:gdLst>
                  <a:gd name="connsiteX0" fmla="*/ 176182 w 246751"/>
                  <a:gd name="connsiteY0" fmla="*/ 222542 h 246752"/>
                  <a:gd name="connsiteX1" fmla="*/ 176731 w 246751"/>
                  <a:gd name="connsiteY1" fmla="*/ 223571 h 246752"/>
                  <a:gd name="connsiteX2" fmla="*/ 177074 w 246751"/>
                  <a:gd name="connsiteY2" fmla="*/ 223571 h 246752"/>
                  <a:gd name="connsiteX3" fmla="*/ 187841 w 246751"/>
                  <a:gd name="connsiteY3" fmla="*/ 228920 h 246752"/>
                  <a:gd name="connsiteX4" fmla="*/ 187841 w 246751"/>
                  <a:gd name="connsiteY4" fmla="*/ 216919 h 246752"/>
                  <a:gd name="connsiteX5" fmla="*/ 188253 w 246751"/>
                  <a:gd name="connsiteY5" fmla="*/ 216919 h 246752"/>
                  <a:gd name="connsiteX6" fmla="*/ 187567 w 246751"/>
                  <a:gd name="connsiteY6" fmla="*/ 216027 h 246752"/>
                  <a:gd name="connsiteX7" fmla="*/ 183932 w 246751"/>
                  <a:gd name="connsiteY7" fmla="*/ 204986 h 246752"/>
                  <a:gd name="connsiteX8" fmla="*/ 190036 w 246751"/>
                  <a:gd name="connsiteY8" fmla="*/ 200117 h 246752"/>
                  <a:gd name="connsiteX9" fmla="*/ 212941 w 246751"/>
                  <a:gd name="connsiteY9" fmla="*/ 208826 h 246752"/>
                  <a:gd name="connsiteX10" fmla="*/ 202997 w 246751"/>
                  <a:gd name="connsiteY10" fmla="*/ 186469 h 246752"/>
                  <a:gd name="connsiteX11" fmla="*/ 207592 w 246751"/>
                  <a:gd name="connsiteY11" fmla="*/ 180160 h 246752"/>
                  <a:gd name="connsiteX12" fmla="*/ 231938 w 246751"/>
                  <a:gd name="connsiteY12" fmla="*/ 182629 h 246752"/>
                  <a:gd name="connsiteX13" fmla="*/ 216507 w 246751"/>
                  <a:gd name="connsiteY13" fmla="*/ 163564 h 246752"/>
                  <a:gd name="connsiteX14" fmla="*/ 219319 w 246751"/>
                  <a:gd name="connsiteY14" fmla="*/ 156294 h 246752"/>
                  <a:gd name="connsiteX15" fmla="*/ 230909 w 246751"/>
                  <a:gd name="connsiteY15" fmla="*/ 156294 h 246752"/>
                  <a:gd name="connsiteX16" fmla="*/ 232007 w 246751"/>
                  <a:gd name="connsiteY16" fmla="*/ 156294 h 246752"/>
                  <a:gd name="connsiteX17" fmla="*/ 232007 w 246751"/>
                  <a:gd name="connsiteY17" fmla="*/ 155814 h 246752"/>
                  <a:gd name="connsiteX18" fmla="*/ 243459 w 246751"/>
                  <a:gd name="connsiteY18" fmla="*/ 152042 h 246752"/>
                  <a:gd name="connsiteX19" fmla="*/ 235024 w 246751"/>
                  <a:gd name="connsiteY19" fmla="*/ 143470 h 246752"/>
                  <a:gd name="connsiteX20" fmla="*/ 235024 w 246751"/>
                  <a:gd name="connsiteY20" fmla="*/ 143058 h 246752"/>
                  <a:gd name="connsiteX21" fmla="*/ 233858 w 246751"/>
                  <a:gd name="connsiteY21" fmla="*/ 143058 h 246752"/>
                  <a:gd name="connsiteX22" fmla="*/ 223571 w 246751"/>
                  <a:gd name="connsiteY22" fmla="*/ 137778 h 246752"/>
                  <a:gd name="connsiteX23" fmla="*/ 224394 w 246751"/>
                  <a:gd name="connsiteY23" fmla="*/ 130028 h 246752"/>
                  <a:gd name="connsiteX24" fmla="*/ 246751 w 246751"/>
                  <a:gd name="connsiteY24" fmla="*/ 120015 h 246752"/>
                  <a:gd name="connsiteX25" fmla="*/ 223914 w 246751"/>
                  <a:gd name="connsiteY25" fmla="*/ 111168 h 246752"/>
                  <a:gd name="connsiteX26" fmla="*/ 222680 w 246751"/>
                  <a:gd name="connsiteY26" fmla="*/ 103488 h 246752"/>
                  <a:gd name="connsiteX27" fmla="*/ 241608 w 246751"/>
                  <a:gd name="connsiteY27" fmla="*/ 88057 h 246752"/>
                  <a:gd name="connsiteX28" fmla="*/ 217330 w 246751"/>
                  <a:gd name="connsiteY28" fmla="*/ 85451 h 246752"/>
                  <a:gd name="connsiteX29" fmla="*/ 214107 w 246751"/>
                  <a:gd name="connsiteY29" fmla="*/ 78593 h 246752"/>
                  <a:gd name="connsiteX30" fmla="*/ 222268 w 246751"/>
                  <a:gd name="connsiteY30" fmla="*/ 70363 h 246752"/>
                  <a:gd name="connsiteX31" fmla="*/ 223297 w 246751"/>
                  <a:gd name="connsiteY31" fmla="*/ 69883 h 246752"/>
                  <a:gd name="connsiteX32" fmla="*/ 223297 w 246751"/>
                  <a:gd name="connsiteY32" fmla="*/ 69472 h 246752"/>
                  <a:gd name="connsiteX33" fmla="*/ 228646 w 246751"/>
                  <a:gd name="connsiteY33" fmla="*/ 58773 h 246752"/>
                  <a:gd name="connsiteX34" fmla="*/ 216645 w 246751"/>
                  <a:gd name="connsiteY34" fmla="*/ 58773 h 246752"/>
                  <a:gd name="connsiteX35" fmla="*/ 216645 w 246751"/>
                  <a:gd name="connsiteY35" fmla="*/ 58430 h 246752"/>
                  <a:gd name="connsiteX36" fmla="*/ 215753 w 246751"/>
                  <a:gd name="connsiteY36" fmla="*/ 59116 h 246752"/>
                  <a:gd name="connsiteX37" fmla="*/ 204780 w 246751"/>
                  <a:gd name="connsiteY37" fmla="*/ 62682 h 246752"/>
                  <a:gd name="connsiteX38" fmla="*/ 199843 w 246751"/>
                  <a:gd name="connsiteY38" fmla="*/ 56647 h 246752"/>
                  <a:gd name="connsiteX39" fmla="*/ 208552 w 246751"/>
                  <a:gd name="connsiteY39" fmla="*/ 33742 h 246752"/>
                  <a:gd name="connsiteX40" fmla="*/ 186195 w 246751"/>
                  <a:gd name="connsiteY40" fmla="*/ 43686 h 246752"/>
                  <a:gd name="connsiteX41" fmla="*/ 179886 w 246751"/>
                  <a:gd name="connsiteY41" fmla="*/ 39091 h 246752"/>
                  <a:gd name="connsiteX42" fmla="*/ 182355 w 246751"/>
                  <a:gd name="connsiteY42" fmla="*/ 14745 h 246752"/>
                  <a:gd name="connsiteX43" fmla="*/ 163289 w 246751"/>
                  <a:gd name="connsiteY43" fmla="*/ 30107 h 246752"/>
                  <a:gd name="connsiteX44" fmla="*/ 156020 w 246751"/>
                  <a:gd name="connsiteY44" fmla="*/ 27364 h 246752"/>
                  <a:gd name="connsiteX45" fmla="*/ 156020 w 246751"/>
                  <a:gd name="connsiteY45" fmla="*/ 15774 h 246752"/>
                  <a:gd name="connsiteX46" fmla="*/ 156363 w 246751"/>
                  <a:gd name="connsiteY46" fmla="*/ 14676 h 246752"/>
                  <a:gd name="connsiteX47" fmla="*/ 155951 w 246751"/>
                  <a:gd name="connsiteY47" fmla="*/ 14676 h 246752"/>
                  <a:gd name="connsiteX48" fmla="*/ 152111 w 246751"/>
                  <a:gd name="connsiteY48" fmla="*/ 3292 h 246752"/>
                  <a:gd name="connsiteX49" fmla="*/ 143607 w 246751"/>
                  <a:gd name="connsiteY49" fmla="*/ 11727 h 246752"/>
                  <a:gd name="connsiteX50" fmla="*/ 143127 w 246751"/>
                  <a:gd name="connsiteY50" fmla="*/ 11727 h 246752"/>
                  <a:gd name="connsiteX51" fmla="*/ 143127 w 246751"/>
                  <a:gd name="connsiteY51" fmla="*/ 12825 h 246752"/>
                  <a:gd name="connsiteX52" fmla="*/ 137846 w 246751"/>
                  <a:gd name="connsiteY52" fmla="*/ 23180 h 246752"/>
                  <a:gd name="connsiteX53" fmla="*/ 130097 w 246751"/>
                  <a:gd name="connsiteY53" fmla="*/ 22357 h 246752"/>
                  <a:gd name="connsiteX54" fmla="*/ 120084 w 246751"/>
                  <a:gd name="connsiteY54" fmla="*/ 0 h 246752"/>
                  <a:gd name="connsiteX55" fmla="*/ 111306 w 246751"/>
                  <a:gd name="connsiteY55" fmla="*/ 22837 h 246752"/>
                  <a:gd name="connsiteX56" fmla="*/ 103556 w 246751"/>
                  <a:gd name="connsiteY56" fmla="*/ 24072 h 246752"/>
                  <a:gd name="connsiteX57" fmla="*/ 88126 w 246751"/>
                  <a:gd name="connsiteY57" fmla="*/ 5075 h 246752"/>
                  <a:gd name="connsiteX58" fmla="*/ 85520 w 246751"/>
                  <a:gd name="connsiteY58" fmla="*/ 29421 h 246752"/>
                  <a:gd name="connsiteX59" fmla="*/ 78662 w 246751"/>
                  <a:gd name="connsiteY59" fmla="*/ 32576 h 246752"/>
                  <a:gd name="connsiteX60" fmla="*/ 70432 w 246751"/>
                  <a:gd name="connsiteY60" fmla="*/ 24415 h 246752"/>
                  <a:gd name="connsiteX61" fmla="*/ 69952 w 246751"/>
                  <a:gd name="connsiteY61" fmla="*/ 23386 h 246752"/>
                  <a:gd name="connsiteX62" fmla="*/ 69609 w 246751"/>
                  <a:gd name="connsiteY62" fmla="*/ 23386 h 246752"/>
                  <a:gd name="connsiteX63" fmla="*/ 58842 w 246751"/>
                  <a:gd name="connsiteY63" fmla="*/ 18037 h 246752"/>
                  <a:gd name="connsiteX64" fmla="*/ 58842 w 246751"/>
                  <a:gd name="connsiteY64" fmla="*/ 30038 h 246752"/>
                  <a:gd name="connsiteX65" fmla="*/ 58431 w 246751"/>
                  <a:gd name="connsiteY65" fmla="*/ 30038 h 246752"/>
                  <a:gd name="connsiteX66" fmla="*/ 59185 w 246751"/>
                  <a:gd name="connsiteY66" fmla="*/ 30930 h 246752"/>
                  <a:gd name="connsiteX67" fmla="*/ 62751 w 246751"/>
                  <a:gd name="connsiteY67" fmla="*/ 41971 h 246752"/>
                  <a:gd name="connsiteX68" fmla="*/ 56648 w 246751"/>
                  <a:gd name="connsiteY68" fmla="*/ 46909 h 246752"/>
                  <a:gd name="connsiteX69" fmla="*/ 33742 w 246751"/>
                  <a:gd name="connsiteY69" fmla="*/ 38199 h 246752"/>
                  <a:gd name="connsiteX70" fmla="*/ 43686 w 246751"/>
                  <a:gd name="connsiteY70" fmla="*/ 60488 h 246752"/>
                  <a:gd name="connsiteX71" fmla="*/ 39091 w 246751"/>
                  <a:gd name="connsiteY71" fmla="*/ 66866 h 246752"/>
                  <a:gd name="connsiteX72" fmla="*/ 14745 w 246751"/>
                  <a:gd name="connsiteY72" fmla="*/ 64397 h 246752"/>
                  <a:gd name="connsiteX73" fmla="*/ 30107 w 246751"/>
                  <a:gd name="connsiteY73" fmla="*/ 83394 h 246752"/>
                  <a:gd name="connsiteX74" fmla="*/ 27364 w 246751"/>
                  <a:gd name="connsiteY74" fmla="*/ 90732 h 246752"/>
                  <a:gd name="connsiteX75" fmla="*/ 15774 w 246751"/>
                  <a:gd name="connsiteY75" fmla="*/ 90732 h 246752"/>
                  <a:gd name="connsiteX76" fmla="*/ 14677 w 246751"/>
                  <a:gd name="connsiteY76" fmla="*/ 90320 h 246752"/>
                  <a:gd name="connsiteX77" fmla="*/ 14677 w 246751"/>
                  <a:gd name="connsiteY77" fmla="*/ 90800 h 246752"/>
                  <a:gd name="connsiteX78" fmla="*/ 3292 w 246751"/>
                  <a:gd name="connsiteY78" fmla="*/ 94572 h 246752"/>
                  <a:gd name="connsiteX79" fmla="*/ 11728 w 246751"/>
                  <a:gd name="connsiteY79" fmla="*/ 103145 h 246752"/>
                  <a:gd name="connsiteX80" fmla="*/ 11728 w 246751"/>
                  <a:gd name="connsiteY80" fmla="*/ 103625 h 246752"/>
                  <a:gd name="connsiteX81" fmla="*/ 12893 w 246751"/>
                  <a:gd name="connsiteY81" fmla="*/ 103625 h 246752"/>
                  <a:gd name="connsiteX82" fmla="*/ 23180 w 246751"/>
                  <a:gd name="connsiteY82" fmla="*/ 108905 h 246752"/>
                  <a:gd name="connsiteX83" fmla="*/ 22358 w 246751"/>
                  <a:gd name="connsiteY83" fmla="*/ 116655 h 246752"/>
                  <a:gd name="connsiteX84" fmla="*/ 0 w 246751"/>
                  <a:gd name="connsiteY84" fmla="*/ 126668 h 246752"/>
                  <a:gd name="connsiteX85" fmla="*/ 22838 w 246751"/>
                  <a:gd name="connsiteY85" fmla="*/ 135446 h 246752"/>
                  <a:gd name="connsiteX86" fmla="*/ 24072 w 246751"/>
                  <a:gd name="connsiteY86" fmla="*/ 143195 h 246752"/>
                  <a:gd name="connsiteX87" fmla="*/ 5144 w 246751"/>
                  <a:gd name="connsiteY87" fmla="*/ 158626 h 246752"/>
                  <a:gd name="connsiteX88" fmla="*/ 29421 w 246751"/>
                  <a:gd name="connsiteY88" fmla="*/ 161232 h 246752"/>
                  <a:gd name="connsiteX89" fmla="*/ 32645 w 246751"/>
                  <a:gd name="connsiteY89" fmla="*/ 168090 h 246752"/>
                  <a:gd name="connsiteX90" fmla="*/ 24415 w 246751"/>
                  <a:gd name="connsiteY90" fmla="*/ 176319 h 246752"/>
                  <a:gd name="connsiteX91" fmla="*/ 23455 w 246751"/>
                  <a:gd name="connsiteY91" fmla="*/ 176800 h 246752"/>
                  <a:gd name="connsiteX92" fmla="*/ 23455 w 246751"/>
                  <a:gd name="connsiteY92" fmla="*/ 177211 h 246752"/>
                  <a:gd name="connsiteX93" fmla="*/ 18106 w 246751"/>
                  <a:gd name="connsiteY93" fmla="*/ 187978 h 246752"/>
                  <a:gd name="connsiteX94" fmla="*/ 30107 w 246751"/>
                  <a:gd name="connsiteY94" fmla="*/ 187978 h 246752"/>
                  <a:gd name="connsiteX95" fmla="*/ 30107 w 246751"/>
                  <a:gd name="connsiteY95" fmla="*/ 188390 h 246752"/>
                  <a:gd name="connsiteX96" fmla="*/ 30999 w 246751"/>
                  <a:gd name="connsiteY96" fmla="*/ 187635 h 246752"/>
                  <a:gd name="connsiteX97" fmla="*/ 41971 w 246751"/>
                  <a:gd name="connsiteY97" fmla="*/ 184069 h 246752"/>
                  <a:gd name="connsiteX98" fmla="*/ 46909 w 246751"/>
                  <a:gd name="connsiteY98" fmla="*/ 190173 h 246752"/>
                  <a:gd name="connsiteX99" fmla="*/ 38199 w 246751"/>
                  <a:gd name="connsiteY99" fmla="*/ 213010 h 246752"/>
                  <a:gd name="connsiteX100" fmla="*/ 60557 w 246751"/>
                  <a:gd name="connsiteY100" fmla="*/ 203134 h 246752"/>
                  <a:gd name="connsiteX101" fmla="*/ 66866 w 246751"/>
                  <a:gd name="connsiteY101" fmla="*/ 207729 h 246752"/>
                  <a:gd name="connsiteX102" fmla="*/ 64397 w 246751"/>
                  <a:gd name="connsiteY102" fmla="*/ 232075 h 246752"/>
                  <a:gd name="connsiteX103" fmla="*/ 83394 w 246751"/>
                  <a:gd name="connsiteY103" fmla="*/ 216713 h 246752"/>
                  <a:gd name="connsiteX104" fmla="*/ 90732 w 246751"/>
                  <a:gd name="connsiteY104" fmla="*/ 219456 h 246752"/>
                  <a:gd name="connsiteX105" fmla="*/ 90732 w 246751"/>
                  <a:gd name="connsiteY105" fmla="*/ 231046 h 246752"/>
                  <a:gd name="connsiteX106" fmla="*/ 90389 w 246751"/>
                  <a:gd name="connsiteY106" fmla="*/ 232144 h 246752"/>
                  <a:gd name="connsiteX107" fmla="*/ 90800 w 246751"/>
                  <a:gd name="connsiteY107" fmla="*/ 232144 h 246752"/>
                  <a:gd name="connsiteX108" fmla="*/ 94641 w 246751"/>
                  <a:gd name="connsiteY108" fmla="*/ 243528 h 246752"/>
                  <a:gd name="connsiteX109" fmla="*/ 103145 w 246751"/>
                  <a:gd name="connsiteY109" fmla="*/ 235093 h 246752"/>
                  <a:gd name="connsiteX110" fmla="*/ 103625 w 246751"/>
                  <a:gd name="connsiteY110" fmla="*/ 235093 h 246752"/>
                  <a:gd name="connsiteX111" fmla="*/ 103625 w 246751"/>
                  <a:gd name="connsiteY111" fmla="*/ 233927 h 246752"/>
                  <a:gd name="connsiteX112" fmla="*/ 108905 w 246751"/>
                  <a:gd name="connsiteY112" fmla="*/ 223640 h 246752"/>
                  <a:gd name="connsiteX113" fmla="*/ 116655 w 246751"/>
                  <a:gd name="connsiteY113" fmla="*/ 224463 h 246752"/>
                  <a:gd name="connsiteX114" fmla="*/ 126668 w 246751"/>
                  <a:gd name="connsiteY114" fmla="*/ 246751 h 246752"/>
                  <a:gd name="connsiteX115" fmla="*/ 135446 w 246751"/>
                  <a:gd name="connsiteY115" fmla="*/ 223983 h 246752"/>
                  <a:gd name="connsiteX116" fmla="*/ 143195 w 246751"/>
                  <a:gd name="connsiteY116" fmla="*/ 222748 h 246752"/>
                  <a:gd name="connsiteX117" fmla="*/ 158626 w 246751"/>
                  <a:gd name="connsiteY117" fmla="*/ 241676 h 246752"/>
                  <a:gd name="connsiteX118" fmla="*/ 161232 w 246751"/>
                  <a:gd name="connsiteY118" fmla="*/ 217330 h 246752"/>
                  <a:gd name="connsiteX119" fmla="*/ 168090 w 246751"/>
                  <a:gd name="connsiteY119" fmla="*/ 214176 h 246752"/>
                  <a:gd name="connsiteX120" fmla="*/ 176182 w 246751"/>
                  <a:gd name="connsiteY120" fmla="*/ 222542 h 246752"/>
                  <a:gd name="connsiteX121" fmla="*/ 175702 w 246751"/>
                  <a:gd name="connsiteY121" fmla="*/ 199157 h 246752"/>
                  <a:gd name="connsiteX122" fmla="*/ 167610 w 246751"/>
                  <a:gd name="connsiteY122" fmla="*/ 187429 h 246752"/>
                  <a:gd name="connsiteX123" fmla="*/ 157940 w 246751"/>
                  <a:gd name="connsiteY123" fmla="*/ 173165 h 246752"/>
                  <a:gd name="connsiteX124" fmla="*/ 147447 w 246751"/>
                  <a:gd name="connsiteY124" fmla="*/ 157049 h 246752"/>
                  <a:gd name="connsiteX125" fmla="*/ 141961 w 246751"/>
                  <a:gd name="connsiteY125" fmla="*/ 148545 h 246752"/>
                  <a:gd name="connsiteX126" fmla="*/ 136337 w 246751"/>
                  <a:gd name="connsiteY126" fmla="*/ 139766 h 246752"/>
                  <a:gd name="connsiteX127" fmla="*/ 128382 w 246751"/>
                  <a:gd name="connsiteY127" fmla="*/ 126942 h 246752"/>
                  <a:gd name="connsiteX128" fmla="*/ 142990 w 246751"/>
                  <a:gd name="connsiteY128" fmla="*/ 130577 h 246752"/>
                  <a:gd name="connsiteX129" fmla="*/ 153071 w 246751"/>
                  <a:gd name="connsiteY129" fmla="*/ 133114 h 246752"/>
                  <a:gd name="connsiteX130" fmla="*/ 162947 w 246751"/>
                  <a:gd name="connsiteY130" fmla="*/ 135720 h 246752"/>
                  <a:gd name="connsiteX131" fmla="*/ 181532 w 246751"/>
                  <a:gd name="connsiteY131" fmla="*/ 140726 h 246752"/>
                  <a:gd name="connsiteX132" fmla="*/ 198059 w 246751"/>
                  <a:gd name="connsiteY132" fmla="*/ 145458 h 246752"/>
                  <a:gd name="connsiteX133" fmla="*/ 211775 w 246751"/>
                  <a:gd name="connsiteY133" fmla="*/ 149573 h 246752"/>
                  <a:gd name="connsiteX134" fmla="*/ 175702 w 246751"/>
                  <a:gd name="connsiteY134" fmla="*/ 199157 h 246752"/>
                  <a:gd name="connsiteX135" fmla="*/ 214039 w 246751"/>
                  <a:gd name="connsiteY135" fmla="*/ 139561 h 246752"/>
                  <a:gd name="connsiteX136" fmla="*/ 200323 w 246751"/>
                  <a:gd name="connsiteY136" fmla="*/ 137023 h 246752"/>
                  <a:gd name="connsiteX137" fmla="*/ 183383 w 246751"/>
                  <a:gd name="connsiteY137" fmla="*/ 133731 h 246752"/>
                  <a:gd name="connsiteX138" fmla="*/ 164592 w 246751"/>
                  <a:gd name="connsiteY138" fmla="*/ 129822 h 246752"/>
                  <a:gd name="connsiteX139" fmla="*/ 154717 w 246751"/>
                  <a:gd name="connsiteY139" fmla="*/ 127696 h 246752"/>
                  <a:gd name="connsiteX140" fmla="*/ 144498 w 246751"/>
                  <a:gd name="connsiteY140" fmla="*/ 125433 h 246752"/>
                  <a:gd name="connsiteX141" fmla="*/ 129822 w 246751"/>
                  <a:gd name="connsiteY141" fmla="*/ 122004 h 246752"/>
                  <a:gd name="connsiteX142" fmla="*/ 142784 w 246751"/>
                  <a:gd name="connsiteY142" fmla="*/ 114186 h 246752"/>
                  <a:gd name="connsiteX143" fmla="*/ 151699 w 246751"/>
                  <a:gd name="connsiteY143" fmla="*/ 108905 h 246752"/>
                  <a:gd name="connsiteX144" fmla="*/ 160478 w 246751"/>
                  <a:gd name="connsiteY144" fmla="*/ 103762 h 246752"/>
                  <a:gd name="connsiteX145" fmla="*/ 177143 w 246751"/>
                  <a:gd name="connsiteY145" fmla="*/ 94161 h 246752"/>
                  <a:gd name="connsiteX146" fmla="*/ 192230 w 246751"/>
                  <a:gd name="connsiteY146" fmla="*/ 85794 h 246752"/>
                  <a:gd name="connsiteX147" fmla="*/ 204712 w 246751"/>
                  <a:gd name="connsiteY147" fmla="*/ 78936 h 246752"/>
                  <a:gd name="connsiteX148" fmla="*/ 214039 w 246751"/>
                  <a:gd name="connsiteY148" fmla="*/ 139561 h 246752"/>
                  <a:gd name="connsiteX149" fmla="*/ 199088 w 246751"/>
                  <a:gd name="connsiteY149" fmla="*/ 70363 h 246752"/>
                  <a:gd name="connsiteX150" fmla="*/ 187430 w 246751"/>
                  <a:gd name="connsiteY150" fmla="*/ 78456 h 246752"/>
                  <a:gd name="connsiteX151" fmla="*/ 173096 w 246751"/>
                  <a:gd name="connsiteY151" fmla="*/ 88125 h 246752"/>
                  <a:gd name="connsiteX152" fmla="*/ 157049 w 246751"/>
                  <a:gd name="connsiteY152" fmla="*/ 98618 h 246752"/>
                  <a:gd name="connsiteX153" fmla="*/ 148476 w 246751"/>
                  <a:gd name="connsiteY153" fmla="*/ 104105 h 246752"/>
                  <a:gd name="connsiteX154" fmla="*/ 139698 w 246751"/>
                  <a:gd name="connsiteY154" fmla="*/ 109728 h 246752"/>
                  <a:gd name="connsiteX155" fmla="*/ 126873 w 246751"/>
                  <a:gd name="connsiteY155" fmla="*/ 117684 h 246752"/>
                  <a:gd name="connsiteX156" fmla="*/ 130508 w 246751"/>
                  <a:gd name="connsiteY156" fmla="*/ 103007 h 246752"/>
                  <a:gd name="connsiteX157" fmla="*/ 133046 w 246751"/>
                  <a:gd name="connsiteY157" fmla="*/ 92926 h 246752"/>
                  <a:gd name="connsiteX158" fmla="*/ 135652 w 246751"/>
                  <a:gd name="connsiteY158" fmla="*/ 83119 h 246752"/>
                  <a:gd name="connsiteX159" fmla="*/ 140658 w 246751"/>
                  <a:gd name="connsiteY159" fmla="*/ 64534 h 246752"/>
                  <a:gd name="connsiteX160" fmla="*/ 145390 w 246751"/>
                  <a:gd name="connsiteY160" fmla="*/ 47938 h 246752"/>
                  <a:gd name="connsiteX161" fmla="*/ 149505 w 246751"/>
                  <a:gd name="connsiteY161" fmla="*/ 34222 h 246752"/>
                  <a:gd name="connsiteX162" fmla="*/ 199088 w 246751"/>
                  <a:gd name="connsiteY162" fmla="*/ 70363 h 246752"/>
                  <a:gd name="connsiteX163" fmla="*/ 139561 w 246751"/>
                  <a:gd name="connsiteY163" fmla="*/ 31959 h 246752"/>
                  <a:gd name="connsiteX164" fmla="*/ 137023 w 246751"/>
                  <a:gd name="connsiteY164" fmla="*/ 45675 h 246752"/>
                  <a:gd name="connsiteX165" fmla="*/ 133731 w 246751"/>
                  <a:gd name="connsiteY165" fmla="*/ 62614 h 246752"/>
                  <a:gd name="connsiteX166" fmla="*/ 129822 w 246751"/>
                  <a:gd name="connsiteY166" fmla="*/ 81473 h 246752"/>
                  <a:gd name="connsiteX167" fmla="*/ 127628 w 246751"/>
                  <a:gd name="connsiteY167" fmla="*/ 91349 h 246752"/>
                  <a:gd name="connsiteX168" fmla="*/ 125365 w 246751"/>
                  <a:gd name="connsiteY168" fmla="*/ 101499 h 246752"/>
                  <a:gd name="connsiteX169" fmla="*/ 121936 w 246751"/>
                  <a:gd name="connsiteY169" fmla="*/ 116243 h 246752"/>
                  <a:gd name="connsiteX170" fmla="*/ 114118 w 246751"/>
                  <a:gd name="connsiteY170" fmla="*/ 103282 h 246752"/>
                  <a:gd name="connsiteX171" fmla="*/ 108837 w 246751"/>
                  <a:gd name="connsiteY171" fmla="*/ 94366 h 246752"/>
                  <a:gd name="connsiteX172" fmla="*/ 103693 w 246751"/>
                  <a:gd name="connsiteY172" fmla="*/ 85588 h 246752"/>
                  <a:gd name="connsiteX173" fmla="*/ 94092 w 246751"/>
                  <a:gd name="connsiteY173" fmla="*/ 68923 h 246752"/>
                  <a:gd name="connsiteX174" fmla="*/ 85725 w 246751"/>
                  <a:gd name="connsiteY174" fmla="*/ 53835 h 246752"/>
                  <a:gd name="connsiteX175" fmla="*/ 78867 w 246751"/>
                  <a:gd name="connsiteY175" fmla="*/ 41354 h 246752"/>
                  <a:gd name="connsiteX176" fmla="*/ 139561 w 246751"/>
                  <a:gd name="connsiteY176" fmla="*/ 31959 h 246752"/>
                  <a:gd name="connsiteX177" fmla="*/ 70295 w 246751"/>
                  <a:gd name="connsiteY177" fmla="*/ 46977 h 246752"/>
                  <a:gd name="connsiteX178" fmla="*/ 78387 w 246751"/>
                  <a:gd name="connsiteY178" fmla="*/ 58636 h 246752"/>
                  <a:gd name="connsiteX179" fmla="*/ 88057 w 246751"/>
                  <a:gd name="connsiteY179" fmla="*/ 72901 h 246752"/>
                  <a:gd name="connsiteX180" fmla="*/ 98618 w 246751"/>
                  <a:gd name="connsiteY180" fmla="*/ 89017 h 246752"/>
                  <a:gd name="connsiteX181" fmla="*/ 104105 w 246751"/>
                  <a:gd name="connsiteY181" fmla="*/ 97521 h 246752"/>
                  <a:gd name="connsiteX182" fmla="*/ 109660 w 246751"/>
                  <a:gd name="connsiteY182" fmla="*/ 106299 h 246752"/>
                  <a:gd name="connsiteX183" fmla="*/ 117684 w 246751"/>
                  <a:gd name="connsiteY183" fmla="*/ 119192 h 246752"/>
                  <a:gd name="connsiteX184" fmla="*/ 102939 w 246751"/>
                  <a:gd name="connsiteY184" fmla="*/ 115557 h 246752"/>
                  <a:gd name="connsiteX185" fmla="*/ 92858 w 246751"/>
                  <a:gd name="connsiteY185" fmla="*/ 112952 h 246752"/>
                  <a:gd name="connsiteX186" fmla="*/ 83051 w 246751"/>
                  <a:gd name="connsiteY186" fmla="*/ 110414 h 246752"/>
                  <a:gd name="connsiteX187" fmla="*/ 64534 w 246751"/>
                  <a:gd name="connsiteY187" fmla="*/ 105408 h 246752"/>
                  <a:gd name="connsiteX188" fmla="*/ 47938 w 246751"/>
                  <a:gd name="connsiteY188" fmla="*/ 100676 h 246752"/>
                  <a:gd name="connsiteX189" fmla="*/ 34222 w 246751"/>
                  <a:gd name="connsiteY189" fmla="*/ 96561 h 246752"/>
                  <a:gd name="connsiteX190" fmla="*/ 70295 w 246751"/>
                  <a:gd name="connsiteY190" fmla="*/ 46977 h 246752"/>
                  <a:gd name="connsiteX191" fmla="*/ 31890 w 246751"/>
                  <a:gd name="connsiteY191" fmla="*/ 106505 h 246752"/>
                  <a:gd name="connsiteX192" fmla="*/ 45606 w 246751"/>
                  <a:gd name="connsiteY192" fmla="*/ 109043 h 246752"/>
                  <a:gd name="connsiteX193" fmla="*/ 62477 w 246751"/>
                  <a:gd name="connsiteY193" fmla="*/ 112334 h 246752"/>
                  <a:gd name="connsiteX194" fmla="*/ 81336 w 246751"/>
                  <a:gd name="connsiteY194" fmla="*/ 116243 h 246752"/>
                  <a:gd name="connsiteX195" fmla="*/ 91280 w 246751"/>
                  <a:gd name="connsiteY195" fmla="*/ 118369 h 246752"/>
                  <a:gd name="connsiteX196" fmla="*/ 101430 w 246751"/>
                  <a:gd name="connsiteY196" fmla="*/ 120633 h 246752"/>
                  <a:gd name="connsiteX197" fmla="*/ 116106 w 246751"/>
                  <a:gd name="connsiteY197" fmla="*/ 124062 h 246752"/>
                  <a:gd name="connsiteX198" fmla="*/ 103213 w 246751"/>
                  <a:gd name="connsiteY198" fmla="*/ 131880 h 246752"/>
                  <a:gd name="connsiteX199" fmla="*/ 94229 w 246751"/>
                  <a:gd name="connsiteY199" fmla="*/ 137229 h 246752"/>
                  <a:gd name="connsiteX200" fmla="*/ 85451 w 246751"/>
                  <a:gd name="connsiteY200" fmla="*/ 142304 h 246752"/>
                  <a:gd name="connsiteX201" fmla="*/ 68786 w 246751"/>
                  <a:gd name="connsiteY201" fmla="*/ 151905 h 246752"/>
                  <a:gd name="connsiteX202" fmla="*/ 53699 w 246751"/>
                  <a:gd name="connsiteY202" fmla="*/ 160272 h 246752"/>
                  <a:gd name="connsiteX203" fmla="*/ 41217 w 246751"/>
                  <a:gd name="connsiteY203" fmla="*/ 167130 h 246752"/>
                  <a:gd name="connsiteX204" fmla="*/ 31890 w 246751"/>
                  <a:gd name="connsiteY204" fmla="*/ 106505 h 246752"/>
                  <a:gd name="connsiteX205" fmla="*/ 46909 w 246751"/>
                  <a:gd name="connsiteY205" fmla="*/ 175771 h 246752"/>
                  <a:gd name="connsiteX206" fmla="*/ 58636 w 246751"/>
                  <a:gd name="connsiteY206" fmla="*/ 167678 h 246752"/>
                  <a:gd name="connsiteX207" fmla="*/ 72901 w 246751"/>
                  <a:gd name="connsiteY207" fmla="*/ 158009 h 246752"/>
                  <a:gd name="connsiteX208" fmla="*/ 88949 w 246751"/>
                  <a:gd name="connsiteY208" fmla="*/ 147447 h 246752"/>
                  <a:gd name="connsiteX209" fmla="*/ 97521 w 246751"/>
                  <a:gd name="connsiteY209" fmla="*/ 141961 h 246752"/>
                  <a:gd name="connsiteX210" fmla="*/ 106299 w 246751"/>
                  <a:gd name="connsiteY210" fmla="*/ 136406 h 246752"/>
                  <a:gd name="connsiteX211" fmla="*/ 119124 w 246751"/>
                  <a:gd name="connsiteY211" fmla="*/ 128382 h 246752"/>
                  <a:gd name="connsiteX212" fmla="*/ 115489 w 246751"/>
                  <a:gd name="connsiteY212" fmla="*/ 143058 h 246752"/>
                  <a:gd name="connsiteX213" fmla="*/ 112883 w 246751"/>
                  <a:gd name="connsiteY213" fmla="*/ 153139 h 246752"/>
                  <a:gd name="connsiteX214" fmla="*/ 110346 w 246751"/>
                  <a:gd name="connsiteY214" fmla="*/ 162946 h 246752"/>
                  <a:gd name="connsiteX215" fmla="*/ 105339 w 246751"/>
                  <a:gd name="connsiteY215" fmla="*/ 181532 h 246752"/>
                  <a:gd name="connsiteX216" fmla="*/ 100607 w 246751"/>
                  <a:gd name="connsiteY216" fmla="*/ 198128 h 246752"/>
                  <a:gd name="connsiteX217" fmla="*/ 96492 w 246751"/>
                  <a:gd name="connsiteY217" fmla="*/ 211844 h 246752"/>
                  <a:gd name="connsiteX218" fmla="*/ 46909 w 246751"/>
                  <a:gd name="connsiteY218" fmla="*/ 175771 h 246752"/>
                  <a:gd name="connsiteX219" fmla="*/ 106505 w 246751"/>
                  <a:gd name="connsiteY219" fmla="*/ 214107 h 246752"/>
                  <a:gd name="connsiteX220" fmla="*/ 108974 w 246751"/>
                  <a:gd name="connsiteY220" fmla="*/ 200391 h 246752"/>
                  <a:gd name="connsiteX221" fmla="*/ 112266 w 246751"/>
                  <a:gd name="connsiteY221" fmla="*/ 183452 h 246752"/>
                  <a:gd name="connsiteX222" fmla="*/ 116175 w 246751"/>
                  <a:gd name="connsiteY222" fmla="*/ 164661 h 246752"/>
                  <a:gd name="connsiteX223" fmla="*/ 118370 w 246751"/>
                  <a:gd name="connsiteY223" fmla="*/ 154717 h 246752"/>
                  <a:gd name="connsiteX224" fmla="*/ 120633 w 246751"/>
                  <a:gd name="connsiteY224" fmla="*/ 144567 h 246752"/>
                  <a:gd name="connsiteX225" fmla="*/ 124062 w 246751"/>
                  <a:gd name="connsiteY225" fmla="*/ 129891 h 246752"/>
                  <a:gd name="connsiteX226" fmla="*/ 131880 w 246751"/>
                  <a:gd name="connsiteY226" fmla="*/ 142784 h 246752"/>
                  <a:gd name="connsiteX227" fmla="*/ 137160 w 246751"/>
                  <a:gd name="connsiteY227" fmla="*/ 151768 h 246752"/>
                  <a:gd name="connsiteX228" fmla="*/ 142304 w 246751"/>
                  <a:gd name="connsiteY228" fmla="*/ 160478 h 246752"/>
                  <a:gd name="connsiteX229" fmla="*/ 151837 w 246751"/>
                  <a:gd name="connsiteY229" fmla="*/ 177211 h 246752"/>
                  <a:gd name="connsiteX230" fmla="*/ 160203 w 246751"/>
                  <a:gd name="connsiteY230" fmla="*/ 192230 h 246752"/>
                  <a:gd name="connsiteX231" fmla="*/ 167061 w 246751"/>
                  <a:gd name="connsiteY231" fmla="*/ 204780 h 246752"/>
                  <a:gd name="connsiteX232" fmla="*/ 106779 w 246751"/>
                  <a:gd name="connsiteY232" fmla="*/ 214107 h 246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</a:cxnLst>
                <a:rect l="l" t="t" r="r" b="b"/>
                <a:pathLst>
                  <a:path w="246751" h="246752">
                    <a:moveTo>
                      <a:pt x="176182" y="222542"/>
                    </a:moveTo>
                    <a:lnTo>
                      <a:pt x="176731" y="223571"/>
                    </a:lnTo>
                    <a:lnTo>
                      <a:pt x="177074" y="223571"/>
                    </a:lnTo>
                    <a:cubicBezTo>
                      <a:pt x="182012" y="227823"/>
                      <a:pt x="185921" y="230086"/>
                      <a:pt x="187841" y="228920"/>
                    </a:cubicBezTo>
                    <a:cubicBezTo>
                      <a:pt x="189761" y="227754"/>
                      <a:pt x="189556" y="223160"/>
                      <a:pt x="187841" y="216919"/>
                    </a:cubicBezTo>
                    <a:lnTo>
                      <a:pt x="188253" y="216919"/>
                    </a:lnTo>
                    <a:lnTo>
                      <a:pt x="187567" y="216027"/>
                    </a:lnTo>
                    <a:cubicBezTo>
                      <a:pt x="186675" y="212735"/>
                      <a:pt x="185441" y="209169"/>
                      <a:pt x="183932" y="204986"/>
                    </a:cubicBezTo>
                    <a:cubicBezTo>
                      <a:pt x="186058" y="203409"/>
                      <a:pt x="188115" y="201831"/>
                      <a:pt x="190036" y="200117"/>
                    </a:cubicBezTo>
                    <a:cubicBezTo>
                      <a:pt x="201077" y="206975"/>
                      <a:pt x="210610" y="211432"/>
                      <a:pt x="212941" y="208826"/>
                    </a:cubicBezTo>
                    <a:cubicBezTo>
                      <a:pt x="215273" y="206220"/>
                      <a:pt x="210472" y="197099"/>
                      <a:pt x="202997" y="186469"/>
                    </a:cubicBezTo>
                    <a:cubicBezTo>
                      <a:pt x="204643" y="184412"/>
                      <a:pt x="206152" y="182286"/>
                      <a:pt x="207592" y="180160"/>
                    </a:cubicBezTo>
                    <a:cubicBezTo>
                      <a:pt x="220005" y="183932"/>
                      <a:pt x="230223" y="185715"/>
                      <a:pt x="231938" y="182629"/>
                    </a:cubicBezTo>
                    <a:cubicBezTo>
                      <a:pt x="233652" y="179543"/>
                      <a:pt x="226520" y="171930"/>
                      <a:pt x="216507" y="163564"/>
                    </a:cubicBezTo>
                    <a:cubicBezTo>
                      <a:pt x="217536" y="161163"/>
                      <a:pt x="218496" y="158763"/>
                      <a:pt x="219319" y="156294"/>
                    </a:cubicBezTo>
                    <a:cubicBezTo>
                      <a:pt x="223571" y="156294"/>
                      <a:pt x="227480" y="156294"/>
                      <a:pt x="230909" y="156294"/>
                    </a:cubicBezTo>
                    <a:lnTo>
                      <a:pt x="232007" y="156294"/>
                    </a:lnTo>
                    <a:lnTo>
                      <a:pt x="232007" y="155814"/>
                    </a:lnTo>
                    <a:cubicBezTo>
                      <a:pt x="238522" y="155403"/>
                      <a:pt x="242911" y="154237"/>
                      <a:pt x="243459" y="152042"/>
                    </a:cubicBezTo>
                    <a:cubicBezTo>
                      <a:pt x="244008" y="149848"/>
                      <a:pt x="240579" y="146830"/>
                      <a:pt x="235024" y="143470"/>
                    </a:cubicBezTo>
                    <a:lnTo>
                      <a:pt x="235024" y="143058"/>
                    </a:lnTo>
                    <a:lnTo>
                      <a:pt x="233858" y="143058"/>
                    </a:lnTo>
                    <a:cubicBezTo>
                      <a:pt x="230909" y="141344"/>
                      <a:pt x="227412" y="139561"/>
                      <a:pt x="223571" y="137778"/>
                    </a:cubicBezTo>
                    <a:cubicBezTo>
                      <a:pt x="223914" y="135171"/>
                      <a:pt x="224257" y="132634"/>
                      <a:pt x="224394" y="130028"/>
                    </a:cubicBezTo>
                    <a:cubicBezTo>
                      <a:pt x="237081" y="127079"/>
                      <a:pt x="246820" y="123513"/>
                      <a:pt x="246751" y="120015"/>
                    </a:cubicBezTo>
                    <a:cubicBezTo>
                      <a:pt x="246683" y="116518"/>
                      <a:pt x="236739" y="113157"/>
                      <a:pt x="223914" y="111168"/>
                    </a:cubicBezTo>
                    <a:cubicBezTo>
                      <a:pt x="223571" y="108631"/>
                      <a:pt x="223160" y="106025"/>
                      <a:pt x="222680" y="103488"/>
                    </a:cubicBezTo>
                    <a:cubicBezTo>
                      <a:pt x="234133" y="97384"/>
                      <a:pt x="242636" y="91417"/>
                      <a:pt x="241608" y="88057"/>
                    </a:cubicBezTo>
                    <a:cubicBezTo>
                      <a:pt x="240579" y="84696"/>
                      <a:pt x="230292" y="84285"/>
                      <a:pt x="217330" y="85451"/>
                    </a:cubicBezTo>
                    <a:cubicBezTo>
                      <a:pt x="216370" y="83051"/>
                      <a:pt x="215273" y="80650"/>
                      <a:pt x="214107" y="78593"/>
                    </a:cubicBezTo>
                    <a:cubicBezTo>
                      <a:pt x="217193" y="75713"/>
                      <a:pt x="220005" y="72901"/>
                      <a:pt x="222268" y="70363"/>
                    </a:cubicBezTo>
                    <a:lnTo>
                      <a:pt x="223297" y="69883"/>
                    </a:lnTo>
                    <a:lnTo>
                      <a:pt x="223297" y="69472"/>
                    </a:lnTo>
                    <a:cubicBezTo>
                      <a:pt x="227549" y="64603"/>
                      <a:pt x="230155" y="60693"/>
                      <a:pt x="228646" y="58773"/>
                    </a:cubicBezTo>
                    <a:cubicBezTo>
                      <a:pt x="227137" y="56853"/>
                      <a:pt x="222954" y="57059"/>
                      <a:pt x="216645" y="58773"/>
                    </a:cubicBezTo>
                    <a:lnTo>
                      <a:pt x="216645" y="58430"/>
                    </a:lnTo>
                    <a:lnTo>
                      <a:pt x="215753" y="59116"/>
                    </a:lnTo>
                    <a:cubicBezTo>
                      <a:pt x="212461" y="60008"/>
                      <a:pt x="208895" y="61242"/>
                      <a:pt x="204780" y="62682"/>
                    </a:cubicBezTo>
                    <a:cubicBezTo>
                      <a:pt x="203203" y="60556"/>
                      <a:pt x="201557" y="58568"/>
                      <a:pt x="199843" y="56647"/>
                    </a:cubicBezTo>
                    <a:cubicBezTo>
                      <a:pt x="206701" y="45537"/>
                      <a:pt x="211158" y="36073"/>
                      <a:pt x="208552" y="33742"/>
                    </a:cubicBezTo>
                    <a:cubicBezTo>
                      <a:pt x="205946" y="31410"/>
                      <a:pt x="196825" y="36211"/>
                      <a:pt x="186195" y="43686"/>
                    </a:cubicBezTo>
                    <a:cubicBezTo>
                      <a:pt x="184138" y="42040"/>
                      <a:pt x="182012" y="40531"/>
                      <a:pt x="179886" y="39091"/>
                    </a:cubicBezTo>
                    <a:cubicBezTo>
                      <a:pt x="183658" y="26609"/>
                      <a:pt x="185509" y="16460"/>
                      <a:pt x="182355" y="14745"/>
                    </a:cubicBezTo>
                    <a:cubicBezTo>
                      <a:pt x="179200" y="13031"/>
                      <a:pt x="171656" y="20163"/>
                      <a:pt x="163289" y="30107"/>
                    </a:cubicBezTo>
                    <a:cubicBezTo>
                      <a:pt x="160889" y="29078"/>
                      <a:pt x="158489" y="28187"/>
                      <a:pt x="156020" y="27364"/>
                    </a:cubicBezTo>
                    <a:cubicBezTo>
                      <a:pt x="156020" y="23112"/>
                      <a:pt x="156020" y="19134"/>
                      <a:pt x="156020" y="15774"/>
                    </a:cubicBezTo>
                    <a:cubicBezTo>
                      <a:pt x="156116" y="15403"/>
                      <a:pt x="156233" y="15033"/>
                      <a:pt x="156363" y="14676"/>
                    </a:cubicBezTo>
                    <a:lnTo>
                      <a:pt x="155951" y="14676"/>
                    </a:lnTo>
                    <a:cubicBezTo>
                      <a:pt x="155471" y="8230"/>
                      <a:pt x="154305" y="3841"/>
                      <a:pt x="152111" y="3292"/>
                    </a:cubicBezTo>
                    <a:cubicBezTo>
                      <a:pt x="149916" y="2744"/>
                      <a:pt x="146899" y="6173"/>
                      <a:pt x="143607" y="11727"/>
                    </a:cubicBezTo>
                    <a:lnTo>
                      <a:pt x="143127" y="11727"/>
                    </a:lnTo>
                    <a:lnTo>
                      <a:pt x="143127" y="12825"/>
                    </a:lnTo>
                    <a:cubicBezTo>
                      <a:pt x="141412" y="15842"/>
                      <a:pt x="139629" y="19340"/>
                      <a:pt x="137846" y="23180"/>
                    </a:cubicBezTo>
                    <a:cubicBezTo>
                      <a:pt x="135281" y="22769"/>
                      <a:pt x="132696" y="22495"/>
                      <a:pt x="130097" y="22357"/>
                    </a:cubicBezTo>
                    <a:cubicBezTo>
                      <a:pt x="127148" y="9670"/>
                      <a:pt x="123650" y="-68"/>
                      <a:pt x="120084" y="0"/>
                    </a:cubicBezTo>
                    <a:cubicBezTo>
                      <a:pt x="116518" y="69"/>
                      <a:pt x="113226" y="10013"/>
                      <a:pt x="111306" y="22837"/>
                    </a:cubicBezTo>
                    <a:cubicBezTo>
                      <a:pt x="108700" y="23112"/>
                      <a:pt x="106114" y="23523"/>
                      <a:pt x="103556" y="24072"/>
                    </a:cubicBezTo>
                    <a:cubicBezTo>
                      <a:pt x="97453" y="12550"/>
                      <a:pt x="91555" y="4047"/>
                      <a:pt x="88126" y="5075"/>
                    </a:cubicBezTo>
                    <a:cubicBezTo>
                      <a:pt x="84697" y="6104"/>
                      <a:pt x="84354" y="16460"/>
                      <a:pt x="85520" y="29421"/>
                    </a:cubicBezTo>
                    <a:cubicBezTo>
                      <a:pt x="83119" y="30381"/>
                      <a:pt x="80788" y="31410"/>
                      <a:pt x="78662" y="32576"/>
                    </a:cubicBezTo>
                    <a:cubicBezTo>
                      <a:pt x="75781" y="29490"/>
                      <a:pt x="73038" y="26747"/>
                      <a:pt x="70432" y="24415"/>
                    </a:cubicBezTo>
                    <a:cubicBezTo>
                      <a:pt x="70295" y="24058"/>
                      <a:pt x="70137" y="23715"/>
                      <a:pt x="69952" y="23386"/>
                    </a:cubicBezTo>
                    <a:lnTo>
                      <a:pt x="69609" y="23386"/>
                    </a:lnTo>
                    <a:cubicBezTo>
                      <a:pt x="64671" y="19066"/>
                      <a:pt x="60762" y="16528"/>
                      <a:pt x="58842" y="18037"/>
                    </a:cubicBezTo>
                    <a:cubicBezTo>
                      <a:pt x="56922" y="19545"/>
                      <a:pt x="57196" y="23729"/>
                      <a:pt x="58842" y="30038"/>
                    </a:cubicBezTo>
                    <a:lnTo>
                      <a:pt x="58431" y="30038"/>
                    </a:lnTo>
                    <a:lnTo>
                      <a:pt x="59185" y="30930"/>
                    </a:lnTo>
                    <a:cubicBezTo>
                      <a:pt x="60152" y="34681"/>
                      <a:pt x="61345" y="38364"/>
                      <a:pt x="62751" y="41971"/>
                    </a:cubicBezTo>
                    <a:cubicBezTo>
                      <a:pt x="60625" y="43548"/>
                      <a:pt x="58568" y="45195"/>
                      <a:pt x="56648" y="46909"/>
                    </a:cubicBezTo>
                    <a:cubicBezTo>
                      <a:pt x="45606" y="40051"/>
                      <a:pt x="36074" y="35593"/>
                      <a:pt x="33742" y="38199"/>
                    </a:cubicBezTo>
                    <a:cubicBezTo>
                      <a:pt x="31410" y="40805"/>
                      <a:pt x="36211" y="49858"/>
                      <a:pt x="43686" y="60488"/>
                    </a:cubicBezTo>
                    <a:cubicBezTo>
                      <a:pt x="42040" y="62614"/>
                      <a:pt x="40531" y="64671"/>
                      <a:pt x="39091" y="66866"/>
                    </a:cubicBezTo>
                    <a:cubicBezTo>
                      <a:pt x="26678" y="63094"/>
                      <a:pt x="16460" y="61242"/>
                      <a:pt x="14745" y="64397"/>
                    </a:cubicBezTo>
                    <a:cubicBezTo>
                      <a:pt x="13031" y="67551"/>
                      <a:pt x="20163" y="75095"/>
                      <a:pt x="30107" y="83394"/>
                    </a:cubicBezTo>
                    <a:cubicBezTo>
                      <a:pt x="29078" y="85794"/>
                      <a:pt x="28187" y="88263"/>
                      <a:pt x="27364" y="90732"/>
                    </a:cubicBezTo>
                    <a:cubicBezTo>
                      <a:pt x="23503" y="90526"/>
                      <a:pt x="19635" y="90526"/>
                      <a:pt x="15774" y="90732"/>
                    </a:cubicBezTo>
                    <a:lnTo>
                      <a:pt x="14677" y="90320"/>
                    </a:lnTo>
                    <a:lnTo>
                      <a:pt x="14677" y="90800"/>
                    </a:lnTo>
                    <a:cubicBezTo>
                      <a:pt x="8230" y="91212"/>
                      <a:pt x="3841" y="92378"/>
                      <a:pt x="3292" y="94572"/>
                    </a:cubicBezTo>
                    <a:cubicBezTo>
                      <a:pt x="2744" y="96767"/>
                      <a:pt x="6173" y="99853"/>
                      <a:pt x="11728" y="103145"/>
                    </a:cubicBezTo>
                    <a:lnTo>
                      <a:pt x="11728" y="103625"/>
                    </a:lnTo>
                    <a:lnTo>
                      <a:pt x="12893" y="103625"/>
                    </a:lnTo>
                    <a:cubicBezTo>
                      <a:pt x="15842" y="105339"/>
                      <a:pt x="19340" y="107122"/>
                      <a:pt x="23180" y="108905"/>
                    </a:cubicBezTo>
                    <a:cubicBezTo>
                      <a:pt x="22769" y="111470"/>
                      <a:pt x="22495" y="114056"/>
                      <a:pt x="22358" y="116655"/>
                    </a:cubicBezTo>
                    <a:cubicBezTo>
                      <a:pt x="9670" y="119535"/>
                      <a:pt x="-68" y="123101"/>
                      <a:pt x="0" y="126668"/>
                    </a:cubicBezTo>
                    <a:cubicBezTo>
                      <a:pt x="69" y="130234"/>
                      <a:pt x="10013" y="133183"/>
                      <a:pt x="22838" y="135446"/>
                    </a:cubicBezTo>
                    <a:cubicBezTo>
                      <a:pt x="22838" y="138052"/>
                      <a:pt x="23523" y="140589"/>
                      <a:pt x="24072" y="143195"/>
                    </a:cubicBezTo>
                    <a:cubicBezTo>
                      <a:pt x="12619" y="149299"/>
                      <a:pt x="4115" y="155197"/>
                      <a:pt x="5144" y="158626"/>
                    </a:cubicBezTo>
                    <a:cubicBezTo>
                      <a:pt x="6173" y="162055"/>
                      <a:pt x="16528" y="162329"/>
                      <a:pt x="29421" y="161232"/>
                    </a:cubicBezTo>
                    <a:cubicBezTo>
                      <a:pt x="30381" y="163564"/>
                      <a:pt x="31479" y="165964"/>
                      <a:pt x="32645" y="168090"/>
                    </a:cubicBezTo>
                    <a:cubicBezTo>
                      <a:pt x="29558" y="170970"/>
                      <a:pt x="26747" y="173782"/>
                      <a:pt x="24415" y="176319"/>
                    </a:cubicBezTo>
                    <a:lnTo>
                      <a:pt x="23455" y="176800"/>
                    </a:lnTo>
                    <a:lnTo>
                      <a:pt x="23455" y="177211"/>
                    </a:lnTo>
                    <a:cubicBezTo>
                      <a:pt x="19203" y="182080"/>
                      <a:pt x="16597" y="186058"/>
                      <a:pt x="18106" y="187978"/>
                    </a:cubicBezTo>
                    <a:cubicBezTo>
                      <a:pt x="19614" y="189898"/>
                      <a:pt x="23798" y="189624"/>
                      <a:pt x="30107" y="187978"/>
                    </a:cubicBezTo>
                    <a:lnTo>
                      <a:pt x="30107" y="188390"/>
                    </a:lnTo>
                    <a:lnTo>
                      <a:pt x="30999" y="187635"/>
                    </a:lnTo>
                    <a:cubicBezTo>
                      <a:pt x="34290" y="186744"/>
                      <a:pt x="37857" y="185509"/>
                      <a:pt x="41971" y="184069"/>
                    </a:cubicBezTo>
                    <a:cubicBezTo>
                      <a:pt x="43549" y="186195"/>
                      <a:pt x="45195" y="188184"/>
                      <a:pt x="46909" y="190173"/>
                    </a:cubicBezTo>
                    <a:cubicBezTo>
                      <a:pt x="40051" y="201214"/>
                      <a:pt x="35593" y="210747"/>
                      <a:pt x="38199" y="213010"/>
                    </a:cubicBezTo>
                    <a:cubicBezTo>
                      <a:pt x="40806" y="215273"/>
                      <a:pt x="49927" y="210609"/>
                      <a:pt x="60557" y="203134"/>
                    </a:cubicBezTo>
                    <a:cubicBezTo>
                      <a:pt x="62614" y="204712"/>
                      <a:pt x="64740" y="206289"/>
                      <a:pt x="66866" y="207729"/>
                    </a:cubicBezTo>
                    <a:cubicBezTo>
                      <a:pt x="63094" y="220142"/>
                      <a:pt x="61242" y="230361"/>
                      <a:pt x="64397" y="232075"/>
                    </a:cubicBezTo>
                    <a:cubicBezTo>
                      <a:pt x="67552" y="233790"/>
                      <a:pt x="75096" y="226657"/>
                      <a:pt x="83394" y="216713"/>
                    </a:cubicBezTo>
                    <a:cubicBezTo>
                      <a:pt x="85794" y="217673"/>
                      <a:pt x="88263" y="218633"/>
                      <a:pt x="90732" y="219456"/>
                    </a:cubicBezTo>
                    <a:cubicBezTo>
                      <a:pt x="90526" y="223317"/>
                      <a:pt x="90526" y="227185"/>
                      <a:pt x="90732" y="231046"/>
                    </a:cubicBezTo>
                    <a:lnTo>
                      <a:pt x="90389" y="232144"/>
                    </a:lnTo>
                    <a:lnTo>
                      <a:pt x="90800" y="232144"/>
                    </a:lnTo>
                    <a:cubicBezTo>
                      <a:pt x="91212" y="238659"/>
                      <a:pt x="92446" y="243048"/>
                      <a:pt x="94641" y="243528"/>
                    </a:cubicBezTo>
                    <a:cubicBezTo>
                      <a:pt x="96835" y="244008"/>
                      <a:pt x="99853" y="240648"/>
                      <a:pt x="103145" y="235093"/>
                    </a:cubicBezTo>
                    <a:lnTo>
                      <a:pt x="103625" y="235093"/>
                    </a:lnTo>
                    <a:cubicBezTo>
                      <a:pt x="103625" y="235093"/>
                      <a:pt x="103625" y="234681"/>
                      <a:pt x="103625" y="233927"/>
                    </a:cubicBezTo>
                    <a:cubicBezTo>
                      <a:pt x="105339" y="230978"/>
                      <a:pt x="107122" y="227480"/>
                      <a:pt x="108905" y="223640"/>
                    </a:cubicBezTo>
                    <a:cubicBezTo>
                      <a:pt x="111443" y="223983"/>
                      <a:pt x="114049" y="224257"/>
                      <a:pt x="116655" y="224463"/>
                    </a:cubicBezTo>
                    <a:cubicBezTo>
                      <a:pt x="119604" y="237150"/>
                      <a:pt x="123102" y="246888"/>
                      <a:pt x="126668" y="246751"/>
                    </a:cubicBezTo>
                    <a:cubicBezTo>
                      <a:pt x="130234" y="246614"/>
                      <a:pt x="133526" y="236738"/>
                      <a:pt x="135446" y="223983"/>
                    </a:cubicBezTo>
                    <a:cubicBezTo>
                      <a:pt x="138052" y="223640"/>
                      <a:pt x="140658" y="223228"/>
                      <a:pt x="143195" y="222748"/>
                    </a:cubicBezTo>
                    <a:cubicBezTo>
                      <a:pt x="149299" y="234201"/>
                      <a:pt x="155266" y="242705"/>
                      <a:pt x="158626" y="241676"/>
                    </a:cubicBezTo>
                    <a:cubicBezTo>
                      <a:pt x="161986" y="240648"/>
                      <a:pt x="162398" y="230361"/>
                      <a:pt x="161232" y="217330"/>
                    </a:cubicBezTo>
                    <a:cubicBezTo>
                      <a:pt x="163632" y="216370"/>
                      <a:pt x="166033" y="215342"/>
                      <a:pt x="168090" y="214176"/>
                    </a:cubicBezTo>
                    <a:cubicBezTo>
                      <a:pt x="170902" y="217467"/>
                      <a:pt x="173645" y="220279"/>
                      <a:pt x="176182" y="222542"/>
                    </a:cubicBezTo>
                    <a:close/>
                    <a:moveTo>
                      <a:pt x="175702" y="199157"/>
                    </a:moveTo>
                    <a:cubicBezTo>
                      <a:pt x="173234" y="195659"/>
                      <a:pt x="170559" y="191750"/>
                      <a:pt x="167610" y="187429"/>
                    </a:cubicBezTo>
                    <a:lnTo>
                      <a:pt x="157940" y="173165"/>
                    </a:lnTo>
                    <a:cubicBezTo>
                      <a:pt x="154580" y="168090"/>
                      <a:pt x="151082" y="162672"/>
                      <a:pt x="147447" y="157049"/>
                    </a:cubicBezTo>
                    <a:cubicBezTo>
                      <a:pt x="145596" y="154305"/>
                      <a:pt x="143744" y="151425"/>
                      <a:pt x="141961" y="148545"/>
                    </a:cubicBezTo>
                    <a:cubicBezTo>
                      <a:pt x="140178" y="145664"/>
                      <a:pt x="138189" y="142715"/>
                      <a:pt x="136337" y="139766"/>
                    </a:cubicBezTo>
                    <a:lnTo>
                      <a:pt x="128382" y="126942"/>
                    </a:lnTo>
                    <a:lnTo>
                      <a:pt x="142990" y="130577"/>
                    </a:lnTo>
                    <a:lnTo>
                      <a:pt x="153071" y="133114"/>
                    </a:lnTo>
                    <a:lnTo>
                      <a:pt x="162947" y="135720"/>
                    </a:lnTo>
                    <a:cubicBezTo>
                      <a:pt x="169393" y="137366"/>
                      <a:pt x="175565" y="139081"/>
                      <a:pt x="181532" y="140726"/>
                    </a:cubicBezTo>
                    <a:lnTo>
                      <a:pt x="198059" y="145458"/>
                    </a:lnTo>
                    <a:cubicBezTo>
                      <a:pt x="203066" y="146899"/>
                      <a:pt x="207592" y="148270"/>
                      <a:pt x="211775" y="149573"/>
                    </a:cubicBezTo>
                    <a:cubicBezTo>
                      <a:pt x="205713" y="169708"/>
                      <a:pt x="192991" y="187189"/>
                      <a:pt x="175702" y="199157"/>
                    </a:cubicBezTo>
                    <a:close/>
                    <a:moveTo>
                      <a:pt x="214039" y="139561"/>
                    </a:moveTo>
                    <a:lnTo>
                      <a:pt x="200323" y="137023"/>
                    </a:lnTo>
                    <a:lnTo>
                      <a:pt x="183383" y="133731"/>
                    </a:lnTo>
                    <a:cubicBezTo>
                      <a:pt x="177417" y="132565"/>
                      <a:pt x="171108" y="131262"/>
                      <a:pt x="164592" y="129822"/>
                    </a:cubicBezTo>
                    <a:lnTo>
                      <a:pt x="154717" y="127696"/>
                    </a:lnTo>
                    <a:lnTo>
                      <a:pt x="144498" y="125433"/>
                    </a:lnTo>
                    <a:lnTo>
                      <a:pt x="129822" y="122004"/>
                    </a:lnTo>
                    <a:cubicBezTo>
                      <a:pt x="134143" y="119398"/>
                      <a:pt x="138463" y="116723"/>
                      <a:pt x="142784" y="114186"/>
                    </a:cubicBezTo>
                    <a:lnTo>
                      <a:pt x="151699" y="108905"/>
                    </a:lnTo>
                    <a:cubicBezTo>
                      <a:pt x="154648" y="107122"/>
                      <a:pt x="157529" y="105408"/>
                      <a:pt x="160478" y="103762"/>
                    </a:cubicBezTo>
                    <a:cubicBezTo>
                      <a:pt x="166170" y="100401"/>
                      <a:pt x="171793" y="96904"/>
                      <a:pt x="177143" y="94161"/>
                    </a:cubicBezTo>
                    <a:cubicBezTo>
                      <a:pt x="182492" y="91417"/>
                      <a:pt x="187498" y="88331"/>
                      <a:pt x="192230" y="85794"/>
                    </a:cubicBezTo>
                    <a:lnTo>
                      <a:pt x="204712" y="78936"/>
                    </a:lnTo>
                    <a:cubicBezTo>
                      <a:pt x="214690" y="97473"/>
                      <a:pt x="217982" y="118884"/>
                      <a:pt x="214039" y="139561"/>
                    </a:cubicBezTo>
                    <a:close/>
                    <a:moveTo>
                      <a:pt x="199088" y="70363"/>
                    </a:moveTo>
                    <a:lnTo>
                      <a:pt x="187430" y="78456"/>
                    </a:lnTo>
                    <a:lnTo>
                      <a:pt x="173096" y="88125"/>
                    </a:lnTo>
                    <a:cubicBezTo>
                      <a:pt x="168021" y="91486"/>
                      <a:pt x="162672" y="94983"/>
                      <a:pt x="157049" y="98618"/>
                    </a:cubicBezTo>
                    <a:lnTo>
                      <a:pt x="148476" y="104105"/>
                    </a:lnTo>
                    <a:lnTo>
                      <a:pt x="139698" y="109728"/>
                    </a:lnTo>
                    <a:cubicBezTo>
                      <a:pt x="135515" y="112403"/>
                      <a:pt x="131194" y="115009"/>
                      <a:pt x="126873" y="117684"/>
                    </a:cubicBezTo>
                    <a:cubicBezTo>
                      <a:pt x="128108" y="112746"/>
                      <a:pt x="129274" y="107877"/>
                      <a:pt x="130508" y="103007"/>
                    </a:cubicBezTo>
                    <a:cubicBezTo>
                      <a:pt x="131331" y="99578"/>
                      <a:pt x="132223" y="96149"/>
                      <a:pt x="133046" y="92926"/>
                    </a:cubicBezTo>
                    <a:cubicBezTo>
                      <a:pt x="133869" y="89703"/>
                      <a:pt x="134760" y="86068"/>
                      <a:pt x="135652" y="83119"/>
                    </a:cubicBezTo>
                    <a:cubicBezTo>
                      <a:pt x="137366" y="76673"/>
                      <a:pt x="139012" y="70432"/>
                      <a:pt x="140658" y="64534"/>
                    </a:cubicBezTo>
                    <a:cubicBezTo>
                      <a:pt x="142304" y="58636"/>
                      <a:pt x="143881" y="53081"/>
                      <a:pt x="145390" y="47938"/>
                    </a:cubicBezTo>
                    <a:cubicBezTo>
                      <a:pt x="146899" y="42794"/>
                      <a:pt x="148270" y="38405"/>
                      <a:pt x="149505" y="34222"/>
                    </a:cubicBezTo>
                    <a:cubicBezTo>
                      <a:pt x="169681" y="40243"/>
                      <a:pt x="187183" y="52999"/>
                      <a:pt x="199088" y="70363"/>
                    </a:cubicBezTo>
                    <a:close/>
                    <a:moveTo>
                      <a:pt x="139561" y="31959"/>
                    </a:moveTo>
                    <a:cubicBezTo>
                      <a:pt x="138806" y="36142"/>
                      <a:pt x="137983" y="40874"/>
                      <a:pt x="137023" y="45675"/>
                    </a:cubicBezTo>
                    <a:cubicBezTo>
                      <a:pt x="136063" y="50475"/>
                      <a:pt x="134966" y="56647"/>
                      <a:pt x="133731" y="62614"/>
                    </a:cubicBezTo>
                    <a:cubicBezTo>
                      <a:pt x="132497" y="68580"/>
                      <a:pt x="131194" y="74890"/>
                      <a:pt x="129822" y="81473"/>
                    </a:cubicBezTo>
                    <a:cubicBezTo>
                      <a:pt x="129137" y="84696"/>
                      <a:pt x="128382" y="88331"/>
                      <a:pt x="127628" y="91349"/>
                    </a:cubicBezTo>
                    <a:cubicBezTo>
                      <a:pt x="126873" y="94366"/>
                      <a:pt x="126188" y="98207"/>
                      <a:pt x="125365" y="101499"/>
                    </a:cubicBezTo>
                    <a:cubicBezTo>
                      <a:pt x="124267" y="106368"/>
                      <a:pt x="123102" y="111306"/>
                      <a:pt x="121936" y="116243"/>
                    </a:cubicBezTo>
                    <a:lnTo>
                      <a:pt x="114118" y="103282"/>
                    </a:lnTo>
                    <a:lnTo>
                      <a:pt x="108837" y="94366"/>
                    </a:lnTo>
                    <a:cubicBezTo>
                      <a:pt x="107122" y="91417"/>
                      <a:pt x="105339" y="88469"/>
                      <a:pt x="103693" y="85588"/>
                    </a:cubicBezTo>
                    <a:cubicBezTo>
                      <a:pt x="100333" y="79827"/>
                      <a:pt x="96835" y="74272"/>
                      <a:pt x="94092" y="68923"/>
                    </a:cubicBezTo>
                    <a:lnTo>
                      <a:pt x="85725" y="53835"/>
                    </a:lnTo>
                    <a:lnTo>
                      <a:pt x="78867" y="41354"/>
                    </a:lnTo>
                    <a:cubicBezTo>
                      <a:pt x="97432" y="31389"/>
                      <a:pt x="118850" y="28077"/>
                      <a:pt x="139561" y="31959"/>
                    </a:cubicBezTo>
                    <a:close/>
                    <a:moveTo>
                      <a:pt x="70295" y="46977"/>
                    </a:moveTo>
                    <a:cubicBezTo>
                      <a:pt x="72764" y="50406"/>
                      <a:pt x="75507" y="54316"/>
                      <a:pt x="78387" y="58636"/>
                    </a:cubicBezTo>
                    <a:cubicBezTo>
                      <a:pt x="81268" y="62957"/>
                      <a:pt x="84697" y="67826"/>
                      <a:pt x="88057" y="72901"/>
                    </a:cubicBezTo>
                    <a:cubicBezTo>
                      <a:pt x="91418" y="77976"/>
                      <a:pt x="94915" y="83394"/>
                      <a:pt x="98618" y="89017"/>
                    </a:cubicBezTo>
                    <a:lnTo>
                      <a:pt x="104105" y="97521"/>
                    </a:lnTo>
                    <a:lnTo>
                      <a:pt x="109660" y="106299"/>
                    </a:lnTo>
                    <a:lnTo>
                      <a:pt x="117684" y="119192"/>
                    </a:lnTo>
                    <a:lnTo>
                      <a:pt x="102939" y="115557"/>
                    </a:lnTo>
                    <a:lnTo>
                      <a:pt x="92858" y="112952"/>
                    </a:lnTo>
                    <a:lnTo>
                      <a:pt x="83051" y="110414"/>
                    </a:lnTo>
                    <a:lnTo>
                      <a:pt x="64534" y="105408"/>
                    </a:lnTo>
                    <a:lnTo>
                      <a:pt x="47938" y="100676"/>
                    </a:lnTo>
                    <a:lnTo>
                      <a:pt x="34222" y="96561"/>
                    </a:lnTo>
                    <a:cubicBezTo>
                      <a:pt x="40223" y="76398"/>
                      <a:pt x="52958" y="58897"/>
                      <a:pt x="70295" y="46977"/>
                    </a:cubicBezTo>
                    <a:close/>
                    <a:moveTo>
                      <a:pt x="31890" y="106505"/>
                    </a:moveTo>
                    <a:lnTo>
                      <a:pt x="45606" y="109043"/>
                    </a:lnTo>
                    <a:cubicBezTo>
                      <a:pt x="50818" y="110003"/>
                      <a:pt x="56510" y="111100"/>
                      <a:pt x="62477" y="112334"/>
                    </a:cubicBezTo>
                    <a:cubicBezTo>
                      <a:pt x="68443" y="113569"/>
                      <a:pt x="74821" y="114803"/>
                      <a:pt x="81336" y="116243"/>
                    </a:cubicBezTo>
                    <a:lnTo>
                      <a:pt x="91280" y="118369"/>
                    </a:lnTo>
                    <a:lnTo>
                      <a:pt x="101430" y="120633"/>
                    </a:lnTo>
                    <a:lnTo>
                      <a:pt x="116106" y="124062"/>
                    </a:lnTo>
                    <a:lnTo>
                      <a:pt x="103213" y="131880"/>
                    </a:lnTo>
                    <a:lnTo>
                      <a:pt x="94229" y="137229"/>
                    </a:lnTo>
                    <a:lnTo>
                      <a:pt x="85451" y="142304"/>
                    </a:lnTo>
                    <a:lnTo>
                      <a:pt x="68786" y="151905"/>
                    </a:lnTo>
                    <a:cubicBezTo>
                      <a:pt x="63437" y="154923"/>
                      <a:pt x="58431" y="157734"/>
                      <a:pt x="53699" y="160272"/>
                    </a:cubicBezTo>
                    <a:lnTo>
                      <a:pt x="41217" y="167130"/>
                    </a:lnTo>
                    <a:cubicBezTo>
                      <a:pt x="31280" y="148579"/>
                      <a:pt x="27988" y="127189"/>
                      <a:pt x="31890" y="106505"/>
                    </a:cubicBezTo>
                    <a:close/>
                    <a:moveTo>
                      <a:pt x="46909" y="175771"/>
                    </a:moveTo>
                    <a:cubicBezTo>
                      <a:pt x="50407" y="173302"/>
                      <a:pt x="54316" y="170559"/>
                      <a:pt x="58636" y="167678"/>
                    </a:cubicBezTo>
                    <a:lnTo>
                      <a:pt x="72901" y="158009"/>
                    </a:lnTo>
                    <a:lnTo>
                      <a:pt x="88949" y="147447"/>
                    </a:lnTo>
                    <a:lnTo>
                      <a:pt x="97521" y="141961"/>
                    </a:lnTo>
                    <a:lnTo>
                      <a:pt x="106299" y="136406"/>
                    </a:lnTo>
                    <a:lnTo>
                      <a:pt x="119124" y="128382"/>
                    </a:lnTo>
                    <a:cubicBezTo>
                      <a:pt x="117889" y="133320"/>
                      <a:pt x="116724" y="138258"/>
                      <a:pt x="115489" y="143058"/>
                    </a:cubicBezTo>
                    <a:cubicBezTo>
                      <a:pt x="114666" y="146487"/>
                      <a:pt x="113775" y="149916"/>
                      <a:pt x="112883" y="153139"/>
                    </a:cubicBezTo>
                    <a:cubicBezTo>
                      <a:pt x="111992" y="156363"/>
                      <a:pt x="111237" y="159997"/>
                      <a:pt x="110346" y="162946"/>
                    </a:cubicBezTo>
                    <a:cubicBezTo>
                      <a:pt x="108631" y="169393"/>
                      <a:pt x="106917" y="175634"/>
                      <a:pt x="105339" y="181532"/>
                    </a:cubicBezTo>
                    <a:cubicBezTo>
                      <a:pt x="103762" y="187429"/>
                      <a:pt x="102116" y="192984"/>
                      <a:pt x="100607" y="198128"/>
                    </a:cubicBezTo>
                    <a:lnTo>
                      <a:pt x="96492" y="211844"/>
                    </a:lnTo>
                    <a:cubicBezTo>
                      <a:pt x="76337" y="205823"/>
                      <a:pt x="58842" y="193101"/>
                      <a:pt x="46909" y="175771"/>
                    </a:cubicBezTo>
                    <a:close/>
                    <a:moveTo>
                      <a:pt x="106505" y="214107"/>
                    </a:moveTo>
                    <a:cubicBezTo>
                      <a:pt x="107191" y="209903"/>
                      <a:pt x="108014" y="205329"/>
                      <a:pt x="108974" y="200391"/>
                    </a:cubicBezTo>
                    <a:cubicBezTo>
                      <a:pt x="110003" y="195179"/>
                      <a:pt x="111100" y="189487"/>
                      <a:pt x="112266" y="183452"/>
                    </a:cubicBezTo>
                    <a:cubicBezTo>
                      <a:pt x="113432" y="177417"/>
                      <a:pt x="114803" y="171176"/>
                      <a:pt x="116175" y="164661"/>
                    </a:cubicBezTo>
                    <a:cubicBezTo>
                      <a:pt x="116861" y="161369"/>
                      <a:pt x="117615" y="157803"/>
                      <a:pt x="118370" y="154717"/>
                    </a:cubicBezTo>
                    <a:cubicBezTo>
                      <a:pt x="119124" y="151631"/>
                      <a:pt x="119810" y="147859"/>
                      <a:pt x="120633" y="144567"/>
                    </a:cubicBezTo>
                    <a:cubicBezTo>
                      <a:pt x="121730" y="139698"/>
                      <a:pt x="122896" y="134760"/>
                      <a:pt x="124062" y="129891"/>
                    </a:cubicBezTo>
                    <a:lnTo>
                      <a:pt x="131880" y="142784"/>
                    </a:lnTo>
                    <a:cubicBezTo>
                      <a:pt x="133663" y="145801"/>
                      <a:pt x="135446" y="148750"/>
                      <a:pt x="137160" y="151768"/>
                    </a:cubicBezTo>
                    <a:lnTo>
                      <a:pt x="142304" y="160478"/>
                    </a:lnTo>
                    <a:lnTo>
                      <a:pt x="151837" y="177211"/>
                    </a:lnTo>
                    <a:cubicBezTo>
                      <a:pt x="154854" y="182492"/>
                      <a:pt x="157666" y="187567"/>
                      <a:pt x="160203" y="192230"/>
                    </a:cubicBezTo>
                    <a:lnTo>
                      <a:pt x="167061" y="204780"/>
                    </a:lnTo>
                    <a:cubicBezTo>
                      <a:pt x="148613" y="214663"/>
                      <a:pt x="127347" y="217954"/>
                      <a:pt x="106779" y="214107"/>
                    </a:cubicBezTo>
                    <a:close/>
                  </a:path>
                </a:pathLst>
              </a:custGeom>
              <a:solidFill>
                <a:srgbClr val="4D4D4D">
                  <a:alpha val="80000"/>
                </a:srgbClr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103" name="Graphic 2">
                <a:extLst>
                  <a:ext uri="{FF2B5EF4-FFF2-40B4-BE49-F238E27FC236}">
                    <a16:creationId xmlns:a16="http://schemas.microsoft.com/office/drawing/2014/main" id="{77EF4372-DE70-4F20-BACF-CD6EA9356F63}"/>
                  </a:ext>
                </a:extLst>
              </p:cNvPr>
              <p:cNvGrpSpPr/>
              <p:nvPr/>
            </p:nvGrpSpPr>
            <p:grpSpPr>
              <a:xfrm>
                <a:off x="2314730" y="3267064"/>
                <a:ext cx="241153" cy="241219"/>
                <a:chOff x="4631506" y="2633255"/>
                <a:chExt cx="249425" cy="249493"/>
              </a:xfrm>
              <a:solidFill>
                <a:srgbClr val="4D4D4D"/>
              </a:solidFill>
            </p:grpSpPr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753FDFED-C3B7-4927-8952-9B4FEBED7B58}"/>
                    </a:ext>
                  </a:extLst>
                </p:cNvPr>
                <p:cNvSpPr/>
                <p:nvPr/>
              </p:nvSpPr>
              <p:spPr>
                <a:xfrm>
                  <a:off x="4631506" y="2633255"/>
                  <a:ext cx="249425" cy="249493"/>
                </a:xfrm>
                <a:custGeom>
                  <a:avLst/>
                  <a:gdLst>
                    <a:gd name="connsiteX0" fmla="*/ 174468 w 249425"/>
                    <a:gd name="connsiteY0" fmla="*/ 219456 h 249493"/>
                    <a:gd name="connsiteX1" fmla="*/ 178857 w 249425"/>
                    <a:gd name="connsiteY1" fmla="*/ 216987 h 249493"/>
                    <a:gd name="connsiteX2" fmla="*/ 193258 w 249425"/>
                    <a:gd name="connsiteY2" fmla="*/ 229194 h 249493"/>
                    <a:gd name="connsiteX3" fmla="*/ 208552 w 249425"/>
                    <a:gd name="connsiteY3" fmla="*/ 217330 h 249493"/>
                    <a:gd name="connsiteX4" fmla="*/ 200322 w 249425"/>
                    <a:gd name="connsiteY4" fmla="*/ 200391 h 249493"/>
                    <a:gd name="connsiteX5" fmla="*/ 207180 w 249425"/>
                    <a:gd name="connsiteY5" fmla="*/ 192847 h 249493"/>
                    <a:gd name="connsiteX6" fmla="*/ 224874 w 249425"/>
                    <a:gd name="connsiteY6" fmla="*/ 199705 h 249493"/>
                    <a:gd name="connsiteX7" fmla="*/ 235161 w 249425"/>
                    <a:gd name="connsiteY7" fmla="*/ 183383 h 249493"/>
                    <a:gd name="connsiteX8" fmla="*/ 221445 w 249425"/>
                    <a:gd name="connsiteY8" fmla="*/ 170147 h 249493"/>
                    <a:gd name="connsiteX9" fmla="*/ 225285 w 249425"/>
                    <a:gd name="connsiteY9" fmla="*/ 160820 h 249493"/>
                    <a:gd name="connsiteX10" fmla="*/ 244145 w 249425"/>
                    <a:gd name="connsiteY10" fmla="*/ 160820 h 249493"/>
                    <a:gd name="connsiteX11" fmla="*/ 248260 w 249425"/>
                    <a:gd name="connsiteY11" fmla="*/ 141960 h 249493"/>
                    <a:gd name="connsiteX12" fmla="*/ 231320 w 249425"/>
                    <a:gd name="connsiteY12" fmla="*/ 134005 h 249493"/>
                    <a:gd name="connsiteX13" fmla="*/ 231663 w 249425"/>
                    <a:gd name="connsiteY13" fmla="*/ 123924 h 249493"/>
                    <a:gd name="connsiteX14" fmla="*/ 249425 w 249425"/>
                    <a:gd name="connsiteY14" fmla="*/ 117546 h 249493"/>
                    <a:gd name="connsiteX15" fmla="*/ 246819 w 249425"/>
                    <a:gd name="connsiteY15" fmla="*/ 98412 h 249493"/>
                    <a:gd name="connsiteX16" fmla="*/ 228029 w 249425"/>
                    <a:gd name="connsiteY16" fmla="*/ 96972 h 249493"/>
                    <a:gd name="connsiteX17" fmla="*/ 224942 w 249425"/>
                    <a:gd name="connsiteY17" fmla="*/ 87371 h 249493"/>
                    <a:gd name="connsiteX18" fmla="*/ 239481 w 249425"/>
                    <a:gd name="connsiteY18" fmla="*/ 75301 h 249493"/>
                    <a:gd name="connsiteX19" fmla="*/ 230429 w 249425"/>
                    <a:gd name="connsiteY19" fmla="*/ 58224 h 249493"/>
                    <a:gd name="connsiteX20" fmla="*/ 212255 w 249425"/>
                    <a:gd name="connsiteY20" fmla="*/ 63368 h 249493"/>
                    <a:gd name="connsiteX21" fmla="*/ 206083 w 249425"/>
                    <a:gd name="connsiteY21" fmla="*/ 55344 h 249493"/>
                    <a:gd name="connsiteX22" fmla="*/ 215616 w 249425"/>
                    <a:gd name="connsiteY22" fmla="*/ 39022 h 249493"/>
                    <a:gd name="connsiteX23" fmla="*/ 201282 w 249425"/>
                    <a:gd name="connsiteY23" fmla="*/ 26060 h 249493"/>
                    <a:gd name="connsiteX24" fmla="*/ 185989 w 249425"/>
                    <a:gd name="connsiteY24" fmla="*/ 37102 h 249493"/>
                    <a:gd name="connsiteX25" fmla="*/ 177416 w 249425"/>
                    <a:gd name="connsiteY25" fmla="*/ 31752 h 249493"/>
                    <a:gd name="connsiteX26" fmla="*/ 180777 w 249425"/>
                    <a:gd name="connsiteY26" fmla="*/ 13167 h 249493"/>
                    <a:gd name="connsiteX27" fmla="*/ 162740 w 249425"/>
                    <a:gd name="connsiteY27" fmla="*/ 5829 h 249493"/>
                    <a:gd name="connsiteX28" fmla="*/ 152110 w 249425"/>
                    <a:gd name="connsiteY28" fmla="*/ 21465 h 249493"/>
                    <a:gd name="connsiteX29" fmla="*/ 142304 w 249425"/>
                    <a:gd name="connsiteY29" fmla="*/ 19339 h 249493"/>
                    <a:gd name="connsiteX30" fmla="*/ 139080 w 249425"/>
                    <a:gd name="connsiteY30" fmla="*/ 754 h 249493"/>
                    <a:gd name="connsiteX31" fmla="*/ 119741 w 249425"/>
                    <a:gd name="connsiteY31" fmla="*/ 0 h 249493"/>
                    <a:gd name="connsiteX32" fmla="*/ 115146 w 249425"/>
                    <a:gd name="connsiteY32" fmla="*/ 18242 h 249493"/>
                    <a:gd name="connsiteX33" fmla="*/ 105133 w 249425"/>
                    <a:gd name="connsiteY33" fmla="*/ 19614 h 249493"/>
                    <a:gd name="connsiteX34" fmla="*/ 95738 w 249425"/>
                    <a:gd name="connsiteY34" fmla="*/ 3223 h 249493"/>
                    <a:gd name="connsiteX35" fmla="*/ 77358 w 249425"/>
                    <a:gd name="connsiteY35" fmla="*/ 9190 h 249493"/>
                    <a:gd name="connsiteX36" fmla="*/ 79278 w 249425"/>
                    <a:gd name="connsiteY36" fmla="*/ 27981 h 249493"/>
                    <a:gd name="connsiteX37" fmla="*/ 74752 w 249425"/>
                    <a:gd name="connsiteY37" fmla="*/ 30175 h 249493"/>
                    <a:gd name="connsiteX38" fmla="*/ 70295 w 249425"/>
                    <a:gd name="connsiteY38" fmla="*/ 32644 h 249493"/>
                    <a:gd name="connsiteX39" fmla="*/ 55961 w 249425"/>
                    <a:gd name="connsiteY39" fmla="*/ 20437 h 249493"/>
                    <a:gd name="connsiteX40" fmla="*/ 40668 w 249425"/>
                    <a:gd name="connsiteY40" fmla="*/ 32301 h 249493"/>
                    <a:gd name="connsiteX41" fmla="*/ 48897 w 249425"/>
                    <a:gd name="connsiteY41" fmla="*/ 49240 h 249493"/>
                    <a:gd name="connsiteX42" fmla="*/ 42039 w 249425"/>
                    <a:gd name="connsiteY42" fmla="*/ 56784 h 249493"/>
                    <a:gd name="connsiteX43" fmla="*/ 24346 w 249425"/>
                    <a:gd name="connsiteY43" fmla="*/ 49926 h 249493"/>
                    <a:gd name="connsiteX44" fmla="*/ 14059 w 249425"/>
                    <a:gd name="connsiteY44" fmla="*/ 66317 h 249493"/>
                    <a:gd name="connsiteX45" fmla="*/ 27775 w 249425"/>
                    <a:gd name="connsiteY45" fmla="*/ 79484 h 249493"/>
                    <a:gd name="connsiteX46" fmla="*/ 24003 w 249425"/>
                    <a:gd name="connsiteY46" fmla="*/ 88811 h 249493"/>
                    <a:gd name="connsiteX47" fmla="*/ 5006 w 249425"/>
                    <a:gd name="connsiteY47" fmla="*/ 88811 h 249493"/>
                    <a:gd name="connsiteX48" fmla="*/ 891 w 249425"/>
                    <a:gd name="connsiteY48" fmla="*/ 107670 h 249493"/>
                    <a:gd name="connsiteX49" fmla="*/ 18174 w 249425"/>
                    <a:gd name="connsiteY49" fmla="*/ 115420 h 249493"/>
                    <a:gd name="connsiteX50" fmla="*/ 17762 w 249425"/>
                    <a:gd name="connsiteY50" fmla="*/ 125570 h 249493"/>
                    <a:gd name="connsiteX51" fmla="*/ 0 w 249425"/>
                    <a:gd name="connsiteY51" fmla="*/ 131879 h 249493"/>
                    <a:gd name="connsiteX52" fmla="*/ 2606 w 249425"/>
                    <a:gd name="connsiteY52" fmla="*/ 151082 h 249493"/>
                    <a:gd name="connsiteX53" fmla="*/ 21397 w 249425"/>
                    <a:gd name="connsiteY53" fmla="*/ 152453 h 249493"/>
                    <a:gd name="connsiteX54" fmla="*/ 24552 w 249425"/>
                    <a:gd name="connsiteY54" fmla="*/ 162054 h 249493"/>
                    <a:gd name="connsiteX55" fmla="*/ 10013 w 249425"/>
                    <a:gd name="connsiteY55" fmla="*/ 174125 h 249493"/>
                    <a:gd name="connsiteX56" fmla="*/ 18997 w 249425"/>
                    <a:gd name="connsiteY56" fmla="*/ 191201 h 249493"/>
                    <a:gd name="connsiteX57" fmla="*/ 37170 w 249425"/>
                    <a:gd name="connsiteY57" fmla="*/ 186057 h 249493"/>
                    <a:gd name="connsiteX58" fmla="*/ 43343 w 249425"/>
                    <a:gd name="connsiteY58" fmla="*/ 194081 h 249493"/>
                    <a:gd name="connsiteX59" fmla="*/ 33879 w 249425"/>
                    <a:gd name="connsiteY59" fmla="*/ 210403 h 249493"/>
                    <a:gd name="connsiteX60" fmla="*/ 48143 w 249425"/>
                    <a:gd name="connsiteY60" fmla="*/ 223365 h 249493"/>
                    <a:gd name="connsiteX61" fmla="*/ 63505 w 249425"/>
                    <a:gd name="connsiteY61" fmla="*/ 212324 h 249493"/>
                    <a:gd name="connsiteX62" fmla="*/ 72009 w 249425"/>
                    <a:gd name="connsiteY62" fmla="*/ 217673 h 249493"/>
                    <a:gd name="connsiteX63" fmla="*/ 68649 w 249425"/>
                    <a:gd name="connsiteY63" fmla="*/ 236258 h 249493"/>
                    <a:gd name="connsiteX64" fmla="*/ 86548 w 249425"/>
                    <a:gd name="connsiteY64" fmla="*/ 243596 h 249493"/>
                    <a:gd name="connsiteX65" fmla="*/ 97178 w 249425"/>
                    <a:gd name="connsiteY65" fmla="*/ 227960 h 249493"/>
                    <a:gd name="connsiteX66" fmla="*/ 107053 w 249425"/>
                    <a:gd name="connsiteY66" fmla="*/ 230086 h 249493"/>
                    <a:gd name="connsiteX67" fmla="*/ 110277 w 249425"/>
                    <a:gd name="connsiteY67" fmla="*/ 248740 h 249493"/>
                    <a:gd name="connsiteX68" fmla="*/ 129548 w 249425"/>
                    <a:gd name="connsiteY68" fmla="*/ 249494 h 249493"/>
                    <a:gd name="connsiteX69" fmla="*/ 134142 w 249425"/>
                    <a:gd name="connsiteY69" fmla="*/ 231183 h 249493"/>
                    <a:gd name="connsiteX70" fmla="*/ 144224 w 249425"/>
                    <a:gd name="connsiteY70" fmla="*/ 229811 h 249493"/>
                    <a:gd name="connsiteX71" fmla="*/ 153551 w 249425"/>
                    <a:gd name="connsiteY71" fmla="*/ 246202 h 249493"/>
                    <a:gd name="connsiteX72" fmla="*/ 171930 w 249425"/>
                    <a:gd name="connsiteY72" fmla="*/ 240304 h 249493"/>
                    <a:gd name="connsiteX73" fmla="*/ 170078 w 249425"/>
                    <a:gd name="connsiteY73" fmla="*/ 221513 h 249493"/>
                    <a:gd name="connsiteX74" fmla="*/ 53492 w 249425"/>
                    <a:gd name="connsiteY74" fmla="*/ 162260 h 249493"/>
                    <a:gd name="connsiteX75" fmla="*/ 87083 w 249425"/>
                    <a:gd name="connsiteY75" fmla="*/ 53671 h 249493"/>
                    <a:gd name="connsiteX76" fmla="*/ 195672 w 249425"/>
                    <a:gd name="connsiteY76" fmla="*/ 87254 h 249493"/>
                    <a:gd name="connsiteX77" fmla="*/ 162082 w 249425"/>
                    <a:gd name="connsiteY77" fmla="*/ 195851 h 249493"/>
                    <a:gd name="connsiteX78" fmla="*/ 162054 w 249425"/>
                    <a:gd name="connsiteY78" fmla="*/ 195864 h 249493"/>
                    <a:gd name="connsiteX79" fmla="*/ 53540 w 249425"/>
                    <a:gd name="connsiteY79" fmla="*/ 162349 h 249493"/>
                    <a:gd name="connsiteX80" fmla="*/ 53492 w 249425"/>
                    <a:gd name="connsiteY80" fmla="*/ 162260 h 249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</a:cxnLst>
                  <a:rect l="l" t="t" r="r" b="b"/>
                  <a:pathLst>
                    <a:path w="249425" h="249493">
                      <a:moveTo>
                        <a:pt x="174468" y="219456"/>
                      </a:moveTo>
                      <a:lnTo>
                        <a:pt x="178857" y="216987"/>
                      </a:lnTo>
                      <a:lnTo>
                        <a:pt x="193258" y="229194"/>
                      </a:lnTo>
                      <a:lnTo>
                        <a:pt x="208552" y="217330"/>
                      </a:lnTo>
                      <a:lnTo>
                        <a:pt x="200322" y="200391"/>
                      </a:lnTo>
                      <a:cubicBezTo>
                        <a:pt x="202736" y="197990"/>
                        <a:pt x="205020" y="195474"/>
                        <a:pt x="207180" y="192847"/>
                      </a:cubicBezTo>
                      <a:lnTo>
                        <a:pt x="224874" y="199705"/>
                      </a:lnTo>
                      <a:lnTo>
                        <a:pt x="235161" y="183383"/>
                      </a:lnTo>
                      <a:lnTo>
                        <a:pt x="221445" y="170147"/>
                      </a:lnTo>
                      <a:cubicBezTo>
                        <a:pt x="222885" y="167129"/>
                        <a:pt x="224119" y="163975"/>
                        <a:pt x="225285" y="160820"/>
                      </a:cubicBezTo>
                      <a:lnTo>
                        <a:pt x="244145" y="160820"/>
                      </a:lnTo>
                      <a:lnTo>
                        <a:pt x="248260" y="141960"/>
                      </a:lnTo>
                      <a:lnTo>
                        <a:pt x="231320" y="134005"/>
                      </a:lnTo>
                      <a:cubicBezTo>
                        <a:pt x="231608" y="130652"/>
                        <a:pt x="231718" y="127291"/>
                        <a:pt x="231663" y="123924"/>
                      </a:cubicBezTo>
                      <a:lnTo>
                        <a:pt x="249425" y="117546"/>
                      </a:lnTo>
                      <a:lnTo>
                        <a:pt x="246819" y="98412"/>
                      </a:lnTo>
                      <a:lnTo>
                        <a:pt x="228029" y="96972"/>
                      </a:lnTo>
                      <a:cubicBezTo>
                        <a:pt x="227137" y="93749"/>
                        <a:pt x="226108" y="90594"/>
                        <a:pt x="224942" y="87371"/>
                      </a:cubicBezTo>
                      <a:lnTo>
                        <a:pt x="239481" y="75301"/>
                      </a:lnTo>
                      <a:lnTo>
                        <a:pt x="230429" y="58224"/>
                      </a:lnTo>
                      <a:lnTo>
                        <a:pt x="212255" y="63368"/>
                      </a:lnTo>
                      <a:cubicBezTo>
                        <a:pt x="210335" y="60590"/>
                        <a:pt x="208277" y="57916"/>
                        <a:pt x="206083" y="55344"/>
                      </a:cubicBezTo>
                      <a:lnTo>
                        <a:pt x="215616" y="39022"/>
                      </a:lnTo>
                      <a:lnTo>
                        <a:pt x="201282" y="26060"/>
                      </a:lnTo>
                      <a:lnTo>
                        <a:pt x="185989" y="37102"/>
                      </a:lnTo>
                      <a:cubicBezTo>
                        <a:pt x="183177" y="35181"/>
                        <a:pt x="180297" y="33398"/>
                        <a:pt x="177416" y="31752"/>
                      </a:cubicBezTo>
                      <a:lnTo>
                        <a:pt x="180777" y="13167"/>
                      </a:lnTo>
                      <a:lnTo>
                        <a:pt x="162740" y="5829"/>
                      </a:lnTo>
                      <a:lnTo>
                        <a:pt x="152110" y="21465"/>
                      </a:lnTo>
                      <a:cubicBezTo>
                        <a:pt x="148887" y="20642"/>
                        <a:pt x="145595" y="19888"/>
                        <a:pt x="142304" y="19339"/>
                      </a:cubicBezTo>
                      <a:lnTo>
                        <a:pt x="139080" y="754"/>
                      </a:lnTo>
                      <a:lnTo>
                        <a:pt x="119741" y="0"/>
                      </a:lnTo>
                      <a:lnTo>
                        <a:pt x="115146" y="18242"/>
                      </a:lnTo>
                      <a:cubicBezTo>
                        <a:pt x="111785" y="18585"/>
                        <a:pt x="108288" y="18997"/>
                        <a:pt x="105133" y="19614"/>
                      </a:cubicBezTo>
                      <a:lnTo>
                        <a:pt x="95738" y="3223"/>
                      </a:lnTo>
                      <a:lnTo>
                        <a:pt x="77358" y="9190"/>
                      </a:lnTo>
                      <a:lnTo>
                        <a:pt x="79278" y="27981"/>
                      </a:lnTo>
                      <a:lnTo>
                        <a:pt x="74752" y="30175"/>
                      </a:lnTo>
                      <a:lnTo>
                        <a:pt x="70295" y="32644"/>
                      </a:lnTo>
                      <a:lnTo>
                        <a:pt x="55961" y="20437"/>
                      </a:lnTo>
                      <a:lnTo>
                        <a:pt x="40668" y="32301"/>
                      </a:lnTo>
                      <a:lnTo>
                        <a:pt x="48897" y="49240"/>
                      </a:lnTo>
                      <a:cubicBezTo>
                        <a:pt x="46470" y="51620"/>
                        <a:pt x="44179" y="54137"/>
                        <a:pt x="42039" y="56784"/>
                      </a:cubicBezTo>
                      <a:lnTo>
                        <a:pt x="24346" y="49926"/>
                      </a:lnTo>
                      <a:lnTo>
                        <a:pt x="14059" y="66317"/>
                      </a:lnTo>
                      <a:lnTo>
                        <a:pt x="27775" y="79484"/>
                      </a:lnTo>
                      <a:cubicBezTo>
                        <a:pt x="26403" y="82502"/>
                        <a:pt x="25100" y="85656"/>
                        <a:pt x="24003" y="88811"/>
                      </a:cubicBezTo>
                      <a:lnTo>
                        <a:pt x="5006" y="88811"/>
                      </a:lnTo>
                      <a:lnTo>
                        <a:pt x="891" y="107670"/>
                      </a:lnTo>
                      <a:lnTo>
                        <a:pt x="18174" y="115420"/>
                      </a:lnTo>
                      <a:cubicBezTo>
                        <a:pt x="17865" y="118794"/>
                        <a:pt x="17728" y="122182"/>
                        <a:pt x="17762" y="125570"/>
                      </a:cubicBezTo>
                      <a:lnTo>
                        <a:pt x="0" y="131879"/>
                      </a:lnTo>
                      <a:lnTo>
                        <a:pt x="2606" y="151082"/>
                      </a:lnTo>
                      <a:lnTo>
                        <a:pt x="21397" y="152453"/>
                      </a:lnTo>
                      <a:cubicBezTo>
                        <a:pt x="22282" y="155704"/>
                        <a:pt x="23338" y="158914"/>
                        <a:pt x="24552" y="162054"/>
                      </a:cubicBezTo>
                      <a:lnTo>
                        <a:pt x="10013" y="174125"/>
                      </a:lnTo>
                      <a:lnTo>
                        <a:pt x="18997" y="191201"/>
                      </a:lnTo>
                      <a:lnTo>
                        <a:pt x="37170" y="186057"/>
                      </a:lnTo>
                      <a:cubicBezTo>
                        <a:pt x="39077" y="188849"/>
                        <a:pt x="41134" y="191523"/>
                        <a:pt x="43343" y="194081"/>
                      </a:cubicBezTo>
                      <a:lnTo>
                        <a:pt x="33879" y="210403"/>
                      </a:lnTo>
                      <a:lnTo>
                        <a:pt x="48143" y="223365"/>
                      </a:lnTo>
                      <a:lnTo>
                        <a:pt x="63505" y="212324"/>
                      </a:lnTo>
                      <a:cubicBezTo>
                        <a:pt x="66248" y="214244"/>
                        <a:pt x="69129" y="216027"/>
                        <a:pt x="72009" y="217673"/>
                      </a:cubicBezTo>
                      <a:lnTo>
                        <a:pt x="68649" y="236258"/>
                      </a:lnTo>
                      <a:lnTo>
                        <a:pt x="86548" y="243596"/>
                      </a:lnTo>
                      <a:lnTo>
                        <a:pt x="97178" y="227960"/>
                      </a:lnTo>
                      <a:cubicBezTo>
                        <a:pt x="100429" y="228838"/>
                        <a:pt x="103727" y="229551"/>
                        <a:pt x="107053" y="230086"/>
                      </a:cubicBezTo>
                      <a:lnTo>
                        <a:pt x="110277" y="248740"/>
                      </a:lnTo>
                      <a:lnTo>
                        <a:pt x="129548" y="249494"/>
                      </a:lnTo>
                      <a:lnTo>
                        <a:pt x="134142" y="231183"/>
                      </a:lnTo>
                      <a:cubicBezTo>
                        <a:pt x="137523" y="230895"/>
                        <a:pt x="140891" y="230436"/>
                        <a:pt x="144224" y="229811"/>
                      </a:cubicBezTo>
                      <a:lnTo>
                        <a:pt x="153551" y="246202"/>
                      </a:lnTo>
                      <a:lnTo>
                        <a:pt x="171930" y="240304"/>
                      </a:lnTo>
                      <a:lnTo>
                        <a:pt x="170078" y="221513"/>
                      </a:lnTo>
                      <a:close/>
                      <a:moveTo>
                        <a:pt x="53492" y="162260"/>
                      </a:moveTo>
                      <a:cubicBezTo>
                        <a:pt x="32781" y="122998"/>
                        <a:pt x="47821" y="74382"/>
                        <a:pt x="87083" y="53671"/>
                      </a:cubicBezTo>
                      <a:cubicBezTo>
                        <a:pt x="126345" y="32953"/>
                        <a:pt x="174961" y="47992"/>
                        <a:pt x="195672" y="87254"/>
                      </a:cubicBezTo>
                      <a:cubicBezTo>
                        <a:pt x="216384" y="126516"/>
                        <a:pt x="201344" y="175140"/>
                        <a:pt x="162082" y="195851"/>
                      </a:cubicBezTo>
                      <a:cubicBezTo>
                        <a:pt x="162075" y="195851"/>
                        <a:pt x="162061" y="195858"/>
                        <a:pt x="162054" y="195864"/>
                      </a:cubicBezTo>
                      <a:cubicBezTo>
                        <a:pt x="122834" y="216576"/>
                        <a:pt x="74252" y="201570"/>
                        <a:pt x="53540" y="162349"/>
                      </a:cubicBezTo>
                      <a:cubicBezTo>
                        <a:pt x="53527" y="162322"/>
                        <a:pt x="53506" y="162288"/>
                        <a:pt x="53492" y="16226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w="68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FAE3872E-B495-479A-B9B4-DA30BE48171F}"/>
                    </a:ext>
                  </a:extLst>
                </p:cNvPr>
                <p:cNvSpPr/>
                <p:nvPr/>
              </p:nvSpPr>
              <p:spPr>
                <a:xfrm>
                  <a:off x="4687937" y="2689961"/>
                  <a:ext cx="136203" cy="136227"/>
                </a:xfrm>
                <a:custGeom>
                  <a:avLst/>
                  <a:gdLst>
                    <a:gd name="connsiteX0" fmla="*/ 128392 w 136203"/>
                    <a:gd name="connsiteY0" fmla="*/ 36426 h 136227"/>
                    <a:gd name="connsiteX1" fmla="*/ 36426 w 136203"/>
                    <a:gd name="connsiteY1" fmla="*/ 7835 h 136227"/>
                    <a:gd name="connsiteX2" fmla="*/ 7835 w 136203"/>
                    <a:gd name="connsiteY2" fmla="*/ 99801 h 136227"/>
                    <a:gd name="connsiteX3" fmla="*/ 99801 w 136203"/>
                    <a:gd name="connsiteY3" fmla="*/ 128392 h 136227"/>
                    <a:gd name="connsiteX4" fmla="*/ 99931 w 136203"/>
                    <a:gd name="connsiteY4" fmla="*/ 128323 h 136227"/>
                    <a:gd name="connsiteX5" fmla="*/ 128392 w 136203"/>
                    <a:gd name="connsiteY5" fmla="*/ 36426 h 136227"/>
                    <a:gd name="connsiteX6" fmla="*/ 15921 w 136203"/>
                    <a:gd name="connsiteY6" fmla="*/ 95611 h 136227"/>
                    <a:gd name="connsiteX7" fmla="*/ 40685 w 136203"/>
                    <a:gd name="connsiteY7" fmla="*/ 15859 h 136227"/>
                    <a:gd name="connsiteX8" fmla="*/ 120430 w 136203"/>
                    <a:gd name="connsiteY8" fmla="*/ 40623 h 136227"/>
                    <a:gd name="connsiteX9" fmla="*/ 95679 w 136203"/>
                    <a:gd name="connsiteY9" fmla="*/ 120368 h 136227"/>
                    <a:gd name="connsiteX10" fmla="*/ 15921 w 136203"/>
                    <a:gd name="connsiteY10" fmla="*/ 95611 h 136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6203" h="136227">
                      <a:moveTo>
                        <a:pt x="128392" y="36426"/>
                      </a:moveTo>
                      <a:cubicBezTo>
                        <a:pt x="110890" y="3138"/>
                        <a:pt x="69715" y="-9666"/>
                        <a:pt x="36426" y="7835"/>
                      </a:cubicBezTo>
                      <a:cubicBezTo>
                        <a:pt x="3137" y="25337"/>
                        <a:pt x="-9666" y="66512"/>
                        <a:pt x="7835" y="99801"/>
                      </a:cubicBezTo>
                      <a:cubicBezTo>
                        <a:pt x="25337" y="133090"/>
                        <a:pt x="66512" y="145894"/>
                        <a:pt x="99801" y="128392"/>
                      </a:cubicBezTo>
                      <a:cubicBezTo>
                        <a:pt x="99842" y="128372"/>
                        <a:pt x="99890" y="128344"/>
                        <a:pt x="99931" y="128323"/>
                      </a:cubicBezTo>
                      <a:cubicBezTo>
                        <a:pt x="133103" y="110753"/>
                        <a:pt x="145825" y="69667"/>
                        <a:pt x="128392" y="36426"/>
                      </a:cubicBezTo>
                      <a:close/>
                      <a:moveTo>
                        <a:pt x="15921" y="95611"/>
                      </a:moveTo>
                      <a:cubicBezTo>
                        <a:pt x="737" y="66752"/>
                        <a:pt x="11820" y="31043"/>
                        <a:pt x="40685" y="15859"/>
                      </a:cubicBezTo>
                      <a:cubicBezTo>
                        <a:pt x="69544" y="675"/>
                        <a:pt x="105246" y="11765"/>
                        <a:pt x="120430" y="40623"/>
                      </a:cubicBezTo>
                      <a:cubicBezTo>
                        <a:pt x="135613" y="69482"/>
                        <a:pt x="124531" y="105178"/>
                        <a:pt x="95679" y="120368"/>
                      </a:cubicBezTo>
                      <a:cubicBezTo>
                        <a:pt x="66814" y="135518"/>
                        <a:pt x="31132" y="124442"/>
                        <a:pt x="15921" y="9561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w="68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D64DC148-A273-4512-AF7B-BF1DCB536170}"/>
                    </a:ext>
                  </a:extLst>
                </p:cNvPr>
                <p:cNvSpPr/>
                <p:nvPr/>
              </p:nvSpPr>
              <p:spPr>
                <a:xfrm>
                  <a:off x="4731310" y="2733296"/>
                  <a:ext cx="49500" cy="49522"/>
                </a:xfrm>
                <a:custGeom>
                  <a:avLst/>
                  <a:gdLst>
                    <a:gd name="connsiteX0" fmla="*/ 46683 w 49500"/>
                    <a:gd name="connsiteY0" fmla="*/ 13254 h 49522"/>
                    <a:gd name="connsiteX1" fmla="*/ 13257 w 49500"/>
                    <a:gd name="connsiteY1" fmla="*/ 2843 h 49522"/>
                    <a:gd name="connsiteX2" fmla="*/ 2840 w 49500"/>
                    <a:gd name="connsiteY2" fmla="*/ 36269 h 49522"/>
                    <a:gd name="connsiteX3" fmla="*/ 36273 w 49500"/>
                    <a:gd name="connsiteY3" fmla="*/ 46679 h 49522"/>
                    <a:gd name="connsiteX4" fmla="*/ 36327 w 49500"/>
                    <a:gd name="connsiteY4" fmla="*/ 46652 h 49522"/>
                    <a:gd name="connsiteX5" fmla="*/ 46683 w 49500"/>
                    <a:gd name="connsiteY5" fmla="*/ 13254 h 49522"/>
                    <a:gd name="connsiteX6" fmla="*/ 10884 w 49500"/>
                    <a:gd name="connsiteY6" fmla="*/ 32113 h 49522"/>
                    <a:gd name="connsiteX7" fmla="*/ 17372 w 49500"/>
                    <a:gd name="connsiteY7" fmla="*/ 10874 h 49522"/>
                    <a:gd name="connsiteX8" fmla="*/ 38611 w 49500"/>
                    <a:gd name="connsiteY8" fmla="*/ 17361 h 49522"/>
                    <a:gd name="connsiteX9" fmla="*/ 32123 w 49500"/>
                    <a:gd name="connsiteY9" fmla="*/ 38601 h 49522"/>
                    <a:gd name="connsiteX10" fmla="*/ 32075 w 49500"/>
                    <a:gd name="connsiteY10" fmla="*/ 38628 h 49522"/>
                    <a:gd name="connsiteX11" fmla="*/ 10884 w 49500"/>
                    <a:gd name="connsiteY11" fmla="*/ 32113 h 49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9500" h="49522">
                      <a:moveTo>
                        <a:pt x="46683" y="13254"/>
                      </a:moveTo>
                      <a:cubicBezTo>
                        <a:pt x="40326" y="1149"/>
                        <a:pt x="25361" y="-3514"/>
                        <a:pt x="13257" y="2843"/>
                      </a:cubicBezTo>
                      <a:cubicBezTo>
                        <a:pt x="1146" y="9200"/>
                        <a:pt x="-3511" y="24165"/>
                        <a:pt x="2840" y="36269"/>
                      </a:cubicBezTo>
                      <a:cubicBezTo>
                        <a:pt x="9197" y="48373"/>
                        <a:pt x="24161" y="53037"/>
                        <a:pt x="36273" y="46679"/>
                      </a:cubicBezTo>
                      <a:cubicBezTo>
                        <a:pt x="36293" y="46672"/>
                        <a:pt x="36307" y="46659"/>
                        <a:pt x="36327" y="46652"/>
                      </a:cubicBezTo>
                      <a:cubicBezTo>
                        <a:pt x="48363" y="40254"/>
                        <a:pt x="52985" y="25344"/>
                        <a:pt x="46683" y="13254"/>
                      </a:cubicBezTo>
                      <a:close/>
                      <a:moveTo>
                        <a:pt x="10884" y="32113"/>
                      </a:moveTo>
                      <a:cubicBezTo>
                        <a:pt x="6811" y="24453"/>
                        <a:pt x="9718" y="14947"/>
                        <a:pt x="17372" y="10874"/>
                      </a:cubicBezTo>
                      <a:cubicBezTo>
                        <a:pt x="25032" y="6800"/>
                        <a:pt x="34537" y="9701"/>
                        <a:pt x="38611" y="17361"/>
                      </a:cubicBezTo>
                      <a:cubicBezTo>
                        <a:pt x="42685" y="25015"/>
                        <a:pt x="39784" y="34527"/>
                        <a:pt x="32123" y="38601"/>
                      </a:cubicBezTo>
                      <a:cubicBezTo>
                        <a:pt x="32110" y="38607"/>
                        <a:pt x="32089" y="38621"/>
                        <a:pt x="32075" y="38628"/>
                      </a:cubicBezTo>
                      <a:cubicBezTo>
                        <a:pt x="24422" y="42626"/>
                        <a:pt x="14972" y="39719"/>
                        <a:pt x="10884" y="32113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w="68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D3C07ABD-1EA3-483B-8C89-0F0BCEB470CE}"/>
                  </a:ext>
                </a:extLst>
              </p:cNvPr>
              <p:cNvSpPr/>
              <p:nvPr/>
            </p:nvSpPr>
            <p:spPr>
              <a:xfrm>
                <a:off x="2016555" y="3276479"/>
                <a:ext cx="281402" cy="281402"/>
              </a:xfrm>
              <a:custGeom>
                <a:avLst/>
                <a:gdLst>
                  <a:gd name="connsiteX0" fmla="*/ 221857 w 291055"/>
                  <a:gd name="connsiteY0" fmla="*/ 269657 h 291055"/>
                  <a:gd name="connsiteX1" fmla="*/ 216302 w 291055"/>
                  <a:gd name="connsiteY1" fmla="*/ 244214 h 291055"/>
                  <a:gd name="connsiteX2" fmla="*/ 219525 w 291055"/>
                  <a:gd name="connsiteY2" fmla="*/ 241814 h 291055"/>
                  <a:gd name="connsiteX3" fmla="*/ 242225 w 291055"/>
                  <a:gd name="connsiteY3" fmla="*/ 254501 h 291055"/>
                  <a:gd name="connsiteX4" fmla="*/ 232418 w 291055"/>
                  <a:gd name="connsiteY4" fmla="*/ 230429 h 291055"/>
                  <a:gd name="connsiteX5" fmla="*/ 235161 w 291055"/>
                  <a:gd name="connsiteY5" fmla="*/ 227549 h 291055"/>
                  <a:gd name="connsiteX6" fmla="*/ 259644 w 291055"/>
                  <a:gd name="connsiteY6" fmla="*/ 236121 h 291055"/>
                  <a:gd name="connsiteX7" fmla="*/ 245928 w 291055"/>
                  <a:gd name="connsiteY7" fmla="*/ 214107 h 291055"/>
                  <a:gd name="connsiteX8" fmla="*/ 248123 w 291055"/>
                  <a:gd name="connsiteY8" fmla="*/ 210747 h 291055"/>
                  <a:gd name="connsiteX9" fmla="*/ 273840 w 291055"/>
                  <a:gd name="connsiteY9" fmla="*/ 214930 h 291055"/>
                  <a:gd name="connsiteX10" fmla="*/ 256284 w 291055"/>
                  <a:gd name="connsiteY10" fmla="*/ 195659 h 291055"/>
                  <a:gd name="connsiteX11" fmla="*/ 257930 w 291055"/>
                  <a:gd name="connsiteY11" fmla="*/ 192024 h 291055"/>
                  <a:gd name="connsiteX12" fmla="*/ 283922 w 291055"/>
                  <a:gd name="connsiteY12" fmla="*/ 191613 h 291055"/>
                  <a:gd name="connsiteX13" fmla="*/ 263348 w 291055"/>
                  <a:gd name="connsiteY13" fmla="*/ 175702 h 291055"/>
                  <a:gd name="connsiteX14" fmla="*/ 264239 w 291055"/>
                  <a:gd name="connsiteY14" fmla="*/ 171862 h 291055"/>
                  <a:gd name="connsiteX15" fmla="*/ 289819 w 291055"/>
                  <a:gd name="connsiteY15" fmla="*/ 166924 h 291055"/>
                  <a:gd name="connsiteX16" fmla="*/ 266777 w 291055"/>
                  <a:gd name="connsiteY16" fmla="*/ 154854 h 291055"/>
                  <a:gd name="connsiteX17" fmla="*/ 266777 w 291055"/>
                  <a:gd name="connsiteY17" fmla="*/ 150876 h 291055"/>
                  <a:gd name="connsiteX18" fmla="*/ 291054 w 291055"/>
                  <a:gd name="connsiteY18" fmla="*/ 141618 h 291055"/>
                  <a:gd name="connsiteX19" fmla="*/ 266297 w 291055"/>
                  <a:gd name="connsiteY19" fmla="*/ 133663 h 291055"/>
                  <a:gd name="connsiteX20" fmla="*/ 265885 w 291055"/>
                  <a:gd name="connsiteY20" fmla="*/ 129754 h 291055"/>
                  <a:gd name="connsiteX21" fmla="*/ 288174 w 291055"/>
                  <a:gd name="connsiteY21" fmla="*/ 116381 h 291055"/>
                  <a:gd name="connsiteX22" fmla="*/ 262387 w 291055"/>
                  <a:gd name="connsiteY22" fmla="*/ 112883 h 291055"/>
                  <a:gd name="connsiteX23" fmla="*/ 261290 w 291055"/>
                  <a:gd name="connsiteY23" fmla="*/ 109043 h 291055"/>
                  <a:gd name="connsiteX24" fmla="*/ 280973 w 291055"/>
                  <a:gd name="connsiteY24" fmla="*/ 92035 h 291055"/>
                  <a:gd name="connsiteX25" fmla="*/ 254981 w 291055"/>
                  <a:gd name="connsiteY25" fmla="*/ 93063 h 291055"/>
                  <a:gd name="connsiteX26" fmla="*/ 253198 w 291055"/>
                  <a:gd name="connsiteY26" fmla="*/ 89566 h 291055"/>
                  <a:gd name="connsiteX27" fmla="*/ 269657 w 291055"/>
                  <a:gd name="connsiteY27" fmla="*/ 69335 h 291055"/>
                  <a:gd name="connsiteX28" fmla="*/ 244214 w 291055"/>
                  <a:gd name="connsiteY28" fmla="*/ 74890 h 291055"/>
                  <a:gd name="connsiteX29" fmla="*/ 241813 w 291055"/>
                  <a:gd name="connsiteY29" fmla="*/ 71667 h 291055"/>
                  <a:gd name="connsiteX30" fmla="*/ 254501 w 291055"/>
                  <a:gd name="connsiteY30" fmla="*/ 48967 h 291055"/>
                  <a:gd name="connsiteX31" fmla="*/ 230429 w 291055"/>
                  <a:gd name="connsiteY31" fmla="*/ 58842 h 291055"/>
                  <a:gd name="connsiteX32" fmla="*/ 227549 w 291055"/>
                  <a:gd name="connsiteY32" fmla="*/ 56099 h 291055"/>
                  <a:gd name="connsiteX33" fmla="*/ 236121 w 291055"/>
                  <a:gd name="connsiteY33" fmla="*/ 31479 h 291055"/>
                  <a:gd name="connsiteX34" fmla="*/ 214107 w 291055"/>
                  <a:gd name="connsiteY34" fmla="*/ 45195 h 291055"/>
                  <a:gd name="connsiteX35" fmla="*/ 210747 w 291055"/>
                  <a:gd name="connsiteY35" fmla="*/ 43000 h 291055"/>
                  <a:gd name="connsiteX36" fmla="*/ 214930 w 291055"/>
                  <a:gd name="connsiteY36" fmla="*/ 17282 h 291055"/>
                  <a:gd name="connsiteX37" fmla="*/ 195659 w 291055"/>
                  <a:gd name="connsiteY37" fmla="*/ 34770 h 291055"/>
                  <a:gd name="connsiteX38" fmla="*/ 192024 w 291055"/>
                  <a:gd name="connsiteY38" fmla="*/ 33193 h 291055"/>
                  <a:gd name="connsiteX39" fmla="*/ 192024 w 291055"/>
                  <a:gd name="connsiteY39" fmla="*/ 7201 h 291055"/>
                  <a:gd name="connsiteX40" fmla="*/ 176045 w 291055"/>
                  <a:gd name="connsiteY40" fmla="*/ 27775 h 291055"/>
                  <a:gd name="connsiteX41" fmla="*/ 172205 w 291055"/>
                  <a:gd name="connsiteY41" fmla="*/ 26884 h 291055"/>
                  <a:gd name="connsiteX42" fmla="*/ 167267 w 291055"/>
                  <a:gd name="connsiteY42" fmla="*/ 1303 h 291055"/>
                  <a:gd name="connsiteX43" fmla="*/ 155197 w 291055"/>
                  <a:gd name="connsiteY43" fmla="*/ 24346 h 291055"/>
                  <a:gd name="connsiteX44" fmla="*/ 151219 w 291055"/>
                  <a:gd name="connsiteY44" fmla="*/ 24346 h 291055"/>
                  <a:gd name="connsiteX45" fmla="*/ 141961 w 291055"/>
                  <a:gd name="connsiteY45" fmla="*/ 0 h 291055"/>
                  <a:gd name="connsiteX46" fmla="*/ 134006 w 291055"/>
                  <a:gd name="connsiteY46" fmla="*/ 24826 h 291055"/>
                  <a:gd name="connsiteX47" fmla="*/ 130097 w 291055"/>
                  <a:gd name="connsiteY47" fmla="*/ 25238 h 291055"/>
                  <a:gd name="connsiteX48" fmla="*/ 116381 w 291055"/>
                  <a:gd name="connsiteY48" fmla="*/ 2949 h 291055"/>
                  <a:gd name="connsiteX49" fmla="*/ 112883 w 291055"/>
                  <a:gd name="connsiteY49" fmla="*/ 28667 h 291055"/>
                  <a:gd name="connsiteX50" fmla="*/ 109043 w 291055"/>
                  <a:gd name="connsiteY50" fmla="*/ 29833 h 291055"/>
                  <a:gd name="connsiteX51" fmla="*/ 92035 w 291055"/>
                  <a:gd name="connsiteY51" fmla="*/ 10150 h 291055"/>
                  <a:gd name="connsiteX52" fmla="*/ 93063 w 291055"/>
                  <a:gd name="connsiteY52" fmla="*/ 36142 h 291055"/>
                  <a:gd name="connsiteX53" fmla="*/ 89497 w 291055"/>
                  <a:gd name="connsiteY53" fmla="*/ 37925 h 291055"/>
                  <a:gd name="connsiteX54" fmla="*/ 69403 w 291055"/>
                  <a:gd name="connsiteY54" fmla="*/ 21466 h 291055"/>
                  <a:gd name="connsiteX55" fmla="*/ 74890 w 291055"/>
                  <a:gd name="connsiteY55" fmla="*/ 46909 h 291055"/>
                  <a:gd name="connsiteX56" fmla="*/ 71666 w 291055"/>
                  <a:gd name="connsiteY56" fmla="*/ 49309 h 291055"/>
                  <a:gd name="connsiteX57" fmla="*/ 48966 w 291055"/>
                  <a:gd name="connsiteY57" fmla="*/ 36622 h 291055"/>
                  <a:gd name="connsiteX58" fmla="*/ 58842 w 291055"/>
                  <a:gd name="connsiteY58" fmla="*/ 60694 h 291055"/>
                  <a:gd name="connsiteX59" fmla="*/ 56099 w 291055"/>
                  <a:gd name="connsiteY59" fmla="*/ 63574 h 291055"/>
                  <a:gd name="connsiteX60" fmla="*/ 31479 w 291055"/>
                  <a:gd name="connsiteY60" fmla="*/ 55001 h 291055"/>
                  <a:gd name="connsiteX61" fmla="*/ 45195 w 291055"/>
                  <a:gd name="connsiteY61" fmla="*/ 77016 h 291055"/>
                  <a:gd name="connsiteX62" fmla="*/ 43000 w 291055"/>
                  <a:gd name="connsiteY62" fmla="*/ 80307 h 291055"/>
                  <a:gd name="connsiteX63" fmla="*/ 17283 w 291055"/>
                  <a:gd name="connsiteY63" fmla="*/ 76193 h 291055"/>
                  <a:gd name="connsiteX64" fmla="*/ 34770 w 291055"/>
                  <a:gd name="connsiteY64" fmla="*/ 95464 h 291055"/>
                  <a:gd name="connsiteX65" fmla="*/ 33193 w 291055"/>
                  <a:gd name="connsiteY65" fmla="*/ 99099 h 291055"/>
                  <a:gd name="connsiteX66" fmla="*/ 7201 w 291055"/>
                  <a:gd name="connsiteY66" fmla="*/ 99441 h 291055"/>
                  <a:gd name="connsiteX67" fmla="*/ 27775 w 291055"/>
                  <a:gd name="connsiteY67" fmla="*/ 115421 h 291055"/>
                  <a:gd name="connsiteX68" fmla="*/ 26884 w 291055"/>
                  <a:gd name="connsiteY68" fmla="*/ 119261 h 291055"/>
                  <a:gd name="connsiteX69" fmla="*/ 1303 w 291055"/>
                  <a:gd name="connsiteY69" fmla="*/ 124199 h 291055"/>
                  <a:gd name="connsiteX70" fmla="*/ 24346 w 291055"/>
                  <a:gd name="connsiteY70" fmla="*/ 136269 h 291055"/>
                  <a:gd name="connsiteX71" fmla="*/ 24346 w 291055"/>
                  <a:gd name="connsiteY71" fmla="*/ 140247 h 291055"/>
                  <a:gd name="connsiteX72" fmla="*/ 0 w 291055"/>
                  <a:gd name="connsiteY72" fmla="*/ 149505 h 291055"/>
                  <a:gd name="connsiteX73" fmla="*/ 24826 w 291055"/>
                  <a:gd name="connsiteY73" fmla="*/ 157460 h 291055"/>
                  <a:gd name="connsiteX74" fmla="*/ 25238 w 291055"/>
                  <a:gd name="connsiteY74" fmla="*/ 161369 h 291055"/>
                  <a:gd name="connsiteX75" fmla="*/ 2949 w 291055"/>
                  <a:gd name="connsiteY75" fmla="*/ 174742 h 291055"/>
                  <a:gd name="connsiteX76" fmla="*/ 28667 w 291055"/>
                  <a:gd name="connsiteY76" fmla="*/ 178240 h 291055"/>
                  <a:gd name="connsiteX77" fmla="*/ 29833 w 291055"/>
                  <a:gd name="connsiteY77" fmla="*/ 182012 h 291055"/>
                  <a:gd name="connsiteX78" fmla="*/ 10150 w 291055"/>
                  <a:gd name="connsiteY78" fmla="*/ 199019 h 291055"/>
                  <a:gd name="connsiteX79" fmla="*/ 36142 w 291055"/>
                  <a:gd name="connsiteY79" fmla="*/ 198059 h 291055"/>
                  <a:gd name="connsiteX80" fmla="*/ 37925 w 291055"/>
                  <a:gd name="connsiteY80" fmla="*/ 201557 h 291055"/>
                  <a:gd name="connsiteX81" fmla="*/ 21466 w 291055"/>
                  <a:gd name="connsiteY81" fmla="*/ 221788 h 291055"/>
                  <a:gd name="connsiteX82" fmla="*/ 46909 w 291055"/>
                  <a:gd name="connsiteY82" fmla="*/ 216233 h 291055"/>
                  <a:gd name="connsiteX83" fmla="*/ 49309 w 291055"/>
                  <a:gd name="connsiteY83" fmla="*/ 219456 h 291055"/>
                  <a:gd name="connsiteX84" fmla="*/ 36622 w 291055"/>
                  <a:gd name="connsiteY84" fmla="*/ 242156 h 291055"/>
                  <a:gd name="connsiteX85" fmla="*/ 60694 w 291055"/>
                  <a:gd name="connsiteY85" fmla="*/ 232281 h 291055"/>
                  <a:gd name="connsiteX86" fmla="*/ 63574 w 291055"/>
                  <a:gd name="connsiteY86" fmla="*/ 235024 h 291055"/>
                  <a:gd name="connsiteX87" fmla="*/ 55002 w 291055"/>
                  <a:gd name="connsiteY87" fmla="*/ 259644 h 291055"/>
                  <a:gd name="connsiteX88" fmla="*/ 77016 w 291055"/>
                  <a:gd name="connsiteY88" fmla="*/ 245928 h 291055"/>
                  <a:gd name="connsiteX89" fmla="*/ 80376 w 291055"/>
                  <a:gd name="connsiteY89" fmla="*/ 248123 h 291055"/>
                  <a:gd name="connsiteX90" fmla="*/ 76193 w 291055"/>
                  <a:gd name="connsiteY90" fmla="*/ 273840 h 291055"/>
                  <a:gd name="connsiteX91" fmla="*/ 95464 w 291055"/>
                  <a:gd name="connsiteY91" fmla="*/ 256284 h 291055"/>
                  <a:gd name="connsiteX92" fmla="*/ 99098 w 291055"/>
                  <a:gd name="connsiteY92" fmla="*/ 257861 h 291055"/>
                  <a:gd name="connsiteX93" fmla="*/ 99510 w 291055"/>
                  <a:gd name="connsiteY93" fmla="*/ 283922 h 291055"/>
                  <a:gd name="connsiteX94" fmla="*/ 115421 w 291055"/>
                  <a:gd name="connsiteY94" fmla="*/ 263348 h 291055"/>
                  <a:gd name="connsiteX95" fmla="*/ 119261 w 291055"/>
                  <a:gd name="connsiteY95" fmla="*/ 264239 h 291055"/>
                  <a:gd name="connsiteX96" fmla="*/ 124199 w 291055"/>
                  <a:gd name="connsiteY96" fmla="*/ 289820 h 291055"/>
                  <a:gd name="connsiteX97" fmla="*/ 136269 w 291055"/>
                  <a:gd name="connsiteY97" fmla="*/ 266777 h 291055"/>
                  <a:gd name="connsiteX98" fmla="*/ 140246 w 291055"/>
                  <a:gd name="connsiteY98" fmla="*/ 266777 h 291055"/>
                  <a:gd name="connsiteX99" fmla="*/ 149505 w 291055"/>
                  <a:gd name="connsiteY99" fmla="*/ 291054 h 291055"/>
                  <a:gd name="connsiteX100" fmla="*/ 157460 w 291055"/>
                  <a:gd name="connsiteY100" fmla="*/ 266297 h 291055"/>
                  <a:gd name="connsiteX101" fmla="*/ 161369 w 291055"/>
                  <a:gd name="connsiteY101" fmla="*/ 265885 h 291055"/>
                  <a:gd name="connsiteX102" fmla="*/ 174742 w 291055"/>
                  <a:gd name="connsiteY102" fmla="*/ 288173 h 291055"/>
                  <a:gd name="connsiteX103" fmla="*/ 178240 w 291055"/>
                  <a:gd name="connsiteY103" fmla="*/ 262388 h 291055"/>
                  <a:gd name="connsiteX104" fmla="*/ 182012 w 291055"/>
                  <a:gd name="connsiteY104" fmla="*/ 261290 h 291055"/>
                  <a:gd name="connsiteX105" fmla="*/ 199020 w 291055"/>
                  <a:gd name="connsiteY105" fmla="*/ 280973 h 291055"/>
                  <a:gd name="connsiteX106" fmla="*/ 198059 w 291055"/>
                  <a:gd name="connsiteY106" fmla="*/ 254981 h 291055"/>
                  <a:gd name="connsiteX107" fmla="*/ 201557 w 291055"/>
                  <a:gd name="connsiteY107" fmla="*/ 253198 h 291055"/>
                  <a:gd name="connsiteX108" fmla="*/ 221857 w 291055"/>
                  <a:gd name="connsiteY108" fmla="*/ 269657 h 291055"/>
                  <a:gd name="connsiteX109" fmla="*/ 220828 w 291055"/>
                  <a:gd name="connsiteY109" fmla="*/ 77633 h 291055"/>
                  <a:gd name="connsiteX110" fmla="*/ 205740 w 291055"/>
                  <a:gd name="connsiteY110" fmla="*/ 93818 h 291055"/>
                  <a:gd name="connsiteX111" fmla="*/ 177828 w 291055"/>
                  <a:gd name="connsiteY111" fmla="*/ 118164 h 291055"/>
                  <a:gd name="connsiteX112" fmla="*/ 173028 w 291055"/>
                  <a:gd name="connsiteY112" fmla="*/ 121799 h 291055"/>
                  <a:gd name="connsiteX113" fmla="*/ 130577 w 291055"/>
                  <a:gd name="connsiteY113" fmla="*/ 111649 h 291055"/>
                  <a:gd name="connsiteX114" fmla="*/ 127971 w 291055"/>
                  <a:gd name="connsiteY114" fmla="*/ 106231 h 291055"/>
                  <a:gd name="connsiteX115" fmla="*/ 114255 w 291055"/>
                  <a:gd name="connsiteY115" fmla="*/ 71941 h 291055"/>
                  <a:gd name="connsiteX116" fmla="*/ 108357 w 291055"/>
                  <a:gd name="connsiteY116" fmla="*/ 51367 h 291055"/>
                  <a:gd name="connsiteX117" fmla="*/ 220828 w 291055"/>
                  <a:gd name="connsiteY117" fmla="*/ 77427 h 291055"/>
                  <a:gd name="connsiteX118" fmla="*/ 106574 w 291055"/>
                  <a:gd name="connsiteY118" fmla="*/ 162055 h 291055"/>
                  <a:gd name="connsiteX119" fmla="*/ 72284 w 291055"/>
                  <a:gd name="connsiteY119" fmla="*/ 175771 h 291055"/>
                  <a:gd name="connsiteX120" fmla="*/ 50955 w 291055"/>
                  <a:gd name="connsiteY120" fmla="*/ 181874 h 291055"/>
                  <a:gd name="connsiteX121" fmla="*/ 77016 w 291055"/>
                  <a:gd name="connsiteY121" fmla="*/ 70912 h 291055"/>
                  <a:gd name="connsiteX122" fmla="*/ 92240 w 291055"/>
                  <a:gd name="connsiteY122" fmla="*/ 85177 h 291055"/>
                  <a:gd name="connsiteX123" fmla="*/ 116586 w 291055"/>
                  <a:gd name="connsiteY123" fmla="*/ 113089 h 291055"/>
                  <a:gd name="connsiteX124" fmla="*/ 120290 w 291055"/>
                  <a:gd name="connsiteY124" fmla="*/ 117821 h 291055"/>
                  <a:gd name="connsiteX125" fmla="*/ 110071 w 291055"/>
                  <a:gd name="connsiteY125" fmla="*/ 160272 h 291055"/>
                  <a:gd name="connsiteX126" fmla="*/ 130920 w 291055"/>
                  <a:gd name="connsiteY126" fmla="*/ 154785 h 291055"/>
                  <a:gd name="connsiteX127" fmla="*/ 135789 w 291055"/>
                  <a:gd name="connsiteY127" fmla="*/ 130837 h 291055"/>
                  <a:gd name="connsiteX128" fmla="*/ 159737 w 291055"/>
                  <a:gd name="connsiteY128" fmla="*/ 135706 h 291055"/>
                  <a:gd name="connsiteX129" fmla="*/ 160340 w 291055"/>
                  <a:gd name="connsiteY129" fmla="*/ 136680 h 291055"/>
                  <a:gd name="connsiteX130" fmla="*/ 153894 w 291055"/>
                  <a:gd name="connsiteY130" fmla="*/ 160258 h 291055"/>
                  <a:gd name="connsiteX131" fmla="*/ 130920 w 291055"/>
                  <a:gd name="connsiteY131" fmla="*/ 154785 h 291055"/>
                  <a:gd name="connsiteX132" fmla="*/ 70432 w 291055"/>
                  <a:gd name="connsiteY132" fmla="*/ 213764 h 291055"/>
                  <a:gd name="connsiteX133" fmla="*/ 85451 w 291055"/>
                  <a:gd name="connsiteY133" fmla="*/ 197511 h 291055"/>
                  <a:gd name="connsiteX134" fmla="*/ 113363 w 291055"/>
                  <a:gd name="connsiteY134" fmla="*/ 173165 h 291055"/>
                  <a:gd name="connsiteX135" fmla="*/ 116449 w 291055"/>
                  <a:gd name="connsiteY135" fmla="*/ 170833 h 291055"/>
                  <a:gd name="connsiteX136" fmla="*/ 158832 w 291055"/>
                  <a:gd name="connsiteY136" fmla="*/ 180914 h 291055"/>
                  <a:gd name="connsiteX137" fmla="*/ 160546 w 291055"/>
                  <a:gd name="connsiteY137" fmla="*/ 184412 h 291055"/>
                  <a:gd name="connsiteX138" fmla="*/ 174262 w 291055"/>
                  <a:gd name="connsiteY138" fmla="*/ 218702 h 291055"/>
                  <a:gd name="connsiteX139" fmla="*/ 180503 w 291055"/>
                  <a:gd name="connsiteY139" fmla="*/ 240853 h 291055"/>
                  <a:gd name="connsiteX140" fmla="*/ 70432 w 291055"/>
                  <a:gd name="connsiteY140" fmla="*/ 213559 h 291055"/>
                  <a:gd name="connsiteX141" fmla="*/ 195933 w 291055"/>
                  <a:gd name="connsiteY141" fmla="*/ 205535 h 291055"/>
                  <a:gd name="connsiteX142" fmla="*/ 171588 w 291055"/>
                  <a:gd name="connsiteY142" fmla="*/ 177623 h 291055"/>
                  <a:gd name="connsiteX143" fmla="*/ 169256 w 291055"/>
                  <a:gd name="connsiteY143" fmla="*/ 174537 h 291055"/>
                  <a:gd name="connsiteX144" fmla="*/ 179406 w 291055"/>
                  <a:gd name="connsiteY144" fmla="*/ 132154 h 291055"/>
                  <a:gd name="connsiteX145" fmla="*/ 184823 w 291055"/>
                  <a:gd name="connsiteY145" fmla="*/ 129479 h 291055"/>
                  <a:gd name="connsiteX146" fmla="*/ 219113 w 291055"/>
                  <a:gd name="connsiteY146" fmla="*/ 115763 h 291055"/>
                  <a:gd name="connsiteX147" fmla="*/ 240373 w 291055"/>
                  <a:gd name="connsiteY147" fmla="*/ 109660 h 291055"/>
                  <a:gd name="connsiteX148" fmla="*/ 212941 w 291055"/>
                  <a:gd name="connsiteY148" fmla="*/ 221514 h 291055"/>
                  <a:gd name="connsiteX149" fmla="*/ 195933 w 291055"/>
                  <a:gd name="connsiteY149" fmla="*/ 205123 h 291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291055" h="291055">
                    <a:moveTo>
                      <a:pt x="221857" y="269657"/>
                    </a:moveTo>
                    <a:cubicBezTo>
                      <a:pt x="225011" y="267668"/>
                      <a:pt x="222611" y="257381"/>
                      <a:pt x="216302" y="244214"/>
                    </a:cubicBezTo>
                    <a:lnTo>
                      <a:pt x="219525" y="241814"/>
                    </a:lnTo>
                    <a:cubicBezTo>
                      <a:pt x="230292" y="251689"/>
                      <a:pt x="239413" y="257038"/>
                      <a:pt x="242225" y="254501"/>
                    </a:cubicBezTo>
                    <a:cubicBezTo>
                      <a:pt x="245037" y="251963"/>
                      <a:pt x="240853" y="242362"/>
                      <a:pt x="232418" y="230429"/>
                    </a:cubicBezTo>
                    <a:lnTo>
                      <a:pt x="235161" y="227549"/>
                    </a:lnTo>
                    <a:cubicBezTo>
                      <a:pt x="247437" y="235367"/>
                      <a:pt x="257313" y="239070"/>
                      <a:pt x="259644" y="236121"/>
                    </a:cubicBezTo>
                    <a:cubicBezTo>
                      <a:pt x="261976" y="233172"/>
                      <a:pt x="256215" y="224325"/>
                      <a:pt x="245928" y="214107"/>
                    </a:cubicBezTo>
                    <a:cubicBezTo>
                      <a:pt x="246683" y="213010"/>
                      <a:pt x="247437" y="211913"/>
                      <a:pt x="248123" y="210747"/>
                    </a:cubicBezTo>
                    <a:cubicBezTo>
                      <a:pt x="261839" y="216370"/>
                      <a:pt x="271989" y="218291"/>
                      <a:pt x="273840" y="214930"/>
                    </a:cubicBezTo>
                    <a:cubicBezTo>
                      <a:pt x="275692" y="211570"/>
                      <a:pt x="268354" y="203957"/>
                      <a:pt x="256284" y="195659"/>
                    </a:cubicBezTo>
                    <a:lnTo>
                      <a:pt x="257930" y="192024"/>
                    </a:lnTo>
                    <a:cubicBezTo>
                      <a:pt x="272194" y="195179"/>
                      <a:pt x="282756" y="195248"/>
                      <a:pt x="283922" y="191613"/>
                    </a:cubicBezTo>
                    <a:cubicBezTo>
                      <a:pt x="285087" y="187978"/>
                      <a:pt x="276652" y="181737"/>
                      <a:pt x="263348" y="175702"/>
                    </a:cubicBezTo>
                    <a:cubicBezTo>
                      <a:pt x="263348" y="174399"/>
                      <a:pt x="263965" y="173096"/>
                      <a:pt x="264239" y="171862"/>
                    </a:cubicBezTo>
                    <a:cubicBezTo>
                      <a:pt x="278847" y="172479"/>
                      <a:pt x="289271" y="170696"/>
                      <a:pt x="289819" y="166924"/>
                    </a:cubicBezTo>
                    <a:cubicBezTo>
                      <a:pt x="290368" y="163152"/>
                      <a:pt x="280973" y="158489"/>
                      <a:pt x="266777" y="154854"/>
                    </a:cubicBezTo>
                    <a:cubicBezTo>
                      <a:pt x="266777" y="153551"/>
                      <a:pt x="266777" y="152179"/>
                      <a:pt x="266777" y="150876"/>
                    </a:cubicBezTo>
                    <a:cubicBezTo>
                      <a:pt x="281247" y="148956"/>
                      <a:pt x="291191" y="145390"/>
                      <a:pt x="291054" y="141618"/>
                    </a:cubicBezTo>
                    <a:cubicBezTo>
                      <a:pt x="290917" y="137846"/>
                      <a:pt x="280904" y="134760"/>
                      <a:pt x="266297" y="133663"/>
                    </a:cubicBezTo>
                    <a:lnTo>
                      <a:pt x="265885" y="129754"/>
                    </a:lnTo>
                    <a:cubicBezTo>
                      <a:pt x="279601" y="125296"/>
                      <a:pt x="288996" y="120084"/>
                      <a:pt x="288174" y="116381"/>
                    </a:cubicBezTo>
                    <a:cubicBezTo>
                      <a:pt x="287351" y="112677"/>
                      <a:pt x="276995" y="111512"/>
                      <a:pt x="262387" y="112883"/>
                    </a:cubicBezTo>
                    <a:cubicBezTo>
                      <a:pt x="262044" y="111580"/>
                      <a:pt x="261702" y="110346"/>
                      <a:pt x="261290" y="109043"/>
                    </a:cubicBezTo>
                    <a:cubicBezTo>
                      <a:pt x="274252" y="102185"/>
                      <a:pt x="282344" y="95327"/>
                      <a:pt x="280973" y="92035"/>
                    </a:cubicBezTo>
                    <a:cubicBezTo>
                      <a:pt x="279601" y="88743"/>
                      <a:pt x="269040" y="89154"/>
                      <a:pt x="254981" y="93063"/>
                    </a:cubicBezTo>
                    <a:cubicBezTo>
                      <a:pt x="254432" y="91898"/>
                      <a:pt x="253815" y="90732"/>
                      <a:pt x="253198" y="89566"/>
                    </a:cubicBezTo>
                    <a:cubicBezTo>
                      <a:pt x="264788" y="80582"/>
                      <a:pt x="271577" y="72558"/>
                      <a:pt x="269657" y="69335"/>
                    </a:cubicBezTo>
                    <a:cubicBezTo>
                      <a:pt x="267737" y="66112"/>
                      <a:pt x="257381" y="68580"/>
                      <a:pt x="244214" y="74890"/>
                    </a:cubicBezTo>
                    <a:cubicBezTo>
                      <a:pt x="243391" y="73793"/>
                      <a:pt x="242636" y="72695"/>
                      <a:pt x="241813" y="71667"/>
                    </a:cubicBezTo>
                    <a:cubicBezTo>
                      <a:pt x="251689" y="60899"/>
                      <a:pt x="257038" y="51778"/>
                      <a:pt x="254501" y="48967"/>
                    </a:cubicBezTo>
                    <a:cubicBezTo>
                      <a:pt x="251963" y="46155"/>
                      <a:pt x="242362" y="50338"/>
                      <a:pt x="230429" y="58842"/>
                    </a:cubicBezTo>
                    <a:lnTo>
                      <a:pt x="227549" y="56099"/>
                    </a:lnTo>
                    <a:cubicBezTo>
                      <a:pt x="235367" y="43754"/>
                      <a:pt x="239070" y="33879"/>
                      <a:pt x="236121" y="31479"/>
                    </a:cubicBezTo>
                    <a:cubicBezTo>
                      <a:pt x="233172" y="29078"/>
                      <a:pt x="224325" y="34976"/>
                      <a:pt x="214107" y="45195"/>
                    </a:cubicBezTo>
                    <a:cubicBezTo>
                      <a:pt x="213010" y="44440"/>
                      <a:pt x="211913" y="43686"/>
                      <a:pt x="210747" y="43000"/>
                    </a:cubicBezTo>
                    <a:cubicBezTo>
                      <a:pt x="216370" y="29284"/>
                      <a:pt x="218291" y="19066"/>
                      <a:pt x="214930" y="17282"/>
                    </a:cubicBezTo>
                    <a:cubicBezTo>
                      <a:pt x="211570" y="15500"/>
                      <a:pt x="203957" y="22769"/>
                      <a:pt x="195659" y="34770"/>
                    </a:cubicBezTo>
                    <a:lnTo>
                      <a:pt x="192024" y="33193"/>
                    </a:lnTo>
                    <a:cubicBezTo>
                      <a:pt x="195179" y="18929"/>
                      <a:pt x="195248" y="8367"/>
                      <a:pt x="192024" y="7201"/>
                    </a:cubicBezTo>
                    <a:cubicBezTo>
                      <a:pt x="188801" y="6035"/>
                      <a:pt x="182080" y="14471"/>
                      <a:pt x="176045" y="27775"/>
                    </a:cubicBezTo>
                    <a:lnTo>
                      <a:pt x="172205" y="26884"/>
                    </a:lnTo>
                    <a:cubicBezTo>
                      <a:pt x="172753" y="12208"/>
                      <a:pt x="171039" y="1852"/>
                      <a:pt x="167267" y="1303"/>
                    </a:cubicBezTo>
                    <a:cubicBezTo>
                      <a:pt x="163495" y="755"/>
                      <a:pt x="158832" y="10150"/>
                      <a:pt x="155197" y="24346"/>
                    </a:cubicBezTo>
                    <a:lnTo>
                      <a:pt x="151219" y="24346"/>
                    </a:lnTo>
                    <a:cubicBezTo>
                      <a:pt x="149230" y="9876"/>
                      <a:pt x="145733" y="-68"/>
                      <a:pt x="141961" y="0"/>
                    </a:cubicBezTo>
                    <a:cubicBezTo>
                      <a:pt x="138189" y="69"/>
                      <a:pt x="135103" y="10219"/>
                      <a:pt x="134006" y="24826"/>
                    </a:cubicBezTo>
                    <a:lnTo>
                      <a:pt x="130097" y="25238"/>
                    </a:lnTo>
                    <a:cubicBezTo>
                      <a:pt x="125639" y="11522"/>
                      <a:pt x="120427" y="2126"/>
                      <a:pt x="116381" y="2949"/>
                    </a:cubicBezTo>
                    <a:cubicBezTo>
                      <a:pt x="112334" y="3772"/>
                      <a:pt x="111443" y="14128"/>
                      <a:pt x="112883" y="28667"/>
                    </a:cubicBezTo>
                    <a:lnTo>
                      <a:pt x="109043" y="29833"/>
                    </a:lnTo>
                    <a:cubicBezTo>
                      <a:pt x="102185" y="16871"/>
                      <a:pt x="95327" y="8710"/>
                      <a:pt x="92035" y="10150"/>
                    </a:cubicBezTo>
                    <a:cubicBezTo>
                      <a:pt x="88743" y="11590"/>
                      <a:pt x="89154" y="22083"/>
                      <a:pt x="93063" y="36142"/>
                    </a:cubicBezTo>
                    <a:lnTo>
                      <a:pt x="89497" y="37925"/>
                    </a:lnTo>
                    <a:cubicBezTo>
                      <a:pt x="80650" y="26335"/>
                      <a:pt x="72558" y="19477"/>
                      <a:pt x="69403" y="21466"/>
                    </a:cubicBezTo>
                    <a:cubicBezTo>
                      <a:pt x="66249" y="23455"/>
                      <a:pt x="68580" y="33742"/>
                      <a:pt x="74890" y="46909"/>
                    </a:cubicBezTo>
                    <a:lnTo>
                      <a:pt x="71666" y="49309"/>
                    </a:lnTo>
                    <a:cubicBezTo>
                      <a:pt x="60899" y="39434"/>
                      <a:pt x="51778" y="34085"/>
                      <a:pt x="48966" y="36622"/>
                    </a:cubicBezTo>
                    <a:cubicBezTo>
                      <a:pt x="46155" y="39159"/>
                      <a:pt x="50338" y="48761"/>
                      <a:pt x="58842" y="60694"/>
                    </a:cubicBezTo>
                    <a:cubicBezTo>
                      <a:pt x="57882" y="61585"/>
                      <a:pt x="56990" y="62614"/>
                      <a:pt x="56099" y="63574"/>
                    </a:cubicBezTo>
                    <a:cubicBezTo>
                      <a:pt x="43754" y="55687"/>
                      <a:pt x="33810" y="52053"/>
                      <a:pt x="31479" y="55001"/>
                    </a:cubicBezTo>
                    <a:cubicBezTo>
                      <a:pt x="29147" y="57951"/>
                      <a:pt x="34976" y="66797"/>
                      <a:pt x="45195" y="77016"/>
                    </a:cubicBezTo>
                    <a:cubicBezTo>
                      <a:pt x="44440" y="78113"/>
                      <a:pt x="43686" y="79210"/>
                      <a:pt x="43000" y="80307"/>
                    </a:cubicBezTo>
                    <a:cubicBezTo>
                      <a:pt x="29284" y="74753"/>
                      <a:pt x="19134" y="72901"/>
                      <a:pt x="17283" y="76193"/>
                    </a:cubicBezTo>
                    <a:cubicBezTo>
                      <a:pt x="15431" y="79485"/>
                      <a:pt x="22769" y="87165"/>
                      <a:pt x="34770" y="95464"/>
                    </a:cubicBezTo>
                    <a:lnTo>
                      <a:pt x="33193" y="99099"/>
                    </a:lnTo>
                    <a:cubicBezTo>
                      <a:pt x="18928" y="95944"/>
                      <a:pt x="8436" y="95875"/>
                      <a:pt x="7201" y="99441"/>
                    </a:cubicBezTo>
                    <a:cubicBezTo>
                      <a:pt x="5967" y="103007"/>
                      <a:pt x="14471" y="109386"/>
                      <a:pt x="27775" y="115421"/>
                    </a:cubicBezTo>
                    <a:cubicBezTo>
                      <a:pt x="27432" y="116723"/>
                      <a:pt x="27158" y="117958"/>
                      <a:pt x="26884" y="119261"/>
                    </a:cubicBezTo>
                    <a:cubicBezTo>
                      <a:pt x="12276" y="118644"/>
                      <a:pt x="1852" y="120427"/>
                      <a:pt x="1303" y="124199"/>
                    </a:cubicBezTo>
                    <a:cubicBezTo>
                      <a:pt x="755" y="127971"/>
                      <a:pt x="10150" y="132634"/>
                      <a:pt x="24346" y="136269"/>
                    </a:cubicBezTo>
                    <a:cubicBezTo>
                      <a:pt x="24346" y="137572"/>
                      <a:pt x="24346" y="138944"/>
                      <a:pt x="24346" y="140247"/>
                    </a:cubicBezTo>
                    <a:cubicBezTo>
                      <a:pt x="9876" y="142167"/>
                      <a:pt x="-68" y="145733"/>
                      <a:pt x="0" y="149505"/>
                    </a:cubicBezTo>
                    <a:cubicBezTo>
                      <a:pt x="69" y="153277"/>
                      <a:pt x="10219" y="156363"/>
                      <a:pt x="24826" y="157460"/>
                    </a:cubicBezTo>
                    <a:cubicBezTo>
                      <a:pt x="24826" y="158763"/>
                      <a:pt x="24826" y="160066"/>
                      <a:pt x="25238" y="161369"/>
                    </a:cubicBezTo>
                    <a:cubicBezTo>
                      <a:pt x="11522" y="165827"/>
                      <a:pt x="2126" y="171039"/>
                      <a:pt x="2949" y="174742"/>
                    </a:cubicBezTo>
                    <a:cubicBezTo>
                      <a:pt x="3772" y="178445"/>
                      <a:pt x="14128" y="179611"/>
                      <a:pt x="28667" y="178240"/>
                    </a:cubicBezTo>
                    <a:cubicBezTo>
                      <a:pt x="28667" y="179543"/>
                      <a:pt x="29421" y="180777"/>
                      <a:pt x="29833" y="182012"/>
                    </a:cubicBezTo>
                    <a:cubicBezTo>
                      <a:pt x="16871" y="188870"/>
                      <a:pt x="8779" y="195728"/>
                      <a:pt x="10150" y="199019"/>
                    </a:cubicBezTo>
                    <a:cubicBezTo>
                      <a:pt x="11522" y="202311"/>
                      <a:pt x="22083" y="201900"/>
                      <a:pt x="36142" y="198059"/>
                    </a:cubicBezTo>
                    <a:lnTo>
                      <a:pt x="37925" y="201557"/>
                    </a:lnTo>
                    <a:cubicBezTo>
                      <a:pt x="26335" y="210472"/>
                      <a:pt x="19546" y="218565"/>
                      <a:pt x="21466" y="221788"/>
                    </a:cubicBezTo>
                    <a:cubicBezTo>
                      <a:pt x="23386" y="225011"/>
                      <a:pt x="33742" y="222543"/>
                      <a:pt x="46909" y="216233"/>
                    </a:cubicBezTo>
                    <a:lnTo>
                      <a:pt x="49309" y="219456"/>
                    </a:lnTo>
                    <a:cubicBezTo>
                      <a:pt x="39434" y="230223"/>
                      <a:pt x="34085" y="239345"/>
                      <a:pt x="36622" y="242156"/>
                    </a:cubicBezTo>
                    <a:cubicBezTo>
                      <a:pt x="39159" y="244968"/>
                      <a:pt x="48761" y="240785"/>
                      <a:pt x="60694" y="232281"/>
                    </a:cubicBezTo>
                    <a:cubicBezTo>
                      <a:pt x="61606" y="233248"/>
                      <a:pt x="62566" y="234160"/>
                      <a:pt x="63574" y="235024"/>
                    </a:cubicBezTo>
                    <a:cubicBezTo>
                      <a:pt x="55756" y="247368"/>
                      <a:pt x="52053" y="257244"/>
                      <a:pt x="55002" y="259644"/>
                    </a:cubicBezTo>
                    <a:cubicBezTo>
                      <a:pt x="57950" y="262044"/>
                      <a:pt x="66797" y="256147"/>
                      <a:pt x="77016" y="245928"/>
                    </a:cubicBezTo>
                    <a:cubicBezTo>
                      <a:pt x="78113" y="246683"/>
                      <a:pt x="79210" y="247437"/>
                      <a:pt x="80376" y="248123"/>
                    </a:cubicBezTo>
                    <a:cubicBezTo>
                      <a:pt x="74753" y="261839"/>
                      <a:pt x="72901" y="271989"/>
                      <a:pt x="76193" y="273840"/>
                    </a:cubicBezTo>
                    <a:cubicBezTo>
                      <a:pt x="79485" y="275692"/>
                      <a:pt x="87165" y="268354"/>
                      <a:pt x="95464" y="256284"/>
                    </a:cubicBezTo>
                    <a:cubicBezTo>
                      <a:pt x="96698" y="256901"/>
                      <a:pt x="97864" y="257381"/>
                      <a:pt x="99098" y="257861"/>
                    </a:cubicBezTo>
                    <a:cubicBezTo>
                      <a:pt x="95944" y="272194"/>
                      <a:pt x="95875" y="282756"/>
                      <a:pt x="99510" y="283922"/>
                    </a:cubicBezTo>
                    <a:cubicBezTo>
                      <a:pt x="103145" y="285087"/>
                      <a:pt x="109317" y="276652"/>
                      <a:pt x="115421" y="263348"/>
                    </a:cubicBezTo>
                    <a:lnTo>
                      <a:pt x="119261" y="264239"/>
                    </a:lnTo>
                    <a:cubicBezTo>
                      <a:pt x="118644" y="278847"/>
                      <a:pt x="120427" y="289271"/>
                      <a:pt x="124199" y="289820"/>
                    </a:cubicBezTo>
                    <a:cubicBezTo>
                      <a:pt x="127971" y="290368"/>
                      <a:pt x="132634" y="280973"/>
                      <a:pt x="136269" y="266777"/>
                    </a:cubicBezTo>
                    <a:lnTo>
                      <a:pt x="140246" y="266777"/>
                    </a:lnTo>
                    <a:cubicBezTo>
                      <a:pt x="142167" y="281247"/>
                      <a:pt x="145733" y="291191"/>
                      <a:pt x="149505" y="291054"/>
                    </a:cubicBezTo>
                    <a:cubicBezTo>
                      <a:pt x="153277" y="290917"/>
                      <a:pt x="156363" y="280904"/>
                      <a:pt x="157460" y="266297"/>
                    </a:cubicBezTo>
                    <a:lnTo>
                      <a:pt x="161369" y="265885"/>
                    </a:lnTo>
                    <a:cubicBezTo>
                      <a:pt x="165827" y="279601"/>
                      <a:pt x="171039" y="288928"/>
                      <a:pt x="174742" y="288173"/>
                    </a:cubicBezTo>
                    <a:cubicBezTo>
                      <a:pt x="178446" y="287419"/>
                      <a:pt x="179611" y="276995"/>
                      <a:pt x="178240" y="262388"/>
                    </a:cubicBezTo>
                    <a:lnTo>
                      <a:pt x="182012" y="261290"/>
                    </a:lnTo>
                    <a:cubicBezTo>
                      <a:pt x="188870" y="274252"/>
                      <a:pt x="195728" y="282344"/>
                      <a:pt x="199020" y="280973"/>
                    </a:cubicBezTo>
                    <a:cubicBezTo>
                      <a:pt x="202311" y="279601"/>
                      <a:pt x="201968" y="269040"/>
                      <a:pt x="198059" y="254981"/>
                    </a:cubicBezTo>
                    <a:lnTo>
                      <a:pt x="201557" y="253198"/>
                    </a:lnTo>
                    <a:cubicBezTo>
                      <a:pt x="210541" y="264788"/>
                      <a:pt x="218633" y="271646"/>
                      <a:pt x="221857" y="269657"/>
                    </a:cubicBezTo>
                    <a:close/>
                    <a:moveTo>
                      <a:pt x="220828" y="77633"/>
                    </a:moveTo>
                    <a:cubicBezTo>
                      <a:pt x="216919" y="82228"/>
                      <a:pt x="211844" y="87783"/>
                      <a:pt x="205740" y="93818"/>
                    </a:cubicBezTo>
                    <a:cubicBezTo>
                      <a:pt x="196914" y="102466"/>
                      <a:pt x="187594" y="110599"/>
                      <a:pt x="177828" y="118164"/>
                    </a:cubicBezTo>
                    <a:cubicBezTo>
                      <a:pt x="176251" y="119398"/>
                      <a:pt x="174674" y="120633"/>
                      <a:pt x="173028" y="121799"/>
                    </a:cubicBezTo>
                    <a:cubicBezTo>
                      <a:pt x="162528" y="109646"/>
                      <a:pt x="145438" y="105559"/>
                      <a:pt x="130577" y="111649"/>
                    </a:cubicBezTo>
                    <a:cubicBezTo>
                      <a:pt x="129685" y="109865"/>
                      <a:pt x="128794" y="108014"/>
                      <a:pt x="127971" y="106231"/>
                    </a:cubicBezTo>
                    <a:cubicBezTo>
                      <a:pt x="122731" y="95080"/>
                      <a:pt x="118150" y="83634"/>
                      <a:pt x="114255" y="71941"/>
                    </a:cubicBezTo>
                    <a:cubicBezTo>
                      <a:pt x="111649" y="64191"/>
                      <a:pt x="109728" y="57265"/>
                      <a:pt x="108357" y="51367"/>
                    </a:cubicBezTo>
                    <a:cubicBezTo>
                      <a:pt x="147619" y="35806"/>
                      <a:pt x="192408" y="46189"/>
                      <a:pt x="220828" y="77427"/>
                    </a:cubicBezTo>
                    <a:close/>
                    <a:moveTo>
                      <a:pt x="106574" y="162055"/>
                    </a:moveTo>
                    <a:cubicBezTo>
                      <a:pt x="95436" y="167329"/>
                      <a:pt x="83983" y="171910"/>
                      <a:pt x="72284" y="175771"/>
                    </a:cubicBezTo>
                    <a:cubicBezTo>
                      <a:pt x="64123" y="178514"/>
                      <a:pt x="56853" y="180503"/>
                      <a:pt x="50955" y="181874"/>
                    </a:cubicBezTo>
                    <a:cubicBezTo>
                      <a:pt x="36115" y="143038"/>
                      <a:pt x="46436" y="99078"/>
                      <a:pt x="77016" y="70912"/>
                    </a:cubicBezTo>
                    <a:cubicBezTo>
                      <a:pt x="81405" y="74684"/>
                      <a:pt x="86685" y="79485"/>
                      <a:pt x="92240" y="85177"/>
                    </a:cubicBezTo>
                    <a:cubicBezTo>
                      <a:pt x="100930" y="93969"/>
                      <a:pt x="109056" y="103289"/>
                      <a:pt x="116586" y="113089"/>
                    </a:cubicBezTo>
                    <a:lnTo>
                      <a:pt x="120290" y="117821"/>
                    </a:lnTo>
                    <a:cubicBezTo>
                      <a:pt x="108151" y="128327"/>
                      <a:pt x="104043" y="145390"/>
                      <a:pt x="110071" y="160272"/>
                    </a:cubicBezTo>
                    <a:close/>
                    <a:moveTo>
                      <a:pt x="130920" y="154785"/>
                    </a:moveTo>
                    <a:cubicBezTo>
                      <a:pt x="125653" y="146830"/>
                      <a:pt x="127833" y="136104"/>
                      <a:pt x="135789" y="130837"/>
                    </a:cubicBezTo>
                    <a:cubicBezTo>
                      <a:pt x="143751" y="125563"/>
                      <a:pt x="154470" y="127744"/>
                      <a:pt x="159737" y="135706"/>
                    </a:cubicBezTo>
                    <a:cubicBezTo>
                      <a:pt x="159949" y="136022"/>
                      <a:pt x="160148" y="136351"/>
                      <a:pt x="160340" y="136680"/>
                    </a:cubicBezTo>
                    <a:cubicBezTo>
                      <a:pt x="165072" y="144972"/>
                      <a:pt x="162185" y="155526"/>
                      <a:pt x="153894" y="160258"/>
                    </a:cubicBezTo>
                    <a:cubicBezTo>
                      <a:pt x="145993" y="164764"/>
                      <a:pt x="135946" y="162370"/>
                      <a:pt x="130920" y="154785"/>
                    </a:cubicBezTo>
                    <a:close/>
                    <a:moveTo>
                      <a:pt x="70432" y="213764"/>
                    </a:moveTo>
                    <a:cubicBezTo>
                      <a:pt x="74341" y="209101"/>
                      <a:pt x="79416" y="203546"/>
                      <a:pt x="85451" y="197511"/>
                    </a:cubicBezTo>
                    <a:cubicBezTo>
                      <a:pt x="94257" y="188842"/>
                      <a:pt x="103577" y="180709"/>
                      <a:pt x="113363" y="173165"/>
                    </a:cubicBezTo>
                    <a:lnTo>
                      <a:pt x="116449" y="170833"/>
                    </a:lnTo>
                    <a:cubicBezTo>
                      <a:pt x="126956" y="182931"/>
                      <a:pt x="144005" y="186984"/>
                      <a:pt x="158832" y="180914"/>
                    </a:cubicBezTo>
                    <a:cubicBezTo>
                      <a:pt x="159380" y="182149"/>
                      <a:pt x="159998" y="183315"/>
                      <a:pt x="160546" y="184412"/>
                    </a:cubicBezTo>
                    <a:cubicBezTo>
                      <a:pt x="165744" y="195577"/>
                      <a:pt x="170326" y="207030"/>
                      <a:pt x="174262" y="218702"/>
                    </a:cubicBezTo>
                    <a:cubicBezTo>
                      <a:pt x="177074" y="227206"/>
                      <a:pt x="179131" y="234818"/>
                      <a:pt x="180503" y="240853"/>
                    </a:cubicBezTo>
                    <a:cubicBezTo>
                      <a:pt x="141673" y="254995"/>
                      <a:pt x="98152" y="244200"/>
                      <a:pt x="70432" y="213559"/>
                    </a:cubicBezTo>
                    <a:close/>
                    <a:moveTo>
                      <a:pt x="195933" y="205535"/>
                    </a:moveTo>
                    <a:cubicBezTo>
                      <a:pt x="187265" y="196729"/>
                      <a:pt x="179131" y="187409"/>
                      <a:pt x="171588" y="177623"/>
                    </a:cubicBezTo>
                    <a:lnTo>
                      <a:pt x="169256" y="174537"/>
                    </a:lnTo>
                    <a:cubicBezTo>
                      <a:pt x="181360" y="164037"/>
                      <a:pt x="185441" y="146995"/>
                      <a:pt x="179406" y="132154"/>
                    </a:cubicBezTo>
                    <a:lnTo>
                      <a:pt x="184823" y="129479"/>
                    </a:lnTo>
                    <a:cubicBezTo>
                      <a:pt x="195975" y="124233"/>
                      <a:pt x="207421" y="119652"/>
                      <a:pt x="219113" y="115763"/>
                    </a:cubicBezTo>
                    <a:cubicBezTo>
                      <a:pt x="227206" y="113020"/>
                      <a:pt x="234475" y="111031"/>
                      <a:pt x="240373" y="109660"/>
                    </a:cubicBezTo>
                    <a:cubicBezTo>
                      <a:pt x="255255" y="149032"/>
                      <a:pt x="244351" y="193499"/>
                      <a:pt x="212941" y="221514"/>
                    </a:cubicBezTo>
                    <a:cubicBezTo>
                      <a:pt x="206995" y="216350"/>
                      <a:pt x="201317" y="210877"/>
                      <a:pt x="195933" y="205123"/>
                    </a:cubicBezTo>
                    <a:close/>
                  </a:path>
                </a:pathLst>
              </a:custGeom>
              <a:solidFill>
                <a:srgbClr val="4D4D4D">
                  <a:alpha val="80000"/>
                </a:srgbClr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BA745FA-18E1-4AED-97F6-51CB60E9CBE1}"/>
                  </a:ext>
                </a:extLst>
              </p:cNvPr>
              <p:cNvSpPr/>
              <p:nvPr/>
            </p:nvSpPr>
            <p:spPr>
              <a:xfrm>
                <a:off x="2152414" y="3042089"/>
                <a:ext cx="266949" cy="455254"/>
              </a:xfrm>
              <a:custGeom>
                <a:avLst/>
                <a:gdLst>
                  <a:gd name="connsiteX0" fmla="*/ 213078 w 276106"/>
                  <a:gd name="connsiteY0" fmla="*/ 333779 h 470870"/>
                  <a:gd name="connsiteX1" fmla="*/ 145115 w 276106"/>
                  <a:gd name="connsiteY1" fmla="*/ 106916 h 470870"/>
                  <a:gd name="connsiteX2" fmla="*/ 145115 w 276106"/>
                  <a:gd name="connsiteY2" fmla="*/ 75849 h 470870"/>
                  <a:gd name="connsiteX3" fmla="*/ 138257 w 276106"/>
                  <a:gd name="connsiteY3" fmla="*/ 0 h 470870"/>
                  <a:gd name="connsiteX4" fmla="*/ 131399 w 276106"/>
                  <a:gd name="connsiteY4" fmla="*/ 75849 h 470870"/>
                  <a:gd name="connsiteX5" fmla="*/ 131399 w 276106"/>
                  <a:gd name="connsiteY5" fmla="*/ 107739 h 470870"/>
                  <a:gd name="connsiteX6" fmla="*/ 65905 w 276106"/>
                  <a:gd name="connsiteY6" fmla="*/ 334053 h 470870"/>
                  <a:gd name="connsiteX7" fmla="*/ 0 w 276106"/>
                  <a:gd name="connsiteY7" fmla="*/ 404691 h 470870"/>
                  <a:gd name="connsiteX8" fmla="*/ 20574 w 276106"/>
                  <a:gd name="connsiteY8" fmla="*/ 470870 h 470870"/>
                  <a:gd name="connsiteX9" fmla="*/ 77084 w 276106"/>
                  <a:gd name="connsiteY9" fmla="*/ 399204 h 470870"/>
                  <a:gd name="connsiteX10" fmla="*/ 77084 w 276106"/>
                  <a:gd name="connsiteY10" fmla="*/ 409697 h 470870"/>
                  <a:gd name="connsiteX11" fmla="*/ 79279 w 276106"/>
                  <a:gd name="connsiteY11" fmla="*/ 413195 h 470870"/>
                  <a:gd name="connsiteX12" fmla="*/ 199156 w 276106"/>
                  <a:gd name="connsiteY12" fmla="*/ 413195 h 470870"/>
                  <a:gd name="connsiteX13" fmla="*/ 201351 w 276106"/>
                  <a:gd name="connsiteY13" fmla="*/ 409697 h 470870"/>
                  <a:gd name="connsiteX14" fmla="*/ 201351 w 276106"/>
                  <a:gd name="connsiteY14" fmla="*/ 399204 h 470870"/>
                  <a:gd name="connsiteX15" fmla="*/ 257861 w 276106"/>
                  <a:gd name="connsiteY15" fmla="*/ 470870 h 470870"/>
                  <a:gd name="connsiteX16" fmla="*/ 276103 w 276106"/>
                  <a:gd name="connsiteY16" fmla="*/ 404965 h 470870"/>
                  <a:gd name="connsiteX17" fmla="*/ 213078 w 276106"/>
                  <a:gd name="connsiteY17" fmla="*/ 333779 h 470870"/>
                  <a:gd name="connsiteX18" fmla="*/ 137640 w 276106"/>
                  <a:gd name="connsiteY18" fmla="*/ 353393 h 470870"/>
                  <a:gd name="connsiteX19" fmla="*/ 115214 w 276106"/>
                  <a:gd name="connsiteY19" fmla="*/ 292220 h 470870"/>
                  <a:gd name="connsiteX20" fmla="*/ 137640 w 276106"/>
                  <a:gd name="connsiteY20" fmla="*/ 231046 h 470870"/>
                  <a:gd name="connsiteX21" fmla="*/ 160066 w 276106"/>
                  <a:gd name="connsiteY21" fmla="*/ 292220 h 470870"/>
                  <a:gd name="connsiteX22" fmla="*/ 137914 w 276106"/>
                  <a:gd name="connsiteY22" fmla="*/ 353393 h 47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6106" h="470870">
                    <a:moveTo>
                      <a:pt x="213078" y="333779"/>
                    </a:moveTo>
                    <a:cubicBezTo>
                      <a:pt x="210884" y="200528"/>
                      <a:pt x="181737" y="114803"/>
                      <a:pt x="145115" y="106916"/>
                    </a:cubicBezTo>
                    <a:lnTo>
                      <a:pt x="145115" y="75849"/>
                    </a:lnTo>
                    <a:cubicBezTo>
                      <a:pt x="162329" y="72558"/>
                      <a:pt x="158831" y="0"/>
                      <a:pt x="138257" y="0"/>
                    </a:cubicBezTo>
                    <a:cubicBezTo>
                      <a:pt x="117683" y="0"/>
                      <a:pt x="114254" y="72558"/>
                      <a:pt x="131399" y="75849"/>
                    </a:cubicBezTo>
                    <a:lnTo>
                      <a:pt x="131399" y="107739"/>
                    </a:lnTo>
                    <a:cubicBezTo>
                      <a:pt x="96081" y="120152"/>
                      <a:pt x="68306" y="213284"/>
                      <a:pt x="65905" y="334053"/>
                    </a:cubicBezTo>
                    <a:cubicBezTo>
                      <a:pt x="32918" y="349690"/>
                      <a:pt x="0" y="375201"/>
                      <a:pt x="0" y="404691"/>
                    </a:cubicBezTo>
                    <a:cubicBezTo>
                      <a:pt x="0" y="416281"/>
                      <a:pt x="14676" y="460858"/>
                      <a:pt x="20574" y="470870"/>
                    </a:cubicBezTo>
                    <a:cubicBezTo>
                      <a:pt x="35915" y="444419"/>
                      <a:pt x="54946" y="420293"/>
                      <a:pt x="77084" y="399204"/>
                    </a:cubicBezTo>
                    <a:lnTo>
                      <a:pt x="77084" y="409697"/>
                    </a:lnTo>
                    <a:cubicBezTo>
                      <a:pt x="77084" y="411617"/>
                      <a:pt x="78044" y="413195"/>
                      <a:pt x="79279" y="413195"/>
                    </a:cubicBezTo>
                    <a:lnTo>
                      <a:pt x="199156" y="413195"/>
                    </a:lnTo>
                    <a:cubicBezTo>
                      <a:pt x="200391" y="413195"/>
                      <a:pt x="201351" y="411617"/>
                      <a:pt x="201351" y="409697"/>
                    </a:cubicBezTo>
                    <a:lnTo>
                      <a:pt x="201351" y="399204"/>
                    </a:lnTo>
                    <a:cubicBezTo>
                      <a:pt x="223489" y="420293"/>
                      <a:pt x="242520" y="444419"/>
                      <a:pt x="257861" y="470870"/>
                    </a:cubicBezTo>
                    <a:cubicBezTo>
                      <a:pt x="266941" y="449844"/>
                      <a:pt x="273079" y="427665"/>
                      <a:pt x="276103" y="404965"/>
                    </a:cubicBezTo>
                    <a:cubicBezTo>
                      <a:pt x="276446" y="375476"/>
                      <a:pt x="246134" y="349415"/>
                      <a:pt x="213078" y="333779"/>
                    </a:cubicBezTo>
                    <a:close/>
                    <a:moveTo>
                      <a:pt x="137640" y="353393"/>
                    </a:moveTo>
                    <a:cubicBezTo>
                      <a:pt x="125227" y="353393"/>
                      <a:pt x="115214" y="325961"/>
                      <a:pt x="115214" y="292220"/>
                    </a:cubicBezTo>
                    <a:cubicBezTo>
                      <a:pt x="115214" y="258478"/>
                      <a:pt x="125227" y="231046"/>
                      <a:pt x="137640" y="231046"/>
                    </a:cubicBezTo>
                    <a:cubicBezTo>
                      <a:pt x="150053" y="231046"/>
                      <a:pt x="160066" y="258478"/>
                      <a:pt x="160066" y="292220"/>
                    </a:cubicBezTo>
                    <a:cubicBezTo>
                      <a:pt x="160066" y="325961"/>
                      <a:pt x="150327" y="353393"/>
                      <a:pt x="137914" y="3533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802EFEA-F134-449E-B2B9-F359CE2E74A3}"/>
                  </a:ext>
                </a:extLst>
              </p:cNvPr>
              <p:cNvSpPr/>
              <p:nvPr/>
            </p:nvSpPr>
            <p:spPr>
              <a:xfrm>
                <a:off x="2231384" y="3452521"/>
                <a:ext cx="109537" cy="33483"/>
              </a:xfrm>
              <a:custGeom>
                <a:avLst/>
                <a:gdLst>
                  <a:gd name="connsiteX0" fmla="*/ 6035 w 113294"/>
                  <a:gd name="connsiteY0" fmla="*/ 34633 h 34632"/>
                  <a:gd name="connsiteX1" fmla="*/ 108288 w 113294"/>
                  <a:gd name="connsiteY1" fmla="*/ 34633 h 34632"/>
                  <a:gd name="connsiteX2" fmla="*/ 113294 w 113294"/>
                  <a:gd name="connsiteY2" fmla="*/ 0 h 34632"/>
                  <a:gd name="connsiteX3" fmla="*/ 0 w 113294"/>
                  <a:gd name="connsiteY3" fmla="*/ 0 h 34632"/>
                  <a:gd name="connsiteX4" fmla="*/ 6035 w 113294"/>
                  <a:gd name="connsiteY4" fmla="*/ 34633 h 34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294" h="34632">
                    <a:moveTo>
                      <a:pt x="6035" y="34633"/>
                    </a:moveTo>
                    <a:lnTo>
                      <a:pt x="108288" y="34633"/>
                    </a:lnTo>
                    <a:lnTo>
                      <a:pt x="113294" y="0"/>
                    </a:lnTo>
                    <a:lnTo>
                      <a:pt x="0" y="0"/>
                    </a:lnTo>
                    <a:lnTo>
                      <a:pt x="6035" y="34633"/>
                    </a:ln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9148FA6B-4919-4884-A0CA-4A09CCBF128E}"/>
                  </a:ext>
                </a:extLst>
              </p:cNvPr>
              <p:cNvSpPr/>
              <p:nvPr/>
            </p:nvSpPr>
            <p:spPr>
              <a:xfrm>
                <a:off x="2254724" y="3510273"/>
                <a:ext cx="13923" cy="120211"/>
              </a:xfrm>
              <a:custGeom>
                <a:avLst/>
                <a:gdLst>
                  <a:gd name="connsiteX0" fmla="*/ 11247 w 14401"/>
                  <a:gd name="connsiteY0" fmla="*/ 85039 h 124335"/>
                  <a:gd name="connsiteX1" fmla="*/ 12687 w 14401"/>
                  <a:gd name="connsiteY1" fmla="*/ 62202 h 124335"/>
                  <a:gd name="connsiteX2" fmla="*/ 14402 w 14401"/>
                  <a:gd name="connsiteY2" fmla="*/ 39365 h 124335"/>
                  <a:gd name="connsiteX3" fmla="*/ 12756 w 14401"/>
                  <a:gd name="connsiteY3" fmla="*/ 19477 h 124335"/>
                  <a:gd name="connsiteX4" fmla="*/ 9670 w 14401"/>
                  <a:gd name="connsiteY4" fmla="*/ 5349 h 124335"/>
                  <a:gd name="connsiteX5" fmla="*/ 7887 w 14401"/>
                  <a:gd name="connsiteY5" fmla="*/ 0 h 124335"/>
                  <a:gd name="connsiteX6" fmla="*/ 6447 w 14401"/>
                  <a:gd name="connsiteY6" fmla="*/ 0 h 124335"/>
                  <a:gd name="connsiteX7" fmla="*/ 4663 w 14401"/>
                  <a:gd name="connsiteY7" fmla="*/ 5349 h 124335"/>
                  <a:gd name="connsiteX8" fmla="*/ 1646 w 14401"/>
                  <a:gd name="connsiteY8" fmla="*/ 19477 h 124335"/>
                  <a:gd name="connsiteX9" fmla="*/ 0 w 14401"/>
                  <a:gd name="connsiteY9" fmla="*/ 39365 h 124335"/>
                  <a:gd name="connsiteX10" fmla="*/ 1646 w 14401"/>
                  <a:gd name="connsiteY10" fmla="*/ 62202 h 124335"/>
                  <a:gd name="connsiteX11" fmla="*/ 3155 w 14401"/>
                  <a:gd name="connsiteY11" fmla="*/ 85039 h 124335"/>
                  <a:gd name="connsiteX12" fmla="*/ 4732 w 14401"/>
                  <a:gd name="connsiteY12" fmla="*/ 104927 h 124335"/>
                  <a:gd name="connsiteX13" fmla="*/ 6447 w 14401"/>
                  <a:gd name="connsiteY13" fmla="*/ 124336 h 124335"/>
                  <a:gd name="connsiteX14" fmla="*/ 7887 w 14401"/>
                  <a:gd name="connsiteY14" fmla="*/ 124336 h 124335"/>
                  <a:gd name="connsiteX15" fmla="*/ 9670 w 14401"/>
                  <a:gd name="connsiteY15" fmla="*/ 104927 h 124335"/>
                  <a:gd name="connsiteX16" fmla="*/ 11247 w 14401"/>
                  <a:gd name="connsiteY16" fmla="*/ 85039 h 124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401" h="124335">
                    <a:moveTo>
                      <a:pt x="11247" y="85039"/>
                    </a:moveTo>
                    <a:cubicBezTo>
                      <a:pt x="11796" y="77770"/>
                      <a:pt x="12207" y="69951"/>
                      <a:pt x="12687" y="62202"/>
                    </a:cubicBezTo>
                    <a:cubicBezTo>
                      <a:pt x="13167" y="54453"/>
                      <a:pt x="14265" y="46634"/>
                      <a:pt x="14402" y="39365"/>
                    </a:cubicBezTo>
                    <a:cubicBezTo>
                      <a:pt x="14361" y="32706"/>
                      <a:pt x="13805" y="26053"/>
                      <a:pt x="12756" y="19477"/>
                    </a:cubicBezTo>
                    <a:cubicBezTo>
                      <a:pt x="11981" y="14717"/>
                      <a:pt x="10952" y="9999"/>
                      <a:pt x="9670" y="5349"/>
                    </a:cubicBezTo>
                    <a:cubicBezTo>
                      <a:pt x="9169" y="3539"/>
                      <a:pt x="8573" y="1749"/>
                      <a:pt x="7887" y="0"/>
                    </a:cubicBezTo>
                    <a:lnTo>
                      <a:pt x="6447" y="0"/>
                    </a:lnTo>
                    <a:cubicBezTo>
                      <a:pt x="6447" y="0"/>
                      <a:pt x="5692" y="1989"/>
                      <a:pt x="4663" y="5349"/>
                    </a:cubicBezTo>
                    <a:cubicBezTo>
                      <a:pt x="3374" y="9992"/>
                      <a:pt x="2366" y="14710"/>
                      <a:pt x="1646" y="19477"/>
                    </a:cubicBezTo>
                    <a:cubicBezTo>
                      <a:pt x="562" y="26053"/>
                      <a:pt x="14" y="32699"/>
                      <a:pt x="0" y="39365"/>
                    </a:cubicBezTo>
                    <a:cubicBezTo>
                      <a:pt x="0" y="46634"/>
                      <a:pt x="1234" y="54453"/>
                      <a:pt x="1646" y="62202"/>
                    </a:cubicBezTo>
                    <a:cubicBezTo>
                      <a:pt x="2057" y="69951"/>
                      <a:pt x="2537" y="77770"/>
                      <a:pt x="3155" y="85039"/>
                    </a:cubicBezTo>
                    <a:cubicBezTo>
                      <a:pt x="3772" y="92309"/>
                      <a:pt x="4183" y="99098"/>
                      <a:pt x="4732" y="104927"/>
                    </a:cubicBezTo>
                    <a:cubicBezTo>
                      <a:pt x="5624" y="116586"/>
                      <a:pt x="6447" y="124336"/>
                      <a:pt x="6447" y="124336"/>
                    </a:cubicBezTo>
                    <a:lnTo>
                      <a:pt x="7887" y="124336"/>
                    </a:lnTo>
                    <a:cubicBezTo>
                      <a:pt x="7887" y="124336"/>
                      <a:pt x="8710" y="116586"/>
                      <a:pt x="9670" y="104927"/>
                    </a:cubicBezTo>
                    <a:cubicBezTo>
                      <a:pt x="10150" y="99098"/>
                      <a:pt x="10698" y="92309"/>
                      <a:pt x="11247" y="850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D147D77E-7DFE-40E4-B932-7ADAAE010451}"/>
                  </a:ext>
                </a:extLst>
              </p:cNvPr>
              <p:cNvSpPr/>
              <p:nvPr/>
            </p:nvSpPr>
            <p:spPr>
              <a:xfrm>
                <a:off x="2303657" y="3499200"/>
                <a:ext cx="13923" cy="157873"/>
              </a:xfrm>
              <a:custGeom>
                <a:avLst/>
                <a:gdLst>
                  <a:gd name="connsiteX0" fmla="*/ 6515 w 14401"/>
                  <a:gd name="connsiteY0" fmla="*/ 0 h 163288"/>
                  <a:gd name="connsiteX1" fmla="*/ 4732 w 14401"/>
                  <a:gd name="connsiteY1" fmla="*/ 6858 h 163288"/>
                  <a:gd name="connsiteX2" fmla="*/ 3155 w 14401"/>
                  <a:gd name="connsiteY2" fmla="*/ 14882 h 163288"/>
                  <a:gd name="connsiteX3" fmla="*/ 1715 w 14401"/>
                  <a:gd name="connsiteY3" fmla="*/ 25375 h 163288"/>
                  <a:gd name="connsiteX4" fmla="*/ 0 w 14401"/>
                  <a:gd name="connsiteY4" fmla="*/ 51572 h 163288"/>
                  <a:gd name="connsiteX5" fmla="*/ 754 w 14401"/>
                  <a:gd name="connsiteY5" fmla="*/ 66317 h 163288"/>
                  <a:gd name="connsiteX6" fmla="*/ 1715 w 14401"/>
                  <a:gd name="connsiteY6" fmla="*/ 81610 h 163288"/>
                  <a:gd name="connsiteX7" fmla="*/ 3155 w 14401"/>
                  <a:gd name="connsiteY7" fmla="*/ 111580 h 163288"/>
                  <a:gd name="connsiteX8" fmla="*/ 4732 w 14401"/>
                  <a:gd name="connsiteY8" fmla="*/ 137777 h 163288"/>
                  <a:gd name="connsiteX9" fmla="*/ 6515 w 14401"/>
                  <a:gd name="connsiteY9" fmla="*/ 163289 h 163288"/>
                  <a:gd name="connsiteX10" fmla="*/ 7887 w 14401"/>
                  <a:gd name="connsiteY10" fmla="*/ 163289 h 163288"/>
                  <a:gd name="connsiteX11" fmla="*/ 9670 w 14401"/>
                  <a:gd name="connsiteY11" fmla="*/ 137777 h 163288"/>
                  <a:gd name="connsiteX12" fmla="*/ 11316 w 14401"/>
                  <a:gd name="connsiteY12" fmla="*/ 111580 h 163288"/>
                  <a:gd name="connsiteX13" fmla="*/ 12756 w 14401"/>
                  <a:gd name="connsiteY13" fmla="*/ 81610 h 163288"/>
                  <a:gd name="connsiteX14" fmla="*/ 13716 w 14401"/>
                  <a:gd name="connsiteY14" fmla="*/ 66317 h 163288"/>
                  <a:gd name="connsiteX15" fmla="*/ 14402 w 14401"/>
                  <a:gd name="connsiteY15" fmla="*/ 51572 h 163288"/>
                  <a:gd name="connsiteX16" fmla="*/ 12756 w 14401"/>
                  <a:gd name="connsiteY16" fmla="*/ 25375 h 163288"/>
                  <a:gd name="connsiteX17" fmla="*/ 11247 w 14401"/>
                  <a:gd name="connsiteY17" fmla="*/ 14882 h 163288"/>
                  <a:gd name="connsiteX18" fmla="*/ 9670 w 14401"/>
                  <a:gd name="connsiteY18" fmla="*/ 6858 h 163288"/>
                  <a:gd name="connsiteX19" fmla="*/ 7887 w 14401"/>
                  <a:gd name="connsiteY19" fmla="*/ 0 h 163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401" h="163288">
                    <a:moveTo>
                      <a:pt x="6515" y="0"/>
                    </a:moveTo>
                    <a:cubicBezTo>
                      <a:pt x="6515" y="0"/>
                      <a:pt x="5692" y="2537"/>
                      <a:pt x="4732" y="6858"/>
                    </a:cubicBezTo>
                    <a:cubicBezTo>
                      <a:pt x="4252" y="9121"/>
                      <a:pt x="3703" y="11796"/>
                      <a:pt x="3155" y="14882"/>
                    </a:cubicBezTo>
                    <a:cubicBezTo>
                      <a:pt x="2606" y="17968"/>
                      <a:pt x="2126" y="21740"/>
                      <a:pt x="1715" y="25375"/>
                    </a:cubicBezTo>
                    <a:cubicBezTo>
                      <a:pt x="638" y="34064"/>
                      <a:pt x="62" y="42815"/>
                      <a:pt x="0" y="51572"/>
                    </a:cubicBezTo>
                    <a:cubicBezTo>
                      <a:pt x="0" y="56373"/>
                      <a:pt x="343" y="61311"/>
                      <a:pt x="754" y="66317"/>
                    </a:cubicBezTo>
                    <a:cubicBezTo>
                      <a:pt x="1166" y="71323"/>
                      <a:pt x="1372" y="76467"/>
                      <a:pt x="1715" y="81610"/>
                    </a:cubicBezTo>
                    <a:cubicBezTo>
                      <a:pt x="2195" y="91829"/>
                      <a:pt x="2606" y="102184"/>
                      <a:pt x="3155" y="111580"/>
                    </a:cubicBezTo>
                    <a:cubicBezTo>
                      <a:pt x="3703" y="120975"/>
                      <a:pt x="4252" y="130096"/>
                      <a:pt x="4732" y="137777"/>
                    </a:cubicBezTo>
                    <a:cubicBezTo>
                      <a:pt x="5692" y="153071"/>
                      <a:pt x="6515" y="163289"/>
                      <a:pt x="6515" y="163289"/>
                    </a:cubicBezTo>
                    <a:lnTo>
                      <a:pt x="7887" y="163289"/>
                    </a:lnTo>
                    <a:cubicBezTo>
                      <a:pt x="7887" y="163289"/>
                      <a:pt x="8710" y="153071"/>
                      <a:pt x="9670" y="137777"/>
                    </a:cubicBezTo>
                    <a:cubicBezTo>
                      <a:pt x="10218" y="130096"/>
                      <a:pt x="10767" y="121181"/>
                      <a:pt x="11316" y="111580"/>
                    </a:cubicBezTo>
                    <a:cubicBezTo>
                      <a:pt x="11864" y="101978"/>
                      <a:pt x="12276" y="91829"/>
                      <a:pt x="12756" y="81610"/>
                    </a:cubicBezTo>
                    <a:cubicBezTo>
                      <a:pt x="12756" y="76467"/>
                      <a:pt x="13304" y="71323"/>
                      <a:pt x="13716" y="66317"/>
                    </a:cubicBezTo>
                    <a:cubicBezTo>
                      <a:pt x="14127" y="61311"/>
                      <a:pt x="14333" y="56373"/>
                      <a:pt x="14402" y="51572"/>
                    </a:cubicBezTo>
                    <a:cubicBezTo>
                      <a:pt x="14395" y="42815"/>
                      <a:pt x="13846" y="34064"/>
                      <a:pt x="12756" y="25375"/>
                    </a:cubicBezTo>
                    <a:cubicBezTo>
                      <a:pt x="12344" y="21534"/>
                      <a:pt x="11796" y="18037"/>
                      <a:pt x="11247" y="14882"/>
                    </a:cubicBezTo>
                    <a:cubicBezTo>
                      <a:pt x="10698" y="11727"/>
                      <a:pt x="10218" y="9121"/>
                      <a:pt x="9670" y="6858"/>
                    </a:cubicBezTo>
                    <a:cubicBezTo>
                      <a:pt x="8710" y="2400"/>
                      <a:pt x="7887" y="0"/>
                      <a:pt x="788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A76B502F-A94D-44EA-9A8F-EEBC354D76C2}"/>
                  </a:ext>
                </a:extLst>
              </p:cNvPr>
              <p:cNvSpPr/>
              <p:nvPr/>
            </p:nvSpPr>
            <p:spPr>
              <a:xfrm>
                <a:off x="2164482" y="3036122"/>
                <a:ext cx="267211" cy="455254"/>
              </a:xfrm>
              <a:custGeom>
                <a:avLst/>
                <a:gdLst>
                  <a:gd name="connsiteX0" fmla="*/ 213009 w 276377"/>
                  <a:gd name="connsiteY0" fmla="*/ 333779 h 470870"/>
                  <a:gd name="connsiteX1" fmla="*/ 145047 w 276377"/>
                  <a:gd name="connsiteY1" fmla="*/ 106916 h 470870"/>
                  <a:gd name="connsiteX2" fmla="*/ 145047 w 276377"/>
                  <a:gd name="connsiteY2" fmla="*/ 75849 h 470870"/>
                  <a:gd name="connsiteX3" fmla="*/ 138189 w 276377"/>
                  <a:gd name="connsiteY3" fmla="*/ 0 h 470870"/>
                  <a:gd name="connsiteX4" fmla="*/ 131331 w 276377"/>
                  <a:gd name="connsiteY4" fmla="*/ 75849 h 470870"/>
                  <a:gd name="connsiteX5" fmla="*/ 131331 w 276377"/>
                  <a:gd name="connsiteY5" fmla="*/ 107739 h 470870"/>
                  <a:gd name="connsiteX6" fmla="*/ 65905 w 276377"/>
                  <a:gd name="connsiteY6" fmla="*/ 334053 h 470870"/>
                  <a:gd name="connsiteX7" fmla="*/ 0 w 276377"/>
                  <a:gd name="connsiteY7" fmla="*/ 404691 h 470870"/>
                  <a:gd name="connsiteX8" fmla="*/ 20574 w 276377"/>
                  <a:gd name="connsiteY8" fmla="*/ 470870 h 470870"/>
                  <a:gd name="connsiteX9" fmla="*/ 77358 w 276377"/>
                  <a:gd name="connsiteY9" fmla="*/ 398861 h 470870"/>
                  <a:gd name="connsiteX10" fmla="*/ 77358 w 276377"/>
                  <a:gd name="connsiteY10" fmla="*/ 409354 h 470870"/>
                  <a:gd name="connsiteX11" fmla="*/ 79484 w 276377"/>
                  <a:gd name="connsiteY11" fmla="*/ 412852 h 470870"/>
                  <a:gd name="connsiteX12" fmla="*/ 199431 w 276377"/>
                  <a:gd name="connsiteY12" fmla="*/ 412852 h 470870"/>
                  <a:gd name="connsiteX13" fmla="*/ 201557 w 276377"/>
                  <a:gd name="connsiteY13" fmla="*/ 409354 h 470870"/>
                  <a:gd name="connsiteX14" fmla="*/ 201557 w 276377"/>
                  <a:gd name="connsiteY14" fmla="*/ 398861 h 470870"/>
                  <a:gd name="connsiteX15" fmla="*/ 258135 w 276377"/>
                  <a:gd name="connsiteY15" fmla="*/ 470528 h 470870"/>
                  <a:gd name="connsiteX16" fmla="*/ 276377 w 276377"/>
                  <a:gd name="connsiteY16" fmla="*/ 404622 h 470870"/>
                  <a:gd name="connsiteX17" fmla="*/ 213009 w 276377"/>
                  <a:gd name="connsiteY17" fmla="*/ 333779 h 470870"/>
                  <a:gd name="connsiteX18" fmla="*/ 137571 w 276377"/>
                  <a:gd name="connsiteY18" fmla="*/ 353393 h 470870"/>
                  <a:gd name="connsiteX19" fmla="*/ 115077 w 276377"/>
                  <a:gd name="connsiteY19" fmla="*/ 292220 h 470870"/>
                  <a:gd name="connsiteX20" fmla="*/ 137571 w 276377"/>
                  <a:gd name="connsiteY20" fmla="*/ 230977 h 470870"/>
                  <a:gd name="connsiteX21" fmla="*/ 159997 w 276377"/>
                  <a:gd name="connsiteY21" fmla="*/ 292220 h 470870"/>
                  <a:gd name="connsiteX22" fmla="*/ 137846 w 276377"/>
                  <a:gd name="connsiteY22" fmla="*/ 353393 h 47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6377" h="470870">
                    <a:moveTo>
                      <a:pt x="213009" y="333779"/>
                    </a:moveTo>
                    <a:cubicBezTo>
                      <a:pt x="210746" y="200528"/>
                      <a:pt x="181600" y="114803"/>
                      <a:pt x="145047" y="106916"/>
                    </a:cubicBezTo>
                    <a:lnTo>
                      <a:pt x="145047" y="75849"/>
                    </a:lnTo>
                    <a:cubicBezTo>
                      <a:pt x="162260" y="72558"/>
                      <a:pt x="158763" y="0"/>
                      <a:pt x="138189" y="0"/>
                    </a:cubicBezTo>
                    <a:cubicBezTo>
                      <a:pt x="117615" y="0"/>
                      <a:pt x="114186" y="72558"/>
                      <a:pt x="131331" y="75849"/>
                    </a:cubicBezTo>
                    <a:lnTo>
                      <a:pt x="131331" y="107739"/>
                    </a:lnTo>
                    <a:cubicBezTo>
                      <a:pt x="96081" y="120084"/>
                      <a:pt x="68237" y="213284"/>
                      <a:pt x="65905" y="334053"/>
                    </a:cubicBezTo>
                    <a:cubicBezTo>
                      <a:pt x="32850" y="349689"/>
                      <a:pt x="0" y="375201"/>
                      <a:pt x="0" y="404691"/>
                    </a:cubicBezTo>
                    <a:cubicBezTo>
                      <a:pt x="0" y="416281"/>
                      <a:pt x="14608" y="460789"/>
                      <a:pt x="20574" y="470870"/>
                    </a:cubicBezTo>
                    <a:cubicBezTo>
                      <a:pt x="35970" y="444282"/>
                      <a:pt x="55097" y="420032"/>
                      <a:pt x="77358" y="398861"/>
                    </a:cubicBezTo>
                    <a:lnTo>
                      <a:pt x="77358" y="409354"/>
                    </a:lnTo>
                    <a:cubicBezTo>
                      <a:pt x="77358" y="411274"/>
                      <a:pt x="78318" y="412852"/>
                      <a:pt x="79484" y="412852"/>
                    </a:cubicBezTo>
                    <a:lnTo>
                      <a:pt x="199431" y="412852"/>
                    </a:lnTo>
                    <a:cubicBezTo>
                      <a:pt x="200597" y="412852"/>
                      <a:pt x="201557" y="411274"/>
                      <a:pt x="201557" y="409354"/>
                    </a:cubicBezTo>
                    <a:lnTo>
                      <a:pt x="201557" y="398861"/>
                    </a:lnTo>
                    <a:cubicBezTo>
                      <a:pt x="223722" y="419943"/>
                      <a:pt x="242773" y="444076"/>
                      <a:pt x="258135" y="470528"/>
                    </a:cubicBezTo>
                    <a:cubicBezTo>
                      <a:pt x="267208" y="449501"/>
                      <a:pt x="273346" y="427322"/>
                      <a:pt x="276377" y="404622"/>
                    </a:cubicBezTo>
                    <a:cubicBezTo>
                      <a:pt x="276377" y="375476"/>
                      <a:pt x="245996" y="349415"/>
                      <a:pt x="213009" y="333779"/>
                    </a:cubicBezTo>
                    <a:close/>
                    <a:moveTo>
                      <a:pt x="137571" y="353393"/>
                    </a:moveTo>
                    <a:cubicBezTo>
                      <a:pt x="125159" y="353393"/>
                      <a:pt x="115077" y="325961"/>
                      <a:pt x="115077" y="292220"/>
                    </a:cubicBezTo>
                    <a:cubicBezTo>
                      <a:pt x="115077" y="258478"/>
                      <a:pt x="125159" y="230977"/>
                      <a:pt x="137571" y="230977"/>
                    </a:cubicBezTo>
                    <a:cubicBezTo>
                      <a:pt x="149984" y="230977"/>
                      <a:pt x="159997" y="258409"/>
                      <a:pt x="159997" y="292220"/>
                    </a:cubicBezTo>
                    <a:cubicBezTo>
                      <a:pt x="159997" y="326029"/>
                      <a:pt x="150190" y="353393"/>
                      <a:pt x="137846" y="353393"/>
                    </a:cubicBezTo>
                    <a:close/>
                  </a:path>
                </a:pathLst>
              </a:custGeom>
              <a:solidFill>
                <a:srgbClr val="CCCCCC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938CACFD-F26E-4A08-8925-592635124AE2}"/>
                  </a:ext>
                </a:extLst>
              </p:cNvPr>
              <p:cNvSpPr/>
              <p:nvPr/>
            </p:nvSpPr>
            <p:spPr>
              <a:xfrm>
                <a:off x="2243320" y="3446487"/>
                <a:ext cx="109602" cy="33550"/>
              </a:xfrm>
              <a:custGeom>
                <a:avLst/>
                <a:gdLst>
                  <a:gd name="connsiteX0" fmla="*/ 6035 w 113362"/>
                  <a:gd name="connsiteY0" fmla="*/ 34701 h 34701"/>
                  <a:gd name="connsiteX1" fmla="*/ 108288 w 113362"/>
                  <a:gd name="connsiteY1" fmla="*/ 34701 h 34701"/>
                  <a:gd name="connsiteX2" fmla="*/ 113363 w 113362"/>
                  <a:gd name="connsiteY2" fmla="*/ 0 h 34701"/>
                  <a:gd name="connsiteX3" fmla="*/ 0 w 113362"/>
                  <a:gd name="connsiteY3" fmla="*/ 0 h 34701"/>
                  <a:gd name="connsiteX4" fmla="*/ 6035 w 113362"/>
                  <a:gd name="connsiteY4" fmla="*/ 34701 h 34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362" h="34701">
                    <a:moveTo>
                      <a:pt x="6035" y="34701"/>
                    </a:moveTo>
                    <a:lnTo>
                      <a:pt x="108288" y="34701"/>
                    </a:lnTo>
                    <a:lnTo>
                      <a:pt x="113363" y="0"/>
                    </a:lnTo>
                    <a:lnTo>
                      <a:pt x="0" y="0"/>
                    </a:lnTo>
                    <a:lnTo>
                      <a:pt x="6035" y="34701"/>
                    </a:lnTo>
                    <a:close/>
                  </a:path>
                </a:pathLst>
              </a:custGeom>
              <a:solidFill>
                <a:srgbClr val="CCCCCC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DBC0AB32-E001-4C14-AA30-589F30FF5819}"/>
                  </a:ext>
                </a:extLst>
              </p:cNvPr>
              <p:cNvSpPr/>
              <p:nvPr/>
            </p:nvSpPr>
            <p:spPr>
              <a:xfrm>
                <a:off x="2260691" y="3504637"/>
                <a:ext cx="13923" cy="119880"/>
              </a:xfrm>
              <a:custGeom>
                <a:avLst/>
                <a:gdLst>
                  <a:gd name="connsiteX0" fmla="*/ 11247 w 14401"/>
                  <a:gd name="connsiteY0" fmla="*/ 84628 h 123992"/>
                  <a:gd name="connsiteX1" fmla="*/ 12687 w 14401"/>
                  <a:gd name="connsiteY1" fmla="*/ 61859 h 123992"/>
                  <a:gd name="connsiteX2" fmla="*/ 14402 w 14401"/>
                  <a:gd name="connsiteY2" fmla="*/ 39022 h 123992"/>
                  <a:gd name="connsiteX3" fmla="*/ 12756 w 14401"/>
                  <a:gd name="connsiteY3" fmla="*/ 19065 h 123992"/>
                  <a:gd name="connsiteX4" fmla="*/ 9670 w 14401"/>
                  <a:gd name="connsiteY4" fmla="*/ 5349 h 123992"/>
                  <a:gd name="connsiteX5" fmla="*/ 7887 w 14401"/>
                  <a:gd name="connsiteY5" fmla="*/ 0 h 123992"/>
                  <a:gd name="connsiteX6" fmla="*/ 6515 w 14401"/>
                  <a:gd name="connsiteY6" fmla="*/ 0 h 123992"/>
                  <a:gd name="connsiteX7" fmla="*/ 4732 w 14401"/>
                  <a:gd name="connsiteY7" fmla="*/ 5349 h 123992"/>
                  <a:gd name="connsiteX8" fmla="*/ 1646 w 14401"/>
                  <a:gd name="connsiteY8" fmla="*/ 19065 h 123992"/>
                  <a:gd name="connsiteX9" fmla="*/ 0 w 14401"/>
                  <a:gd name="connsiteY9" fmla="*/ 39022 h 123992"/>
                  <a:gd name="connsiteX10" fmla="*/ 1646 w 14401"/>
                  <a:gd name="connsiteY10" fmla="*/ 61859 h 123992"/>
                  <a:gd name="connsiteX11" fmla="*/ 3155 w 14401"/>
                  <a:gd name="connsiteY11" fmla="*/ 84628 h 123992"/>
                  <a:gd name="connsiteX12" fmla="*/ 4732 w 14401"/>
                  <a:gd name="connsiteY12" fmla="*/ 104585 h 123992"/>
                  <a:gd name="connsiteX13" fmla="*/ 6515 w 14401"/>
                  <a:gd name="connsiteY13" fmla="*/ 123993 h 123992"/>
                  <a:gd name="connsiteX14" fmla="*/ 7887 w 14401"/>
                  <a:gd name="connsiteY14" fmla="*/ 123993 h 123992"/>
                  <a:gd name="connsiteX15" fmla="*/ 9670 w 14401"/>
                  <a:gd name="connsiteY15" fmla="*/ 104585 h 123992"/>
                  <a:gd name="connsiteX16" fmla="*/ 11247 w 14401"/>
                  <a:gd name="connsiteY16" fmla="*/ 84628 h 123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401" h="123992">
                    <a:moveTo>
                      <a:pt x="11247" y="84628"/>
                    </a:moveTo>
                    <a:cubicBezTo>
                      <a:pt x="11796" y="77358"/>
                      <a:pt x="12207" y="69609"/>
                      <a:pt x="12687" y="61859"/>
                    </a:cubicBezTo>
                    <a:cubicBezTo>
                      <a:pt x="13167" y="54110"/>
                      <a:pt x="14265" y="46292"/>
                      <a:pt x="14402" y="39022"/>
                    </a:cubicBezTo>
                    <a:cubicBezTo>
                      <a:pt x="14354" y="32335"/>
                      <a:pt x="13805" y="25670"/>
                      <a:pt x="12756" y="19065"/>
                    </a:cubicBezTo>
                    <a:cubicBezTo>
                      <a:pt x="12002" y="14436"/>
                      <a:pt x="10973" y="9855"/>
                      <a:pt x="9670" y="5349"/>
                    </a:cubicBezTo>
                    <a:cubicBezTo>
                      <a:pt x="9183" y="3532"/>
                      <a:pt x="8586" y="1749"/>
                      <a:pt x="7887" y="0"/>
                    </a:cubicBezTo>
                    <a:lnTo>
                      <a:pt x="6515" y="0"/>
                    </a:lnTo>
                    <a:cubicBezTo>
                      <a:pt x="5816" y="1749"/>
                      <a:pt x="5219" y="3532"/>
                      <a:pt x="4732" y="5349"/>
                    </a:cubicBezTo>
                    <a:cubicBezTo>
                      <a:pt x="3402" y="9848"/>
                      <a:pt x="2366" y="14429"/>
                      <a:pt x="1646" y="19065"/>
                    </a:cubicBezTo>
                    <a:cubicBezTo>
                      <a:pt x="597" y="25670"/>
                      <a:pt x="48" y="32335"/>
                      <a:pt x="0" y="39022"/>
                    </a:cubicBezTo>
                    <a:cubicBezTo>
                      <a:pt x="0" y="46292"/>
                      <a:pt x="1234" y="54041"/>
                      <a:pt x="1646" y="61859"/>
                    </a:cubicBezTo>
                    <a:cubicBezTo>
                      <a:pt x="2057" y="69677"/>
                      <a:pt x="2538" y="77358"/>
                      <a:pt x="3155" y="84628"/>
                    </a:cubicBezTo>
                    <a:cubicBezTo>
                      <a:pt x="3772" y="91897"/>
                      <a:pt x="4252" y="98755"/>
                      <a:pt x="4732" y="104585"/>
                    </a:cubicBezTo>
                    <a:cubicBezTo>
                      <a:pt x="5624" y="116243"/>
                      <a:pt x="6515" y="123993"/>
                      <a:pt x="6515" y="123993"/>
                    </a:cubicBezTo>
                    <a:lnTo>
                      <a:pt x="7887" y="123993"/>
                    </a:lnTo>
                    <a:cubicBezTo>
                      <a:pt x="7887" y="123993"/>
                      <a:pt x="8710" y="116243"/>
                      <a:pt x="9670" y="104585"/>
                    </a:cubicBezTo>
                    <a:cubicBezTo>
                      <a:pt x="10150" y="98755"/>
                      <a:pt x="10767" y="91966"/>
                      <a:pt x="11247" y="84628"/>
                    </a:cubicBezTo>
                    <a:close/>
                  </a:path>
                </a:pathLst>
              </a:custGeom>
              <a:solidFill>
                <a:srgbClr val="CCCCCC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7FFBC44-5183-4713-9E58-C9F41D109FFF}"/>
                  </a:ext>
                </a:extLst>
              </p:cNvPr>
              <p:cNvSpPr/>
              <p:nvPr/>
            </p:nvSpPr>
            <p:spPr>
              <a:xfrm>
                <a:off x="2309691" y="3493166"/>
                <a:ext cx="13858" cy="157873"/>
              </a:xfrm>
              <a:custGeom>
                <a:avLst/>
                <a:gdLst>
                  <a:gd name="connsiteX0" fmla="*/ 6515 w 14333"/>
                  <a:gd name="connsiteY0" fmla="*/ 0 h 163288"/>
                  <a:gd name="connsiteX1" fmla="*/ 4663 w 14333"/>
                  <a:gd name="connsiteY1" fmla="*/ 6858 h 163288"/>
                  <a:gd name="connsiteX2" fmla="*/ 3086 w 14333"/>
                  <a:gd name="connsiteY2" fmla="*/ 14882 h 163288"/>
                  <a:gd name="connsiteX3" fmla="*/ 1646 w 14333"/>
                  <a:gd name="connsiteY3" fmla="*/ 25375 h 163288"/>
                  <a:gd name="connsiteX4" fmla="*/ 0 w 14333"/>
                  <a:gd name="connsiteY4" fmla="*/ 51504 h 163288"/>
                  <a:gd name="connsiteX5" fmla="*/ 686 w 14333"/>
                  <a:gd name="connsiteY5" fmla="*/ 66317 h 163288"/>
                  <a:gd name="connsiteX6" fmla="*/ 1646 w 14333"/>
                  <a:gd name="connsiteY6" fmla="*/ 81542 h 163288"/>
                  <a:gd name="connsiteX7" fmla="*/ 3086 w 14333"/>
                  <a:gd name="connsiteY7" fmla="*/ 111580 h 163288"/>
                  <a:gd name="connsiteX8" fmla="*/ 4732 w 14333"/>
                  <a:gd name="connsiteY8" fmla="*/ 137777 h 163288"/>
                  <a:gd name="connsiteX9" fmla="*/ 6515 w 14333"/>
                  <a:gd name="connsiteY9" fmla="*/ 163289 h 163288"/>
                  <a:gd name="connsiteX10" fmla="*/ 7887 w 14333"/>
                  <a:gd name="connsiteY10" fmla="*/ 163289 h 163288"/>
                  <a:gd name="connsiteX11" fmla="*/ 9601 w 14333"/>
                  <a:gd name="connsiteY11" fmla="*/ 137777 h 163288"/>
                  <a:gd name="connsiteX12" fmla="*/ 11247 w 14333"/>
                  <a:gd name="connsiteY12" fmla="*/ 111580 h 163288"/>
                  <a:gd name="connsiteX13" fmla="*/ 12687 w 14333"/>
                  <a:gd name="connsiteY13" fmla="*/ 81542 h 163288"/>
                  <a:gd name="connsiteX14" fmla="*/ 13647 w 14333"/>
                  <a:gd name="connsiteY14" fmla="*/ 66317 h 163288"/>
                  <a:gd name="connsiteX15" fmla="*/ 14333 w 14333"/>
                  <a:gd name="connsiteY15" fmla="*/ 51504 h 163288"/>
                  <a:gd name="connsiteX16" fmla="*/ 12687 w 14333"/>
                  <a:gd name="connsiteY16" fmla="*/ 25375 h 163288"/>
                  <a:gd name="connsiteX17" fmla="*/ 11247 w 14333"/>
                  <a:gd name="connsiteY17" fmla="*/ 14882 h 163288"/>
                  <a:gd name="connsiteX18" fmla="*/ 9670 w 14333"/>
                  <a:gd name="connsiteY18" fmla="*/ 6858 h 163288"/>
                  <a:gd name="connsiteX19" fmla="*/ 7887 w 14333"/>
                  <a:gd name="connsiteY19" fmla="*/ 0 h 163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333" h="163288">
                    <a:moveTo>
                      <a:pt x="6515" y="0"/>
                    </a:moveTo>
                    <a:cubicBezTo>
                      <a:pt x="6515" y="0"/>
                      <a:pt x="5692" y="2538"/>
                      <a:pt x="4663" y="6858"/>
                    </a:cubicBezTo>
                    <a:cubicBezTo>
                      <a:pt x="4183" y="9053"/>
                      <a:pt x="3635" y="11796"/>
                      <a:pt x="3086" y="14882"/>
                    </a:cubicBezTo>
                    <a:cubicBezTo>
                      <a:pt x="2538" y="17968"/>
                      <a:pt x="2057" y="21740"/>
                      <a:pt x="1646" y="25375"/>
                    </a:cubicBezTo>
                    <a:cubicBezTo>
                      <a:pt x="562" y="34043"/>
                      <a:pt x="14" y="42767"/>
                      <a:pt x="0" y="51504"/>
                    </a:cubicBezTo>
                    <a:cubicBezTo>
                      <a:pt x="0" y="56304"/>
                      <a:pt x="343" y="61242"/>
                      <a:pt x="686" y="66317"/>
                    </a:cubicBezTo>
                    <a:cubicBezTo>
                      <a:pt x="1029" y="71392"/>
                      <a:pt x="1303" y="76467"/>
                      <a:pt x="1646" y="81542"/>
                    </a:cubicBezTo>
                    <a:cubicBezTo>
                      <a:pt x="2126" y="91760"/>
                      <a:pt x="2538" y="102116"/>
                      <a:pt x="3086" y="111580"/>
                    </a:cubicBezTo>
                    <a:cubicBezTo>
                      <a:pt x="3635" y="121044"/>
                      <a:pt x="4183" y="130096"/>
                      <a:pt x="4732" y="137777"/>
                    </a:cubicBezTo>
                    <a:cubicBezTo>
                      <a:pt x="5624" y="153071"/>
                      <a:pt x="6515" y="163289"/>
                      <a:pt x="6515" y="163289"/>
                    </a:cubicBezTo>
                    <a:lnTo>
                      <a:pt x="7887" y="163289"/>
                    </a:lnTo>
                    <a:cubicBezTo>
                      <a:pt x="7887" y="163289"/>
                      <a:pt x="8710" y="153071"/>
                      <a:pt x="9601" y="137777"/>
                    </a:cubicBezTo>
                    <a:cubicBezTo>
                      <a:pt x="10081" y="130096"/>
                      <a:pt x="10699" y="121112"/>
                      <a:pt x="11247" y="111580"/>
                    </a:cubicBezTo>
                    <a:cubicBezTo>
                      <a:pt x="11796" y="102047"/>
                      <a:pt x="12207" y="91760"/>
                      <a:pt x="12687" y="81542"/>
                    </a:cubicBezTo>
                    <a:cubicBezTo>
                      <a:pt x="12687" y="76467"/>
                      <a:pt x="13236" y="71323"/>
                      <a:pt x="13647" y="66317"/>
                    </a:cubicBezTo>
                    <a:cubicBezTo>
                      <a:pt x="14059" y="61311"/>
                      <a:pt x="14265" y="56304"/>
                      <a:pt x="14333" y="51504"/>
                    </a:cubicBezTo>
                    <a:cubicBezTo>
                      <a:pt x="14320" y="42767"/>
                      <a:pt x="13771" y="34043"/>
                      <a:pt x="12687" y="25375"/>
                    </a:cubicBezTo>
                    <a:cubicBezTo>
                      <a:pt x="12276" y="21534"/>
                      <a:pt x="11727" y="18037"/>
                      <a:pt x="11247" y="14882"/>
                    </a:cubicBezTo>
                    <a:cubicBezTo>
                      <a:pt x="10767" y="11727"/>
                      <a:pt x="10150" y="9053"/>
                      <a:pt x="9670" y="6858"/>
                    </a:cubicBezTo>
                    <a:cubicBezTo>
                      <a:pt x="8641" y="2332"/>
                      <a:pt x="7887" y="0"/>
                      <a:pt x="7887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1CC23850-7E9C-43EB-8CFA-1E918DD91F67}"/>
              </a:ext>
            </a:extLst>
          </p:cNvPr>
          <p:cNvSpPr/>
          <p:nvPr/>
        </p:nvSpPr>
        <p:spPr>
          <a:xfrm rot="18900000">
            <a:off x="2742893" y="2253888"/>
            <a:ext cx="3151503" cy="3151503"/>
          </a:xfrm>
          <a:custGeom>
            <a:avLst/>
            <a:gdLst>
              <a:gd name="connsiteX0" fmla="*/ 3259609 w 3259608"/>
              <a:gd name="connsiteY0" fmla="*/ 1629804 h 3259608"/>
              <a:gd name="connsiteX1" fmla="*/ 1629804 w 3259608"/>
              <a:gd name="connsiteY1" fmla="*/ 3259608 h 3259608"/>
              <a:gd name="connsiteX2" fmla="*/ 0 w 3259608"/>
              <a:gd name="connsiteY2" fmla="*/ 1629804 h 3259608"/>
              <a:gd name="connsiteX3" fmla="*/ 1629804 w 3259608"/>
              <a:gd name="connsiteY3" fmla="*/ 0 h 3259608"/>
              <a:gd name="connsiteX4" fmla="*/ 3259609 w 3259608"/>
              <a:gd name="connsiteY4" fmla="*/ 1629804 h 325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9608" h="3259608">
                <a:moveTo>
                  <a:pt x="3259609" y="1629804"/>
                </a:moveTo>
                <a:cubicBezTo>
                  <a:pt x="3259609" y="2529920"/>
                  <a:pt x="2529920" y="3259608"/>
                  <a:pt x="1629804" y="3259608"/>
                </a:cubicBezTo>
                <a:cubicBezTo>
                  <a:pt x="729688" y="3259608"/>
                  <a:pt x="0" y="2529920"/>
                  <a:pt x="0" y="1629804"/>
                </a:cubicBezTo>
                <a:cubicBezTo>
                  <a:pt x="0" y="729688"/>
                  <a:pt x="729688" y="0"/>
                  <a:pt x="1629804" y="0"/>
                </a:cubicBezTo>
                <a:cubicBezTo>
                  <a:pt x="2529920" y="0"/>
                  <a:pt x="3259609" y="729688"/>
                  <a:pt x="3259609" y="1629804"/>
                </a:cubicBezTo>
                <a:close/>
              </a:path>
            </a:pathLst>
          </a:custGeom>
          <a:solidFill>
            <a:srgbClr val="F2F2F2"/>
          </a:solidFill>
          <a:ln w="685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80A2EE95-2960-497C-9979-8EE3CE33998E}"/>
              </a:ext>
            </a:extLst>
          </p:cNvPr>
          <p:cNvSpPr/>
          <p:nvPr/>
        </p:nvSpPr>
        <p:spPr>
          <a:xfrm>
            <a:off x="3492806" y="2987923"/>
            <a:ext cx="1678938" cy="1678592"/>
          </a:xfrm>
          <a:custGeom>
            <a:avLst/>
            <a:gdLst>
              <a:gd name="connsiteX0" fmla="*/ 1423009 w 1736530"/>
              <a:gd name="connsiteY0" fmla="*/ 395358 h 1736172"/>
              <a:gd name="connsiteX1" fmla="*/ 1519021 w 1736530"/>
              <a:gd name="connsiteY1" fmla="*/ 299894 h 1736172"/>
              <a:gd name="connsiteX2" fmla="*/ 1519035 w 1736530"/>
              <a:gd name="connsiteY2" fmla="*/ 260132 h 1736172"/>
              <a:gd name="connsiteX3" fmla="*/ 1519021 w 1736530"/>
              <a:gd name="connsiteY3" fmla="*/ 260118 h 1736172"/>
              <a:gd name="connsiteX4" fmla="*/ 1482262 w 1736530"/>
              <a:gd name="connsiteY4" fmla="*/ 222399 h 1736172"/>
              <a:gd name="connsiteX5" fmla="*/ 1442417 w 1736530"/>
              <a:gd name="connsiteY5" fmla="*/ 222399 h 1736172"/>
              <a:gd name="connsiteX6" fmla="*/ 1346405 w 1736530"/>
              <a:gd name="connsiteY6" fmla="*/ 317931 h 1736172"/>
              <a:gd name="connsiteX7" fmla="*/ 1112685 w 1736530"/>
              <a:gd name="connsiteY7" fmla="*/ 181731 h 1736172"/>
              <a:gd name="connsiteX8" fmla="*/ 1148346 w 1736530"/>
              <a:gd name="connsiteY8" fmla="*/ 50675 h 1736172"/>
              <a:gd name="connsiteX9" fmla="*/ 1128595 w 1736530"/>
              <a:gd name="connsiteY9" fmla="*/ 16385 h 1736172"/>
              <a:gd name="connsiteX10" fmla="*/ 1077640 w 1736530"/>
              <a:gd name="connsiteY10" fmla="*/ 2669 h 1736172"/>
              <a:gd name="connsiteX11" fmla="*/ 1043350 w 1736530"/>
              <a:gd name="connsiteY11" fmla="*/ 22420 h 1736172"/>
              <a:gd name="connsiteX12" fmla="*/ 1007620 w 1736530"/>
              <a:gd name="connsiteY12" fmla="*/ 153270 h 1736172"/>
              <a:gd name="connsiteX13" fmla="*/ 737140 w 1736530"/>
              <a:gd name="connsiteY13" fmla="*/ 152447 h 1736172"/>
              <a:gd name="connsiteX14" fmla="*/ 702508 w 1736530"/>
              <a:gd name="connsiteY14" fmla="*/ 20980 h 1736172"/>
              <a:gd name="connsiteX15" fmla="*/ 668218 w 1736530"/>
              <a:gd name="connsiteY15" fmla="*/ 886 h 1736172"/>
              <a:gd name="connsiteX16" fmla="*/ 617194 w 1736530"/>
              <a:gd name="connsiteY16" fmla="*/ 14602 h 1736172"/>
              <a:gd name="connsiteX17" fmla="*/ 597073 w 1736530"/>
              <a:gd name="connsiteY17" fmla="*/ 48789 h 1736172"/>
              <a:gd name="connsiteX18" fmla="*/ 597100 w 1736530"/>
              <a:gd name="connsiteY18" fmla="*/ 48892 h 1736172"/>
              <a:gd name="connsiteX19" fmla="*/ 631390 w 1736530"/>
              <a:gd name="connsiteY19" fmla="*/ 180359 h 1736172"/>
              <a:gd name="connsiteX20" fmla="*/ 396366 w 1736530"/>
              <a:gd name="connsiteY20" fmla="*/ 314365 h 1736172"/>
              <a:gd name="connsiteX21" fmla="*/ 300903 w 1736530"/>
              <a:gd name="connsiteY21" fmla="*/ 218353 h 1736172"/>
              <a:gd name="connsiteX22" fmla="*/ 261058 w 1736530"/>
              <a:gd name="connsiteY22" fmla="*/ 218353 h 1736172"/>
              <a:gd name="connsiteX23" fmla="*/ 223613 w 1736530"/>
              <a:gd name="connsiteY23" fmla="*/ 255523 h 1736172"/>
              <a:gd name="connsiteX24" fmla="*/ 223531 w 1736530"/>
              <a:gd name="connsiteY24" fmla="*/ 295286 h 1736172"/>
              <a:gd name="connsiteX25" fmla="*/ 223613 w 1736530"/>
              <a:gd name="connsiteY25" fmla="*/ 295368 h 1736172"/>
              <a:gd name="connsiteX26" fmla="*/ 319214 w 1736530"/>
              <a:gd name="connsiteY26" fmla="*/ 391792 h 1736172"/>
              <a:gd name="connsiteX27" fmla="*/ 182945 w 1736530"/>
              <a:gd name="connsiteY27" fmla="*/ 625512 h 1736172"/>
              <a:gd name="connsiteX28" fmla="*/ 51958 w 1736530"/>
              <a:gd name="connsiteY28" fmla="*/ 589782 h 1736172"/>
              <a:gd name="connsiteX29" fmla="*/ 17668 w 1736530"/>
              <a:gd name="connsiteY29" fmla="*/ 609533 h 1736172"/>
              <a:gd name="connsiteX30" fmla="*/ 3952 w 1736530"/>
              <a:gd name="connsiteY30" fmla="*/ 660488 h 1736172"/>
              <a:gd name="connsiteX31" fmla="*/ 23703 w 1736530"/>
              <a:gd name="connsiteY31" fmla="*/ 694778 h 1736172"/>
              <a:gd name="connsiteX32" fmla="*/ 154553 w 1736530"/>
              <a:gd name="connsiteY32" fmla="*/ 730440 h 1736172"/>
              <a:gd name="connsiteX33" fmla="*/ 153730 w 1736530"/>
              <a:gd name="connsiteY33" fmla="*/ 1000919 h 1736172"/>
              <a:gd name="connsiteX34" fmla="*/ 20960 w 1736530"/>
              <a:gd name="connsiteY34" fmla="*/ 1034935 h 1736172"/>
              <a:gd name="connsiteX35" fmla="*/ 920 w 1736530"/>
              <a:gd name="connsiteY35" fmla="*/ 1069170 h 1736172"/>
              <a:gd name="connsiteX36" fmla="*/ 934 w 1736530"/>
              <a:gd name="connsiteY36" fmla="*/ 1069225 h 1736172"/>
              <a:gd name="connsiteX37" fmla="*/ 14650 w 1736530"/>
              <a:gd name="connsiteY37" fmla="*/ 1120317 h 1736172"/>
              <a:gd name="connsiteX38" fmla="*/ 48940 w 1736530"/>
              <a:gd name="connsiteY38" fmla="*/ 1140411 h 1736172"/>
              <a:gd name="connsiteX39" fmla="*/ 180408 w 1736530"/>
              <a:gd name="connsiteY39" fmla="*/ 1106121 h 1736172"/>
              <a:gd name="connsiteX40" fmla="*/ 314345 w 1736530"/>
              <a:gd name="connsiteY40" fmla="*/ 1341076 h 1736172"/>
              <a:gd name="connsiteX41" fmla="*/ 218333 w 1736530"/>
              <a:gd name="connsiteY41" fmla="*/ 1436539 h 1736172"/>
              <a:gd name="connsiteX42" fmla="*/ 218251 w 1736530"/>
              <a:gd name="connsiteY42" fmla="*/ 1476302 h 1736172"/>
              <a:gd name="connsiteX43" fmla="*/ 218333 w 1736530"/>
              <a:gd name="connsiteY43" fmla="*/ 1476384 h 1736172"/>
              <a:gd name="connsiteX44" fmla="*/ 255503 w 1736530"/>
              <a:gd name="connsiteY44" fmla="*/ 1513898 h 1736172"/>
              <a:gd name="connsiteX45" fmla="*/ 295266 w 1736530"/>
              <a:gd name="connsiteY45" fmla="*/ 1513912 h 1736172"/>
              <a:gd name="connsiteX46" fmla="*/ 295280 w 1736530"/>
              <a:gd name="connsiteY46" fmla="*/ 1513898 h 1736172"/>
              <a:gd name="connsiteX47" fmla="*/ 391292 w 1736530"/>
              <a:gd name="connsiteY47" fmla="*/ 1418160 h 1736172"/>
              <a:gd name="connsiteX48" fmla="*/ 625012 w 1736530"/>
              <a:gd name="connsiteY48" fmla="*/ 1554497 h 1736172"/>
              <a:gd name="connsiteX49" fmla="*/ 589282 w 1736530"/>
              <a:gd name="connsiteY49" fmla="*/ 1685485 h 1736172"/>
              <a:gd name="connsiteX50" fmla="*/ 609102 w 1736530"/>
              <a:gd name="connsiteY50" fmla="*/ 1719775 h 1736172"/>
              <a:gd name="connsiteX51" fmla="*/ 659988 w 1736530"/>
              <a:gd name="connsiteY51" fmla="*/ 1733491 h 1736172"/>
              <a:gd name="connsiteX52" fmla="*/ 694621 w 1736530"/>
              <a:gd name="connsiteY52" fmla="*/ 1713747 h 1736172"/>
              <a:gd name="connsiteX53" fmla="*/ 694621 w 1736530"/>
              <a:gd name="connsiteY53" fmla="*/ 1713740 h 1736172"/>
              <a:gd name="connsiteX54" fmla="*/ 730282 w 1736530"/>
              <a:gd name="connsiteY54" fmla="*/ 1582958 h 1736172"/>
              <a:gd name="connsiteX55" fmla="*/ 1000762 w 1736530"/>
              <a:gd name="connsiteY55" fmla="*/ 1583712 h 1736172"/>
              <a:gd name="connsiteX56" fmla="*/ 1035395 w 1736530"/>
              <a:gd name="connsiteY56" fmla="*/ 1715180 h 1736172"/>
              <a:gd name="connsiteX57" fmla="*/ 1069685 w 1736530"/>
              <a:gd name="connsiteY57" fmla="*/ 1735274 h 1736172"/>
              <a:gd name="connsiteX58" fmla="*/ 1120708 w 1736530"/>
              <a:gd name="connsiteY58" fmla="*/ 1721558 h 1736172"/>
              <a:gd name="connsiteX59" fmla="*/ 1140802 w 1736530"/>
              <a:gd name="connsiteY59" fmla="*/ 1687268 h 1736172"/>
              <a:gd name="connsiteX60" fmla="*/ 1106169 w 1736530"/>
              <a:gd name="connsiteY60" fmla="*/ 1555800 h 1736172"/>
              <a:gd name="connsiteX61" fmla="*/ 1341467 w 1736530"/>
              <a:gd name="connsiteY61" fmla="*/ 1422549 h 1736172"/>
              <a:gd name="connsiteX62" fmla="*/ 1436931 w 1736530"/>
              <a:gd name="connsiteY62" fmla="*/ 1518561 h 1736172"/>
              <a:gd name="connsiteX63" fmla="*/ 1476776 w 1736530"/>
              <a:gd name="connsiteY63" fmla="*/ 1518561 h 1736172"/>
              <a:gd name="connsiteX64" fmla="*/ 1514220 w 1736530"/>
              <a:gd name="connsiteY64" fmla="*/ 1481391 h 1736172"/>
              <a:gd name="connsiteX65" fmla="*/ 1514303 w 1736530"/>
              <a:gd name="connsiteY65" fmla="*/ 1441628 h 1736172"/>
              <a:gd name="connsiteX66" fmla="*/ 1514220 w 1736530"/>
              <a:gd name="connsiteY66" fmla="*/ 1441546 h 1736172"/>
              <a:gd name="connsiteX67" fmla="*/ 1418620 w 1736530"/>
              <a:gd name="connsiteY67" fmla="*/ 1345122 h 1736172"/>
              <a:gd name="connsiteX68" fmla="*/ 1554888 w 1736530"/>
              <a:gd name="connsiteY68" fmla="*/ 1111470 h 1736172"/>
              <a:gd name="connsiteX69" fmla="*/ 1685876 w 1736530"/>
              <a:gd name="connsiteY69" fmla="*/ 1147132 h 1736172"/>
              <a:gd name="connsiteX70" fmla="*/ 1720166 w 1736530"/>
              <a:gd name="connsiteY70" fmla="*/ 1127381 h 1736172"/>
              <a:gd name="connsiteX71" fmla="*/ 1733882 w 1736530"/>
              <a:gd name="connsiteY71" fmla="*/ 1076426 h 1736172"/>
              <a:gd name="connsiteX72" fmla="*/ 1714131 w 1736530"/>
              <a:gd name="connsiteY72" fmla="*/ 1042136 h 1736172"/>
              <a:gd name="connsiteX73" fmla="*/ 1583281 w 1736530"/>
              <a:gd name="connsiteY73" fmla="*/ 1006474 h 1736172"/>
              <a:gd name="connsiteX74" fmla="*/ 1584035 w 1736530"/>
              <a:gd name="connsiteY74" fmla="*/ 735926 h 1736172"/>
              <a:gd name="connsiteX75" fmla="*/ 1715571 w 1736530"/>
              <a:gd name="connsiteY75" fmla="*/ 701293 h 1736172"/>
              <a:gd name="connsiteX76" fmla="*/ 1735610 w 1736530"/>
              <a:gd name="connsiteY76" fmla="*/ 667058 h 1736172"/>
              <a:gd name="connsiteX77" fmla="*/ 1735597 w 1736530"/>
              <a:gd name="connsiteY77" fmla="*/ 667003 h 1736172"/>
              <a:gd name="connsiteX78" fmla="*/ 1721881 w 1736530"/>
              <a:gd name="connsiteY78" fmla="*/ 615911 h 1736172"/>
              <a:gd name="connsiteX79" fmla="*/ 1687591 w 1736530"/>
              <a:gd name="connsiteY79" fmla="*/ 595886 h 1736172"/>
              <a:gd name="connsiteX80" fmla="*/ 1557152 w 1736530"/>
              <a:gd name="connsiteY80" fmla="*/ 630450 h 1736172"/>
              <a:gd name="connsiteX81" fmla="*/ 1423009 w 1736530"/>
              <a:gd name="connsiteY81" fmla="*/ 395358 h 1736172"/>
              <a:gd name="connsiteX82" fmla="*/ 1510311 w 1736530"/>
              <a:gd name="connsiteY82" fmla="*/ 910188 h 1736172"/>
              <a:gd name="connsiteX83" fmla="*/ 1489257 w 1736530"/>
              <a:gd name="connsiteY83" fmla="*/ 929802 h 1736172"/>
              <a:gd name="connsiteX84" fmla="*/ 1391325 w 1736530"/>
              <a:gd name="connsiteY84" fmla="*/ 926236 h 1736172"/>
              <a:gd name="connsiteX85" fmla="*/ 1334061 w 1736530"/>
              <a:gd name="connsiteY85" fmla="*/ 1112979 h 1736172"/>
              <a:gd name="connsiteX86" fmla="*/ 1417111 w 1736530"/>
              <a:gd name="connsiteY86" fmla="*/ 1164963 h 1736172"/>
              <a:gd name="connsiteX87" fmla="*/ 1423489 w 1736530"/>
              <a:gd name="connsiteY87" fmla="*/ 1193012 h 1736172"/>
              <a:gd name="connsiteX88" fmla="*/ 1403327 w 1736530"/>
              <a:gd name="connsiteY88" fmla="*/ 1225313 h 1736172"/>
              <a:gd name="connsiteX89" fmla="*/ 1375277 w 1736530"/>
              <a:gd name="connsiteY89" fmla="*/ 1231759 h 1736172"/>
              <a:gd name="connsiteX90" fmla="*/ 1292296 w 1736530"/>
              <a:gd name="connsiteY90" fmla="*/ 1179844 h 1736172"/>
              <a:gd name="connsiteX91" fmla="*/ 1149169 w 1736530"/>
              <a:gd name="connsiteY91" fmla="*/ 1312821 h 1736172"/>
              <a:gd name="connsiteX92" fmla="*/ 1195186 w 1736530"/>
              <a:gd name="connsiteY92" fmla="*/ 1399575 h 1736172"/>
              <a:gd name="connsiteX93" fmla="*/ 1186751 w 1736530"/>
              <a:gd name="connsiteY93" fmla="*/ 1427007 h 1736172"/>
              <a:gd name="connsiteX94" fmla="*/ 1153078 w 1736530"/>
              <a:gd name="connsiteY94" fmla="*/ 1444906 h 1736172"/>
              <a:gd name="connsiteX95" fmla="*/ 1125646 w 1736530"/>
              <a:gd name="connsiteY95" fmla="*/ 1436402 h 1736172"/>
              <a:gd name="connsiteX96" fmla="*/ 1079698 w 1736530"/>
              <a:gd name="connsiteY96" fmla="*/ 1349786 h 1736172"/>
              <a:gd name="connsiteX97" fmla="*/ 889388 w 1736530"/>
              <a:gd name="connsiteY97" fmla="*/ 1393745 h 1736172"/>
              <a:gd name="connsiteX98" fmla="*/ 885822 w 1736530"/>
              <a:gd name="connsiteY98" fmla="*/ 1491129 h 1736172"/>
              <a:gd name="connsiteX99" fmla="*/ 864590 w 1736530"/>
              <a:gd name="connsiteY99" fmla="*/ 1511017 h 1736172"/>
              <a:gd name="connsiteX100" fmla="*/ 864494 w 1736530"/>
              <a:gd name="connsiteY100" fmla="*/ 1511017 h 1736172"/>
              <a:gd name="connsiteX101" fmla="*/ 826432 w 1736530"/>
              <a:gd name="connsiteY101" fmla="*/ 1509714 h 1736172"/>
              <a:gd name="connsiteX102" fmla="*/ 806818 w 1736530"/>
              <a:gd name="connsiteY102" fmla="*/ 1488660 h 1736172"/>
              <a:gd name="connsiteX103" fmla="*/ 810315 w 1736530"/>
              <a:gd name="connsiteY103" fmla="*/ 1390659 h 1736172"/>
              <a:gd name="connsiteX104" fmla="*/ 623915 w 1736530"/>
              <a:gd name="connsiteY104" fmla="*/ 1333395 h 1736172"/>
              <a:gd name="connsiteX105" fmla="*/ 571863 w 1736530"/>
              <a:gd name="connsiteY105" fmla="*/ 1416445 h 1736172"/>
              <a:gd name="connsiteX106" fmla="*/ 543882 w 1736530"/>
              <a:gd name="connsiteY106" fmla="*/ 1422892 h 1736172"/>
              <a:gd name="connsiteX107" fmla="*/ 511512 w 1736530"/>
              <a:gd name="connsiteY107" fmla="*/ 1402661 h 1736172"/>
              <a:gd name="connsiteX108" fmla="*/ 505066 w 1736530"/>
              <a:gd name="connsiteY108" fmla="*/ 1374680 h 1736172"/>
              <a:gd name="connsiteX109" fmla="*/ 557050 w 1736530"/>
              <a:gd name="connsiteY109" fmla="*/ 1291698 h 1736172"/>
              <a:gd name="connsiteX110" fmla="*/ 424210 w 1736530"/>
              <a:gd name="connsiteY110" fmla="*/ 1148572 h 1736172"/>
              <a:gd name="connsiteX111" fmla="*/ 337456 w 1736530"/>
              <a:gd name="connsiteY111" fmla="*/ 1194589 h 1736172"/>
              <a:gd name="connsiteX112" fmla="*/ 310024 w 1736530"/>
              <a:gd name="connsiteY112" fmla="*/ 1186154 h 1736172"/>
              <a:gd name="connsiteX113" fmla="*/ 292125 w 1736530"/>
              <a:gd name="connsiteY113" fmla="*/ 1152481 h 1736172"/>
              <a:gd name="connsiteX114" fmla="*/ 300560 w 1736530"/>
              <a:gd name="connsiteY114" fmla="*/ 1125049 h 1736172"/>
              <a:gd name="connsiteX115" fmla="*/ 387245 w 1736530"/>
              <a:gd name="connsiteY115" fmla="*/ 1079032 h 1736172"/>
              <a:gd name="connsiteX116" fmla="*/ 343286 w 1736530"/>
              <a:gd name="connsiteY116" fmla="*/ 888722 h 1736172"/>
              <a:gd name="connsiteX117" fmla="*/ 245490 w 1736530"/>
              <a:gd name="connsiteY117" fmla="*/ 885225 h 1736172"/>
              <a:gd name="connsiteX118" fmla="*/ 225877 w 1736530"/>
              <a:gd name="connsiteY118" fmla="*/ 864171 h 1736172"/>
              <a:gd name="connsiteX119" fmla="*/ 227248 w 1736530"/>
              <a:gd name="connsiteY119" fmla="*/ 826040 h 1736172"/>
              <a:gd name="connsiteX120" fmla="*/ 248302 w 1736530"/>
              <a:gd name="connsiteY120" fmla="*/ 806426 h 1736172"/>
              <a:gd name="connsiteX121" fmla="*/ 346234 w 1736530"/>
              <a:gd name="connsiteY121" fmla="*/ 809992 h 1736172"/>
              <a:gd name="connsiteX122" fmla="*/ 403499 w 1736530"/>
              <a:gd name="connsiteY122" fmla="*/ 623249 h 1736172"/>
              <a:gd name="connsiteX123" fmla="*/ 320449 w 1736530"/>
              <a:gd name="connsiteY123" fmla="*/ 571265 h 1736172"/>
              <a:gd name="connsiteX124" fmla="*/ 314002 w 1736530"/>
              <a:gd name="connsiteY124" fmla="*/ 543216 h 1736172"/>
              <a:gd name="connsiteX125" fmla="*/ 334233 w 1736530"/>
              <a:gd name="connsiteY125" fmla="*/ 510915 h 1736172"/>
              <a:gd name="connsiteX126" fmla="*/ 362282 w 1736530"/>
              <a:gd name="connsiteY126" fmla="*/ 504469 h 1736172"/>
              <a:gd name="connsiteX127" fmla="*/ 445195 w 1736530"/>
              <a:gd name="connsiteY127" fmla="*/ 556452 h 1736172"/>
              <a:gd name="connsiteX128" fmla="*/ 588390 w 1736530"/>
              <a:gd name="connsiteY128" fmla="*/ 423544 h 1736172"/>
              <a:gd name="connsiteX129" fmla="*/ 542168 w 1736530"/>
              <a:gd name="connsiteY129" fmla="*/ 336859 h 1736172"/>
              <a:gd name="connsiteX130" fmla="*/ 550671 w 1736530"/>
              <a:gd name="connsiteY130" fmla="*/ 309427 h 1736172"/>
              <a:gd name="connsiteX131" fmla="*/ 584276 w 1736530"/>
              <a:gd name="connsiteY131" fmla="*/ 291528 h 1736172"/>
              <a:gd name="connsiteX132" fmla="*/ 611708 w 1736530"/>
              <a:gd name="connsiteY132" fmla="*/ 299963 h 1736172"/>
              <a:gd name="connsiteX133" fmla="*/ 657656 w 1736530"/>
              <a:gd name="connsiteY133" fmla="*/ 386717 h 1736172"/>
              <a:gd name="connsiteX134" fmla="*/ 847966 w 1736530"/>
              <a:gd name="connsiteY134" fmla="*/ 342688 h 1736172"/>
              <a:gd name="connsiteX135" fmla="*/ 851463 w 1736530"/>
              <a:gd name="connsiteY135" fmla="*/ 244825 h 1736172"/>
              <a:gd name="connsiteX136" fmla="*/ 872518 w 1736530"/>
              <a:gd name="connsiteY136" fmla="*/ 225279 h 1736172"/>
              <a:gd name="connsiteX137" fmla="*/ 910579 w 1736530"/>
              <a:gd name="connsiteY137" fmla="*/ 226651 h 1736172"/>
              <a:gd name="connsiteX138" fmla="*/ 930193 w 1736530"/>
              <a:gd name="connsiteY138" fmla="*/ 247705 h 1736172"/>
              <a:gd name="connsiteX139" fmla="*/ 926833 w 1736530"/>
              <a:gd name="connsiteY139" fmla="*/ 345843 h 1736172"/>
              <a:gd name="connsiteX140" fmla="*/ 1113576 w 1736530"/>
              <a:gd name="connsiteY140" fmla="*/ 403107 h 1736172"/>
              <a:gd name="connsiteX141" fmla="*/ 1165628 w 1736530"/>
              <a:gd name="connsiteY141" fmla="*/ 320057 h 1736172"/>
              <a:gd name="connsiteX142" fmla="*/ 1193678 w 1736530"/>
              <a:gd name="connsiteY142" fmla="*/ 313610 h 1736172"/>
              <a:gd name="connsiteX143" fmla="*/ 1225910 w 1736530"/>
              <a:gd name="connsiteY143" fmla="*/ 333842 h 1736172"/>
              <a:gd name="connsiteX144" fmla="*/ 1232357 w 1736530"/>
              <a:gd name="connsiteY144" fmla="*/ 361891 h 1736172"/>
              <a:gd name="connsiteX145" fmla="*/ 1180442 w 1736530"/>
              <a:gd name="connsiteY145" fmla="*/ 444804 h 1736172"/>
              <a:gd name="connsiteX146" fmla="*/ 1313350 w 1736530"/>
              <a:gd name="connsiteY146" fmla="*/ 587930 h 1736172"/>
              <a:gd name="connsiteX147" fmla="*/ 1400035 w 1736530"/>
              <a:gd name="connsiteY147" fmla="*/ 541913 h 1736172"/>
              <a:gd name="connsiteX148" fmla="*/ 1427467 w 1736530"/>
              <a:gd name="connsiteY148" fmla="*/ 550349 h 1736172"/>
              <a:gd name="connsiteX149" fmla="*/ 1445366 w 1736530"/>
              <a:gd name="connsiteY149" fmla="*/ 584021 h 1736172"/>
              <a:gd name="connsiteX150" fmla="*/ 1436931 w 1736530"/>
              <a:gd name="connsiteY150" fmla="*/ 611453 h 1736172"/>
              <a:gd name="connsiteX151" fmla="*/ 1350246 w 1736530"/>
              <a:gd name="connsiteY151" fmla="*/ 657471 h 1736172"/>
              <a:gd name="connsiteX152" fmla="*/ 1394274 w 1736530"/>
              <a:gd name="connsiteY152" fmla="*/ 847780 h 1736172"/>
              <a:gd name="connsiteX153" fmla="*/ 1492069 w 1736530"/>
              <a:gd name="connsiteY153" fmla="*/ 851209 h 1736172"/>
              <a:gd name="connsiteX154" fmla="*/ 1511683 w 1736530"/>
              <a:gd name="connsiteY154" fmla="*/ 872263 h 173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1736530" h="1736172">
                <a:moveTo>
                  <a:pt x="1423009" y="395358"/>
                </a:moveTo>
                <a:lnTo>
                  <a:pt x="1519021" y="299894"/>
                </a:lnTo>
                <a:cubicBezTo>
                  <a:pt x="1530008" y="288915"/>
                  <a:pt x="1530008" y="271111"/>
                  <a:pt x="1519035" y="260132"/>
                </a:cubicBezTo>
                <a:cubicBezTo>
                  <a:pt x="1519028" y="260125"/>
                  <a:pt x="1519028" y="260125"/>
                  <a:pt x="1519021" y="260118"/>
                </a:cubicBezTo>
                <a:lnTo>
                  <a:pt x="1482262" y="222399"/>
                </a:lnTo>
                <a:cubicBezTo>
                  <a:pt x="1471255" y="211406"/>
                  <a:pt x="1453424" y="211406"/>
                  <a:pt x="1442417" y="222399"/>
                </a:cubicBezTo>
                <a:lnTo>
                  <a:pt x="1346405" y="317931"/>
                </a:lnTo>
                <a:cubicBezTo>
                  <a:pt x="1277633" y="258410"/>
                  <a:pt x="1198375" y="212229"/>
                  <a:pt x="1112685" y="181731"/>
                </a:cubicBezTo>
                <a:lnTo>
                  <a:pt x="1148346" y="50675"/>
                </a:lnTo>
                <a:cubicBezTo>
                  <a:pt x="1152283" y="35765"/>
                  <a:pt x="1143470" y="20465"/>
                  <a:pt x="1128595" y="16385"/>
                </a:cubicBezTo>
                <a:lnTo>
                  <a:pt x="1077640" y="2669"/>
                </a:lnTo>
                <a:cubicBezTo>
                  <a:pt x="1062724" y="-1309"/>
                  <a:pt x="1047396" y="7524"/>
                  <a:pt x="1043350" y="22420"/>
                </a:cubicBezTo>
                <a:lnTo>
                  <a:pt x="1007620" y="153270"/>
                </a:lnTo>
                <a:cubicBezTo>
                  <a:pt x="918308" y="136016"/>
                  <a:pt x="826555" y="135735"/>
                  <a:pt x="737140" y="152447"/>
                </a:cubicBezTo>
                <a:lnTo>
                  <a:pt x="702508" y="20980"/>
                </a:lnTo>
                <a:cubicBezTo>
                  <a:pt x="698516" y="6015"/>
                  <a:pt x="683223" y="-2948"/>
                  <a:pt x="668218" y="886"/>
                </a:cubicBezTo>
                <a:lnTo>
                  <a:pt x="617194" y="14602"/>
                </a:lnTo>
                <a:cubicBezTo>
                  <a:pt x="602196" y="18483"/>
                  <a:pt x="593191" y="33790"/>
                  <a:pt x="597073" y="48789"/>
                </a:cubicBezTo>
                <a:cubicBezTo>
                  <a:pt x="597079" y="48823"/>
                  <a:pt x="597093" y="48857"/>
                  <a:pt x="597100" y="48892"/>
                </a:cubicBezTo>
                <a:lnTo>
                  <a:pt x="631390" y="180359"/>
                </a:lnTo>
                <a:cubicBezTo>
                  <a:pt x="545315" y="209849"/>
                  <a:pt x="465584" y="255311"/>
                  <a:pt x="396366" y="314365"/>
                </a:cubicBezTo>
                <a:lnTo>
                  <a:pt x="300903" y="218353"/>
                </a:lnTo>
                <a:cubicBezTo>
                  <a:pt x="289896" y="207359"/>
                  <a:pt x="272065" y="207359"/>
                  <a:pt x="261058" y="218353"/>
                </a:cubicBezTo>
                <a:lnTo>
                  <a:pt x="223613" y="255523"/>
                </a:lnTo>
                <a:cubicBezTo>
                  <a:pt x="212613" y="266482"/>
                  <a:pt x="212572" y="284286"/>
                  <a:pt x="223531" y="295286"/>
                </a:cubicBezTo>
                <a:cubicBezTo>
                  <a:pt x="223559" y="295313"/>
                  <a:pt x="223586" y="295341"/>
                  <a:pt x="223613" y="295368"/>
                </a:cubicBezTo>
                <a:lnTo>
                  <a:pt x="319214" y="391792"/>
                </a:lnTo>
                <a:cubicBezTo>
                  <a:pt x="259652" y="460543"/>
                  <a:pt x="213436" y="539808"/>
                  <a:pt x="182945" y="625512"/>
                </a:cubicBezTo>
                <a:lnTo>
                  <a:pt x="51958" y="589782"/>
                </a:lnTo>
                <a:cubicBezTo>
                  <a:pt x="37048" y="585846"/>
                  <a:pt x="21748" y="594658"/>
                  <a:pt x="17668" y="609533"/>
                </a:cubicBezTo>
                <a:lnTo>
                  <a:pt x="3952" y="660488"/>
                </a:lnTo>
                <a:cubicBezTo>
                  <a:pt x="56" y="675397"/>
                  <a:pt x="8855" y="690670"/>
                  <a:pt x="23703" y="694778"/>
                </a:cubicBezTo>
                <a:lnTo>
                  <a:pt x="154553" y="730440"/>
                </a:lnTo>
                <a:cubicBezTo>
                  <a:pt x="137299" y="819751"/>
                  <a:pt x="137018" y="911505"/>
                  <a:pt x="153730" y="1000919"/>
                </a:cubicBezTo>
                <a:lnTo>
                  <a:pt x="20960" y="1034935"/>
                </a:lnTo>
                <a:cubicBezTo>
                  <a:pt x="5975" y="1038851"/>
                  <a:pt x="-3002" y="1054179"/>
                  <a:pt x="920" y="1069170"/>
                </a:cubicBezTo>
                <a:cubicBezTo>
                  <a:pt x="927" y="1069184"/>
                  <a:pt x="927" y="1069204"/>
                  <a:pt x="934" y="1069225"/>
                </a:cubicBezTo>
                <a:lnTo>
                  <a:pt x="14650" y="1120317"/>
                </a:lnTo>
                <a:cubicBezTo>
                  <a:pt x="18641" y="1135281"/>
                  <a:pt x="33935" y="1144245"/>
                  <a:pt x="48940" y="1140411"/>
                </a:cubicBezTo>
                <a:lnTo>
                  <a:pt x="180408" y="1106121"/>
                </a:lnTo>
                <a:cubicBezTo>
                  <a:pt x="209863" y="1192175"/>
                  <a:pt x="255304" y="1271892"/>
                  <a:pt x="314345" y="1341076"/>
                </a:cubicBezTo>
                <a:lnTo>
                  <a:pt x="218333" y="1436539"/>
                </a:lnTo>
                <a:cubicBezTo>
                  <a:pt x="207333" y="1447498"/>
                  <a:pt x="207291" y="1465302"/>
                  <a:pt x="218251" y="1476302"/>
                </a:cubicBezTo>
                <a:cubicBezTo>
                  <a:pt x="218278" y="1476329"/>
                  <a:pt x="218305" y="1476357"/>
                  <a:pt x="218333" y="1476384"/>
                </a:cubicBezTo>
                <a:lnTo>
                  <a:pt x="255503" y="1513898"/>
                </a:lnTo>
                <a:cubicBezTo>
                  <a:pt x="266483" y="1524884"/>
                  <a:pt x="284286" y="1524884"/>
                  <a:pt x="295266" y="1513912"/>
                </a:cubicBezTo>
                <a:cubicBezTo>
                  <a:pt x="295273" y="1513904"/>
                  <a:pt x="295273" y="1513904"/>
                  <a:pt x="295280" y="1513898"/>
                </a:cubicBezTo>
                <a:lnTo>
                  <a:pt x="391292" y="1418160"/>
                </a:lnTo>
                <a:cubicBezTo>
                  <a:pt x="460057" y="1477722"/>
                  <a:pt x="539315" y="1523952"/>
                  <a:pt x="625012" y="1554497"/>
                </a:cubicBezTo>
                <a:lnTo>
                  <a:pt x="589282" y="1685485"/>
                </a:lnTo>
                <a:cubicBezTo>
                  <a:pt x="585394" y="1700415"/>
                  <a:pt x="594227" y="1715694"/>
                  <a:pt x="609102" y="1719775"/>
                </a:cubicBezTo>
                <a:lnTo>
                  <a:pt x="659988" y="1733491"/>
                </a:lnTo>
                <a:cubicBezTo>
                  <a:pt x="675000" y="1737606"/>
                  <a:pt x="690506" y="1728766"/>
                  <a:pt x="694621" y="1713747"/>
                </a:cubicBezTo>
                <a:cubicBezTo>
                  <a:pt x="694621" y="1713747"/>
                  <a:pt x="694621" y="1713747"/>
                  <a:pt x="694621" y="1713740"/>
                </a:cubicBezTo>
                <a:lnTo>
                  <a:pt x="730282" y="1582958"/>
                </a:lnTo>
                <a:cubicBezTo>
                  <a:pt x="819594" y="1600226"/>
                  <a:pt x="911354" y="1600480"/>
                  <a:pt x="1000762" y="1583712"/>
                </a:cubicBezTo>
                <a:lnTo>
                  <a:pt x="1035395" y="1715180"/>
                </a:lnTo>
                <a:cubicBezTo>
                  <a:pt x="1039352" y="1730165"/>
                  <a:pt x="1054673" y="1739142"/>
                  <a:pt x="1069685" y="1735274"/>
                </a:cubicBezTo>
                <a:lnTo>
                  <a:pt x="1120708" y="1721558"/>
                </a:lnTo>
                <a:cubicBezTo>
                  <a:pt x="1135693" y="1717601"/>
                  <a:pt x="1144670" y="1702280"/>
                  <a:pt x="1140802" y="1687268"/>
                </a:cubicBezTo>
                <a:lnTo>
                  <a:pt x="1106169" y="1555800"/>
                </a:lnTo>
                <a:cubicBezTo>
                  <a:pt x="1192272" y="1526544"/>
                  <a:pt x="1272092" y="1481343"/>
                  <a:pt x="1341467" y="1422549"/>
                </a:cubicBezTo>
                <a:lnTo>
                  <a:pt x="1436931" y="1518561"/>
                </a:lnTo>
                <a:cubicBezTo>
                  <a:pt x="1447938" y="1529555"/>
                  <a:pt x="1465769" y="1529555"/>
                  <a:pt x="1476776" y="1518561"/>
                </a:cubicBezTo>
                <a:lnTo>
                  <a:pt x="1514220" y="1481391"/>
                </a:lnTo>
                <a:cubicBezTo>
                  <a:pt x="1525221" y="1470432"/>
                  <a:pt x="1525262" y="1452628"/>
                  <a:pt x="1514303" y="1441628"/>
                </a:cubicBezTo>
                <a:cubicBezTo>
                  <a:pt x="1514275" y="1441601"/>
                  <a:pt x="1514248" y="1441573"/>
                  <a:pt x="1514220" y="1441546"/>
                </a:cubicBezTo>
                <a:lnTo>
                  <a:pt x="1418620" y="1345122"/>
                </a:lnTo>
                <a:cubicBezTo>
                  <a:pt x="1478175" y="1276385"/>
                  <a:pt x="1524384" y="1197147"/>
                  <a:pt x="1554888" y="1111470"/>
                </a:cubicBezTo>
                <a:lnTo>
                  <a:pt x="1685876" y="1147132"/>
                </a:lnTo>
                <a:cubicBezTo>
                  <a:pt x="1700785" y="1151068"/>
                  <a:pt x="1716086" y="1142256"/>
                  <a:pt x="1720166" y="1127381"/>
                </a:cubicBezTo>
                <a:lnTo>
                  <a:pt x="1733882" y="1076426"/>
                </a:lnTo>
                <a:cubicBezTo>
                  <a:pt x="1737778" y="1061517"/>
                  <a:pt x="1728979" y="1046244"/>
                  <a:pt x="1714131" y="1042136"/>
                </a:cubicBezTo>
                <a:lnTo>
                  <a:pt x="1583281" y="1006474"/>
                </a:lnTo>
                <a:cubicBezTo>
                  <a:pt x="1600549" y="917142"/>
                  <a:pt x="1600803" y="825355"/>
                  <a:pt x="1584035" y="735926"/>
                </a:cubicBezTo>
                <a:lnTo>
                  <a:pt x="1715571" y="701293"/>
                </a:lnTo>
                <a:cubicBezTo>
                  <a:pt x="1730556" y="697377"/>
                  <a:pt x="1739533" y="682050"/>
                  <a:pt x="1735610" y="667058"/>
                </a:cubicBezTo>
                <a:cubicBezTo>
                  <a:pt x="1735604" y="667044"/>
                  <a:pt x="1735604" y="667024"/>
                  <a:pt x="1735597" y="667003"/>
                </a:cubicBezTo>
                <a:lnTo>
                  <a:pt x="1721881" y="615911"/>
                </a:lnTo>
                <a:cubicBezTo>
                  <a:pt x="1717889" y="600954"/>
                  <a:pt x="1702582" y="592011"/>
                  <a:pt x="1687591" y="595886"/>
                </a:cubicBezTo>
                <a:lnTo>
                  <a:pt x="1557152" y="630450"/>
                </a:lnTo>
                <a:cubicBezTo>
                  <a:pt x="1527614" y="544355"/>
                  <a:pt x="1482105" y="464596"/>
                  <a:pt x="1423009" y="395358"/>
                </a:cubicBezTo>
                <a:close/>
                <a:moveTo>
                  <a:pt x="1510311" y="910188"/>
                </a:moveTo>
                <a:cubicBezTo>
                  <a:pt x="1509790" y="921360"/>
                  <a:pt x="1500443" y="930076"/>
                  <a:pt x="1489257" y="929802"/>
                </a:cubicBezTo>
                <a:lnTo>
                  <a:pt x="1391325" y="926236"/>
                </a:lnTo>
                <a:cubicBezTo>
                  <a:pt x="1383967" y="991489"/>
                  <a:pt x="1364545" y="1054816"/>
                  <a:pt x="1334061" y="1112979"/>
                </a:cubicBezTo>
                <a:lnTo>
                  <a:pt x="1417111" y="1164963"/>
                </a:lnTo>
                <a:cubicBezTo>
                  <a:pt x="1426507" y="1171025"/>
                  <a:pt x="1429339" y="1183479"/>
                  <a:pt x="1423489" y="1193012"/>
                </a:cubicBezTo>
                <a:lnTo>
                  <a:pt x="1403327" y="1225313"/>
                </a:lnTo>
                <a:cubicBezTo>
                  <a:pt x="1397285" y="1234729"/>
                  <a:pt x="1384824" y="1237596"/>
                  <a:pt x="1375277" y="1231759"/>
                </a:cubicBezTo>
                <a:lnTo>
                  <a:pt x="1292296" y="1179844"/>
                </a:lnTo>
                <a:cubicBezTo>
                  <a:pt x="1253390" y="1232788"/>
                  <a:pt x="1204829" y="1277907"/>
                  <a:pt x="1149169" y="1312821"/>
                </a:cubicBezTo>
                <a:lnTo>
                  <a:pt x="1195186" y="1399575"/>
                </a:lnTo>
                <a:cubicBezTo>
                  <a:pt x="1200268" y="1409492"/>
                  <a:pt x="1196531" y="1421658"/>
                  <a:pt x="1186751" y="1427007"/>
                </a:cubicBezTo>
                <a:lnTo>
                  <a:pt x="1153078" y="1444906"/>
                </a:lnTo>
                <a:cubicBezTo>
                  <a:pt x="1143141" y="1449981"/>
                  <a:pt x="1130975" y="1446209"/>
                  <a:pt x="1125646" y="1436402"/>
                </a:cubicBezTo>
                <a:lnTo>
                  <a:pt x="1079698" y="1349786"/>
                </a:lnTo>
                <a:cubicBezTo>
                  <a:pt x="1019587" y="1376258"/>
                  <a:pt x="955019" y="1391174"/>
                  <a:pt x="889388" y="1393745"/>
                </a:cubicBezTo>
                <a:lnTo>
                  <a:pt x="885822" y="1491129"/>
                </a:lnTo>
                <a:cubicBezTo>
                  <a:pt x="885452" y="1502486"/>
                  <a:pt x="875947" y="1511395"/>
                  <a:pt x="864590" y="1511017"/>
                </a:cubicBezTo>
                <a:cubicBezTo>
                  <a:pt x="864555" y="1511017"/>
                  <a:pt x="864528" y="1511017"/>
                  <a:pt x="864494" y="1511017"/>
                </a:cubicBezTo>
                <a:lnTo>
                  <a:pt x="826432" y="1509714"/>
                </a:lnTo>
                <a:cubicBezTo>
                  <a:pt x="815260" y="1509193"/>
                  <a:pt x="806543" y="1499846"/>
                  <a:pt x="806818" y="1488660"/>
                </a:cubicBezTo>
                <a:lnTo>
                  <a:pt x="810315" y="1390659"/>
                </a:lnTo>
                <a:cubicBezTo>
                  <a:pt x="745164" y="1383328"/>
                  <a:pt x="681947" y="1363906"/>
                  <a:pt x="623915" y="1333395"/>
                </a:cubicBezTo>
                <a:lnTo>
                  <a:pt x="571863" y="1416445"/>
                </a:lnTo>
                <a:cubicBezTo>
                  <a:pt x="565828" y="1425820"/>
                  <a:pt x="553415" y="1428680"/>
                  <a:pt x="543882" y="1422892"/>
                </a:cubicBezTo>
                <a:lnTo>
                  <a:pt x="511512" y="1402661"/>
                </a:lnTo>
                <a:cubicBezTo>
                  <a:pt x="502137" y="1396626"/>
                  <a:pt x="499278" y="1384213"/>
                  <a:pt x="505066" y="1374680"/>
                </a:cubicBezTo>
                <a:lnTo>
                  <a:pt x="557050" y="1291698"/>
                </a:lnTo>
                <a:cubicBezTo>
                  <a:pt x="504154" y="1252779"/>
                  <a:pt x="459083" y="1204218"/>
                  <a:pt x="424210" y="1148572"/>
                </a:cubicBezTo>
                <a:lnTo>
                  <a:pt x="337456" y="1194589"/>
                </a:lnTo>
                <a:cubicBezTo>
                  <a:pt x="327540" y="1199671"/>
                  <a:pt x="315373" y="1195933"/>
                  <a:pt x="310024" y="1186154"/>
                </a:cubicBezTo>
                <a:lnTo>
                  <a:pt x="292125" y="1152481"/>
                </a:lnTo>
                <a:cubicBezTo>
                  <a:pt x="287043" y="1142564"/>
                  <a:pt x="290781" y="1130398"/>
                  <a:pt x="300560" y="1125049"/>
                </a:cubicBezTo>
                <a:lnTo>
                  <a:pt x="387245" y="1079032"/>
                </a:lnTo>
                <a:cubicBezTo>
                  <a:pt x="360760" y="1018922"/>
                  <a:pt x="345843" y="954360"/>
                  <a:pt x="343286" y="888722"/>
                </a:cubicBezTo>
                <a:lnTo>
                  <a:pt x="245490" y="885225"/>
                </a:lnTo>
                <a:cubicBezTo>
                  <a:pt x="234319" y="884704"/>
                  <a:pt x="225602" y="875356"/>
                  <a:pt x="225877" y="864171"/>
                </a:cubicBezTo>
                <a:lnTo>
                  <a:pt x="227248" y="826040"/>
                </a:lnTo>
                <a:cubicBezTo>
                  <a:pt x="227769" y="814868"/>
                  <a:pt x="237117" y="806152"/>
                  <a:pt x="248302" y="806426"/>
                </a:cubicBezTo>
                <a:lnTo>
                  <a:pt x="346234" y="809992"/>
                </a:lnTo>
                <a:cubicBezTo>
                  <a:pt x="353593" y="744739"/>
                  <a:pt x="373015" y="681412"/>
                  <a:pt x="403499" y="623249"/>
                </a:cubicBezTo>
                <a:lnTo>
                  <a:pt x="320449" y="571265"/>
                </a:lnTo>
                <a:cubicBezTo>
                  <a:pt x="311032" y="565224"/>
                  <a:pt x="308166" y="552763"/>
                  <a:pt x="314002" y="543216"/>
                </a:cubicBezTo>
                <a:lnTo>
                  <a:pt x="334233" y="510915"/>
                </a:lnTo>
                <a:cubicBezTo>
                  <a:pt x="340275" y="501499"/>
                  <a:pt x="352736" y="498632"/>
                  <a:pt x="362282" y="504469"/>
                </a:cubicBezTo>
                <a:lnTo>
                  <a:pt x="445195" y="556452"/>
                </a:lnTo>
                <a:cubicBezTo>
                  <a:pt x="484142" y="503536"/>
                  <a:pt x="532724" y="458445"/>
                  <a:pt x="588390" y="423544"/>
                </a:cubicBezTo>
                <a:lnTo>
                  <a:pt x="542168" y="336859"/>
                </a:lnTo>
                <a:cubicBezTo>
                  <a:pt x="537093" y="326922"/>
                  <a:pt x="540865" y="314756"/>
                  <a:pt x="550671" y="309427"/>
                </a:cubicBezTo>
                <a:lnTo>
                  <a:pt x="584276" y="291528"/>
                </a:lnTo>
                <a:cubicBezTo>
                  <a:pt x="594192" y="286446"/>
                  <a:pt x="606358" y="290184"/>
                  <a:pt x="611708" y="299963"/>
                </a:cubicBezTo>
                <a:lnTo>
                  <a:pt x="657656" y="386717"/>
                </a:lnTo>
                <a:cubicBezTo>
                  <a:pt x="717767" y="360217"/>
                  <a:pt x="782328" y="345281"/>
                  <a:pt x="847966" y="342688"/>
                </a:cubicBezTo>
                <a:lnTo>
                  <a:pt x="851463" y="244825"/>
                </a:lnTo>
                <a:cubicBezTo>
                  <a:pt x="852019" y="233680"/>
                  <a:pt x="861359" y="225005"/>
                  <a:pt x="872518" y="225279"/>
                </a:cubicBezTo>
                <a:lnTo>
                  <a:pt x="910579" y="226651"/>
                </a:lnTo>
                <a:cubicBezTo>
                  <a:pt x="921751" y="227172"/>
                  <a:pt x="930467" y="236520"/>
                  <a:pt x="930193" y="247705"/>
                </a:cubicBezTo>
                <a:lnTo>
                  <a:pt x="926833" y="345843"/>
                </a:lnTo>
                <a:cubicBezTo>
                  <a:pt x="992100" y="353140"/>
                  <a:pt x="1055434" y="372562"/>
                  <a:pt x="1113576" y="403107"/>
                </a:cubicBezTo>
                <a:lnTo>
                  <a:pt x="1165628" y="320057"/>
                </a:lnTo>
                <a:cubicBezTo>
                  <a:pt x="1171670" y="310641"/>
                  <a:pt x="1184131" y="307774"/>
                  <a:pt x="1193678" y="313610"/>
                </a:cubicBezTo>
                <a:lnTo>
                  <a:pt x="1225910" y="333842"/>
                </a:lnTo>
                <a:cubicBezTo>
                  <a:pt x="1235326" y="339884"/>
                  <a:pt x="1238193" y="352344"/>
                  <a:pt x="1232357" y="361891"/>
                </a:cubicBezTo>
                <a:lnTo>
                  <a:pt x="1180442" y="444804"/>
                </a:lnTo>
                <a:cubicBezTo>
                  <a:pt x="1233324" y="483757"/>
                  <a:pt x="1278408" y="532312"/>
                  <a:pt x="1313350" y="587930"/>
                </a:cubicBezTo>
                <a:lnTo>
                  <a:pt x="1400035" y="541913"/>
                </a:lnTo>
                <a:cubicBezTo>
                  <a:pt x="1409952" y="536831"/>
                  <a:pt x="1422118" y="540569"/>
                  <a:pt x="1427467" y="550349"/>
                </a:cubicBezTo>
                <a:lnTo>
                  <a:pt x="1445366" y="584021"/>
                </a:lnTo>
                <a:cubicBezTo>
                  <a:pt x="1450448" y="593938"/>
                  <a:pt x="1446710" y="606104"/>
                  <a:pt x="1436931" y="611453"/>
                </a:cubicBezTo>
                <a:lnTo>
                  <a:pt x="1350246" y="657471"/>
                </a:lnTo>
                <a:cubicBezTo>
                  <a:pt x="1376759" y="717574"/>
                  <a:pt x="1391696" y="782142"/>
                  <a:pt x="1394274" y="847780"/>
                </a:cubicBezTo>
                <a:lnTo>
                  <a:pt x="1492069" y="851209"/>
                </a:lnTo>
                <a:cubicBezTo>
                  <a:pt x="1503241" y="851730"/>
                  <a:pt x="1511957" y="861078"/>
                  <a:pt x="1511683" y="872263"/>
                </a:cubicBezTo>
                <a:close/>
              </a:path>
            </a:pathLst>
          </a:custGeom>
          <a:noFill/>
          <a:ln w="685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A015CD6-1FD9-4A96-B69D-0E8D616E664B}"/>
              </a:ext>
            </a:extLst>
          </p:cNvPr>
          <p:cNvGrpSpPr/>
          <p:nvPr/>
        </p:nvGrpSpPr>
        <p:grpSpPr>
          <a:xfrm>
            <a:off x="2286418" y="1210995"/>
            <a:ext cx="1992150" cy="1543725"/>
            <a:chOff x="2286418" y="1210995"/>
            <a:chExt cx="1992150" cy="154372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0BAAD9F-FD59-47A9-BE57-5FEAD8FFCEAE}"/>
                </a:ext>
              </a:extLst>
            </p:cNvPr>
            <p:cNvSpPr txBox="1"/>
            <p:nvPr/>
          </p:nvSpPr>
          <p:spPr>
            <a:xfrm rot="19726356">
              <a:off x="2426013" y="1215977"/>
              <a:ext cx="1117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Feasibility</a:t>
              </a: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82A7A9B-5C78-4806-A665-18FE713F15D8}"/>
                </a:ext>
              </a:extLst>
            </p:cNvPr>
            <p:cNvSpPr/>
            <p:nvPr/>
          </p:nvSpPr>
          <p:spPr>
            <a:xfrm>
              <a:off x="2286418" y="1210995"/>
              <a:ext cx="1992150" cy="1543725"/>
            </a:xfrm>
            <a:custGeom>
              <a:avLst/>
              <a:gdLst>
                <a:gd name="connsiteX0" fmla="*/ 2060486 w 2060486"/>
                <a:gd name="connsiteY0" fmla="*/ 961080 h 1596679"/>
                <a:gd name="connsiteX1" fmla="*/ 2060486 w 2060486"/>
                <a:gd name="connsiteY1" fmla="*/ 0 h 1596679"/>
                <a:gd name="connsiteX2" fmla="*/ 0 w 2060486"/>
                <a:gd name="connsiteY2" fmla="*/ 1000034 h 1596679"/>
                <a:gd name="connsiteX3" fmla="*/ 748071 w 2060486"/>
                <a:gd name="connsiteY3" fmla="*/ 1596680 h 1596679"/>
                <a:gd name="connsiteX4" fmla="*/ 2060486 w 2060486"/>
                <a:gd name="connsiteY4" fmla="*/ 961080 h 159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0486" h="1596679">
                  <a:moveTo>
                    <a:pt x="2060486" y="961080"/>
                  </a:moveTo>
                  <a:lnTo>
                    <a:pt x="2060486" y="0"/>
                  </a:lnTo>
                  <a:cubicBezTo>
                    <a:pt x="1228954" y="12482"/>
                    <a:pt x="488358" y="399547"/>
                    <a:pt x="0" y="1000034"/>
                  </a:cubicBezTo>
                  <a:lnTo>
                    <a:pt x="748071" y="1596680"/>
                  </a:lnTo>
                  <a:cubicBezTo>
                    <a:pt x="1072708" y="1204560"/>
                    <a:pt x="1551554" y="972656"/>
                    <a:pt x="2060486" y="961080"/>
                  </a:cubicBezTo>
                  <a:close/>
                </a:path>
              </a:pathLst>
            </a:custGeom>
            <a:solidFill>
              <a:srgbClr val="F15A2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DFB334A-1BC9-431A-A096-7236FB27DBBD}"/>
                </a:ext>
              </a:extLst>
            </p:cNvPr>
            <p:cNvSpPr/>
            <p:nvPr/>
          </p:nvSpPr>
          <p:spPr>
            <a:xfrm>
              <a:off x="3153827" y="1614531"/>
              <a:ext cx="430521" cy="568570"/>
            </a:xfrm>
            <a:custGeom>
              <a:avLst/>
              <a:gdLst>
                <a:gd name="connsiteX0" fmla="*/ 288653 w 445289"/>
                <a:gd name="connsiteY0" fmla="*/ 0 h 588073"/>
                <a:gd name="connsiteX1" fmla="*/ 0 w 445289"/>
                <a:gd name="connsiteY1" fmla="*/ 2195 h 588073"/>
                <a:gd name="connsiteX2" fmla="*/ 4389 w 445289"/>
                <a:gd name="connsiteY2" fmla="*/ 588074 h 588073"/>
                <a:gd name="connsiteX3" fmla="*/ 445290 w 445289"/>
                <a:gd name="connsiteY3" fmla="*/ 584713 h 588073"/>
                <a:gd name="connsiteX4" fmla="*/ 441998 w 445289"/>
                <a:gd name="connsiteY4" fmla="*/ 144841 h 588073"/>
                <a:gd name="connsiteX5" fmla="*/ 288653 w 445289"/>
                <a:gd name="connsiteY5" fmla="*/ 0 h 588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5289" h="588073">
                  <a:moveTo>
                    <a:pt x="288653" y="0"/>
                  </a:moveTo>
                  <a:lnTo>
                    <a:pt x="0" y="2195"/>
                  </a:lnTo>
                  <a:lnTo>
                    <a:pt x="4389" y="588074"/>
                  </a:lnTo>
                  <a:lnTo>
                    <a:pt x="445290" y="584713"/>
                  </a:lnTo>
                  <a:lnTo>
                    <a:pt x="441998" y="144841"/>
                  </a:lnTo>
                  <a:lnTo>
                    <a:pt x="288653" y="0"/>
                  </a:lnTo>
                  <a:close/>
                </a:path>
              </a:pathLst>
            </a:custGeom>
            <a:solidFill>
              <a:srgbClr val="75AEB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48F6983-E09A-4389-AA71-2138EDEB1073}"/>
                </a:ext>
              </a:extLst>
            </p:cNvPr>
            <p:cNvSpPr/>
            <p:nvPr/>
          </p:nvSpPr>
          <p:spPr>
            <a:xfrm>
              <a:off x="3432907" y="1614531"/>
              <a:ext cx="148258" cy="141164"/>
            </a:xfrm>
            <a:custGeom>
              <a:avLst/>
              <a:gdLst>
                <a:gd name="connsiteX0" fmla="*/ 1097 w 153344"/>
                <a:gd name="connsiteY0" fmla="*/ 146007 h 146006"/>
                <a:gd name="connsiteX1" fmla="*/ 153345 w 153344"/>
                <a:gd name="connsiteY1" fmla="*/ 144841 h 146006"/>
                <a:gd name="connsiteX2" fmla="*/ 0 w 153344"/>
                <a:gd name="connsiteY2" fmla="*/ 0 h 146006"/>
                <a:gd name="connsiteX3" fmla="*/ 1097 w 153344"/>
                <a:gd name="connsiteY3" fmla="*/ 146007 h 14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44" h="146006">
                  <a:moveTo>
                    <a:pt x="1097" y="146007"/>
                  </a:moveTo>
                  <a:lnTo>
                    <a:pt x="153345" y="144841"/>
                  </a:lnTo>
                  <a:lnTo>
                    <a:pt x="0" y="0"/>
                  </a:lnTo>
                  <a:lnTo>
                    <a:pt x="1097" y="146007"/>
                  </a:lnTo>
                  <a:close/>
                </a:path>
              </a:pathLst>
            </a:custGeom>
            <a:solidFill>
              <a:srgbClr val="AADDE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67D6C32-049D-4397-8F17-5A3DA53F2DAA}"/>
                </a:ext>
              </a:extLst>
            </p:cNvPr>
            <p:cNvSpPr/>
            <p:nvPr/>
          </p:nvSpPr>
          <p:spPr>
            <a:xfrm>
              <a:off x="3433968" y="1754568"/>
              <a:ext cx="148258" cy="141164"/>
            </a:xfrm>
            <a:custGeom>
              <a:avLst/>
              <a:gdLst>
                <a:gd name="connsiteX0" fmla="*/ 152247 w 153344"/>
                <a:gd name="connsiteY0" fmla="*/ 0 h 146006"/>
                <a:gd name="connsiteX1" fmla="*/ 0 w 153344"/>
                <a:gd name="connsiteY1" fmla="*/ 1097 h 146006"/>
                <a:gd name="connsiteX2" fmla="*/ 153345 w 153344"/>
                <a:gd name="connsiteY2" fmla="*/ 146007 h 146006"/>
                <a:gd name="connsiteX3" fmla="*/ 152247 w 153344"/>
                <a:gd name="connsiteY3" fmla="*/ 0 h 14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44" h="146006">
                  <a:moveTo>
                    <a:pt x="152247" y="0"/>
                  </a:moveTo>
                  <a:lnTo>
                    <a:pt x="0" y="1097"/>
                  </a:lnTo>
                  <a:lnTo>
                    <a:pt x="153345" y="146007"/>
                  </a:lnTo>
                  <a:lnTo>
                    <a:pt x="152247" y="0"/>
                  </a:lnTo>
                  <a:close/>
                </a:path>
              </a:pathLst>
            </a:custGeom>
            <a:solidFill>
              <a:srgbClr val="82849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838CF25-088C-4D79-A4A9-6A9945620716}"/>
                </a:ext>
              </a:extLst>
            </p:cNvPr>
            <p:cNvSpPr/>
            <p:nvPr/>
          </p:nvSpPr>
          <p:spPr>
            <a:xfrm>
              <a:off x="3221922" y="1727316"/>
              <a:ext cx="171201" cy="142160"/>
            </a:xfrm>
            <a:custGeom>
              <a:avLst/>
              <a:gdLst>
                <a:gd name="connsiteX0" fmla="*/ 161027 w 177074"/>
                <a:gd name="connsiteY0" fmla="*/ 1 h 147036"/>
                <a:gd name="connsiteX1" fmla="*/ 14745 w 177074"/>
                <a:gd name="connsiteY1" fmla="*/ 1235 h 147036"/>
                <a:gd name="connsiteX2" fmla="*/ 1 w 177074"/>
                <a:gd name="connsiteY2" fmla="*/ 16254 h 147036"/>
                <a:gd name="connsiteX3" fmla="*/ 1 w 177074"/>
                <a:gd name="connsiteY3" fmla="*/ 16254 h 147036"/>
                <a:gd name="connsiteX4" fmla="*/ 1029 w 177074"/>
                <a:gd name="connsiteY4" fmla="*/ 132360 h 147036"/>
                <a:gd name="connsiteX5" fmla="*/ 15980 w 177074"/>
                <a:gd name="connsiteY5" fmla="*/ 147036 h 147036"/>
                <a:gd name="connsiteX6" fmla="*/ 15980 w 177074"/>
                <a:gd name="connsiteY6" fmla="*/ 147036 h 147036"/>
                <a:gd name="connsiteX7" fmla="*/ 162330 w 177074"/>
                <a:gd name="connsiteY7" fmla="*/ 145802 h 147036"/>
                <a:gd name="connsiteX8" fmla="*/ 177074 w 177074"/>
                <a:gd name="connsiteY8" fmla="*/ 130783 h 147036"/>
                <a:gd name="connsiteX9" fmla="*/ 177074 w 177074"/>
                <a:gd name="connsiteY9" fmla="*/ 130783 h 147036"/>
                <a:gd name="connsiteX10" fmla="*/ 176046 w 177074"/>
                <a:gd name="connsiteY10" fmla="*/ 14677 h 147036"/>
                <a:gd name="connsiteX11" fmla="*/ 161095 w 177074"/>
                <a:gd name="connsiteY11" fmla="*/ 1 h 147036"/>
                <a:gd name="connsiteX12" fmla="*/ 161027 w 177074"/>
                <a:gd name="connsiteY12" fmla="*/ 1 h 147036"/>
                <a:gd name="connsiteX13" fmla="*/ 171519 w 177074"/>
                <a:gd name="connsiteY13" fmla="*/ 14745 h 147036"/>
                <a:gd name="connsiteX14" fmla="*/ 171519 w 177074"/>
                <a:gd name="connsiteY14" fmla="*/ 28461 h 147036"/>
                <a:gd name="connsiteX15" fmla="*/ 132086 w 177074"/>
                <a:gd name="connsiteY15" fmla="*/ 28804 h 147036"/>
                <a:gd name="connsiteX16" fmla="*/ 132086 w 177074"/>
                <a:gd name="connsiteY16" fmla="*/ 4458 h 147036"/>
                <a:gd name="connsiteX17" fmla="*/ 161164 w 177074"/>
                <a:gd name="connsiteY17" fmla="*/ 4458 h 147036"/>
                <a:gd name="connsiteX18" fmla="*/ 171519 w 177074"/>
                <a:gd name="connsiteY18" fmla="*/ 14745 h 147036"/>
                <a:gd name="connsiteX19" fmla="*/ 88537 w 177074"/>
                <a:gd name="connsiteY19" fmla="*/ 51367 h 147036"/>
                <a:gd name="connsiteX20" fmla="*/ 88537 w 177074"/>
                <a:gd name="connsiteY20" fmla="*/ 29970 h 147036"/>
                <a:gd name="connsiteX21" fmla="*/ 109934 w 177074"/>
                <a:gd name="connsiteY21" fmla="*/ 29970 h 147036"/>
                <a:gd name="connsiteX22" fmla="*/ 109934 w 177074"/>
                <a:gd name="connsiteY22" fmla="*/ 51367 h 147036"/>
                <a:gd name="connsiteX23" fmla="*/ 109934 w 177074"/>
                <a:gd name="connsiteY23" fmla="*/ 51367 h 147036"/>
                <a:gd name="connsiteX24" fmla="*/ 109934 w 177074"/>
                <a:gd name="connsiteY24" fmla="*/ 72764 h 147036"/>
                <a:gd name="connsiteX25" fmla="*/ 88537 w 177074"/>
                <a:gd name="connsiteY25" fmla="*/ 72764 h 147036"/>
                <a:gd name="connsiteX26" fmla="*/ 88537 w 177074"/>
                <a:gd name="connsiteY26" fmla="*/ 51367 h 147036"/>
                <a:gd name="connsiteX27" fmla="*/ 87989 w 177074"/>
                <a:gd name="connsiteY27" fmla="*/ 51367 h 147036"/>
                <a:gd name="connsiteX28" fmla="*/ 66592 w 177074"/>
                <a:gd name="connsiteY28" fmla="*/ 51367 h 147036"/>
                <a:gd name="connsiteX29" fmla="*/ 66592 w 177074"/>
                <a:gd name="connsiteY29" fmla="*/ 29902 h 147036"/>
                <a:gd name="connsiteX30" fmla="*/ 87989 w 177074"/>
                <a:gd name="connsiteY30" fmla="*/ 29902 h 147036"/>
                <a:gd name="connsiteX31" fmla="*/ 87989 w 177074"/>
                <a:gd name="connsiteY31" fmla="*/ 51847 h 147036"/>
                <a:gd name="connsiteX32" fmla="*/ 87989 w 177074"/>
                <a:gd name="connsiteY32" fmla="*/ 73244 h 147036"/>
                <a:gd name="connsiteX33" fmla="*/ 66592 w 177074"/>
                <a:gd name="connsiteY33" fmla="*/ 73244 h 147036"/>
                <a:gd name="connsiteX34" fmla="*/ 66592 w 177074"/>
                <a:gd name="connsiteY34" fmla="*/ 51847 h 147036"/>
                <a:gd name="connsiteX35" fmla="*/ 66318 w 177074"/>
                <a:gd name="connsiteY35" fmla="*/ 73450 h 147036"/>
                <a:gd name="connsiteX36" fmla="*/ 44921 w 177074"/>
                <a:gd name="connsiteY36" fmla="*/ 73450 h 147036"/>
                <a:gd name="connsiteX37" fmla="*/ 44921 w 177074"/>
                <a:gd name="connsiteY37" fmla="*/ 52053 h 147036"/>
                <a:gd name="connsiteX38" fmla="*/ 66318 w 177074"/>
                <a:gd name="connsiteY38" fmla="*/ 52053 h 147036"/>
                <a:gd name="connsiteX39" fmla="*/ 66318 w 177074"/>
                <a:gd name="connsiteY39" fmla="*/ 73930 h 147036"/>
                <a:gd name="connsiteX40" fmla="*/ 66318 w 177074"/>
                <a:gd name="connsiteY40" fmla="*/ 95395 h 147036"/>
                <a:gd name="connsiteX41" fmla="*/ 44921 w 177074"/>
                <a:gd name="connsiteY41" fmla="*/ 95395 h 147036"/>
                <a:gd name="connsiteX42" fmla="*/ 44921 w 177074"/>
                <a:gd name="connsiteY42" fmla="*/ 73999 h 147036"/>
                <a:gd name="connsiteX43" fmla="*/ 66797 w 177074"/>
                <a:gd name="connsiteY43" fmla="*/ 73930 h 147036"/>
                <a:gd name="connsiteX44" fmla="*/ 88195 w 177074"/>
                <a:gd name="connsiteY44" fmla="*/ 73930 h 147036"/>
                <a:gd name="connsiteX45" fmla="*/ 88195 w 177074"/>
                <a:gd name="connsiteY45" fmla="*/ 95327 h 147036"/>
                <a:gd name="connsiteX46" fmla="*/ 66797 w 177074"/>
                <a:gd name="connsiteY46" fmla="*/ 95327 h 147036"/>
                <a:gd name="connsiteX47" fmla="*/ 88537 w 177074"/>
                <a:gd name="connsiteY47" fmla="*/ 95670 h 147036"/>
                <a:gd name="connsiteX48" fmla="*/ 88537 w 177074"/>
                <a:gd name="connsiteY48" fmla="*/ 117067 h 147036"/>
                <a:gd name="connsiteX49" fmla="*/ 67141 w 177074"/>
                <a:gd name="connsiteY49" fmla="*/ 117067 h 147036"/>
                <a:gd name="connsiteX50" fmla="*/ 67141 w 177074"/>
                <a:gd name="connsiteY50" fmla="*/ 95670 h 147036"/>
                <a:gd name="connsiteX51" fmla="*/ 89018 w 177074"/>
                <a:gd name="connsiteY51" fmla="*/ 95670 h 147036"/>
                <a:gd name="connsiteX52" fmla="*/ 110483 w 177074"/>
                <a:gd name="connsiteY52" fmla="*/ 95670 h 147036"/>
                <a:gd name="connsiteX53" fmla="*/ 110483 w 177074"/>
                <a:gd name="connsiteY53" fmla="*/ 117135 h 147036"/>
                <a:gd name="connsiteX54" fmla="*/ 89086 w 177074"/>
                <a:gd name="connsiteY54" fmla="*/ 117135 h 147036"/>
                <a:gd name="connsiteX55" fmla="*/ 89018 w 177074"/>
                <a:gd name="connsiteY55" fmla="*/ 95190 h 147036"/>
                <a:gd name="connsiteX56" fmla="*/ 89018 w 177074"/>
                <a:gd name="connsiteY56" fmla="*/ 73793 h 147036"/>
                <a:gd name="connsiteX57" fmla="*/ 110414 w 177074"/>
                <a:gd name="connsiteY57" fmla="*/ 73793 h 147036"/>
                <a:gd name="connsiteX58" fmla="*/ 110414 w 177074"/>
                <a:gd name="connsiteY58" fmla="*/ 95190 h 147036"/>
                <a:gd name="connsiteX59" fmla="*/ 110757 w 177074"/>
                <a:gd name="connsiteY59" fmla="*/ 73587 h 147036"/>
                <a:gd name="connsiteX60" fmla="*/ 132154 w 177074"/>
                <a:gd name="connsiteY60" fmla="*/ 73587 h 147036"/>
                <a:gd name="connsiteX61" fmla="*/ 132154 w 177074"/>
                <a:gd name="connsiteY61" fmla="*/ 94984 h 147036"/>
                <a:gd name="connsiteX62" fmla="*/ 110757 w 177074"/>
                <a:gd name="connsiteY62" fmla="*/ 94984 h 147036"/>
                <a:gd name="connsiteX63" fmla="*/ 110757 w 177074"/>
                <a:gd name="connsiteY63" fmla="*/ 73038 h 147036"/>
                <a:gd name="connsiteX64" fmla="*/ 110757 w 177074"/>
                <a:gd name="connsiteY64" fmla="*/ 51641 h 147036"/>
                <a:gd name="connsiteX65" fmla="*/ 132154 w 177074"/>
                <a:gd name="connsiteY65" fmla="*/ 51641 h 147036"/>
                <a:gd name="connsiteX66" fmla="*/ 132154 w 177074"/>
                <a:gd name="connsiteY66" fmla="*/ 73038 h 147036"/>
                <a:gd name="connsiteX67" fmla="*/ 110757 w 177074"/>
                <a:gd name="connsiteY67" fmla="*/ 51161 h 147036"/>
                <a:gd name="connsiteX68" fmla="*/ 110757 w 177074"/>
                <a:gd name="connsiteY68" fmla="*/ 29764 h 147036"/>
                <a:gd name="connsiteX69" fmla="*/ 132223 w 177074"/>
                <a:gd name="connsiteY69" fmla="*/ 29764 h 147036"/>
                <a:gd name="connsiteX70" fmla="*/ 132223 w 177074"/>
                <a:gd name="connsiteY70" fmla="*/ 51161 h 147036"/>
                <a:gd name="connsiteX71" fmla="*/ 110757 w 177074"/>
                <a:gd name="connsiteY71" fmla="*/ 29216 h 147036"/>
                <a:gd name="connsiteX72" fmla="*/ 110757 w 177074"/>
                <a:gd name="connsiteY72" fmla="*/ 4938 h 147036"/>
                <a:gd name="connsiteX73" fmla="*/ 132223 w 177074"/>
                <a:gd name="connsiteY73" fmla="*/ 4938 h 147036"/>
                <a:gd name="connsiteX74" fmla="*/ 132223 w 177074"/>
                <a:gd name="connsiteY74" fmla="*/ 29284 h 147036"/>
                <a:gd name="connsiteX75" fmla="*/ 110209 w 177074"/>
                <a:gd name="connsiteY75" fmla="*/ 29216 h 147036"/>
                <a:gd name="connsiteX76" fmla="*/ 88812 w 177074"/>
                <a:gd name="connsiteY76" fmla="*/ 29216 h 147036"/>
                <a:gd name="connsiteX77" fmla="*/ 88812 w 177074"/>
                <a:gd name="connsiteY77" fmla="*/ 4938 h 147036"/>
                <a:gd name="connsiteX78" fmla="*/ 110209 w 177074"/>
                <a:gd name="connsiteY78" fmla="*/ 4938 h 147036"/>
                <a:gd name="connsiteX79" fmla="*/ 88332 w 177074"/>
                <a:gd name="connsiteY79" fmla="*/ 29216 h 147036"/>
                <a:gd name="connsiteX80" fmla="*/ 66935 w 177074"/>
                <a:gd name="connsiteY80" fmla="*/ 29216 h 147036"/>
                <a:gd name="connsiteX81" fmla="*/ 66935 w 177074"/>
                <a:gd name="connsiteY81" fmla="*/ 4938 h 147036"/>
                <a:gd name="connsiteX82" fmla="*/ 88332 w 177074"/>
                <a:gd name="connsiteY82" fmla="*/ 4938 h 147036"/>
                <a:gd name="connsiteX83" fmla="*/ 66386 w 177074"/>
                <a:gd name="connsiteY83" fmla="*/ 29216 h 147036"/>
                <a:gd name="connsiteX84" fmla="*/ 44989 w 177074"/>
                <a:gd name="connsiteY84" fmla="*/ 29216 h 147036"/>
                <a:gd name="connsiteX85" fmla="*/ 44989 w 177074"/>
                <a:gd name="connsiteY85" fmla="*/ 4870 h 147036"/>
                <a:gd name="connsiteX86" fmla="*/ 66386 w 177074"/>
                <a:gd name="connsiteY86" fmla="*/ 4870 h 147036"/>
                <a:gd name="connsiteX87" fmla="*/ 66386 w 177074"/>
                <a:gd name="connsiteY87" fmla="*/ 29764 h 147036"/>
                <a:gd name="connsiteX88" fmla="*/ 66386 w 177074"/>
                <a:gd name="connsiteY88" fmla="*/ 51161 h 147036"/>
                <a:gd name="connsiteX89" fmla="*/ 44989 w 177074"/>
                <a:gd name="connsiteY89" fmla="*/ 51161 h 147036"/>
                <a:gd name="connsiteX90" fmla="*/ 44989 w 177074"/>
                <a:gd name="connsiteY90" fmla="*/ 29764 h 147036"/>
                <a:gd name="connsiteX91" fmla="*/ 44235 w 177074"/>
                <a:gd name="connsiteY91" fmla="*/ 51779 h 147036"/>
                <a:gd name="connsiteX92" fmla="*/ 4870 w 177074"/>
                <a:gd name="connsiteY92" fmla="*/ 51779 h 147036"/>
                <a:gd name="connsiteX93" fmla="*/ 4870 w 177074"/>
                <a:gd name="connsiteY93" fmla="*/ 30382 h 147036"/>
                <a:gd name="connsiteX94" fmla="*/ 44303 w 177074"/>
                <a:gd name="connsiteY94" fmla="*/ 30382 h 147036"/>
                <a:gd name="connsiteX95" fmla="*/ 44235 w 177074"/>
                <a:gd name="connsiteY95" fmla="*/ 52327 h 147036"/>
                <a:gd name="connsiteX96" fmla="*/ 44235 w 177074"/>
                <a:gd name="connsiteY96" fmla="*/ 73724 h 147036"/>
                <a:gd name="connsiteX97" fmla="*/ 4801 w 177074"/>
                <a:gd name="connsiteY97" fmla="*/ 74067 h 147036"/>
                <a:gd name="connsiteX98" fmla="*/ 4801 w 177074"/>
                <a:gd name="connsiteY98" fmla="*/ 52670 h 147036"/>
                <a:gd name="connsiteX99" fmla="*/ 44235 w 177074"/>
                <a:gd name="connsiteY99" fmla="*/ 74204 h 147036"/>
                <a:gd name="connsiteX100" fmla="*/ 44235 w 177074"/>
                <a:gd name="connsiteY100" fmla="*/ 95601 h 147036"/>
                <a:gd name="connsiteX101" fmla="*/ 4801 w 177074"/>
                <a:gd name="connsiteY101" fmla="*/ 95944 h 147036"/>
                <a:gd name="connsiteX102" fmla="*/ 4801 w 177074"/>
                <a:gd name="connsiteY102" fmla="*/ 74547 h 147036"/>
                <a:gd name="connsiteX103" fmla="*/ 44235 w 177074"/>
                <a:gd name="connsiteY103" fmla="*/ 96150 h 147036"/>
                <a:gd name="connsiteX104" fmla="*/ 44235 w 177074"/>
                <a:gd name="connsiteY104" fmla="*/ 117547 h 147036"/>
                <a:gd name="connsiteX105" fmla="*/ 4801 w 177074"/>
                <a:gd name="connsiteY105" fmla="*/ 117547 h 147036"/>
                <a:gd name="connsiteX106" fmla="*/ 4801 w 177074"/>
                <a:gd name="connsiteY106" fmla="*/ 96150 h 147036"/>
                <a:gd name="connsiteX107" fmla="*/ 44715 w 177074"/>
                <a:gd name="connsiteY107" fmla="*/ 96150 h 147036"/>
                <a:gd name="connsiteX108" fmla="*/ 66112 w 177074"/>
                <a:gd name="connsiteY108" fmla="*/ 96150 h 147036"/>
                <a:gd name="connsiteX109" fmla="*/ 66112 w 177074"/>
                <a:gd name="connsiteY109" fmla="*/ 117547 h 147036"/>
                <a:gd name="connsiteX110" fmla="*/ 44715 w 177074"/>
                <a:gd name="connsiteY110" fmla="*/ 117547 h 147036"/>
                <a:gd name="connsiteX111" fmla="*/ 66318 w 177074"/>
                <a:gd name="connsiteY111" fmla="*/ 117821 h 147036"/>
                <a:gd name="connsiteX112" fmla="*/ 66318 w 177074"/>
                <a:gd name="connsiteY112" fmla="*/ 142167 h 147036"/>
                <a:gd name="connsiteX113" fmla="*/ 44852 w 177074"/>
                <a:gd name="connsiteY113" fmla="*/ 142167 h 147036"/>
                <a:gd name="connsiteX114" fmla="*/ 44852 w 177074"/>
                <a:gd name="connsiteY114" fmla="*/ 117821 h 147036"/>
                <a:gd name="connsiteX115" fmla="*/ 66866 w 177074"/>
                <a:gd name="connsiteY115" fmla="*/ 117821 h 147036"/>
                <a:gd name="connsiteX116" fmla="*/ 88263 w 177074"/>
                <a:gd name="connsiteY116" fmla="*/ 117821 h 147036"/>
                <a:gd name="connsiteX117" fmla="*/ 88263 w 177074"/>
                <a:gd name="connsiteY117" fmla="*/ 142098 h 147036"/>
                <a:gd name="connsiteX118" fmla="*/ 66866 w 177074"/>
                <a:gd name="connsiteY118" fmla="*/ 142098 h 147036"/>
                <a:gd name="connsiteX119" fmla="*/ 88743 w 177074"/>
                <a:gd name="connsiteY119" fmla="*/ 117821 h 147036"/>
                <a:gd name="connsiteX120" fmla="*/ 110140 w 177074"/>
                <a:gd name="connsiteY120" fmla="*/ 117821 h 147036"/>
                <a:gd name="connsiteX121" fmla="*/ 110140 w 177074"/>
                <a:gd name="connsiteY121" fmla="*/ 142098 h 147036"/>
                <a:gd name="connsiteX122" fmla="*/ 88743 w 177074"/>
                <a:gd name="connsiteY122" fmla="*/ 142098 h 147036"/>
                <a:gd name="connsiteX123" fmla="*/ 110689 w 177074"/>
                <a:gd name="connsiteY123" fmla="*/ 117821 h 147036"/>
                <a:gd name="connsiteX124" fmla="*/ 132086 w 177074"/>
                <a:gd name="connsiteY124" fmla="*/ 117821 h 147036"/>
                <a:gd name="connsiteX125" fmla="*/ 132086 w 177074"/>
                <a:gd name="connsiteY125" fmla="*/ 142098 h 147036"/>
                <a:gd name="connsiteX126" fmla="*/ 110689 w 177074"/>
                <a:gd name="connsiteY126" fmla="*/ 142098 h 147036"/>
                <a:gd name="connsiteX127" fmla="*/ 110689 w 177074"/>
                <a:gd name="connsiteY127" fmla="*/ 117272 h 147036"/>
                <a:gd name="connsiteX128" fmla="*/ 110689 w 177074"/>
                <a:gd name="connsiteY128" fmla="*/ 95875 h 147036"/>
                <a:gd name="connsiteX129" fmla="*/ 132086 w 177074"/>
                <a:gd name="connsiteY129" fmla="*/ 95875 h 147036"/>
                <a:gd name="connsiteX130" fmla="*/ 132086 w 177074"/>
                <a:gd name="connsiteY130" fmla="*/ 117272 h 147036"/>
                <a:gd name="connsiteX131" fmla="*/ 132360 w 177074"/>
                <a:gd name="connsiteY131" fmla="*/ 95738 h 147036"/>
                <a:gd name="connsiteX132" fmla="*/ 171794 w 177074"/>
                <a:gd name="connsiteY132" fmla="*/ 95738 h 147036"/>
                <a:gd name="connsiteX133" fmla="*/ 171794 w 177074"/>
                <a:gd name="connsiteY133" fmla="*/ 117135 h 147036"/>
                <a:gd name="connsiteX134" fmla="*/ 132360 w 177074"/>
                <a:gd name="connsiteY134" fmla="*/ 117478 h 147036"/>
                <a:gd name="connsiteX135" fmla="*/ 132360 w 177074"/>
                <a:gd name="connsiteY135" fmla="*/ 95190 h 147036"/>
                <a:gd name="connsiteX136" fmla="*/ 132360 w 177074"/>
                <a:gd name="connsiteY136" fmla="*/ 73793 h 147036"/>
                <a:gd name="connsiteX137" fmla="*/ 171794 w 177074"/>
                <a:gd name="connsiteY137" fmla="*/ 73450 h 147036"/>
                <a:gd name="connsiteX138" fmla="*/ 171794 w 177074"/>
                <a:gd name="connsiteY138" fmla="*/ 94847 h 147036"/>
                <a:gd name="connsiteX139" fmla="*/ 132360 w 177074"/>
                <a:gd name="connsiteY139" fmla="*/ 73313 h 147036"/>
                <a:gd name="connsiteX140" fmla="*/ 132360 w 177074"/>
                <a:gd name="connsiteY140" fmla="*/ 51916 h 147036"/>
                <a:gd name="connsiteX141" fmla="*/ 171725 w 177074"/>
                <a:gd name="connsiteY141" fmla="*/ 51504 h 147036"/>
                <a:gd name="connsiteX142" fmla="*/ 171725 w 177074"/>
                <a:gd name="connsiteY142" fmla="*/ 72970 h 147036"/>
                <a:gd name="connsiteX143" fmla="*/ 132360 w 177074"/>
                <a:gd name="connsiteY143" fmla="*/ 51367 h 147036"/>
                <a:gd name="connsiteX144" fmla="*/ 132360 w 177074"/>
                <a:gd name="connsiteY144" fmla="*/ 29970 h 147036"/>
                <a:gd name="connsiteX145" fmla="*/ 171794 w 177074"/>
                <a:gd name="connsiteY145" fmla="*/ 29970 h 147036"/>
                <a:gd name="connsiteX146" fmla="*/ 171794 w 177074"/>
                <a:gd name="connsiteY146" fmla="*/ 51367 h 147036"/>
                <a:gd name="connsiteX147" fmla="*/ 14677 w 177074"/>
                <a:gd name="connsiteY147" fmla="*/ 6173 h 147036"/>
                <a:gd name="connsiteX148" fmla="*/ 43755 w 177074"/>
                <a:gd name="connsiteY148" fmla="*/ 6173 h 147036"/>
                <a:gd name="connsiteX149" fmla="*/ 43755 w 177074"/>
                <a:gd name="connsiteY149" fmla="*/ 30450 h 147036"/>
                <a:gd name="connsiteX150" fmla="*/ 4321 w 177074"/>
                <a:gd name="connsiteY150" fmla="*/ 30450 h 147036"/>
                <a:gd name="connsiteX151" fmla="*/ 4321 w 177074"/>
                <a:gd name="connsiteY151" fmla="*/ 16734 h 147036"/>
                <a:gd name="connsiteX152" fmla="*/ 14039 w 177074"/>
                <a:gd name="connsiteY152" fmla="*/ 5782 h 147036"/>
                <a:gd name="connsiteX153" fmla="*/ 14745 w 177074"/>
                <a:gd name="connsiteY153" fmla="*/ 5761 h 147036"/>
                <a:gd name="connsiteX154" fmla="*/ 5487 w 177074"/>
                <a:gd name="connsiteY154" fmla="*/ 132703 h 147036"/>
                <a:gd name="connsiteX155" fmla="*/ 5487 w 177074"/>
                <a:gd name="connsiteY155" fmla="*/ 118987 h 147036"/>
                <a:gd name="connsiteX156" fmla="*/ 44921 w 177074"/>
                <a:gd name="connsiteY156" fmla="*/ 118987 h 147036"/>
                <a:gd name="connsiteX157" fmla="*/ 44921 w 177074"/>
                <a:gd name="connsiteY157" fmla="*/ 143333 h 147036"/>
                <a:gd name="connsiteX158" fmla="*/ 15843 w 177074"/>
                <a:gd name="connsiteY158" fmla="*/ 143333 h 147036"/>
                <a:gd name="connsiteX159" fmla="*/ 5535 w 177074"/>
                <a:gd name="connsiteY159" fmla="*/ 132929 h 147036"/>
                <a:gd name="connsiteX160" fmla="*/ 5556 w 177074"/>
                <a:gd name="connsiteY160" fmla="*/ 132292 h 147036"/>
                <a:gd name="connsiteX161" fmla="*/ 162192 w 177074"/>
                <a:gd name="connsiteY161" fmla="*/ 141687 h 147036"/>
                <a:gd name="connsiteX162" fmla="*/ 133114 w 177074"/>
                <a:gd name="connsiteY162" fmla="*/ 141687 h 147036"/>
                <a:gd name="connsiteX163" fmla="*/ 133114 w 177074"/>
                <a:gd name="connsiteY163" fmla="*/ 117410 h 147036"/>
                <a:gd name="connsiteX164" fmla="*/ 172548 w 177074"/>
                <a:gd name="connsiteY164" fmla="*/ 117410 h 147036"/>
                <a:gd name="connsiteX165" fmla="*/ 172548 w 177074"/>
                <a:gd name="connsiteY165" fmla="*/ 131126 h 147036"/>
                <a:gd name="connsiteX166" fmla="*/ 162261 w 177074"/>
                <a:gd name="connsiteY166" fmla="*/ 141275 h 14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</a:cxnLst>
              <a:rect l="l" t="t" r="r" b="b"/>
              <a:pathLst>
                <a:path w="177074" h="147036">
                  <a:moveTo>
                    <a:pt x="161027" y="1"/>
                  </a:moveTo>
                  <a:lnTo>
                    <a:pt x="14745" y="1235"/>
                  </a:lnTo>
                  <a:cubicBezTo>
                    <a:pt x="6529" y="1311"/>
                    <a:pt x="-75" y="8031"/>
                    <a:pt x="1" y="16254"/>
                  </a:cubicBezTo>
                  <a:cubicBezTo>
                    <a:pt x="1" y="16254"/>
                    <a:pt x="1" y="16254"/>
                    <a:pt x="1" y="16254"/>
                  </a:cubicBezTo>
                  <a:lnTo>
                    <a:pt x="1029" y="132360"/>
                  </a:lnTo>
                  <a:cubicBezTo>
                    <a:pt x="1105" y="140542"/>
                    <a:pt x="7798" y="147112"/>
                    <a:pt x="15980" y="147036"/>
                  </a:cubicBezTo>
                  <a:cubicBezTo>
                    <a:pt x="15980" y="147036"/>
                    <a:pt x="15980" y="147036"/>
                    <a:pt x="15980" y="147036"/>
                  </a:cubicBezTo>
                  <a:lnTo>
                    <a:pt x="162330" y="145802"/>
                  </a:lnTo>
                  <a:cubicBezTo>
                    <a:pt x="170545" y="145726"/>
                    <a:pt x="177150" y="139005"/>
                    <a:pt x="177074" y="130783"/>
                  </a:cubicBezTo>
                  <a:cubicBezTo>
                    <a:pt x="177074" y="130783"/>
                    <a:pt x="177074" y="130783"/>
                    <a:pt x="177074" y="130783"/>
                  </a:cubicBezTo>
                  <a:lnTo>
                    <a:pt x="176046" y="14677"/>
                  </a:lnTo>
                  <a:cubicBezTo>
                    <a:pt x="175970" y="6495"/>
                    <a:pt x="169277" y="-75"/>
                    <a:pt x="161095" y="1"/>
                  </a:cubicBezTo>
                  <a:cubicBezTo>
                    <a:pt x="161074" y="1"/>
                    <a:pt x="161047" y="1"/>
                    <a:pt x="161027" y="1"/>
                  </a:cubicBezTo>
                  <a:close/>
                  <a:moveTo>
                    <a:pt x="171519" y="14745"/>
                  </a:moveTo>
                  <a:lnTo>
                    <a:pt x="171519" y="28461"/>
                  </a:lnTo>
                  <a:lnTo>
                    <a:pt x="132086" y="28804"/>
                  </a:lnTo>
                  <a:lnTo>
                    <a:pt x="132086" y="4458"/>
                  </a:lnTo>
                  <a:lnTo>
                    <a:pt x="161164" y="4458"/>
                  </a:lnTo>
                  <a:cubicBezTo>
                    <a:pt x="166856" y="4458"/>
                    <a:pt x="171485" y="9053"/>
                    <a:pt x="171519" y="14745"/>
                  </a:cubicBezTo>
                  <a:close/>
                  <a:moveTo>
                    <a:pt x="88537" y="51367"/>
                  </a:moveTo>
                  <a:lnTo>
                    <a:pt x="88537" y="29970"/>
                  </a:lnTo>
                  <a:lnTo>
                    <a:pt x="109934" y="29970"/>
                  </a:lnTo>
                  <a:lnTo>
                    <a:pt x="109934" y="51367"/>
                  </a:lnTo>
                  <a:close/>
                  <a:moveTo>
                    <a:pt x="109934" y="51367"/>
                  </a:moveTo>
                  <a:lnTo>
                    <a:pt x="109934" y="72764"/>
                  </a:lnTo>
                  <a:lnTo>
                    <a:pt x="88537" y="72764"/>
                  </a:lnTo>
                  <a:lnTo>
                    <a:pt x="88537" y="51367"/>
                  </a:lnTo>
                  <a:close/>
                  <a:moveTo>
                    <a:pt x="87989" y="51367"/>
                  </a:moveTo>
                  <a:lnTo>
                    <a:pt x="66592" y="51367"/>
                  </a:lnTo>
                  <a:lnTo>
                    <a:pt x="66592" y="29902"/>
                  </a:lnTo>
                  <a:lnTo>
                    <a:pt x="87989" y="29902"/>
                  </a:lnTo>
                  <a:close/>
                  <a:moveTo>
                    <a:pt x="87989" y="51847"/>
                  </a:moveTo>
                  <a:lnTo>
                    <a:pt x="87989" y="73244"/>
                  </a:lnTo>
                  <a:lnTo>
                    <a:pt x="66592" y="73244"/>
                  </a:lnTo>
                  <a:lnTo>
                    <a:pt x="66592" y="51847"/>
                  </a:lnTo>
                  <a:close/>
                  <a:moveTo>
                    <a:pt x="66318" y="73450"/>
                  </a:moveTo>
                  <a:lnTo>
                    <a:pt x="44921" y="73450"/>
                  </a:lnTo>
                  <a:lnTo>
                    <a:pt x="44921" y="52053"/>
                  </a:lnTo>
                  <a:lnTo>
                    <a:pt x="66318" y="52053"/>
                  </a:lnTo>
                  <a:close/>
                  <a:moveTo>
                    <a:pt x="66318" y="73930"/>
                  </a:moveTo>
                  <a:lnTo>
                    <a:pt x="66318" y="95395"/>
                  </a:lnTo>
                  <a:lnTo>
                    <a:pt x="44921" y="95395"/>
                  </a:lnTo>
                  <a:lnTo>
                    <a:pt x="44921" y="73999"/>
                  </a:lnTo>
                  <a:close/>
                  <a:moveTo>
                    <a:pt x="66797" y="73930"/>
                  </a:moveTo>
                  <a:lnTo>
                    <a:pt x="88195" y="73930"/>
                  </a:lnTo>
                  <a:lnTo>
                    <a:pt x="88195" y="95327"/>
                  </a:lnTo>
                  <a:lnTo>
                    <a:pt x="66797" y="95327"/>
                  </a:lnTo>
                  <a:close/>
                  <a:moveTo>
                    <a:pt x="88537" y="95670"/>
                  </a:moveTo>
                  <a:lnTo>
                    <a:pt x="88537" y="117067"/>
                  </a:lnTo>
                  <a:lnTo>
                    <a:pt x="67141" y="117067"/>
                  </a:lnTo>
                  <a:lnTo>
                    <a:pt x="67141" y="95670"/>
                  </a:lnTo>
                  <a:close/>
                  <a:moveTo>
                    <a:pt x="89018" y="95670"/>
                  </a:moveTo>
                  <a:lnTo>
                    <a:pt x="110483" y="95670"/>
                  </a:lnTo>
                  <a:lnTo>
                    <a:pt x="110483" y="117135"/>
                  </a:lnTo>
                  <a:lnTo>
                    <a:pt x="89086" y="117135"/>
                  </a:lnTo>
                  <a:close/>
                  <a:moveTo>
                    <a:pt x="89018" y="95190"/>
                  </a:moveTo>
                  <a:lnTo>
                    <a:pt x="89018" y="73793"/>
                  </a:lnTo>
                  <a:lnTo>
                    <a:pt x="110414" y="73793"/>
                  </a:lnTo>
                  <a:lnTo>
                    <a:pt x="110414" y="95190"/>
                  </a:lnTo>
                  <a:close/>
                  <a:moveTo>
                    <a:pt x="110757" y="73587"/>
                  </a:moveTo>
                  <a:lnTo>
                    <a:pt x="132154" y="73587"/>
                  </a:lnTo>
                  <a:lnTo>
                    <a:pt x="132154" y="94984"/>
                  </a:lnTo>
                  <a:lnTo>
                    <a:pt x="110757" y="94984"/>
                  </a:lnTo>
                  <a:close/>
                  <a:moveTo>
                    <a:pt x="110757" y="73038"/>
                  </a:moveTo>
                  <a:lnTo>
                    <a:pt x="110757" y="51641"/>
                  </a:lnTo>
                  <a:lnTo>
                    <a:pt x="132154" y="51641"/>
                  </a:lnTo>
                  <a:lnTo>
                    <a:pt x="132154" y="73038"/>
                  </a:lnTo>
                  <a:close/>
                  <a:moveTo>
                    <a:pt x="110757" y="51161"/>
                  </a:moveTo>
                  <a:lnTo>
                    <a:pt x="110757" y="29764"/>
                  </a:lnTo>
                  <a:lnTo>
                    <a:pt x="132223" y="29764"/>
                  </a:lnTo>
                  <a:lnTo>
                    <a:pt x="132223" y="51161"/>
                  </a:lnTo>
                  <a:close/>
                  <a:moveTo>
                    <a:pt x="110757" y="29216"/>
                  </a:moveTo>
                  <a:lnTo>
                    <a:pt x="110757" y="4938"/>
                  </a:lnTo>
                  <a:lnTo>
                    <a:pt x="132223" y="4938"/>
                  </a:lnTo>
                  <a:lnTo>
                    <a:pt x="132223" y="29284"/>
                  </a:lnTo>
                  <a:close/>
                  <a:moveTo>
                    <a:pt x="110209" y="29216"/>
                  </a:moveTo>
                  <a:lnTo>
                    <a:pt x="88812" y="29216"/>
                  </a:lnTo>
                  <a:lnTo>
                    <a:pt x="88812" y="4938"/>
                  </a:lnTo>
                  <a:lnTo>
                    <a:pt x="110209" y="4938"/>
                  </a:lnTo>
                  <a:close/>
                  <a:moveTo>
                    <a:pt x="88332" y="29216"/>
                  </a:moveTo>
                  <a:lnTo>
                    <a:pt x="66935" y="29216"/>
                  </a:lnTo>
                  <a:lnTo>
                    <a:pt x="66935" y="4938"/>
                  </a:lnTo>
                  <a:lnTo>
                    <a:pt x="88332" y="4938"/>
                  </a:lnTo>
                  <a:close/>
                  <a:moveTo>
                    <a:pt x="66386" y="29216"/>
                  </a:moveTo>
                  <a:lnTo>
                    <a:pt x="44989" y="29216"/>
                  </a:lnTo>
                  <a:lnTo>
                    <a:pt x="44989" y="4870"/>
                  </a:lnTo>
                  <a:lnTo>
                    <a:pt x="66386" y="4870"/>
                  </a:lnTo>
                  <a:close/>
                  <a:moveTo>
                    <a:pt x="66386" y="29764"/>
                  </a:moveTo>
                  <a:lnTo>
                    <a:pt x="66386" y="51161"/>
                  </a:lnTo>
                  <a:lnTo>
                    <a:pt x="44989" y="51161"/>
                  </a:lnTo>
                  <a:lnTo>
                    <a:pt x="44989" y="29764"/>
                  </a:lnTo>
                  <a:close/>
                  <a:moveTo>
                    <a:pt x="44235" y="51779"/>
                  </a:moveTo>
                  <a:lnTo>
                    <a:pt x="4870" y="51779"/>
                  </a:lnTo>
                  <a:lnTo>
                    <a:pt x="4870" y="30382"/>
                  </a:lnTo>
                  <a:lnTo>
                    <a:pt x="44303" y="30382"/>
                  </a:lnTo>
                  <a:close/>
                  <a:moveTo>
                    <a:pt x="44235" y="52327"/>
                  </a:moveTo>
                  <a:lnTo>
                    <a:pt x="44235" y="73724"/>
                  </a:lnTo>
                  <a:lnTo>
                    <a:pt x="4801" y="74067"/>
                  </a:lnTo>
                  <a:lnTo>
                    <a:pt x="4801" y="52670"/>
                  </a:lnTo>
                  <a:close/>
                  <a:moveTo>
                    <a:pt x="44235" y="74204"/>
                  </a:moveTo>
                  <a:lnTo>
                    <a:pt x="44235" y="95601"/>
                  </a:lnTo>
                  <a:lnTo>
                    <a:pt x="4801" y="95944"/>
                  </a:lnTo>
                  <a:lnTo>
                    <a:pt x="4801" y="74547"/>
                  </a:lnTo>
                  <a:close/>
                  <a:moveTo>
                    <a:pt x="44235" y="96150"/>
                  </a:moveTo>
                  <a:lnTo>
                    <a:pt x="44235" y="117547"/>
                  </a:lnTo>
                  <a:lnTo>
                    <a:pt x="4801" y="117547"/>
                  </a:lnTo>
                  <a:lnTo>
                    <a:pt x="4801" y="96150"/>
                  </a:lnTo>
                  <a:close/>
                  <a:moveTo>
                    <a:pt x="44715" y="96150"/>
                  </a:moveTo>
                  <a:lnTo>
                    <a:pt x="66112" y="96150"/>
                  </a:lnTo>
                  <a:lnTo>
                    <a:pt x="66112" y="117547"/>
                  </a:lnTo>
                  <a:lnTo>
                    <a:pt x="44715" y="117547"/>
                  </a:lnTo>
                  <a:close/>
                  <a:moveTo>
                    <a:pt x="66318" y="117821"/>
                  </a:moveTo>
                  <a:lnTo>
                    <a:pt x="66318" y="142167"/>
                  </a:lnTo>
                  <a:lnTo>
                    <a:pt x="44852" y="142167"/>
                  </a:lnTo>
                  <a:lnTo>
                    <a:pt x="44852" y="117821"/>
                  </a:lnTo>
                  <a:close/>
                  <a:moveTo>
                    <a:pt x="66866" y="117821"/>
                  </a:moveTo>
                  <a:lnTo>
                    <a:pt x="88263" y="117821"/>
                  </a:lnTo>
                  <a:lnTo>
                    <a:pt x="88263" y="142098"/>
                  </a:lnTo>
                  <a:lnTo>
                    <a:pt x="66866" y="142098"/>
                  </a:lnTo>
                  <a:close/>
                  <a:moveTo>
                    <a:pt x="88743" y="117821"/>
                  </a:moveTo>
                  <a:lnTo>
                    <a:pt x="110140" y="117821"/>
                  </a:lnTo>
                  <a:lnTo>
                    <a:pt x="110140" y="142098"/>
                  </a:lnTo>
                  <a:lnTo>
                    <a:pt x="88743" y="142098"/>
                  </a:lnTo>
                  <a:close/>
                  <a:moveTo>
                    <a:pt x="110689" y="117821"/>
                  </a:moveTo>
                  <a:lnTo>
                    <a:pt x="132086" y="117821"/>
                  </a:lnTo>
                  <a:lnTo>
                    <a:pt x="132086" y="142098"/>
                  </a:lnTo>
                  <a:lnTo>
                    <a:pt x="110689" y="142098"/>
                  </a:lnTo>
                  <a:close/>
                  <a:moveTo>
                    <a:pt x="110689" y="117272"/>
                  </a:moveTo>
                  <a:lnTo>
                    <a:pt x="110689" y="95875"/>
                  </a:lnTo>
                  <a:lnTo>
                    <a:pt x="132086" y="95875"/>
                  </a:lnTo>
                  <a:lnTo>
                    <a:pt x="132086" y="117272"/>
                  </a:lnTo>
                  <a:close/>
                  <a:moveTo>
                    <a:pt x="132360" y="95738"/>
                  </a:moveTo>
                  <a:lnTo>
                    <a:pt x="171794" y="95738"/>
                  </a:lnTo>
                  <a:lnTo>
                    <a:pt x="171794" y="117135"/>
                  </a:lnTo>
                  <a:lnTo>
                    <a:pt x="132360" y="117478"/>
                  </a:lnTo>
                  <a:close/>
                  <a:moveTo>
                    <a:pt x="132360" y="95190"/>
                  </a:moveTo>
                  <a:lnTo>
                    <a:pt x="132360" y="73793"/>
                  </a:lnTo>
                  <a:lnTo>
                    <a:pt x="171794" y="73450"/>
                  </a:lnTo>
                  <a:lnTo>
                    <a:pt x="171794" y="94847"/>
                  </a:lnTo>
                  <a:close/>
                  <a:moveTo>
                    <a:pt x="132360" y="73313"/>
                  </a:moveTo>
                  <a:lnTo>
                    <a:pt x="132360" y="51916"/>
                  </a:lnTo>
                  <a:lnTo>
                    <a:pt x="171725" y="51504"/>
                  </a:lnTo>
                  <a:lnTo>
                    <a:pt x="171725" y="72970"/>
                  </a:lnTo>
                  <a:close/>
                  <a:moveTo>
                    <a:pt x="132360" y="51367"/>
                  </a:moveTo>
                  <a:lnTo>
                    <a:pt x="132360" y="29970"/>
                  </a:lnTo>
                  <a:lnTo>
                    <a:pt x="171794" y="29970"/>
                  </a:lnTo>
                  <a:lnTo>
                    <a:pt x="171794" y="51367"/>
                  </a:lnTo>
                  <a:close/>
                  <a:moveTo>
                    <a:pt x="14677" y="6173"/>
                  </a:moveTo>
                  <a:lnTo>
                    <a:pt x="43755" y="6173"/>
                  </a:lnTo>
                  <a:lnTo>
                    <a:pt x="43755" y="30450"/>
                  </a:lnTo>
                  <a:lnTo>
                    <a:pt x="4321" y="30450"/>
                  </a:lnTo>
                  <a:lnTo>
                    <a:pt x="4321" y="16734"/>
                  </a:lnTo>
                  <a:cubicBezTo>
                    <a:pt x="3978" y="11028"/>
                    <a:pt x="8333" y="6118"/>
                    <a:pt x="14039" y="5782"/>
                  </a:cubicBezTo>
                  <a:cubicBezTo>
                    <a:pt x="14272" y="5768"/>
                    <a:pt x="14512" y="5761"/>
                    <a:pt x="14745" y="5761"/>
                  </a:cubicBezTo>
                  <a:close/>
                  <a:moveTo>
                    <a:pt x="5487" y="132703"/>
                  </a:moveTo>
                  <a:lnTo>
                    <a:pt x="5487" y="118987"/>
                  </a:lnTo>
                  <a:lnTo>
                    <a:pt x="44921" y="118987"/>
                  </a:lnTo>
                  <a:lnTo>
                    <a:pt x="44921" y="143333"/>
                  </a:lnTo>
                  <a:lnTo>
                    <a:pt x="15843" y="143333"/>
                  </a:lnTo>
                  <a:cubicBezTo>
                    <a:pt x="10123" y="143305"/>
                    <a:pt x="5508" y="138649"/>
                    <a:pt x="5535" y="132929"/>
                  </a:cubicBezTo>
                  <a:cubicBezTo>
                    <a:pt x="5535" y="132717"/>
                    <a:pt x="5542" y="132504"/>
                    <a:pt x="5556" y="132292"/>
                  </a:cubicBezTo>
                  <a:close/>
                  <a:moveTo>
                    <a:pt x="162192" y="141687"/>
                  </a:moveTo>
                  <a:lnTo>
                    <a:pt x="133114" y="141687"/>
                  </a:lnTo>
                  <a:lnTo>
                    <a:pt x="133114" y="117410"/>
                  </a:lnTo>
                  <a:lnTo>
                    <a:pt x="172548" y="117410"/>
                  </a:lnTo>
                  <a:lnTo>
                    <a:pt x="172548" y="131126"/>
                  </a:lnTo>
                  <a:cubicBezTo>
                    <a:pt x="172404" y="136722"/>
                    <a:pt x="167857" y="141207"/>
                    <a:pt x="162261" y="141275"/>
                  </a:cubicBezTo>
                  <a:close/>
                </a:path>
              </a:pathLst>
            </a:custGeom>
            <a:solidFill>
              <a:srgbClr val="1A1A1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CBDE099E-DE55-4A1F-8F50-B6680FB0B7A9}"/>
                </a:ext>
              </a:extLst>
            </p:cNvPr>
            <p:cNvSpPr/>
            <p:nvPr/>
          </p:nvSpPr>
          <p:spPr>
            <a:xfrm>
              <a:off x="3246058" y="1749919"/>
              <a:ext cx="127662" cy="115446"/>
            </a:xfrm>
            <a:custGeom>
              <a:avLst/>
              <a:gdLst>
                <a:gd name="connsiteX0" fmla="*/ 3017 w 132041"/>
                <a:gd name="connsiteY0" fmla="*/ 119406 h 119406"/>
                <a:gd name="connsiteX1" fmla="*/ 1577 w 132041"/>
                <a:gd name="connsiteY1" fmla="*/ 118995 h 119406"/>
                <a:gd name="connsiteX2" fmla="*/ 343 w 132041"/>
                <a:gd name="connsiteY2" fmla="*/ 114948 h 119406"/>
                <a:gd name="connsiteX3" fmla="*/ 25306 w 132041"/>
                <a:gd name="connsiteY3" fmla="*/ 68520 h 119406"/>
                <a:gd name="connsiteX4" fmla="*/ 27363 w 132041"/>
                <a:gd name="connsiteY4" fmla="*/ 67011 h 119406"/>
                <a:gd name="connsiteX5" fmla="*/ 29832 w 132041"/>
                <a:gd name="connsiteY5" fmla="*/ 67628 h 119406"/>
                <a:gd name="connsiteX6" fmla="*/ 53149 w 132041"/>
                <a:gd name="connsiteY6" fmla="*/ 86968 h 119406"/>
                <a:gd name="connsiteX7" fmla="*/ 76329 w 132041"/>
                <a:gd name="connsiteY7" fmla="*/ 45820 h 119406"/>
                <a:gd name="connsiteX8" fmla="*/ 78387 w 132041"/>
                <a:gd name="connsiteY8" fmla="*/ 44311 h 119406"/>
                <a:gd name="connsiteX9" fmla="*/ 80855 w 132041"/>
                <a:gd name="connsiteY9" fmla="*/ 44997 h 119406"/>
                <a:gd name="connsiteX10" fmla="*/ 103144 w 132041"/>
                <a:gd name="connsiteY10" fmla="*/ 63925 h 119406"/>
                <a:gd name="connsiteX11" fmla="*/ 126118 w 132041"/>
                <a:gd name="connsiteY11" fmla="*/ 2203 h 119406"/>
                <a:gd name="connsiteX12" fmla="*/ 129842 w 132041"/>
                <a:gd name="connsiteY12" fmla="*/ 111 h 119406"/>
                <a:gd name="connsiteX13" fmla="*/ 131927 w 132041"/>
                <a:gd name="connsiteY13" fmla="*/ 3835 h 119406"/>
                <a:gd name="connsiteX14" fmla="*/ 131742 w 132041"/>
                <a:gd name="connsiteY14" fmla="*/ 4329 h 119406"/>
                <a:gd name="connsiteX15" fmla="*/ 107259 w 132041"/>
                <a:gd name="connsiteY15" fmla="*/ 69549 h 119406"/>
                <a:gd name="connsiteX16" fmla="*/ 105202 w 132041"/>
                <a:gd name="connsiteY16" fmla="*/ 71400 h 119406"/>
                <a:gd name="connsiteX17" fmla="*/ 102458 w 132041"/>
                <a:gd name="connsiteY17" fmla="*/ 70783 h 119406"/>
                <a:gd name="connsiteX18" fmla="*/ 79758 w 132041"/>
                <a:gd name="connsiteY18" fmla="*/ 51443 h 119406"/>
                <a:gd name="connsiteX19" fmla="*/ 56647 w 132041"/>
                <a:gd name="connsiteY19" fmla="*/ 92591 h 119406"/>
                <a:gd name="connsiteX20" fmla="*/ 54589 w 132041"/>
                <a:gd name="connsiteY20" fmla="*/ 94100 h 119406"/>
                <a:gd name="connsiteX21" fmla="*/ 52052 w 132041"/>
                <a:gd name="connsiteY21" fmla="*/ 93483 h 119406"/>
                <a:gd name="connsiteX22" fmla="*/ 28872 w 132041"/>
                <a:gd name="connsiteY22" fmla="*/ 74143 h 119406"/>
                <a:gd name="connsiteX23" fmla="*/ 5692 w 132041"/>
                <a:gd name="connsiteY23" fmla="*/ 117349 h 119406"/>
                <a:gd name="connsiteX24" fmla="*/ 3017 w 132041"/>
                <a:gd name="connsiteY24" fmla="*/ 119406 h 119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2041" h="119406">
                  <a:moveTo>
                    <a:pt x="3017" y="119406"/>
                  </a:moveTo>
                  <a:cubicBezTo>
                    <a:pt x="2510" y="119399"/>
                    <a:pt x="2009" y="119255"/>
                    <a:pt x="1577" y="118995"/>
                  </a:cubicBezTo>
                  <a:cubicBezTo>
                    <a:pt x="130" y="118206"/>
                    <a:pt x="-419" y="116409"/>
                    <a:pt x="343" y="114948"/>
                  </a:cubicBezTo>
                  <a:lnTo>
                    <a:pt x="25306" y="68520"/>
                  </a:lnTo>
                  <a:cubicBezTo>
                    <a:pt x="25704" y="67711"/>
                    <a:pt x="26472" y="67148"/>
                    <a:pt x="27363" y="67011"/>
                  </a:cubicBezTo>
                  <a:cubicBezTo>
                    <a:pt x="28234" y="66819"/>
                    <a:pt x="29146" y="67052"/>
                    <a:pt x="29832" y="67628"/>
                  </a:cubicBezTo>
                  <a:lnTo>
                    <a:pt x="53149" y="86968"/>
                  </a:lnTo>
                  <a:lnTo>
                    <a:pt x="76329" y="45820"/>
                  </a:lnTo>
                  <a:cubicBezTo>
                    <a:pt x="76748" y="45031"/>
                    <a:pt x="77509" y="44476"/>
                    <a:pt x="78387" y="44311"/>
                  </a:cubicBezTo>
                  <a:cubicBezTo>
                    <a:pt x="79271" y="44188"/>
                    <a:pt x="80163" y="44435"/>
                    <a:pt x="80855" y="44997"/>
                  </a:cubicBezTo>
                  <a:lnTo>
                    <a:pt x="103144" y="63925"/>
                  </a:lnTo>
                  <a:lnTo>
                    <a:pt x="126118" y="2203"/>
                  </a:lnTo>
                  <a:cubicBezTo>
                    <a:pt x="126571" y="598"/>
                    <a:pt x="128237" y="-334"/>
                    <a:pt x="129842" y="111"/>
                  </a:cubicBezTo>
                  <a:cubicBezTo>
                    <a:pt x="131447" y="564"/>
                    <a:pt x="132380" y="2230"/>
                    <a:pt x="131927" y="3835"/>
                  </a:cubicBezTo>
                  <a:cubicBezTo>
                    <a:pt x="131879" y="4007"/>
                    <a:pt x="131817" y="4171"/>
                    <a:pt x="131742" y="4329"/>
                  </a:cubicBezTo>
                  <a:lnTo>
                    <a:pt x="107259" y="69549"/>
                  </a:lnTo>
                  <a:cubicBezTo>
                    <a:pt x="106902" y="70454"/>
                    <a:pt x="106141" y="71140"/>
                    <a:pt x="105202" y="71400"/>
                  </a:cubicBezTo>
                  <a:cubicBezTo>
                    <a:pt x="104241" y="71647"/>
                    <a:pt x="103220" y="71421"/>
                    <a:pt x="102458" y="70783"/>
                  </a:cubicBezTo>
                  <a:lnTo>
                    <a:pt x="79758" y="51443"/>
                  </a:lnTo>
                  <a:lnTo>
                    <a:pt x="56647" y="92591"/>
                  </a:lnTo>
                  <a:cubicBezTo>
                    <a:pt x="56215" y="93373"/>
                    <a:pt x="55467" y="93929"/>
                    <a:pt x="54589" y="94100"/>
                  </a:cubicBezTo>
                  <a:cubicBezTo>
                    <a:pt x="53698" y="94244"/>
                    <a:pt x="52779" y="94025"/>
                    <a:pt x="52052" y="93483"/>
                  </a:cubicBezTo>
                  <a:lnTo>
                    <a:pt x="28872" y="74143"/>
                  </a:lnTo>
                  <a:lnTo>
                    <a:pt x="5692" y="117349"/>
                  </a:lnTo>
                  <a:cubicBezTo>
                    <a:pt x="5287" y="118508"/>
                    <a:pt x="4238" y="119310"/>
                    <a:pt x="3017" y="119406"/>
                  </a:cubicBezTo>
                  <a:close/>
                </a:path>
              </a:pathLst>
            </a:custGeom>
            <a:solidFill>
              <a:srgbClr val="ED1C2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697015F-DF22-4791-9A5C-DC53A9C04A34}"/>
                </a:ext>
              </a:extLst>
            </p:cNvPr>
            <p:cNvSpPr/>
            <p:nvPr/>
          </p:nvSpPr>
          <p:spPr>
            <a:xfrm>
              <a:off x="3179421" y="1965751"/>
              <a:ext cx="154027" cy="127969"/>
            </a:xfrm>
            <a:custGeom>
              <a:avLst/>
              <a:gdLst>
                <a:gd name="connsiteX0" fmla="*/ 144841 w 159311"/>
                <a:gd name="connsiteY0" fmla="*/ 0 h 132359"/>
                <a:gd name="connsiteX1" fmla="*/ 13236 w 159311"/>
                <a:gd name="connsiteY1" fmla="*/ 1029 h 132359"/>
                <a:gd name="connsiteX2" fmla="*/ 0 w 159311"/>
                <a:gd name="connsiteY2" fmla="*/ 14745 h 132359"/>
                <a:gd name="connsiteX3" fmla="*/ 823 w 159311"/>
                <a:gd name="connsiteY3" fmla="*/ 119123 h 132359"/>
                <a:gd name="connsiteX4" fmla="*/ 14539 w 159311"/>
                <a:gd name="connsiteY4" fmla="*/ 132359 h 132359"/>
                <a:gd name="connsiteX5" fmla="*/ 146076 w 159311"/>
                <a:gd name="connsiteY5" fmla="*/ 131331 h 132359"/>
                <a:gd name="connsiteX6" fmla="*/ 159311 w 159311"/>
                <a:gd name="connsiteY6" fmla="*/ 117615 h 132359"/>
                <a:gd name="connsiteX7" fmla="*/ 158489 w 159311"/>
                <a:gd name="connsiteY7" fmla="*/ 13236 h 132359"/>
                <a:gd name="connsiteX8" fmla="*/ 144841 w 159311"/>
                <a:gd name="connsiteY8" fmla="*/ 0 h 132359"/>
                <a:gd name="connsiteX9" fmla="*/ 154168 w 159311"/>
                <a:gd name="connsiteY9" fmla="*/ 13305 h 132359"/>
                <a:gd name="connsiteX10" fmla="*/ 154168 w 159311"/>
                <a:gd name="connsiteY10" fmla="*/ 25855 h 132359"/>
                <a:gd name="connsiteX11" fmla="*/ 118712 w 159311"/>
                <a:gd name="connsiteY11" fmla="*/ 25855 h 132359"/>
                <a:gd name="connsiteX12" fmla="*/ 118712 w 159311"/>
                <a:gd name="connsiteY12" fmla="*/ 3978 h 132359"/>
                <a:gd name="connsiteX13" fmla="*/ 144841 w 159311"/>
                <a:gd name="connsiteY13" fmla="*/ 3978 h 132359"/>
                <a:gd name="connsiteX14" fmla="*/ 154168 w 159311"/>
                <a:gd name="connsiteY14" fmla="*/ 13167 h 132359"/>
                <a:gd name="connsiteX15" fmla="*/ 154168 w 159311"/>
                <a:gd name="connsiteY15" fmla="*/ 13305 h 132359"/>
                <a:gd name="connsiteX16" fmla="*/ 79621 w 159311"/>
                <a:gd name="connsiteY16" fmla="*/ 46154 h 132359"/>
                <a:gd name="connsiteX17" fmla="*/ 79621 w 159311"/>
                <a:gd name="connsiteY17" fmla="*/ 26883 h 132359"/>
                <a:gd name="connsiteX18" fmla="*/ 98824 w 159311"/>
                <a:gd name="connsiteY18" fmla="*/ 26883 h 132359"/>
                <a:gd name="connsiteX19" fmla="*/ 98824 w 159311"/>
                <a:gd name="connsiteY19" fmla="*/ 46154 h 132359"/>
                <a:gd name="connsiteX20" fmla="*/ 98892 w 159311"/>
                <a:gd name="connsiteY20" fmla="*/ 46154 h 132359"/>
                <a:gd name="connsiteX21" fmla="*/ 98892 w 159311"/>
                <a:gd name="connsiteY21" fmla="*/ 65425 h 132359"/>
                <a:gd name="connsiteX22" fmla="*/ 79621 w 159311"/>
                <a:gd name="connsiteY22" fmla="*/ 65425 h 132359"/>
                <a:gd name="connsiteX23" fmla="*/ 79621 w 159311"/>
                <a:gd name="connsiteY23" fmla="*/ 46223 h 132359"/>
                <a:gd name="connsiteX24" fmla="*/ 79210 w 159311"/>
                <a:gd name="connsiteY24" fmla="*/ 46154 h 132359"/>
                <a:gd name="connsiteX25" fmla="*/ 59939 w 159311"/>
                <a:gd name="connsiteY25" fmla="*/ 46154 h 132359"/>
                <a:gd name="connsiteX26" fmla="*/ 59939 w 159311"/>
                <a:gd name="connsiteY26" fmla="*/ 26952 h 132359"/>
                <a:gd name="connsiteX27" fmla="*/ 79210 w 159311"/>
                <a:gd name="connsiteY27" fmla="*/ 26952 h 132359"/>
                <a:gd name="connsiteX28" fmla="*/ 79210 w 159311"/>
                <a:gd name="connsiteY28" fmla="*/ 46634 h 132359"/>
                <a:gd name="connsiteX29" fmla="*/ 79210 w 159311"/>
                <a:gd name="connsiteY29" fmla="*/ 65837 h 132359"/>
                <a:gd name="connsiteX30" fmla="*/ 59939 w 159311"/>
                <a:gd name="connsiteY30" fmla="*/ 65837 h 132359"/>
                <a:gd name="connsiteX31" fmla="*/ 59939 w 159311"/>
                <a:gd name="connsiteY31" fmla="*/ 46634 h 132359"/>
                <a:gd name="connsiteX32" fmla="*/ 59665 w 159311"/>
                <a:gd name="connsiteY32" fmla="*/ 65768 h 132359"/>
                <a:gd name="connsiteX33" fmla="*/ 40394 w 159311"/>
                <a:gd name="connsiteY33" fmla="*/ 65768 h 132359"/>
                <a:gd name="connsiteX34" fmla="*/ 40394 w 159311"/>
                <a:gd name="connsiteY34" fmla="*/ 46497 h 132359"/>
                <a:gd name="connsiteX35" fmla="*/ 59596 w 159311"/>
                <a:gd name="connsiteY35" fmla="*/ 46497 h 132359"/>
                <a:gd name="connsiteX36" fmla="*/ 59665 w 159311"/>
                <a:gd name="connsiteY36" fmla="*/ 66248 h 132359"/>
                <a:gd name="connsiteX37" fmla="*/ 59665 w 159311"/>
                <a:gd name="connsiteY37" fmla="*/ 85519 h 132359"/>
                <a:gd name="connsiteX38" fmla="*/ 40394 w 159311"/>
                <a:gd name="connsiteY38" fmla="*/ 85519 h 132359"/>
                <a:gd name="connsiteX39" fmla="*/ 40394 w 159311"/>
                <a:gd name="connsiteY39" fmla="*/ 66248 h 132359"/>
                <a:gd name="connsiteX40" fmla="*/ 60076 w 159311"/>
                <a:gd name="connsiteY40" fmla="*/ 66248 h 132359"/>
                <a:gd name="connsiteX41" fmla="*/ 79347 w 159311"/>
                <a:gd name="connsiteY41" fmla="*/ 66248 h 132359"/>
                <a:gd name="connsiteX42" fmla="*/ 79347 w 159311"/>
                <a:gd name="connsiteY42" fmla="*/ 85451 h 132359"/>
                <a:gd name="connsiteX43" fmla="*/ 60076 w 159311"/>
                <a:gd name="connsiteY43" fmla="*/ 85451 h 132359"/>
                <a:gd name="connsiteX44" fmla="*/ 79484 w 159311"/>
                <a:gd name="connsiteY44" fmla="*/ 85794 h 132359"/>
                <a:gd name="connsiteX45" fmla="*/ 79484 w 159311"/>
                <a:gd name="connsiteY45" fmla="*/ 105065 h 132359"/>
                <a:gd name="connsiteX46" fmla="*/ 60282 w 159311"/>
                <a:gd name="connsiteY46" fmla="*/ 105065 h 132359"/>
                <a:gd name="connsiteX47" fmla="*/ 60282 w 159311"/>
                <a:gd name="connsiteY47" fmla="*/ 85794 h 132359"/>
                <a:gd name="connsiteX48" fmla="*/ 79964 w 159311"/>
                <a:gd name="connsiteY48" fmla="*/ 85794 h 132359"/>
                <a:gd name="connsiteX49" fmla="*/ 99167 w 159311"/>
                <a:gd name="connsiteY49" fmla="*/ 85794 h 132359"/>
                <a:gd name="connsiteX50" fmla="*/ 99167 w 159311"/>
                <a:gd name="connsiteY50" fmla="*/ 104996 h 132359"/>
                <a:gd name="connsiteX51" fmla="*/ 79964 w 159311"/>
                <a:gd name="connsiteY51" fmla="*/ 104996 h 132359"/>
                <a:gd name="connsiteX52" fmla="*/ 79964 w 159311"/>
                <a:gd name="connsiteY52" fmla="*/ 85314 h 132359"/>
                <a:gd name="connsiteX53" fmla="*/ 79964 w 159311"/>
                <a:gd name="connsiteY53" fmla="*/ 66111 h 132359"/>
                <a:gd name="connsiteX54" fmla="*/ 99235 w 159311"/>
                <a:gd name="connsiteY54" fmla="*/ 66111 h 132359"/>
                <a:gd name="connsiteX55" fmla="*/ 99235 w 159311"/>
                <a:gd name="connsiteY55" fmla="*/ 85314 h 132359"/>
                <a:gd name="connsiteX56" fmla="*/ 99510 w 159311"/>
                <a:gd name="connsiteY56" fmla="*/ 65905 h 132359"/>
                <a:gd name="connsiteX57" fmla="*/ 118712 w 159311"/>
                <a:gd name="connsiteY57" fmla="*/ 65905 h 132359"/>
                <a:gd name="connsiteX58" fmla="*/ 118712 w 159311"/>
                <a:gd name="connsiteY58" fmla="*/ 85176 h 132359"/>
                <a:gd name="connsiteX59" fmla="*/ 99441 w 159311"/>
                <a:gd name="connsiteY59" fmla="*/ 85176 h 132359"/>
                <a:gd name="connsiteX60" fmla="*/ 99510 w 159311"/>
                <a:gd name="connsiteY60" fmla="*/ 65494 h 132359"/>
                <a:gd name="connsiteX61" fmla="*/ 99510 w 159311"/>
                <a:gd name="connsiteY61" fmla="*/ 46223 h 132359"/>
                <a:gd name="connsiteX62" fmla="*/ 118781 w 159311"/>
                <a:gd name="connsiteY62" fmla="*/ 46223 h 132359"/>
                <a:gd name="connsiteX63" fmla="*/ 118781 w 159311"/>
                <a:gd name="connsiteY63" fmla="*/ 65494 h 132359"/>
                <a:gd name="connsiteX64" fmla="*/ 99510 w 159311"/>
                <a:gd name="connsiteY64" fmla="*/ 45811 h 132359"/>
                <a:gd name="connsiteX65" fmla="*/ 99510 w 159311"/>
                <a:gd name="connsiteY65" fmla="*/ 26540 h 132359"/>
                <a:gd name="connsiteX66" fmla="*/ 118781 w 159311"/>
                <a:gd name="connsiteY66" fmla="*/ 26540 h 132359"/>
                <a:gd name="connsiteX67" fmla="*/ 118781 w 159311"/>
                <a:gd name="connsiteY67" fmla="*/ 45743 h 132359"/>
                <a:gd name="connsiteX68" fmla="*/ 99510 w 159311"/>
                <a:gd name="connsiteY68" fmla="*/ 26060 h 132359"/>
                <a:gd name="connsiteX69" fmla="*/ 99510 w 159311"/>
                <a:gd name="connsiteY69" fmla="*/ 4252 h 132359"/>
                <a:gd name="connsiteX70" fmla="*/ 118781 w 159311"/>
                <a:gd name="connsiteY70" fmla="*/ 4252 h 132359"/>
                <a:gd name="connsiteX71" fmla="*/ 118781 w 159311"/>
                <a:gd name="connsiteY71" fmla="*/ 26060 h 132359"/>
                <a:gd name="connsiteX72" fmla="*/ 99030 w 159311"/>
                <a:gd name="connsiteY72" fmla="*/ 26060 h 132359"/>
                <a:gd name="connsiteX73" fmla="*/ 79827 w 159311"/>
                <a:gd name="connsiteY73" fmla="*/ 26060 h 132359"/>
                <a:gd name="connsiteX74" fmla="*/ 79827 w 159311"/>
                <a:gd name="connsiteY74" fmla="*/ 4183 h 132359"/>
                <a:gd name="connsiteX75" fmla="*/ 99098 w 159311"/>
                <a:gd name="connsiteY75" fmla="*/ 4183 h 132359"/>
                <a:gd name="connsiteX76" fmla="*/ 79347 w 159311"/>
                <a:gd name="connsiteY76" fmla="*/ 26060 h 132359"/>
                <a:gd name="connsiteX77" fmla="*/ 60076 w 159311"/>
                <a:gd name="connsiteY77" fmla="*/ 26060 h 132359"/>
                <a:gd name="connsiteX78" fmla="*/ 60076 w 159311"/>
                <a:gd name="connsiteY78" fmla="*/ 4183 h 132359"/>
                <a:gd name="connsiteX79" fmla="*/ 79347 w 159311"/>
                <a:gd name="connsiteY79" fmla="*/ 4183 h 132359"/>
                <a:gd name="connsiteX80" fmla="*/ 59665 w 159311"/>
                <a:gd name="connsiteY80" fmla="*/ 26060 h 132359"/>
                <a:gd name="connsiteX81" fmla="*/ 40394 w 159311"/>
                <a:gd name="connsiteY81" fmla="*/ 26060 h 132359"/>
                <a:gd name="connsiteX82" fmla="*/ 40394 w 159311"/>
                <a:gd name="connsiteY82" fmla="*/ 4252 h 132359"/>
                <a:gd name="connsiteX83" fmla="*/ 59596 w 159311"/>
                <a:gd name="connsiteY83" fmla="*/ 4252 h 132359"/>
                <a:gd name="connsiteX84" fmla="*/ 59665 w 159311"/>
                <a:gd name="connsiteY84" fmla="*/ 26540 h 132359"/>
                <a:gd name="connsiteX85" fmla="*/ 59665 w 159311"/>
                <a:gd name="connsiteY85" fmla="*/ 45743 h 132359"/>
                <a:gd name="connsiteX86" fmla="*/ 40394 w 159311"/>
                <a:gd name="connsiteY86" fmla="*/ 45743 h 132359"/>
                <a:gd name="connsiteX87" fmla="*/ 40394 w 159311"/>
                <a:gd name="connsiteY87" fmla="*/ 26472 h 132359"/>
                <a:gd name="connsiteX88" fmla="*/ 40119 w 159311"/>
                <a:gd name="connsiteY88" fmla="*/ 45949 h 132359"/>
                <a:gd name="connsiteX89" fmla="*/ 4663 w 159311"/>
                <a:gd name="connsiteY89" fmla="*/ 45949 h 132359"/>
                <a:gd name="connsiteX90" fmla="*/ 4663 w 159311"/>
                <a:gd name="connsiteY90" fmla="*/ 26678 h 132359"/>
                <a:gd name="connsiteX91" fmla="*/ 40119 w 159311"/>
                <a:gd name="connsiteY91" fmla="*/ 26678 h 132359"/>
                <a:gd name="connsiteX92" fmla="*/ 40119 w 159311"/>
                <a:gd name="connsiteY92" fmla="*/ 46360 h 132359"/>
                <a:gd name="connsiteX93" fmla="*/ 40119 w 159311"/>
                <a:gd name="connsiteY93" fmla="*/ 65631 h 132359"/>
                <a:gd name="connsiteX94" fmla="*/ 4663 w 159311"/>
                <a:gd name="connsiteY94" fmla="*/ 65631 h 132359"/>
                <a:gd name="connsiteX95" fmla="*/ 4663 w 159311"/>
                <a:gd name="connsiteY95" fmla="*/ 46360 h 132359"/>
                <a:gd name="connsiteX96" fmla="*/ 40119 w 159311"/>
                <a:gd name="connsiteY96" fmla="*/ 66111 h 132359"/>
                <a:gd name="connsiteX97" fmla="*/ 40119 w 159311"/>
                <a:gd name="connsiteY97" fmla="*/ 85314 h 132359"/>
                <a:gd name="connsiteX98" fmla="*/ 4732 w 159311"/>
                <a:gd name="connsiteY98" fmla="*/ 85314 h 132359"/>
                <a:gd name="connsiteX99" fmla="*/ 4732 w 159311"/>
                <a:gd name="connsiteY99" fmla="*/ 66111 h 132359"/>
                <a:gd name="connsiteX100" fmla="*/ 40119 w 159311"/>
                <a:gd name="connsiteY100" fmla="*/ 85794 h 132359"/>
                <a:gd name="connsiteX101" fmla="*/ 40119 w 159311"/>
                <a:gd name="connsiteY101" fmla="*/ 104996 h 132359"/>
                <a:gd name="connsiteX102" fmla="*/ 4663 w 159311"/>
                <a:gd name="connsiteY102" fmla="*/ 104996 h 132359"/>
                <a:gd name="connsiteX103" fmla="*/ 4663 w 159311"/>
                <a:gd name="connsiteY103" fmla="*/ 85725 h 132359"/>
                <a:gd name="connsiteX104" fmla="*/ 40599 w 159311"/>
                <a:gd name="connsiteY104" fmla="*/ 85794 h 132359"/>
                <a:gd name="connsiteX105" fmla="*/ 59870 w 159311"/>
                <a:gd name="connsiteY105" fmla="*/ 85794 h 132359"/>
                <a:gd name="connsiteX106" fmla="*/ 59870 w 159311"/>
                <a:gd name="connsiteY106" fmla="*/ 105065 h 132359"/>
                <a:gd name="connsiteX107" fmla="*/ 40599 w 159311"/>
                <a:gd name="connsiteY107" fmla="*/ 105065 h 132359"/>
                <a:gd name="connsiteX108" fmla="*/ 60008 w 159311"/>
                <a:gd name="connsiteY108" fmla="*/ 105339 h 132359"/>
                <a:gd name="connsiteX109" fmla="*/ 60008 w 159311"/>
                <a:gd name="connsiteY109" fmla="*/ 127147 h 132359"/>
                <a:gd name="connsiteX110" fmla="*/ 40805 w 159311"/>
                <a:gd name="connsiteY110" fmla="*/ 127147 h 132359"/>
                <a:gd name="connsiteX111" fmla="*/ 40805 w 159311"/>
                <a:gd name="connsiteY111" fmla="*/ 105339 h 132359"/>
                <a:gd name="connsiteX112" fmla="*/ 60488 w 159311"/>
                <a:gd name="connsiteY112" fmla="*/ 105339 h 132359"/>
                <a:gd name="connsiteX113" fmla="*/ 79690 w 159311"/>
                <a:gd name="connsiteY113" fmla="*/ 105339 h 132359"/>
                <a:gd name="connsiteX114" fmla="*/ 79690 w 159311"/>
                <a:gd name="connsiteY114" fmla="*/ 127216 h 132359"/>
                <a:gd name="connsiteX115" fmla="*/ 60419 w 159311"/>
                <a:gd name="connsiteY115" fmla="*/ 127216 h 132359"/>
                <a:gd name="connsiteX116" fmla="*/ 80170 w 159311"/>
                <a:gd name="connsiteY116" fmla="*/ 105339 h 132359"/>
                <a:gd name="connsiteX117" fmla="*/ 99441 w 159311"/>
                <a:gd name="connsiteY117" fmla="*/ 105339 h 132359"/>
                <a:gd name="connsiteX118" fmla="*/ 99441 w 159311"/>
                <a:gd name="connsiteY118" fmla="*/ 127216 h 132359"/>
                <a:gd name="connsiteX119" fmla="*/ 80239 w 159311"/>
                <a:gd name="connsiteY119" fmla="*/ 127216 h 132359"/>
                <a:gd name="connsiteX120" fmla="*/ 99852 w 159311"/>
                <a:gd name="connsiteY120" fmla="*/ 105339 h 132359"/>
                <a:gd name="connsiteX121" fmla="*/ 119123 w 159311"/>
                <a:gd name="connsiteY121" fmla="*/ 105339 h 132359"/>
                <a:gd name="connsiteX122" fmla="*/ 119123 w 159311"/>
                <a:gd name="connsiteY122" fmla="*/ 127147 h 132359"/>
                <a:gd name="connsiteX123" fmla="*/ 99921 w 159311"/>
                <a:gd name="connsiteY123" fmla="*/ 127147 h 132359"/>
                <a:gd name="connsiteX124" fmla="*/ 99852 w 159311"/>
                <a:gd name="connsiteY124" fmla="*/ 104859 h 132359"/>
                <a:gd name="connsiteX125" fmla="*/ 99852 w 159311"/>
                <a:gd name="connsiteY125" fmla="*/ 85656 h 132359"/>
                <a:gd name="connsiteX126" fmla="*/ 119123 w 159311"/>
                <a:gd name="connsiteY126" fmla="*/ 85656 h 132359"/>
                <a:gd name="connsiteX127" fmla="*/ 119123 w 159311"/>
                <a:gd name="connsiteY127" fmla="*/ 104927 h 132359"/>
                <a:gd name="connsiteX128" fmla="*/ 119398 w 159311"/>
                <a:gd name="connsiteY128" fmla="*/ 85451 h 132359"/>
                <a:gd name="connsiteX129" fmla="*/ 154854 w 159311"/>
                <a:gd name="connsiteY129" fmla="*/ 85451 h 132359"/>
                <a:gd name="connsiteX130" fmla="*/ 154854 w 159311"/>
                <a:gd name="connsiteY130" fmla="*/ 104722 h 132359"/>
                <a:gd name="connsiteX131" fmla="*/ 119398 w 159311"/>
                <a:gd name="connsiteY131" fmla="*/ 104722 h 132359"/>
                <a:gd name="connsiteX132" fmla="*/ 119398 w 159311"/>
                <a:gd name="connsiteY132" fmla="*/ 85039 h 132359"/>
                <a:gd name="connsiteX133" fmla="*/ 119398 w 159311"/>
                <a:gd name="connsiteY133" fmla="*/ 65768 h 132359"/>
                <a:gd name="connsiteX134" fmla="*/ 154854 w 159311"/>
                <a:gd name="connsiteY134" fmla="*/ 65768 h 132359"/>
                <a:gd name="connsiteX135" fmla="*/ 154854 w 159311"/>
                <a:gd name="connsiteY135" fmla="*/ 85039 h 132359"/>
                <a:gd name="connsiteX136" fmla="*/ 119398 w 159311"/>
                <a:gd name="connsiteY136" fmla="*/ 65288 h 132359"/>
                <a:gd name="connsiteX137" fmla="*/ 119398 w 159311"/>
                <a:gd name="connsiteY137" fmla="*/ 46086 h 132359"/>
                <a:gd name="connsiteX138" fmla="*/ 154785 w 159311"/>
                <a:gd name="connsiteY138" fmla="*/ 46086 h 132359"/>
                <a:gd name="connsiteX139" fmla="*/ 154785 w 159311"/>
                <a:gd name="connsiteY139" fmla="*/ 65288 h 132359"/>
                <a:gd name="connsiteX140" fmla="*/ 119398 w 159311"/>
                <a:gd name="connsiteY140" fmla="*/ 45606 h 132359"/>
                <a:gd name="connsiteX141" fmla="*/ 119398 w 159311"/>
                <a:gd name="connsiteY141" fmla="*/ 26403 h 132359"/>
                <a:gd name="connsiteX142" fmla="*/ 154854 w 159311"/>
                <a:gd name="connsiteY142" fmla="*/ 26403 h 132359"/>
                <a:gd name="connsiteX143" fmla="*/ 154854 w 159311"/>
                <a:gd name="connsiteY143" fmla="*/ 45606 h 132359"/>
                <a:gd name="connsiteX144" fmla="*/ 13648 w 159311"/>
                <a:gd name="connsiteY144" fmla="*/ 4938 h 132359"/>
                <a:gd name="connsiteX145" fmla="*/ 39777 w 159311"/>
                <a:gd name="connsiteY145" fmla="*/ 4938 h 132359"/>
                <a:gd name="connsiteX146" fmla="*/ 39777 w 159311"/>
                <a:gd name="connsiteY146" fmla="*/ 26746 h 132359"/>
                <a:gd name="connsiteX147" fmla="*/ 4321 w 159311"/>
                <a:gd name="connsiteY147" fmla="*/ 27089 h 132359"/>
                <a:gd name="connsiteX148" fmla="*/ 4321 w 159311"/>
                <a:gd name="connsiteY148" fmla="*/ 14470 h 132359"/>
                <a:gd name="connsiteX149" fmla="*/ 13305 w 159311"/>
                <a:gd name="connsiteY149" fmla="*/ 5144 h 132359"/>
                <a:gd name="connsiteX150" fmla="*/ 5281 w 159311"/>
                <a:gd name="connsiteY150" fmla="*/ 118643 h 132359"/>
                <a:gd name="connsiteX151" fmla="*/ 5281 w 159311"/>
                <a:gd name="connsiteY151" fmla="*/ 106093 h 132359"/>
                <a:gd name="connsiteX152" fmla="*/ 40737 w 159311"/>
                <a:gd name="connsiteY152" fmla="*/ 106093 h 132359"/>
                <a:gd name="connsiteX153" fmla="*/ 40737 w 159311"/>
                <a:gd name="connsiteY153" fmla="*/ 127902 h 132359"/>
                <a:gd name="connsiteX154" fmla="*/ 14608 w 159311"/>
                <a:gd name="connsiteY154" fmla="*/ 127902 h 132359"/>
                <a:gd name="connsiteX155" fmla="*/ 4945 w 159311"/>
                <a:gd name="connsiteY155" fmla="*/ 119069 h 132359"/>
                <a:gd name="connsiteX156" fmla="*/ 4938 w 159311"/>
                <a:gd name="connsiteY156" fmla="*/ 118849 h 132359"/>
                <a:gd name="connsiteX157" fmla="*/ 146144 w 159311"/>
                <a:gd name="connsiteY157" fmla="*/ 126804 h 132359"/>
                <a:gd name="connsiteX158" fmla="*/ 120015 w 159311"/>
                <a:gd name="connsiteY158" fmla="*/ 126804 h 132359"/>
                <a:gd name="connsiteX159" fmla="*/ 120015 w 159311"/>
                <a:gd name="connsiteY159" fmla="*/ 104996 h 132359"/>
                <a:gd name="connsiteX160" fmla="*/ 155471 w 159311"/>
                <a:gd name="connsiteY160" fmla="*/ 104996 h 132359"/>
                <a:gd name="connsiteX161" fmla="*/ 155471 w 159311"/>
                <a:gd name="connsiteY161" fmla="*/ 117546 h 132359"/>
                <a:gd name="connsiteX162" fmla="*/ 146288 w 159311"/>
                <a:gd name="connsiteY162" fmla="*/ 127017 h 132359"/>
                <a:gd name="connsiteX163" fmla="*/ 145801 w 159311"/>
                <a:gd name="connsiteY163" fmla="*/ 127010 h 132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59311" h="132359">
                  <a:moveTo>
                    <a:pt x="144841" y="0"/>
                  </a:moveTo>
                  <a:lnTo>
                    <a:pt x="13236" y="1029"/>
                  </a:lnTo>
                  <a:cubicBezTo>
                    <a:pt x="5850" y="1289"/>
                    <a:pt x="-7" y="7352"/>
                    <a:pt x="0" y="14745"/>
                  </a:cubicBezTo>
                  <a:lnTo>
                    <a:pt x="823" y="119123"/>
                  </a:lnTo>
                  <a:cubicBezTo>
                    <a:pt x="1084" y="126509"/>
                    <a:pt x="7146" y="132366"/>
                    <a:pt x="14539" y="132359"/>
                  </a:cubicBezTo>
                  <a:lnTo>
                    <a:pt x="146076" y="131331"/>
                  </a:lnTo>
                  <a:cubicBezTo>
                    <a:pt x="153462" y="131070"/>
                    <a:pt x="159318" y="125008"/>
                    <a:pt x="159311" y="117615"/>
                  </a:cubicBezTo>
                  <a:lnTo>
                    <a:pt x="158489" y="13236"/>
                  </a:lnTo>
                  <a:cubicBezTo>
                    <a:pt x="158228" y="5877"/>
                    <a:pt x="152206" y="34"/>
                    <a:pt x="144841" y="0"/>
                  </a:cubicBezTo>
                  <a:close/>
                  <a:moveTo>
                    <a:pt x="154168" y="13305"/>
                  </a:moveTo>
                  <a:lnTo>
                    <a:pt x="154168" y="25855"/>
                  </a:lnTo>
                  <a:lnTo>
                    <a:pt x="118712" y="25855"/>
                  </a:lnTo>
                  <a:lnTo>
                    <a:pt x="118712" y="3978"/>
                  </a:lnTo>
                  <a:lnTo>
                    <a:pt x="144841" y="3978"/>
                  </a:lnTo>
                  <a:cubicBezTo>
                    <a:pt x="149957" y="3936"/>
                    <a:pt x="154127" y="8051"/>
                    <a:pt x="154168" y="13167"/>
                  </a:cubicBezTo>
                  <a:cubicBezTo>
                    <a:pt x="154168" y="13215"/>
                    <a:pt x="154168" y="13257"/>
                    <a:pt x="154168" y="13305"/>
                  </a:cubicBezTo>
                  <a:close/>
                  <a:moveTo>
                    <a:pt x="79621" y="46154"/>
                  </a:moveTo>
                  <a:lnTo>
                    <a:pt x="79621" y="26883"/>
                  </a:lnTo>
                  <a:lnTo>
                    <a:pt x="98824" y="26883"/>
                  </a:lnTo>
                  <a:lnTo>
                    <a:pt x="98824" y="46154"/>
                  </a:lnTo>
                  <a:close/>
                  <a:moveTo>
                    <a:pt x="98892" y="46154"/>
                  </a:moveTo>
                  <a:lnTo>
                    <a:pt x="98892" y="65425"/>
                  </a:lnTo>
                  <a:lnTo>
                    <a:pt x="79621" y="65425"/>
                  </a:lnTo>
                  <a:lnTo>
                    <a:pt x="79621" y="46223"/>
                  </a:lnTo>
                  <a:close/>
                  <a:moveTo>
                    <a:pt x="79210" y="46154"/>
                  </a:moveTo>
                  <a:lnTo>
                    <a:pt x="59939" y="46154"/>
                  </a:lnTo>
                  <a:lnTo>
                    <a:pt x="59939" y="26952"/>
                  </a:lnTo>
                  <a:lnTo>
                    <a:pt x="79210" y="26952"/>
                  </a:lnTo>
                  <a:close/>
                  <a:moveTo>
                    <a:pt x="79210" y="46634"/>
                  </a:moveTo>
                  <a:lnTo>
                    <a:pt x="79210" y="65837"/>
                  </a:lnTo>
                  <a:lnTo>
                    <a:pt x="59939" y="65837"/>
                  </a:lnTo>
                  <a:lnTo>
                    <a:pt x="59939" y="46634"/>
                  </a:lnTo>
                  <a:close/>
                  <a:moveTo>
                    <a:pt x="59665" y="65768"/>
                  </a:moveTo>
                  <a:lnTo>
                    <a:pt x="40394" y="65768"/>
                  </a:lnTo>
                  <a:lnTo>
                    <a:pt x="40394" y="46497"/>
                  </a:lnTo>
                  <a:lnTo>
                    <a:pt x="59596" y="46497"/>
                  </a:lnTo>
                  <a:close/>
                  <a:moveTo>
                    <a:pt x="59665" y="66248"/>
                  </a:moveTo>
                  <a:lnTo>
                    <a:pt x="59665" y="85519"/>
                  </a:lnTo>
                  <a:lnTo>
                    <a:pt x="40394" y="85519"/>
                  </a:lnTo>
                  <a:lnTo>
                    <a:pt x="40394" y="66248"/>
                  </a:lnTo>
                  <a:close/>
                  <a:moveTo>
                    <a:pt x="60076" y="66248"/>
                  </a:moveTo>
                  <a:lnTo>
                    <a:pt x="79347" y="66248"/>
                  </a:lnTo>
                  <a:lnTo>
                    <a:pt x="79347" y="85451"/>
                  </a:lnTo>
                  <a:lnTo>
                    <a:pt x="60076" y="85451"/>
                  </a:lnTo>
                  <a:close/>
                  <a:moveTo>
                    <a:pt x="79484" y="85794"/>
                  </a:moveTo>
                  <a:lnTo>
                    <a:pt x="79484" y="105065"/>
                  </a:lnTo>
                  <a:lnTo>
                    <a:pt x="60282" y="105065"/>
                  </a:lnTo>
                  <a:lnTo>
                    <a:pt x="60282" y="85794"/>
                  </a:lnTo>
                  <a:close/>
                  <a:moveTo>
                    <a:pt x="79964" y="85794"/>
                  </a:moveTo>
                  <a:lnTo>
                    <a:pt x="99167" y="85794"/>
                  </a:lnTo>
                  <a:lnTo>
                    <a:pt x="99167" y="104996"/>
                  </a:lnTo>
                  <a:lnTo>
                    <a:pt x="79964" y="104996"/>
                  </a:lnTo>
                  <a:close/>
                  <a:moveTo>
                    <a:pt x="79964" y="85314"/>
                  </a:moveTo>
                  <a:lnTo>
                    <a:pt x="79964" y="66111"/>
                  </a:lnTo>
                  <a:lnTo>
                    <a:pt x="99235" y="66111"/>
                  </a:lnTo>
                  <a:lnTo>
                    <a:pt x="99235" y="85314"/>
                  </a:lnTo>
                  <a:close/>
                  <a:moveTo>
                    <a:pt x="99510" y="65905"/>
                  </a:moveTo>
                  <a:lnTo>
                    <a:pt x="118712" y="65905"/>
                  </a:lnTo>
                  <a:lnTo>
                    <a:pt x="118712" y="85176"/>
                  </a:lnTo>
                  <a:lnTo>
                    <a:pt x="99441" y="85176"/>
                  </a:lnTo>
                  <a:close/>
                  <a:moveTo>
                    <a:pt x="99510" y="65494"/>
                  </a:moveTo>
                  <a:lnTo>
                    <a:pt x="99510" y="46223"/>
                  </a:lnTo>
                  <a:lnTo>
                    <a:pt x="118781" y="46223"/>
                  </a:lnTo>
                  <a:lnTo>
                    <a:pt x="118781" y="65494"/>
                  </a:lnTo>
                  <a:close/>
                  <a:moveTo>
                    <a:pt x="99510" y="45811"/>
                  </a:moveTo>
                  <a:lnTo>
                    <a:pt x="99510" y="26540"/>
                  </a:lnTo>
                  <a:lnTo>
                    <a:pt x="118781" y="26540"/>
                  </a:lnTo>
                  <a:lnTo>
                    <a:pt x="118781" y="45743"/>
                  </a:lnTo>
                  <a:close/>
                  <a:moveTo>
                    <a:pt x="99510" y="26060"/>
                  </a:moveTo>
                  <a:lnTo>
                    <a:pt x="99510" y="4252"/>
                  </a:lnTo>
                  <a:lnTo>
                    <a:pt x="118781" y="4252"/>
                  </a:lnTo>
                  <a:lnTo>
                    <a:pt x="118781" y="26060"/>
                  </a:lnTo>
                  <a:close/>
                  <a:moveTo>
                    <a:pt x="99030" y="26060"/>
                  </a:moveTo>
                  <a:lnTo>
                    <a:pt x="79827" y="26060"/>
                  </a:lnTo>
                  <a:lnTo>
                    <a:pt x="79827" y="4183"/>
                  </a:lnTo>
                  <a:lnTo>
                    <a:pt x="99098" y="4183"/>
                  </a:lnTo>
                  <a:close/>
                  <a:moveTo>
                    <a:pt x="79347" y="26060"/>
                  </a:moveTo>
                  <a:lnTo>
                    <a:pt x="60076" y="26060"/>
                  </a:lnTo>
                  <a:lnTo>
                    <a:pt x="60076" y="4183"/>
                  </a:lnTo>
                  <a:lnTo>
                    <a:pt x="79347" y="4183"/>
                  </a:lnTo>
                  <a:close/>
                  <a:moveTo>
                    <a:pt x="59665" y="26060"/>
                  </a:moveTo>
                  <a:lnTo>
                    <a:pt x="40394" y="26060"/>
                  </a:lnTo>
                  <a:lnTo>
                    <a:pt x="40394" y="4252"/>
                  </a:lnTo>
                  <a:lnTo>
                    <a:pt x="59596" y="4252"/>
                  </a:lnTo>
                  <a:close/>
                  <a:moveTo>
                    <a:pt x="59665" y="26540"/>
                  </a:moveTo>
                  <a:lnTo>
                    <a:pt x="59665" y="45743"/>
                  </a:lnTo>
                  <a:lnTo>
                    <a:pt x="40394" y="45743"/>
                  </a:lnTo>
                  <a:lnTo>
                    <a:pt x="40394" y="26472"/>
                  </a:lnTo>
                  <a:close/>
                  <a:moveTo>
                    <a:pt x="40119" y="45949"/>
                  </a:moveTo>
                  <a:lnTo>
                    <a:pt x="4663" y="45949"/>
                  </a:lnTo>
                  <a:lnTo>
                    <a:pt x="4663" y="26678"/>
                  </a:lnTo>
                  <a:lnTo>
                    <a:pt x="40119" y="26678"/>
                  </a:lnTo>
                  <a:close/>
                  <a:moveTo>
                    <a:pt x="40119" y="46360"/>
                  </a:moveTo>
                  <a:lnTo>
                    <a:pt x="40119" y="65631"/>
                  </a:lnTo>
                  <a:lnTo>
                    <a:pt x="4663" y="65631"/>
                  </a:lnTo>
                  <a:lnTo>
                    <a:pt x="4663" y="46360"/>
                  </a:lnTo>
                  <a:close/>
                  <a:moveTo>
                    <a:pt x="40119" y="66111"/>
                  </a:moveTo>
                  <a:lnTo>
                    <a:pt x="40119" y="85314"/>
                  </a:lnTo>
                  <a:lnTo>
                    <a:pt x="4732" y="85314"/>
                  </a:lnTo>
                  <a:lnTo>
                    <a:pt x="4732" y="66111"/>
                  </a:lnTo>
                  <a:close/>
                  <a:moveTo>
                    <a:pt x="40119" y="85794"/>
                  </a:moveTo>
                  <a:lnTo>
                    <a:pt x="40119" y="104996"/>
                  </a:lnTo>
                  <a:lnTo>
                    <a:pt x="4663" y="104996"/>
                  </a:lnTo>
                  <a:lnTo>
                    <a:pt x="4663" y="85725"/>
                  </a:lnTo>
                  <a:close/>
                  <a:moveTo>
                    <a:pt x="40599" y="85794"/>
                  </a:moveTo>
                  <a:lnTo>
                    <a:pt x="59870" y="85794"/>
                  </a:lnTo>
                  <a:lnTo>
                    <a:pt x="59870" y="105065"/>
                  </a:lnTo>
                  <a:lnTo>
                    <a:pt x="40599" y="105065"/>
                  </a:lnTo>
                  <a:close/>
                  <a:moveTo>
                    <a:pt x="60008" y="105339"/>
                  </a:moveTo>
                  <a:lnTo>
                    <a:pt x="60008" y="127147"/>
                  </a:lnTo>
                  <a:lnTo>
                    <a:pt x="40805" y="127147"/>
                  </a:lnTo>
                  <a:lnTo>
                    <a:pt x="40805" y="105339"/>
                  </a:lnTo>
                  <a:close/>
                  <a:moveTo>
                    <a:pt x="60488" y="105339"/>
                  </a:moveTo>
                  <a:lnTo>
                    <a:pt x="79690" y="105339"/>
                  </a:lnTo>
                  <a:lnTo>
                    <a:pt x="79690" y="127216"/>
                  </a:lnTo>
                  <a:lnTo>
                    <a:pt x="60419" y="127216"/>
                  </a:lnTo>
                  <a:close/>
                  <a:moveTo>
                    <a:pt x="80170" y="105339"/>
                  </a:moveTo>
                  <a:lnTo>
                    <a:pt x="99441" y="105339"/>
                  </a:lnTo>
                  <a:lnTo>
                    <a:pt x="99441" y="127216"/>
                  </a:lnTo>
                  <a:lnTo>
                    <a:pt x="80239" y="127216"/>
                  </a:lnTo>
                  <a:close/>
                  <a:moveTo>
                    <a:pt x="99852" y="105339"/>
                  </a:moveTo>
                  <a:lnTo>
                    <a:pt x="119123" y="105339"/>
                  </a:lnTo>
                  <a:lnTo>
                    <a:pt x="119123" y="127147"/>
                  </a:lnTo>
                  <a:lnTo>
                    <a:pt x="99921" y="127147"/>
                  </a:lnTo>
                  <a:close/>
                  <a:moveTo>
                    <a:pt x="99852" y="104859"/>
                  </a:moveTo>
                  <a:lnTo>
                    <a:pt x="99852" y="85656"/>
                  </a:lnTo>
                  <a:lnTo>
                    <a:pt x="119123" y="85656"/>
                  </a:lnTo>
                  <a:lnTo>
                    <a:pt x="119123" y="104927"/>
                  </a:lnTo>
                  <a:close/>
                  <a:moveTo>
                    <a:pt x="119398" y="85451"/>
                  </a:moveTo>
                  <a:lnTo>
                    <a:pt x="154854" y="85451"/>
                  </a:lnTo>
                  <a:lnTo>
                    <a:pt x="154854" y="104722"/>
                  </a:lnTo>
                  <a:lnTo>
                    <a:pt x="119398" y="104722"/>
                  </a:lnTo>
                  <a:close/>
                  <a:moveTo>
                    <a:pt x="119398" y="85039"/>
                  </a:moveTo>
                  <a:lnTo>
                    <a:pt x="119398" y="65768"/>
                  </a:lnTo>
                  <a:lnTo>
                    <a:pt x="154854" y="65768"/>
                  </a:lnTo>
                  <a:lnTo>
                    <a:pt x="154854" y="85039"/>
                  </a:lnTo>
                  <a:close/>
                  <a:moveTo>
                    <a:pt x="119398" y="65288"/>
                  </a:moveTo>
                  <a:lnTo>
                    <a:pt x="119398" y="46086"/>
                  </a:lnTo>
                  <a:lnTo>
                    <a:pt x="154785" y="46086"/>
                  </a:lnTo>
                  <a:lnTo>
                    <a:pt x="154785" y="65288"/>
                  </a:lnTo>
                  <a:close/>
                  <a:moveTo>
                    <a:pt x="119398" y="45606"/>
                  </a:moveTo>
                  <a:lnTo>
                    <a:pt x="119398" y="26403"/>
                  </a:lnTo>
                  <a:lnTo>
                    <a:pt x="154854" y="26403"/>
                  </a:lnTo>
                  <a:lnTo>
                    <a:pt x="154854" y="45606"/>
                  </a:lnTo>
                  <a:close/>
                  <a:moveTo>
                    <a:pt x="13648" y="4938"/>
                  </a:moveTo>
                  <a:lnTo>
                    <a:pt x="39777" y="4938"/>
                  </a:lnTo>
                  <a:lnTo>
                    <a:pt x="39777" y="26746"/>
                  </a:lnTo>
                  <a:lnTo>
                    <a:pt x="4321" y="27089"/>
                  </a:lnTo>
                  <a:lnTo>
                    <a:pt x="4321" y="14470"/>
                  </a:lnTo>
                  <a:cubicBezTo>
                    <a:pt x="4245" y="9423"/>
                    <a:pt x="8257" y="5253"/>
                    <a:pt x="13305" y="5144"/>
                  </a:cubicBezTo>
                  <a:close/>
                  <a:moveTo>
                    <a:pt x="5281" y="118643"/>
                  </a:moveTo>
                  <a:lnTo>
                    <a:pt x="5281" y="106093"/>
                  </a:lnTo>
                  <a:lnTo>
                    <a:pt x="40737" y="106093"/>
                  </a:lnTo>
                  <a:lnTo>
                    <a:pt x="40737" y="127902"/>
                  </a:lnTo>
                  <a:lnTo>
                    <a:pt x="14608" y="127902"/>
                  </a:lnTo>
                  <a:cubicBezTo>
                    <a:pt x="9498" y="128128"/>
                    <a:pt x="5171" y="124171"/>
                    <a:pt x="4945" y="119069"/>
                  </a:cubicBezTo>
                  <a:cubicBezTo>
                    <a:pt x="4945" y="118993"/>
                    <a:pt x="4938" y="118925"/>
                    <a:pt x="4938" y="118849"/>
                  </a:cubicBezTo>
                  <a:close/>
                  <a:moveTo>
                    <a:pt x="146144" y="126804"/>
                  </a:moveTo>
                  <a:lnTo>
                    <a:pt x="120015" y="126804"/>
                  </a:lnTo>
                  <a:lnTo>
                    <a:pt x="120015" y="104996"/>
                  </a:lnTo>
                  <a:lnTo>
                    <a:pt x="155471" y="104996"/>
                  </a:lnTo>
                  <a:lnTo>
                    <a:pt x="155471" y="117546"/>
                  </a:lnTo>
                  <a:cubicBezTo>
                    <a:pt x="155553" y="122696"/>
                    <a:pt x="151438" y="126935"/>
                    <a:pt x="146288" y="127017"/>
                  </a:cubicBezTo>
                  <a:cubicBezTo>
                    <a:pt x="146123" y="127017"/>
                    <a:pt x="145966" y="127017"/>
                    <a:pt x="145801" y="127010"/>
                  </a:cubicBezTo>
                  <a:close/>
                </a:path>
              </a:pathLst>
            </a:custGeom>
            <a:solidFill>
              <a:srgbClr val="4D4D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D41E52A2-8191-481D-99FC-11430BFADBD5}"/>
                </a:ext>
              </a:extLst>
            </p:cNvPr>
            <p:cNvSpPr/>
            <p:nvPr/>
          </p:nvSpPr>
          <p:spPr>
            <a:xfrm rot="21571200">
              <a:off x="3218763" y="2048835"/>
              <a:ext cx="18631" cy="40711"/>
            </a:xfrm>
            <a:custGeom>
              <a:avLst/>
              <a:gdLst>
                <a:gd name="connsiteX0" fmla="*/ 0 w 19270"/>
                <a:gd name="connsiteY0" fmla="*/ 0 h 42108"/>
                <a:gd name="connsiteX1" fmla="*/ 19271 w 19270"/>
                <a:gd name="connsiteY1" fmla="*/ 0 h 42108"/>
                <a:gd name="connsiteX2" fmla="*/ 19271 w 19270"/>
                <a:gd name="connsiteY2" fmla="*/ 42108 h 42108"/>
                <a:gd name="connsiteX3" fmla="*/ 0 w 19270"/>
                <a:gd name="connsiteY3" fmla="*/ 42108 h 42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70" h="42108">
                  <a:moveTo>
                    <a:pt x="0" y="0"/>
                  </a:moveTo>
                  <a:lnTo>
                    <a:pt x="19271" y="0"/>
                  </a:lnTo>
                  <a:lnTo>
                    <a:pt x="19271" y="42108"/>
                  </a:lnTo>
                  <a:lnTo>
                    <a:pt x="0" y="42108"/>
                  </a:lnTo>
                  <a:close/>
                </a:path>
              </a:pathLst>
            </a:custGeom>
            <a:solidFill>
              <a:srgbClr val="0071B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138FCF4-C0ED-44FF-9CD7-30EF45AAFB3C}"/>
                </a:ext>
              </a:extLst>
            </p:cNvPr>
            <p:cNvSpPr/>
            <p:nvPr/>
          </p:nvSpPr>
          <p:spPr>
            <a:xfrm rot="21570600">
              <a:off x="3237567" y="2029780"/>
              <a:ext cx="18897" cy="59807"/>
            </a:xfrm>
            <a:custGeom>
              <a:avLst/>
              <a:gdLst>
                <a:gd name="connsiteX0" fmla="*/ 0 w 19545"/>
                <a:gd name="connsiteY0" fmla="*/ 0 h 61859"/>
                <a:gd name="connsiteX1" fmla="*/ 19545 w 19545"/>
                <a:gd name="connsiteY1" fmla="*/ 0 h 61859"/>
                <a:gd name="connsiteX2" fmla="*/ 19545 w 19545"/>
                <a:gd name="connsiteY2" fmla="*/ 61859 h 61859"/>
                <a:gd name="connsiteX3" fmla="*/ 0 w 19545"/>
                <a:gd name="connsiteY3" fmla="*/ 61859 h 61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45" h="61859">
                  <a:moveTo>
                    <a:pt x="0" y="0"/>
                  </a:moveTo>
                  <a:lnTo>
                    <a:pt x="19545" y="0"/>
                  </a:lnTo>
                  <a:lnTo>
                    <a:pt x="19545" y="61859"/>
                  </a:lnTo>
                  <a:lnTo>
                    <a:pt x="0" y="61859"/>
                  </a:lnTo>
                  <a:close/>
                </a:path>
              </a:pathLst>
            </a:custGeom>
            <a:solidFill>
              <a:srgbClr val="FF000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E9AB4C1-C018-4C5F-A016-1CD119654F3E}"/>
                </a:ext>
              </a:extLst>
            </p:cNvPr>
            <p:cNvSpPr/>
            <p:nvPr/>
          </p:nvSpPr>
          <p:spPr>
            <a:xfrm rot="21573600">
              <a:off x="3256372" y="2010601"/>
              <a:ext cx="18830" cy="78903"/>
            </a:xfrm>
            <a:custGeom>
              <a:avLst/>
              <a:gdLst>
                <a:gd name="connsiteX0" fmla="*/ 0 w 19476"/>
                <a:gd name="connsiteY0" fmla="*/ 0 h 81610"/>
                <a:gd name="connsiteX1" fmla="*/ 19477 w 19476"/>
                <a:gd name="connsiteY1" fmla="*/ 0 h 81610"/>
                <a:gd name="connsiteX2" fmla="*/ 19477 w 19476"/>
                <a:gd name="connsiteY2" fmla="*/ 81610 h 81610"/>
                <a:gd name="connsiteX3" fmla="*/ 0 w 19476"/>
                <a:gd name="connsiteY3" fmla="*/ 81610 h 8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76" h="81610">
                  <a:moveTo>
                    <a:pt x="0" y="0"/>
                  </a:moveTo>
                  <a:lnTo>
                    <a:pt x="19477" y="0"/>
                  </a:lnTo>
                  <a:lnTo>
                    <a:pt x="19477" y="81610"/>
                  </a:lnTo>
                  <a:lnTo>
                    <a:pt x="0" y="81610"/>
                  </a:lnTo>
                  <a:close/>
                </a:path>
              </a:pathLst>
            </a:custGeom>
            <a:solidFill>
              <a:srgbClr val="00683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C42E755-F81E-4D03-BC36-02E40CF8F2AF}"/>
                </a:ext>
              </a:extLst>
            </p:cNvPr>
            <p:cNvSpPr/>
            <p:nvPr/>
          </p:nvSpPr>
          <p:spPr>
            <a:xfrm rot="21565624">
              <a:off x="3278458" y="1986662"/>
              <a:ext cx="19097" cy="97937"/>
            </a:xfrm>
            <a:custGeom>
              <a:avLst/>
              <a:gdLst>
                <a:gd name="connsiteX0" fmla="*/ 0 w 19752"/>
                <a:gd name="connsiteY0" fmla="*/ -1 h 101297"/>
                <a:gd name="connsiteX1" fmla="*/ 19753 w 19752"/>
                <a:gd name="connsiteY1" fmla="*/ -1 h 101297"/>
                <a:gd name="connsiteX2" fmla="*/ 19753 w 19752"/>
                <a:gd name="connsiteY2" fmla="*/ 101297 h 101297"/>
                <a:gd name="connsiteX3" fmla="*/ 0 w 19752"/>
                <a:gd name="connsiteY3" fmla="*/ 101297 h 101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2" h="101297">
                  <a:moveTo>
                    <a:pt x="0" y="-1"/>
                  </a:moveTo>
                  <a:lnTo>
                    <a:pt x="19753" y="-1"/>
                  </a:lnTo>
                  <a:lnTo>
                    <a:pt x="19753" y="101297"/>
                  </a:lnTo>
                  <a:lnTo>
                    <a:pt x="0" y="101297"/>
                  </a:lnTo>
                  <a:close/>
                </a:path>
              </a:pathLst>
            </a:custGeom>
            <a:solidFill>
              <a:srgbClr val="FBA22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4FEEB69-C359-43E4-ABDB-F2F46000181D}"/>
                </a:ext>
              </a:extLst>
            </p:cNvPr>
            <p:cNvSpPr/>
            <p:nvPr/>
          </p:nvSpPr>
          <p:spPr>
            <a:xfrm>
              <a:off x="3368710" y="1954665"/>
              <a:ext cx="162607" cy="135753"/>
            </a:xfrm>
            <a:custGeom>
              <a:avLst/>
              <a:gdLst>
                <a:gd name="connsiteX0" fmla="*/ 151370 w 168185"/>
                <a:gd name="connsiteY0" fmla="*/ 14 h 140410"/>
                <a:gd name="connsiteX1" fmla="*/ 13730 w 168185"/>
                <a:gd name="connsiteY1" fmla="*/ 3168 h 140410"/>
                <a:gd name="connsiteX2" fmla="*/ 0 w 168185"/>
                <a:gd name="connsiteY2" fmla="*/ 16871 h 140410"/>
                <a:gd name="connsiteX3" fmla="*/ 14 w 168185"/>
                <a:gd name="connsiteY3" fmla="*/ 17502 h 140410"/>
                <a:gd name="connsiteX4" fmla="*/ 2551 w 168185"/>
                <a:gd name="connsiteY4" fmla="*/ 126681 h 140410"/>
                <a:gd name="connsiteX5" fmla="*/ 16253 w 168185"/>
                <a:gd name="connsiteY5" fmla="*/ 140411 h 140410"/>
                <a:gd name="connsiteX6" fmla="*/ 16816 w 168185"/>
                <a:gd name="connsiteY6" fmla="*/ 140397 h 140410"/>
                <a:gd name="connsiteX7" fmla="*/ 154456 w 168185"/>
                <a:gd name="connsiteY7" fmla="*/ 137242 h 140410"/>
                <a:gd name="connsiteX8" fmla="*/ 168186 w 168185"/>
                <a:gd name="connsiteY8" fmla="*/ 123540 h 140410"/>
                <a:gd name="connsiteX9" fmla="*/ 168172 w 168185"/>
                <a:gd name="connsiteY9" fmla="*/ 122909 h 140410"/>
                <a:gd name="connsiteX10" fmla="*/ 165634 w 168185"/>
                <a:gd name="connsiteY10" fmla="*/ 13730 h 140410"/>
                <a:gd name="connsiteX11" fmla="*/ 151932 w 168185"/>
                <a:gd name="connsiteY11" fmla="*/ 0 h 140410"/>
                <a:gd name="connsiteX12" fmla="*/ 151370 w 168185"/>
                <a:gd name="connsiteY12" fmla="*/ 14 h 140410"/>
                <a:gd name="connsiteX13" fmla="*/ 161383 w 168185"/>
                <a:gd name="connsiteY13" fmla="*/ 13730 h 140410"/>
                <a:gd name="connsiteX14" fmla="*/ 161383 w 168185"/>
                <a:gd name="connsiteY14" fmla="*/ 26897 h 140410"/>
                <a:gd name="connsiteX15" fmla="*/ 124349 w 168185"/>
                <a:gd name="connsiteY15" fmla="*/ 27720 h 140410"/>
                <a:gd name="connsiteX16" fmla="*/ 123801 w 168185"/>
                <a:gd name="connsiteY16" fmla="*/ 4883 h 140410"/>
                <a:gd name="connsiteX17" fmla="*/ 151233 w 168185"/>
                <a:gd name="connsiteY17" fmla="*/ 4197 h 140410"/>
                <a:gd name="connsiteX18" fmla="*/ 161376 w 168185"/>
                <a:gd name="connsiteY18" fmla="*/ 13654 h 140410"/>
                <a:gd name="connsiteX19" fmla="*/ 161383 w 168185"/>
                <a:gd name="connsiteY19" fmla="*/ 13798 h 140410"/>
                <a:gd name="connsiteX20" fmla="*/ 83887 w 168185"/>
                <a:gd name="connsiteY20" fmla="*/ 49254 h 140410"/>
                <a:gd name="connsiteX21" fmla="*/ 83407 w 168185"/>
                <a:gd name="connsiteY21" fmla="*/ 29160 h 140410"/>
                <a:gd name="connsiteX22" fmla="*/ 103569 w 168185"/>
                <a:gd name="connsiteY22" fmla="*/ 28680 h 140410"/>
                <a:gd name="connsiteX23" fmla="*/ 103981 w 168185"/>
                <a:gd name="connsiteY23" fmla="*/ 48774 h 140410"/>
                <a:gd name="connsiteX24" fmla="*/ 104050 w 168185"/>
                <a:gd name="connsiteY24" fmla="*/ 49254 h 140410"/>
                <a:gd name="connsiteX25" fmla="*/ 104461 w 168185"/>
                <a:gd name="connsiteY25" fmla="*/ 69417 h 140410"/>
                <a:gd name="connsiteX26" fmla="*/ 84367 w 168185"/>
                <a:gd name="connsiteY26" fmla="*/ 69828 h 140410"/>
                <a:gd name="connsiteX27" fmla="*/ 83887 w 168185"/>
                <a:gd name="connsiteY27" fmla="*/ 49734 h 140410"/>
                <a:gd name="connsiteX28" fmla="*/ 83476 w 168185"/>
                <a:gd name="connsiteY28" fmla="*/ 49254 h 140410"/>
                <a:gd name="connsiteX29" fmla="*/ 63382 w 168185"/>
                <a:gd name="connsiteY29" fmla="*/ 49734 h 140410"/>
                <a:gd name="connsiteX30" fmla="*/ 62902 w 168185"/>
                <a:gd name="connsiteY30" fmla="*/ 29640 h 140410"/>
                <a:gd name="connsiteX31" fmla="*/ 82995 w 168185"/>
                <a:gd name="connsiteY31" fmla="*/ 29160 h 140410"/>
                <a:gd name="connsiteX32" fmla="*/ 83476 w 168185"/>
                <a:gd name="connsiteY32" fmla="*/ 49734 h 140410"/>
                <a:gd name="connsiteX33" fmla="*/ 83956 w 168185"/>
                <a:gd name="connsiteY33" fmla="*/ 69897 h 140410"/>
                <a:gd name="connsiteX34" fmla="*/ 63793 w 168185"/>
                <a:gd name="connsiteY34" fmla="*/ 70308 h 140410"/>
                <a:gd name="connsiteX35" fmla="*/ 63382 w 168185"/>
                <a:gd name="connsiteY35" fmla="*/ 50214 h 140410"/>
                <a:gd name="connsiteX36" fmla="*/ 63313 w 168185"/>
                <a:gd name="connsiteY36" fmla="*/ 70308 h 140410"/>
                <a:gd name="connsiteX37" fmla="*/ 43219 w 168185"/>
                <a:gd name="connsiteY37" fmla="*/ 70720 h 140410"/>
                <a:gd name="connsiteX38" fmla="*/ 42739 w 168185"/>
                <a:gd name="connsiteY38" fmla="*/ 50626 h 140410"/>
                <a:gd name="connsiteX39" fmla="*/ 62902 w 168185"/>
                <a:gd name="connsiteY39" fmla="*/ 50146 h 140410"/>
                <a:gd name="connsiteX40" fmla="*/ 63313 w 168185"/>
                <a:gd name="connsiteY40" fmla="*/ 70788 h 140410"/>
                <a:gd name="connsiteX41" fmla="*/ 63724 w 168185"/>
                <a:gd name="connsiteY41" fmla="*/ 90882 h 140410"/>
                <a:gd name="connsiteX42" fmla="*/ 43631 w 168185"/>
                <a:gd name="connsiteY42" fmla="*/ 91362 h 140410"/>
                <a:gd name="connsiteX43" fmla="*/ 43150 w 168185"/>
                <a:gd name="connsiteY43" fmla="*/ 71200 h 140410"/>
                <a:gd name="connsiteX44" fmla="*/ 63724 w 168185"/>
                <a:gd name="connsiteY44" fmla="*/ 70788 h 140410"/>
                <a:gd name="connsiteX45" fmla="*/ 83887 w 168185"/>
                <a:gd name="connsiteY45" fmla="*/ 70377 h 140410"/>
                <a:gd name="connsiteX46" fmla="*/ 84367 w 168185"/>
                <a:gd name="connsiteY46" fmla="*/ 90471 h 140410"/>
                <a:gd name="connsiteX47" fmla="*/ 64205 w 168185"/>
                <a:gd name="connsiteY47" fmla="*/ 90951 h 140410"/>
                <a:gd name="connsiteX48" fmla="*/ 84298 w 168185"/>
                <a:gd name="connsiteY48" fmla="*/ 90951 h 140410"/>
                <a:gd name="connsiteX49" fmla="*/ 84779 w 168185"/>
                <a:gd name="connsiteY49" fmla="*/ 111113 h 140410"/>
                <a:gd name="connsiteX50" fmla="*/ 64616 w 168185"/>
                <a:gd name="connsiteY50" fmla="*/ 111525 h 140410"/>
                <a:gd name="connsiteX51" fmla="*/ 64136 w 168185"/>
                <a:gd name="connsiteY51" fmla="*/ 91431 h 140410"/>
                <a:gd name="connsiteX52" fmla="*/ 84779 w 168185"/>
                <a:gd name="connsiteY52" fmla="*/ 90951 h 140410"/>
                <a:gd name="connsiteX53" fmla="*/ 104872 w 168185"/>
                <a:gd name="connsiteY53" fmla="*/ 90471 h 140410"/>
                <a:gd name="connsiteX54" fmla="*/ 105353 w 168185"/>
                <a:gd name="connsiteY54" fmla="*/ 110633 h 140410"/>
                <a:gd name="connsiteX55" fmla="*/ 85259 w 168185"/>
                <a:gd name="connsiteY55" fmla="*/ 111045 h 140410"/>
                <a:gd name="connsiteX56" fmla="*/ 84779 w 168185"/>
                <a:gd name="connsiteY56" fmla="*/ 90471 h 140410"/>
                <a:gd name="connsiteX57" fmla="*/ 84298 w 168185"/>
                <a:gd name="connsiteY57" fmla="*/ 70377 h 140410"/>
                <a:gd name="connsiteX58" fmla="*/ 104393 w 168185"/>
                <a:gd name="connsiteY58" fmla="*/ 69897 h 140410"/>
                <a:gd name="connsiteX59" fmla="*/ 104872 w 168185"/>
                <a:gd name="connsiteY59" fmla="*/ 89991 h 140410"/>
                <a:gd name="connsiteX60" fmla="*/ 104872 w 168185"/>
                <a:gd name="connsiteY60" fmla="*/ 69897 h 140410"/>
                <a:gd name="connsiteX61" fmla="*/ 125035 w 168185"/>
                <a:gd name="connsiteY61" fmla="*/ 69417 h 140410"/>
                <a:gd name="connsiteX62" fmla="*/ 125515 w 168185"/>
                <a:gd name="connsiteY62" fmla="*/ 89511 h 140410"/>
                <a:gd name="connsiteX63" fmla="*/ 105353 w 168185"/>
                <a:gd name="connsiteY63" fmla="*/ 89991 h 140410"/>
                <a:gd name="connsiteX64" fmla="*/ 104872 w 168185"/>
                <a:gd name="connsiteY64" fmla="*/ 69417 h 140410"/>
                <a:gd name="connsiteX65" fmla="*/ 104393 w 168185"/>
                <a:gd name="connsiteY65" fmla="*/ 49254 h 140410"/>
                <a:gd name="connsiteX66" fmla="*/ 124555 w 168185"/>
                <a:gd name="connsiteY66" fmla="*/ 48774 h 140410"/>
                <a:gd name="connsiteX67" fmla="*/ 125035 w 168185"/>
                <a:gd name="connsiteY67" fmla="*/ 68937 h 140410"/>
                <a:gd name="connsiteX68" fmla="*/ 104393 w 168185"/>
                <a:gd name="connsiteY68" fmla="*/ 48843 h 140410"/>
                <a:gd name="connsiteX69" fmla="*/ 103981 w 168185"/>
                <a:gd name="connsiteY69" fmla="*/ 28749 h 140410"/>
                <a:gd name="connsiteX70" fmla="*/ 124075 w 168185"/>
                <a:gd name="connsiteY70" fmla="*/ 28269 h 140410"/>
                <a:gd name="connsiteX71" fmla="*/ 124555 w 168185"/>
                <a:gd name="connsiteY71" fmla="*/ 48363 h 140410"/>
                <a:gd name="connsiteX72" fmla="*/ 103912 w 168185"/>
                <a:gd name="connsiteY72" fmla="*/ 28269 h 140410"/>
                <a:gd name="connsiteX73" fmla="*/ 103432 w 168185"/>
                <a:gd name="connsiteY73" fmla="*/ 5431 h 140410"/>
                <a:gd name="connsiteX74" fmla="*/ 123526 w 168185"/>
                <a:gd name="connsiteY74" fmla="*/ 4951 h 140410"/>
                <a:gd name="connsiteX75" fmla="*/ 124075 w 168185"/>
                <a:gd name="connsiteY75" fmla="*/ 27789 h 140410"/>
                <a:gd name="connsiteX76" fmla="*/ 103432 w 168185"/>
                <a:gd name="connsiteY76" fmla="*/ 28269 h 140410"/>
                <a:gd name="connsiteX77" fmla="*/ 83338 w 168185"/>
                <a:gd name="connsiteY77" fmla="*/ 28749 h 140410"/>
                <a:gd name="connsiteX78" fmla="*/ 82790 w 168185"/>
                <a:gd name="connsiteY78" fmla="*/ 5843 h 140410"/>
                <a:gd name="connsiteX79" fmla="*/ 102952 w 168185"/>
                <a:gd name="connsiteY79" fmla="*/ 5431 h 140410"/>
                <a:gd name="connsiteX80" fmla="*/ 82858 w 168185"/>
                <a:gd name="connsiteY80" fmla="*/ 28749 h 140410"/>
                <a:gd name="connsiteX81" fmla="*/ 62696 w 168185"/>
                <a:gd name="connsiteY81" fmla="*/ 29229 h 140410"/>
                <a:gd name="connsiteX82" fmla="*/ 62216 w 168185"/>
                <a:gd name="connsiteY82" fmla="*/ 6323 h 140410"/>
                <a:gd name="connsiteX83" fmla="*/ 82310 w 168185"/>
                <a:gd name="connsiteY83" fmla="*/ 5912 h 140410"/>
                <a:gd name="connsiteX84" fmla="*/ 62284 w 168185"/>
                <a:gd name="connsiteY84" fmla="*/ 29229 h 140410"/>
                <a:gd name="connsiteX85" fmla="*/ 42122 w 168185"/>
                <a:gd name="connsiteY85" fmla="*/ 29640 h 140410"/>
                <a:gd name="connsiteX86" fmla="*/ 41573 w 168185"/>
                <a:gd name="connsiteY86" fmla="*/ 6803 h 140410"/>
                <a:gd name="connsiteX87" fmla="*/ 61736 w 168185"/>
                <a:gd name="connsiteY87" fmla="*/ 6323 h 140410"/>
                <a:gd name="connsiteX88" fmla="*/ 62284 w 168185"/>
                <a:gd name="connsiteY88" fmla="*/ 29709 h 140410"/>
                <a:gd name="connsiteX89" fmla="*/ 62764 w 168185"/>
                <a:gd name="connsiteY89" fmla="*/ 49803 h 140410"/>
                <a:gd name="connsiteX90" fmla="*/ 42602 w 168185"/>
                <a:gd name="connsiteY90" fmla="*/ 50283 h 140410"/>
                <a:gd name="connsiteX91" fmla="*/ 42122 w 168185"/>
                <a:gd name="connsiteY91" fmla="*/ 30120 h 140410"/>
                <a:gd name="connsiteX92" fmla="*/ 42122 w 168185"/>
                <a:gd name="connsiteY92" fmla="*/ 50283 h 140410"/>
                <a:gd name="connsiteX93" fmla="*/ 5089 w 168185"/>
                <a:gd name="connsiteY93" fmla="*/ 51174 h 140410"/>
                <a:gd name="connsiteX94" fmla="*/ 4609 w 168185"/>
                <a:gd name="connsiteY94" fmla="*/ 31012 h 140410"/>
                <a:gd name="connsiteX95" fmla="*/ 41642 w 168185"/>
                <a:gd name="connsiteY95" fmla="*/ 30189 h 140410"/>
                <a:gd name="connsiteX96" fmla="*/ 42122 w 168185"/>
                <a:gd name="connsiteY96" fmla="*/ 50763 h 140410"/>
                <a:gd name="connsiteX97" fmla="*/ 42602 w 168185"/>
                <a:gd name="connsiteY97" fmla="*/ 70857 h 140410"/>
                <a:gd name="connsiteX98" fmla="*/ 5569 w 168185"/>
                <a:gd name="connsiteY98" fmla="*/ 71748 h 140410"/>
                <a:gd name="connsiteX99" fmla="*/ 5089 w 168185"/>
                <a:gd name="connsiteY99" fmla="*/ 51586 h 140410"/>
                <a:gd name="connsiteX100" fmla="*/ 42602 w 168185"/>
                <a:gd name="connsiteY100" fmla="*/ 71337 h 140410"/>
                <a:gd name="connsiteX101" fmla="*/ 43082 w 168185"/>
                <a:gd name="connsiteY101" fmla="*/ 91499 h 140410"/>
                <a:gd name="connsiteX102" fmla="*/ 5980 w 168185"/>
                <a:gd name="connsiteY102" fmla="*/ 92322 h 140410"/>
                <a:gd name="connsiteX103" fmla="*/ 5569 w 168185"/>
                <a:gd name="connsiteY103" fmla="*/ 72228 h 140410"/>
                <a:gd name="connsiteX104" fmla="*/ 43082 w 168185"/>
                <a:gd name="connsiteY104" fmla="*/ 91911 h 140410"/>
                <a:gd name="connsiteX105" fmla="*/ 43562 w 168185"/>
                <a:gd name="connsiteY105" fmla="*/ 112073 h 140410"/>
                <a:gd name="connsiteX106" fmla="*/ 6460 w 168185"/>
                <a:gd name="connsiteY106" fmla="*/ 112896 h 140410"/>
                <a:gd name="connsiteX107" fmla="*/ 6049 w 168185"/>
                <a:gd name="connsiteY107" fmla="*/ 92734 h 140410"/>
                <a:gd name="connsiteX108" fmla="*/ 43562 w 168185"/>
                <a:gd name="connsiteY108" fmla="*/ 91911 h 140410"/>
                <a:gd name="connsiteX109" fmla="*/ 63656 w 168185"/>
                <a:gd name="connsiteY109" fmla="*/ 91431 h 140410"/>
                <a:gd name="connsiteX110" fmla="*/ 64136 w 168185"/>
                <a:gd name="connsiteY110" fmla="*/ 111525 h 140410"/>
                <a:gd name="connsiteX111" fmla="*/ 44042 w 168185"/>
                <a:gd name="connsiteY111" fmla="*/ 112005 h 140410"/>
                <a:gd name="connsiteX112" fmla="*/ 64136 w 168185"/>
                <a:gd name="connsiteY112" fmla="*/ 112073 h 140410"/>
                <a:gd name="connsiteX113" fmla="*/ 64685 w 168185"/>
                <a:gd name="connsiteY113" fmla="*/ 134911 h 140410"/>
                <a:gd name="connsiteX114" fmla="*/ 44522 w 168185"/>
                <a:gd name="connsiteY114" fmla="*/ 135322 h 140410"/>
                <a:gd name="connsiteX115" fmla="*/ 44042 w 168185"/>
                <a:gd name="connsiteY115" fmla="*/ 112485 h 140410"/>
                <a:gd name="connsiteX116" fmla="*/ 64616 w 168185"/>
                <a:gd name="connsiteY116" fmla="*/ 112073 h 140410"/>
                <a:gd name="connsiteX117" fmla="*/ 84779 w 168185"/>
                <a:gd name="connsiteY117" fmla="*/ 111662 h 140410"/>
                <a:gd name="connsiteX118" fmla="*/ 85259 w 168185"/>
                <a:gd name="connsiteY118" fmla="*/ 134499 h 140410"/>
                <a:gd name="connsiteX119" fmla="*/ 65165 w 168185"/>
                <a:gd name="connsiteY119" fmla="*/ 134911 h 140410"/>
                <a:gd name="connsiteX120" fmla="*/ 85190 w 168185"/>
                <a:gd name="connsiteY120" fmla="*/ 111593 h 140410"/>
                <a:gd name="connsiteX121" fmla="*/ 105284 w 168185"/>
                <a:gd name="connsiteY121" fmla="*/ 111182 h 140410"/>
                <a:gd name="connsiteX122" fmla="*/ 105833 w 168185"/>
                <a:gd name="connsiteY122" fmla="*/ 134019 h 140410"/>
                <a:gd name="connsiteX123" fmla="*/ 85670 w 168185"/>
                <a:gd name="connsiteY123" fmla="*/ 134499 h 140410"/>
                <a:gd name="connsiteX124" fmla="*/ 105764 w 168185"/>
                <a:gd name="connsiteY124" fmla="*/ 111113 h 140410"/>
                <a:gd name="connsiteX125" fmla="*/ 125927 w 168185"/>
                <a:gd name="connsiteY125" fmla="*/ 110702 h 140410"/>
                <a:gd name="connsiteX126" fmla="*/ 126407 w 168185"/>
                <a:gd name="connsiteY126" fmla="*/ 133539 h 140410"/>
                <a:gd name="connsiteX127" fmla="*/ 106313 w 168185"/>
                <a:gd name="connsiteY127" fmla="*/ 134019 h 140410"/>
                <a:gd name="connsiteX128" fmla="*/ 105764 w 168185"/>
                <a:gd name="connsiteY128" fmla="*/ 110633 h 140410"/>
                <a:gd name="connsiteX129" fmla="*/ 105284 w 168185"/>
                <a:gd name="connsiteY129" fmla="*/ 90539 h 140410"/>
                <a:gd name="connsiteX130" fmla="*/ 125446 w 168185"/>
                <a:gd name="connsiteY130" fmla="*/ 90059 h 140410"/>
                <a:gd name="connsiteX131" fmla="*/ 125858 w 168185"/>
                <a:gd name="connsiteY131" fmla="*/ 110222 h 140410"/>
                <a:gd name="connsiteX132" fmla="*/ 125927 w 168185"/>
                <a:gd name="connsiteY132" fmla="*/ 90059 h 140410"/>
                <a:gd name="connsiteX133" fmla="*/ 162960 w 168185"/>
                <a:gd name="connsiteY133" fmla="*/ 89236 h 140410"/>
                <a:gd name="connsiteX134" fmla="*/ 163440 w 168185"/>
                <a:gd name="connsiteY134" fmla="*/ 109330 h 140410"/>
                <a:gd name="connsiteX135" fmla="*/ 126338 w 168185"/>
                <a:gd name="connsiteY135" fmla="*/ 110222 h 140410"/>
                <a:gd name="connsiteX136" fmla="*/ 125927 w 168185"/>
                <a:gd name="connsiteY136" fmla="*/ 89579 h 140410"/>
                <a:gd name="connsiteX137" fmla="*/ 125446 w 168185"/>
                <a:gd name="connsiteY137" fmla="*/ 69485 h 140410"/>
                <a:gd name="connsiteX138" fmla="*/ 162480 w 168185"/>
                <a:gd name="connsiteY138" fmla="*/ 68594 h 140410"/>
                <a:gd name="connsiteX139" fmla="*/ 162960 w 168185"/>
                <a:gd name="connsiteY139" fmla="*/ 88756 h 140410"/>
                <a:gd name="connsiteX140" fmla="*/ 125446 w 168185"/>
                <a:gd name="connsiteY140" fmla="*/ 69005 h 140410"/>
                <a:gd name="connsiteX141" fmla="*/ 124967 w 168185"/>
                <a:gd name="connsiteY141" fmla="*/ 48843 h 140410"/>
                <a:gd name="connsiteX142" fmla="*/ 162000 w 168185"/>
                <a:gd name="connsiteY142" fmla="*/ 48020 h 140410"/>
                <a:gd name="connsiteX143" fmla="*/ 162480 w 168185"/>
                <a:gd name="connsiteY143" fmla="*/ 68114 h 140410"/>
                <a:gd name="connsiteX144" fmla="*/ 124967 w 168185"/>
                <a:gd name="connsiteY144" fmla="*/ 48431 h 140410"/>
                <a:gd name="connsiteX145" fmla="*/ 124486 w 168185"/>
                <a:gd name="connsiteY145" fmla="*/ 28337 h 140410"/>
                <a:gd name="connsiteX146" fmla="*/ 161520 w 168185"/>
                <a:gd name="connsiteY146" fmla="*/ 27446 h 140410"/>
                <a:gd name="connsiteX147" fmla="*/ 162000 w 168185"/>
                <a:gd name="connsiteY147" fmla="*/ 47608 h 140410"/>
                <a:gd name="connsiteX148" fmla="*/ 13730 w 168185"/>
                <a:gd name="connsiteY148" fmla="*/ 7283 h 140410"/>
                <a:gd name="connsiteX149" fmla="*/ 41162 w 168185"/>
                <a:gd name="connsiteY149" fmla="*/ 6597 h 140410"/>
                <a:gd name="connsiteX150" fmla="*/ 41642 w 168185"/>
                <a:gd name="connsiteY150" fmla="*/ 29503 h 140410"/>
                <a:gd name="connsiteX151" fmla="*/ 4609 w 168185"/>
                <a:gd name="connsiteY151" fmla="*/ 30326 h 140410"/>
                <a:gd name="connsiteX152" fmla="*/ 4266 w 168185"/>
                <a:gd name="connsiteY152" fmla="*/ 17227 h 140410"/>
                <a:gd name="connsiteX153" fmla="*/ 13867 w 168185"/>
                <a:gd name="connsiteY153" fmla="*/ 7489 h 140410"/>
                <a:gd name="connsiteX154" fmla="*/ 6872 w 168185"/>
                <a:gd name="connsiteY154" fmla="*/ 126338 h 140410"/>
                <a:gd name="connsiteX155" fmla="*/ 6872 w 168185"/>
                <a:gd name="connsiteY155" fmla="*/ 113239 h 140410"/>
                <a:gd name="connsiteX156" fmla="*/ 43905 w 168185"/>
                <a:gd name="connsiteY156" fmla="*/ 112348 h 140410"/>
                <a:gd name="connsiteX157" fmla="*/ 44454 w 168185"/>
                <a:gd name="connsiteY157" fmla="*/ 135253 h 140410"/>
                <a:gd name="connsiteX158" fmla="*/ 17022 w 168185"/>
                <a:gd name="connsiteY158" fmla="*/ 135871 h 140410"/>
                <a:gd name="connsiteX159" fmla="*/ 6872 w 168185"/>
                <a:gd name="connsiteY159" fmla="*/ 126544 h 140410"/>
                <a:gd name="connsiteX160" fmla="*/ 154387 w 168185"/>
                <a:gd name="connsiteY160" fmla="*/ 132716 h 140410"/>
                <a:gd name="connsiteX161" fmla="*/ 126955 w 168185"/>
                <a:gd name="connsiteY161" fmla="*/ 133333 h 140410"/>
                <a:gd name="connsiteX162" fmla="*/ 126475 w 168185"/>
                <a:gd name="connsiteY162" fmla="*/ 110496 h 140410"/>
                <a:gd name="connsiteX163" fmla="*/ 163509 w 168185"/>
                <a:gd name="connsiteY163" fmla="*/ 109605 h 140410"/>
                <a:gd name="connsiteX164" fmla="*/ 163509 w 168185"/>
                <a:gd name="connsiteY164" fmla="*/ 122772 h 140410"/>
                <a:gd name="connsiteX165" fmla="*/ 154387 w 168185"/>
                <a:gd name="connsiteY165" fmla="*/ 132922 h 1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</a:cxnLst>
              <a:rect l="l" t="t" r="r" b="b"/>
              <a:pathLst>
                <a:path w="168185" h="140410">
                  <a:moveTo>
                    <a:pt x="151370" y="14"/>
                  </a:moveTo>
                  <a:lnTo>
                    <a:pt x="13730" y="3168"/>
                  </a:lnTo>
                  <a:cubicBezTo>
                    <a:pt x="6152" y="3162"/>
                    <a:pt x="7" y="9293"/>
                    <a:pt x="0" y="16871"/>
                  </a:cubicBezTo>
                  <a:cubicBezTo>
                    <a:pt x="0" y="17083"/>
                    <a:pt x="7" y="17289"/>
                    <a:pt x="14" y="17502"/>
                  </a:cubicBezTo>
                  <a:lnTo>
                    <a:pt x="2551" y="126681"/>
                  </a:lnTo>
                  <a:cubicBezTo>
                    <a:pt x="2544" y="134259"/>
                    <a:pt x="8682" y="140404"/>
                    <a:pt x="16253" y="140411"/>
                  </a:cubicBezTo>
                  <a:cubicBezTo>
                    <a:pt x="16446" y="140411"/>
                    <a:pt x="16631" y="140404"/>
                    <a:pt x="16816" y="140397"/>
                  </a:cubicBezTo>
                  <a:lnTo>
                    <a:pt x="154456" y="137242"/>
                  </a:lnTo>
                  <a:cubicBezTo>
                    <a:pt x="162034" y="137249"/>
                    <a:pt x="168179" y="131118"/>
                    <a:pt x="168186" y="123540"/>
                  </a:cubicBezTo>
                  <a:cubicBezTo>
                    <a:pt x="168186" y="123327"/>
                    <a:pt x="168179" y="123122"/>
                    <a:pt x="168172" y="122909"/>
                  </a:cubicBezTo>
                  <a:lnTo>
                    <a:pt x="165634" y="13730"/>
                  </a:lnTo>
                  <a:cubicBezTo>
                    <a:pt x="165641" y="6152"/>
                    <a:pt x="159503" y="7"/>
                    <a:pt x="151932" y="0"/>
                  </a:cubicBezTo>
                  <a:cubicBezTo>
                    <a:pt x="151740" y="0"/>
                    <a:pt x="151555" y="7"/>
                    <a:pt x="151370" y="14"/>
                  </a:cubicBezTo>
                  <a:close/>
                  <a:moveTo>
                    <a:pt x="161383" y="13730"/>
                  </a:moveTo>
                  <a:lnTo>
                    <a:pt x="161383" y="26897"/>
                  </a:lnTo>
                  <a:lnTo>
                    <a:pt x="124349" y="27720"/>
                  </a:lnTo>
                  <a:lnTo>
                    <a:pt x="123801" y="4883"/>
                  </a:lnTo>
                  <a:lnTo>
                    <a:pt x="151233" y="4197"/>
                  </a:lnTo>
                  <a:cubicBezTo>
                    <a:pt x="156644" y="4005"/>
                    <a:pt x="161190" y="8243"/>
                    <a:pt x="161376" y="13654"/>
                  </a:cubicBezTo>
                  <a:cubicBezTo>
                    <a:pt x="161383" y="13702"/>
                    <a:pt x="161383" y="13750"/>
                    <a:pt x="161383" y="13798"/>
                  </a:cubicBezTo>
                  <a:close/>
                  <a:moveTo>
                    <a:pt x="83887" y="49254"/>
                  </a:moveTo>
                  <a:lnTo>
                    <a:pt x="83407" y="29160"/>
                  </a:lnTo>
                  <a:lnTo>
                    <a:pt x="103569" y="28680"/>
                  </a:lnTo>
                  <a:lnTo>
                    <a:pt x="103981" y="48774"/>
                  </a:lnTo>
                  <a:close/>
                  <a:moveTo>
                    <a:pt x="104050" y="49254"/>
                  </a:moveTo>
                  <a:lnTo>
                    <a:pt x="104461" y="69417"/>
                  </a:lnTo>
                  <a:lnTo>
                    <a:pt x="84367" y="69828"/>
                  </a:lnTo>
                  <a:lnTo>
                    <a:pt x="83887" y="49734"/>
                  </a:lnTo>
                  <a:close/>
                  <a:moveTo>
                    <a:pt x="83476" y="49254"/>
                  </a:moveTo>
                  <a:lnTo>
                    <a:pt x="63382" y="49734"/>
                  </a:lnTo>
                  <a:lnTo>
                    <a:pt x="62902" y="29640"/>
                  </a:lnTo>
                  <a:lnTo>
                    <a:pt x="82995" y="29160"/>
                  </a:lnTo>
                  <a:close/>
                  <a:moveTo>
                    <a:pt x="83476" y="49734"/>
                  </a:moveTo>
                  <a:lnTo>
                    <a:pt x="83956" y="69897"/>
                  </a:lnTo>
                  <a:lnTo>
                    <a:pt x="63793" y="70308"/>
                  </a:lnTo>
                  <a:lnTo>
                    <a:pt x="63382" y="50214"/>
                  </a:lnTo>
                  <a:close/>
                  <a:moveTo>
                    <a:pt x="63313" y="70308"/>
                  </a:moveTo>
                  <a:lnTo>
                    <a:pt x="43219" y="70720"/>
                  </a:lnTo>
                  <a:lnTo>
                    <a:pt x="42739" y="50626"/>
                  </a:lnTo>
                  <a:lnTo>
                    <a:pt x="62902" y="50146"/>
                  </a:lnTo>
                  <a:close/>
                  <a:moveTo>
                    <a:pt x="63313" y="70788"/>
                  </a:moveTo>
                  <a:lnTo>
                    <a:pt x="63724" y="90882"/>
                  </a:lnTo>
                  <a:lnTo>
                    <a:pt x="43631" y="91362"/>
                  </a:lnTo>
                  <a:lnTo>
                    <a:pt x="43150" y="71200"/>
                  </a:lnTo>
                  <a:close/>
                  <a:moveTo>
                    <a:pt x="63724" y="70788"/>
                  </a:moveTo>
                  <a:lnTo>
                    <a:pt x="83887" y="70377"/>
                  </a:lnTo>
                  <a:lnTo>
                    <a:pt x="84367" y="90471"/>
                  </a:lnTo>
                  <a:lnTo>
                    <a:pt x="64205" y="90951"/>
                  </a:lnTo>
                  <a:close/>
                  <a:moveTo>
                    <a:pt x="84298" y="90951"/>
                  </a:moveTo>
                  <a:lnTo>
                    <a:pt x="84779" y="111113"/>
                  </a:lnTo>
                  <a:lnTo>
                    <a:pt x="64616" y="111525"/>
                  </a:lnTo>
                  <a:lnTo>
                    <a:pt x="64136" y="91431"/>
                  </a:lnTo>
                  <a:close/>
                  <a:moveTo>
                    <a:pt x="84779" y="90951"/>
                  </a:moveTo>
                  <a:lnTo>
                    <a:pt x="104872" y="90471"/>
                  </a:lnTo>
                  <a:lnTo>
                    <a:pt x="105353" y="110633"/>
                  </a:lnTo>
                  <a:lnTo>
                    <a:pt x="85259" y="111045"/>
                  </a:lnTo>
                  <a:close/>
                  <a:moveTo>
                    <a:pt x="84779" y="90471"/>
                  </a:moveTo>
                  <a:lnTo>
                    <a:pt x="84298" y="70377"/>
                  </a:lnTo>
                  <a:lnTo>
                    <a:pt x="104393" y="69897"/>
                  </a:lnTo>
                  <a:lnTo>
                    <a:pt x="104872" y="89991"/>
                  </a:lnTo>
                  <a:close/>
                  <a:moveTo>
                    <a:pt x="104872" y="69897"/>
                  </a:moveTo>
                  <a:lnTo>
                    <a:pt x="125035" y="69417"/>
                  </a:lnTo>
                  <a:lnTo>
                    <a:pt x="125515" y="89511"/>
                  </a:lnTo>
                  <a:lnTo>
                    <a:pt x="105353" y="89991"/>
                  </a:lnTo>
                  <a:close/>
                  <a:moveTo>
                    <a:pt x="104872" y="69417"/>
                  </a:moveTo>
                  <a:lnTo>
                    <a:pt x="104393" y="49254"/>
                  </a:lnTo>
                  <a:lnTo>
                    <a:pt x="124555" y="48774"/>
                  </a:lnTo>
                  <a:lnTo>
                    <a:pt x="125035" y="68937"/>
                  </a:lnTo>
                  <a:close/>
                  <a:moveTo>
                    <a:pt x="104393" y="48843"/>
                  </a:moveTo>
                  <a:lnTo>
                    <a:pt x="103981" y="28749"/>
                  </a:lnTo>
                  <a:lnTo>
                    <a:pt x="124075" y="28269"/>
                  </a:lnTo>
                  <a:lnTo>
                    <a:pt x="124555" y="48363"/>
                  </a:lnTo>
                  <a:close/>
                  <a:moveTo>
                    <a:pt x="103912" y="28269"/>
                  </a:moveTo>
                  <a:lnTo>
                    <a:pt x="103432" y="5431"/>
                  </a:lnTo>
                  <a:lnTo>
                    <a:pt x="123526" y="4951"/>
                  </a:lnTo>
                  <a:lnTo>
                    <a:pt x="124075" y="27789"/>
                  </a:lnTo>
                  <a:close/>
                  <a:moveTo>
                    <a:pt x="103432" y="28269"/>
                  </a:moveTo>
                  <a:lnTo>
                    <a:pt x="83338" y="28749"/>
                  </a:lnTo>
                  <a:lnTo>
                    <a:pt x="82790" y="5843"/>
                  </a:lnTo>
                  <a:lnTo>
                    <a:pt x="102952" y="5431"/>
                  </a:lnTo>
                  <a:close/>
                  <a:moveTo>
                    <a:pt x="82858" y="28749"/>
                  </a:moveTo>
                  <a:lnTo>
                    <a:pt x="62696" y="29229"/>
                  </a:lnTo>
                  <a:lnTo>
                    <a:pt x="62216" y="6323"/>
                  </a:lnTo>
                  <a:lnTo>
                    <a:pt x="82310" y="5912"/>
                  </a:lnTo>
                  <a:close/>
                  <a:moveTo>
                    <a:pt x="62284" y="29229"/>
                  </a:moveTo>
                  <a:lnTo>
                    <a:pt x="42122" y="29640"/>
                  </a:lnTo>
                  <a:lnTo>
                    <a:pt x="41573" y="6803"/>
                  </a:lnTo>
                  <a:lnTo>
                    <a:pt x="61736" y="6323"/>
                  </a:lnTo>
                  <a:close/>
                  <a:moveTo>
                    <a:pt x="62284" y="29709"/>
                  </a:moveTo>
                  <a:lnTo>
                    <a:pt x="62764" y="49803"/>
                  </a:lnTo>
                  <a:lnTo>
                    <a:pt x="42602" y="50283"/>
                  </a:lnTo>
                  <a:lnTo>
                    <a:pt x="42122" y="30120"/>
                  </a:lnTo>
                  <a:close/>
                  <a:moveTo>
                    <a:pt x="42122" y="50283"/>
                  </a:moveTo>
                  <a:lnTo>
                    <a:pt x="5089" y="51174"/>
                  </a:lnTo>
                  <a:lnTo>
                    <a:pt x="4609" y="31012"/>
                  </a:lnTo>
                  <a:lnTo>
                    <a:pt x="41642" y="30189"/>
                  </a:lnTo>
                  <a:close/>
                  <a:moveTo>
                    <a:pt x="42122" y="50763"/>
                  </a:moveTo>
                  <a:lnTo>
                    <a:pt x="42602" y="70857"/>
                  </a:lnTo>
                  <a:lnTo>
                    <a:pt x="5569" y="71748"/>
                  </a:lnTo>
                  <a:lnTo>
                    <a:pt x="5089" y="51586"/>
                  </a:lnTo>
                  <a:close/>
                  <a:moveTo>
                    <a:pt x="42602" y="71337"/>
                  </a:moveTo>
                  <a:lnTo>
                    <a:pt x="43082" y="91499"/>
                  </a:lnTo>
                  <a:lnTo>
                    <a:pt x="5980" y="92322"/>
                  </a:lnTo>
                  <a:lnTo>
                    <a:pt x="5569" y="72228"/>
                  </a:lnTo>
                  <a:close/>
                  <a:moveTo>
                    <a:pt x="43082" y="91911"/>
                  </a:moveTo>
                  <a:lnTo>
                    <a:pt x="43562" y="112073"/>
                  </a:lnTo>
                  <a:lnTo>
                    <a:pt x="6460" y="112896"/>
                  </a:lnTo>
                  <a:lnTo>
                    <a:pt x="6049" y="92734"/>
                  </a:lnTo>
                  <a:close/>
                  <a:moveTo>
                    <a:pt x="43562" y="91911"/>
                  </a:moveTo>
                  <a:lnTo>
                    <a:pt x="63656" y="91431"/>
                  </a:lnTo>
                  <a:lnTo>
                    <a:pt x="64136" y="111525"/>
                  </a:lnTo>
                  <a:lnTo>
                    <a:pt x="44042" y="112005"/>
                  </a:lnTo>
                  <a:close/>
                  <a:moveTo>
                    <a:pt x="64136" y="112073"/>
                  </a:moveTo>
                  <a:lnTo>
                    <a:pt x="64685" y="134911"/>
                  </a:lnTo>
                  <a:lnTo>
                    <a:pt x="44522" y="135322"/>
                  </a:lnTo>
                  <a:lnTo>
                    <a:pt x="44042" y="112485"/>
                  </a:lnTo>
                  <a:close/>
                  <a:moveTo>
                    <a:pt x="64616" y="112073"/>
                  </a:moveTo>
                  <a:lnTo>
                    <a:pt x="84779" y="111662"/>
                  </a:lnTo>
                  <a:lnTo>
                    <a:pt x="85259" y="134499"/>
                  </a:lnTo>
                  <a:lnTo>
                    <a:pt x="65165" y="134911"/>
                  </a:lnTo>
                  <a:close/>
                  <a:moveTo>
                    <a:pt x="85190" y="111593"/>
                  </a:moveTo>
                  <a:lnTo>
                    <a:pt x="105284" y="111182"/>
                  </a:lnTo>
                  <a:lnTo>
                    <a:pt x="105833" y="134019"/>
                  </a:lnTo>
                  <a:lnTo>
                    <a:pt x="85670" y="134499"/>
                  </a:lnTo>
                  <a:close/>
                  <a:moveTo>
                    <a:pt x="105764" y="111113"/>
                  </a:moveTo>
                  <a:lnTo>
                    <a:pt x="125927" y="110702"/>
                  </a:lnTo>
                  <a:lnTo>
                    <a:pt x="126407" y="133539"/>
                  </a:lnTo>
                  <a:lnTo>
                    <a:pt x="106313" y="134019"/>
                  </a:lnTo>
                  <a:close/>
                  <a:moveTo>
                    <a:pt x="105764" y="110633"/>
                  </a:moveTo>
                  <a:lnTo>
                    <a:pt x="105284" y="90539"/>
                  </a:lnTo>
                  <a:lnTo>
                    <a:pt x="125446" y="90059"/>
                  </a:lnTo>
                  <a:lnTo>
                    <a:pt x="125858" y="110222"/>
                  </a:lnTo>
                  <a:close/>
                  <a:moveTo>
                    <a:pt x="125927" y="90059"/>
                  </a:moveTo>
                  <a:lnTo>
                    <a:pt x="162960" y="89236"/>
                  </a:lnTo>
                  <a:lnTo>
                    <a:pt x="163440" y="109330"/>
                  </a:lnTo>
                  <a:lnTo>
                    <a:pt x="126338" y="110222"/>
                  </a:lnTo>
                  <a:close/>
                  <a:moveTo>
                    <a:pt x="125927" y="89579"/>
                  </a:moveTo>
                  <a:lnTo>
                    <a:pt x="125446" y="69485"/>
                  </a:lnTo>
                  <a:lnTo>
                    <a:pt x="162480" y="68594"/>
                  </a:lnTo>
                  <a:lnTo>
                    <a:pt x="162960" y="88756"/>
                  </a:lnTo>
                  <a:close/>
                  <a:moveTo>
                    <a:pt x="125446" y="69005"/>
                  </a:moveTo>
                  <a:lnTo>
                    <a:pt x="124967" y="48843"/>
                  </a:lnTo>
                  <a:lnTo>
                    <a:pt x="162000" y="48020"/>
                  </a:lnTo>
                  <a:lnTo>
                    <a:pt x="162480" y="68114"/>
                  </a:lnTo>
                  <a:close/>
                  <a:moveTo>
                    <a:pt x="124967" y="48431"/>
                  </a:moveTo>
                  <a:lnTo>
                    <a:pt x="124486" y="28337"/>
                  </a:lnTo>
                  <a:lnTo>
                    <a:pt x="161520" y="27446"/>
                  </a:lnTo>
                  <a:lnTo>
                    <a:pt x="162000" y="47608"/>
                  </a:lnTo>
                  <a:close/>
                  <a:moveTo>
                    <a:pt x="13730" y="7283"/>
                  </a:moveTo>
                  <a:lnTo>
                    <a:pt x="41162" y="6597"/>
                  </a:lnTo>
                  <a:lnTo>
                    <a:pt x="41642" y="29503"/>
                  </a:lnTo>
                  <a:lnTo>
                    <a:pt x="4609" y="30326"/>
                  </a:lnTo>
                  <a:lnTo>
                    <a:pt x="4266" y="17227"/>
                  </a:lnTo>
                  <a:cubicBezTo>
                    <a:pt x="4266" y="11899"/>
                    <a:pt x="8545" y="7564"/>
                    <a:pt x="13867" y="7489"/>
                  </a:cubicBezTo>
                  <a:close/>
                  <a:moveTo>
                    <a:pt x="6872" y="126338"/>
                  </a:moveTo>
                  <a:lnTo>
                    <a:pt x="6872" y="113239"/>
                  </a:lnTo>
                  <a:lnTo>
                    <a:pt x="43905" y="112348"/>
                  </a:lnTo>
                  <a:lnTo>
                    <a:pt x="44454" y="135253"/>
                  </a:lnTo>
                  <a:lnTo>
                    <a:pt x="17022" y="135871"/>
                  </a:lnTo>
                  <a:cubicBezTo>
                    <a:pt x="11659" y="136063"/>
                    <a:pt x="7132" y="131907"/>
                    <a:pt x="6872" y="126544"/>
                  </a:cubicBezTo>
                  <a:close/>
                  <a:moveTo>
                    <a:pt x="154387" y="132716"/>
                  </a:moveTo>
                  <a:lnTo>
                    <a:pt x="126955" y="133333"/>
                  </a:lnTo>
                  <a:lnTo>
                    <a:pt x="126475" y="110496"/>
                  </a:lnTo>
                  <a:lnTo>
                    <a:pt x="163509" y="109605"/>
                  </a:lnTo>
                  <a:lnTo>
                    <a:pt x="163509" y="122772"/>
                  </a:lnTo>
                  <a:cubicBezTo>
                    <a:pt x="163742" y="128073"/>
                    <a:pt x="159689" y="132593"/>
                    <a:pt x="154387" y="132922"/>
                  </a:cubicBezTo>
                  <a:close/>
                </a:path>
              </a:pathLst>
            </a:custGeom>
            <a:solidFill>
              <a:srgbClr val="1A1A1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3B527B8-F597-4896-8ABC-3593747C6859}"/>
                </a:ext>
              </a:extLst>
            </p:cNvPr>
            <p:cNvSpPr/>
            <p:nvPr/>
          </p:nvSpPr>
          <p:spPr>
            <a:xfrm>
              <a:off x="3393377" y="1976500"/>
              <a:ext cx="118209" cy="109795"/>
            </a:xfrm>
            <a:custGeom>
              <a:avLst/>
              <a:gdLst>
                <a:gd name="connsiteX0" fmla="*/ 2619 w 122264"/>
                <a:gd name="connsiteY0" fmla="*/ 113561 h 113561"/>
                <a:gd name="connsiteX1" fmla="*/ 1247 w 122264"/>
                <a:gd name="connsiteY1" fmla="*/ 113219 h 113561"/>
                <a:gd name="connsiteX2" fmla="*/ 356 w 122264"/>
                <a:gd name="connsiteY2" fmla="*/ 109515 h 113561"/>
                <a:gd name="connsiteX3" fmla="*/ 23124 w 122264"/>
                <a:gd name="connsiteY3" fmla="*/ 65555 h 113561"/>
                <a:gd name="connsiteX4" fmla="*/ 25045 w 122264"/>
                <a:gd name="connsiteY4" fmla="*/ 64047 h 113561"/>
                <a:gd name="connsiteX5" fmla="*/ 27376 w 122264"/>
                <a:gd name="connsiteY5" fmla="*/ 64664 h 113561"/>
                <a:gd name="connsiteX6" fmla="*/ 49596 w 122264"/>
                <a:gd name="connsiteY6" fmla="*/ 82563 h 113561"/>
                <a:gd name="connsiteX7" fmla="*/ 70787 w 122264"/>
                <a:gd name="connsiteY7" fmla="*/ 43336 h 113561"/>
                <a:gd name="connsiteX8" fmla="*/ 72776 w 122264"/>
                <a:gd name="connsiteY8" fmla="*/ 41895 h 113561"/>
                <a:gd name="connsiteX9" fmla="*/ 75108 w 122264"/>
                <a:gd name="connsiteY9" fmla="*/ 42444 h 113561"/>
                <a:gd name="connsiteX10" fmla="*/ 96231 w 122264"/>
                <a:gd name="connsiteY10" fmla="*/ 59932 h 113561"/>
                <a:gd name="connsiteX11" fmla="*/ 116805 w 122264"/>
                <a:gd name="connsiteY11" fmla="*/ 1913 h 113561"/>
                <a:gd name="connsiteX12" fmla="*/ 120247 w 122264"/>
                <a:gd name="connsiteY12" fmla="*/ 130 h 113561"/>
                <a:gd name="connsiteX13" fmla="*/ 120439 w 122264"/>
                <a:gd name="connsiteY13" fmla="*/ 199 h 113561"/>
                <a:gd name="connsiteX14" fmla="*/ 122106 w 122264"/>
                <a:gd name="connsiteY14" fmla="*/ 3703 h 113561"/>
                <a:gd name="connsiteX15" fmla="*/ 122085 w 122264"/>
                <a:gd name="connsiteY15" fmla="*/ 3765 h 113561"/>
                <a:gd name="connsiteX16" fmla="*/ 99934 w 122264"/>
                <a:gd name="connsiteY16" fmla="*/ 65487 h 113561"/>
                <a:gd name="connsiteX17" fmla="*/ 96176 w 122264"/>
                <a:gd name="connsiteY17" fmla="*/ 67064 h 113561"/>
                <a:gd name="connsiteX18" fmla="*/ 95476 w 122264"/>
                <a:gd name="connsiteY18" fmla="*/ 66653 h 113561"/>
                <a:gd name="connsiteX19" fmla="*/ 73873 w 122264"/>
                <a:gd name="connsiteY19" fmla="*/ 48822 h 113561"/>
                <a:gd name="connsiteX20" fmla="*/ 52682 w 122264"/>
                <a:gd name="connsiteY20" fmla="*/ 88050 h 113561"/>
                <a:gd name="connsiteX21" fmla="*/ 50762 w 122264"/>
                <a:gd name="connsiteY21" fmla="*/ 89421 h 113561"/>
                <a:gd name="connsiteX22" fmla="*/ 48362 w 122264"/>
                <a:gd name="connsiteY22" fmla="*/ 88941 h 113561"/>
                <a:gd name="connsiteX23" fmla="*/ 26210 w 122264"/>
                <a:gd name="connsiteY23" fmla="*/ 71110 h 113561"/>
                <a:gd name="connsiteX24" fmla="*/ 5019 w 122264"/>
                <a:gd name="connsiteY24" fmla="*/ 112258 h 113561"/>
                <a:gd name="connsiteX25" fmla="*/ 2619 w 122264"/>
                <a:gd name="connsiteY25" fmla="*/ 113561 h 113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2264" h="113561">
                  <a:moveTo>
                    <a:pt x="2619" y="113561"/>
                  </a:moveTo>
                  <a:cubicBezTo>
                    <a:pt x="2139" y="113555"/>
                    <a:pt x="1672" y="113438"/>
                    <a:pt x="1247" y="113219"/>
                  </a:cubicBezTo>
                  <a:cubicBezTo>
                    <a:pt x="33" y="112402"/>
                    <a:pt x="-358" y="110791"/>
                    <a:pt x="356" y="109515"/>
                  </a:cubicBezTo>
                  <a:lnTo>
                    <a:pt x="23124" y="65555"/>
                  </a:lnTo>
                  <a:cubicBezTo>
                    <a:pt x="23522" y="64801"/>
                    <a:pt x="24222" y="64259"/>
                    <a:pt x="25045" y="64047"/>
                  </a:cubicBezTo>
                  <a:cubicBezTo>
                    <a:pt x="25874" y="63889"/>
                    <a:pt x="26732" y="64115"/>
                    <a:pt x="27376" y="64664"/>
                  </a:cubicBezTo>
                  <a:lnTo>
                    <a:pt x="49596" y="82563"/>
                  </a:lnTo>
                  <a:lnTo>
                    <a:pt x="70787" y="43336"/>
                  </a:lnTo>
                  <a:cubicBezTo>
                    <a:pt x="71185" y="42567"/>
                    <a:pt x="71926" y="42033"/>
                    <a:pt x="72776" y="41895"/>
                  </a:cubicBezTo>
                  <a:cubicBezTo>
                    <a:pt x="73599" y="41731"/>
                    <a:pt x="74449" y="41930"/>
                    <a:pt x="75108" y="42444"/>
                  </a:cubicBezTo>
                  <a:lnTo>
                    <a:pt x="96231" y="59932"/>
                  </a:lnTo>
                  <a:lnTo>
                    <a:pt x="116805" y="1913"/>
                  </a:lnTo>
                  <a:cubicBezTo>
                    <a:pt x="117264" y="466"/>
                    <a:pt x="118807" y="-329"/>
                    <a:pt x="120247" y="130"/>
                  </a:cubicBezTo>
                  <a:cubicBezTo>
                    <a:pt x="120316" y="151"/>
                    <a:pt x="120378" y="171"/>
                    <a:pt x="120439" y="199"/>
                  </a:cubicBezTo>
                  <a:cubicBezTo>
                    <a:pt x="121866" y="706"/>
                    <a:pt x="122613" y="2270"/>
                    <a:pt x="122106" y="3703"/>
                  </a:cubicBezTo>
                  <a:cubicBezTo>
                    <a:pt x="122099" y="3724"/>
                    <a:pt x="122092" y="3744"/>
                    <a:pt x="122085" y="3765"/>
                  </a:cubicBezTo>
                  <a:lnTo>
                    <a:pt x="99934" y="65487"/>
                  </a:lnTo>
                  <a:cubicBezTo>
                    <a:pt x="99330" y="66961"/>
                    <a:pt x="97650" y="67668"/>
                    <a:pt x="96176" y="67064"/>
                  </a:cubicBezTo>
                  <a:cubicBezTo>
                    <a:pt x="95929" y="66961"/>
                    <a:pt x="95689" y="66824"/>
                    <a:pt x="95476" y="66653"/>
                  </a:cubicBezTo>
                  <a:lnTo>
                    <a:pt x="73873" y="48822"/>
                  </a:lnTo>
                  <a:lnTo>
                    <a:pt x="52682" y="88050"/>
                  </a:lnTo>
                  <a:cubicBezTo>
                    <a:pt x="52278" y="88770"/>
                    <a:pt x="51571" y="89270"/>
                    <a:pt x="50762" y="89421"/>
                  </a:cubicBezTo>
                  <a:cubicBezTo>
                    <a:pt x="49932" y="89668"/>
                    <a:pt x="49034" y="89490"/>
                    <a:pt x="48362" y="88941"/>
                  </a:cubicBezTo>
                  <a:lnTo>
                    <a:pt x="26210" y="71110"/>
                  </a:lnTo>
                  <a:lnTo>
                    <a:pt x="5019" y="112258"/>
                  </a:lnTo>
                  <a:cubicBezTo>
                    <a:pt x="4471" y="113054"/>
                    <a:pt x="3579" y="113534"/>
                    <a:pt x="2619" y="113561"/>
                  </a:cubicBezTo>
                  <a:close/>
                </a:path>
              </a:pathLst>
            </a:custGeom>
            <a:solidFill>
              <a:srgbClr val="FFF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1732994-D336-4DE2-B9E0-F57390BCF5C2}"/>
                </a:ext>
              </a:extLst>
            </p:cNvPr>
            <p:cNvSpPr/>
            <p:nvPr/>
          </p:nvSpPr>
          <p:spPr>
            <a:xfrm>
              <a:off x="3378815" y="1972088"/>
              <a:ext cx="118304" cy="109634"/>
            </a:xfrm>
            <a:custGeom>
              <a:avLst/>
              <a:gdLst>
                <a:gd name="connsiteX0" fmla="*/ 2867 w 122362"/>
                <a:gd name="connsiteY0" fmla="*/ 113324 h 113395"/>
                <a:gd name="connsiteX1" fmla="*/ 1564 w 122362"/>
                <a:gd name="connsiteY1" fmla="*/ 113324 h 113395"/>
                <a:gd name="connsiteX2" fmla="*/ 295 w 122362"/>
                <a:gd name="connsiteY2" fmla="*/ 109559 h 113395"/>
                <a:gd name="connsiteX3" fmla="*/ 329 w 122362"/>
                <a:gd name="connsiteY3" fmla="*/ 109483 h 113395"/>
                <a:gd name="connsiteX4" fmla="*/ 23098 w 122362"/>
                <a:gd name="connsiteY4" fmla="*/ 65523 h 113395"/>
                <a:gd name="connsiteX5" fmla="*/ 25087 w 122362"/>
                <a:gd name="connsiteY5" fmla="*/ 64015 h 113395"/>
                <a:gd name="connsiteX6" fmla="*/ 27418 w 122362"/>
                <a:gd name="connsiteY6" fmla="*/ 64632 h 113395"/>
                <a:gd name="connsiteX7" fmla="*/ 49570 w 122362"/>
                <a:gd name="connsiteY7" fmla="*/ 82531 h 113395"/>
                <a:gd name="connsiteX8" fmla="*/ 70829 w 122362"/>
                <a:gd name="connsiteY8" fmla="*/ 43303 h 113395"/>
                <a:gd name="connsiteX9" fmla="*/ 72750 w 122362"/>
                <a:gd name="connsiteY9" fmla="*/ 41863 h 113395"/>
                <a:gd name="connsiteX10" fmla="*/ 75081 w 122362"/>
                <a:gd name="connsiteY10" fmla="*/ 42412 h 113395"/>
                <a:gd name="connsiteX11" fmla="*/ 96273 w 122362"/>
                <a:gd name="connsiteY11" fmla="*/ 59968 h 113395"/>
                <a:gd name="connsiteX12" fmla="*/ 116847 w 122362"/>
                <a:gd name="connsiteY12" fmla="*/ 1881 h 113395"/>
                <a:gd name="connsiteX13" fmla="*/ 120481 w 122362"/>
                <a:gd name="connsiteY13" fmla="*/ 167 h 113395"/>
                <a:gd name="connsiteX14" fmla="*/ 122196 w 122362"/>
                <a:gd name="connsiteY14" fmla="*/ 3801 h 113395"/>
                <a:gd name="connsiteX15" fmla="*/ 100044 w 122362"/>
                <a:gd name="connsiteY15" fmla="*/ 65523 h 113395"/>
                <a:gd name="connsiteX16" fmla="*/ 98124 w 122362"/>
                <a:gd name="connsiteY16" fmla="*/ 67238 h 113395"/>
                <a:gd name="connsiteX17" fmla="*/ 95587 w 122362"/>
                <a:gd name="connsiteY17" fmla="*/ 66689 h 113395"/>
                <a:gd name="connsiteX18" fmla="*/ 73916 w 122362"/>
                <a:gd name="connsiteY18" fmla="*/ 48859 h 113395"/>
                <a:gd name="connsiteX19" fmla="*/ 52724 w 122362"/>
                <a:gd name="connsiteY19" fmla="*/ 88086 h 113395"/>
                <a:gd name="connsiteX20" fmla="*/ 50804 w 122362"/>
                <a:gd name="connsiteY20" fmla="*/ 89458 h 113395"/>
                <a:gd name="connsiteX21" fmla="*/ 48472 w 122362"/>
                <a:gd name="connsiteY21" fmla="*/ 88909 h 113395"/>
                <a:gd name="connsiteX22" fmla="*/ 26321 w 122362"/>
                <a:gd name="connsiteY22" fmla="*/ 71078 h 113395"/>
                <a:gd name="connsiteX23" fmla="*/ 5130 w 122362"/>
                <a:gd name="connsiteY23" fmla="*/ 112226 h 113395"/>
                <a:gd name="connsiteX24" fmla="*/ 2867 w 122362"/>
                <a:gd name="connsiteY24" fmla="*/ 113324 h 11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2362" h="113395">
                  <a:moveTo>
                    <a:pt x="2867" y="113324"/>
                  </a:moveTo>
                  <a:cubicBezTo>
                    <a:pt x="2435" y="113420"/>
                    <a:pt x="1996" y="113420"/>
                    <a:pt x="1564" y="113324"/>
                  </a:cubicBezTo>
                  <a:cubicBezTo>
                    <a:pt x="172" y="112638"/>
                    <a:pt x="-398" y="110951"/>
                    <a:pt x="295" y="109559"/>
                  </a:cubicBezTo>
                  <a:cubicBezTo>
                    <a:pt x="302" y="109531"/>
                    <a:pt x="316" y="109511"/>
                    <a:pt x="329" y="109483"/>
                  </a:cubicBezTo>
                  <a:lnTo>
                    <a:pt x="23098" y="65523"/>
                  </a:lnTo>
                  <a:cubicBezTo>
                    <a:pt x="23523" y="64769"/>
                    <a:pt x="24243" y="64220"/>
                    <a:pt x="25087" y="64015"/>
                  </a:cubicBezTo>
                  <a:cubicBezTo>
                    <a:pt x="25916" y="63871"/>
                    <a:pt x="26767" y="64097"/>
                    <a:pt x="27418" y="64632"/>
                  </a:cubicBezTo>
                  <a:lnTo>
                    <a:pt x="49570" y="82531"/>
                  </a:lnTo>
                  <a:lnTo>
                    <a:pt x="70829" y="43303"/>
                  </a:lnTo>
                  <a:cubicBezTo>
                    <a:pt x="71213" y="42556"/>
                    <a:pt x="71920" y="42021"/>
                    <a:pt x="72750" y="41863"/>
                  </a:cubicBezTo>
                  <a:cubicBezTo>
                    <a:pt x="73573" y="41692"/>
                    <a:pt x="74423" y="41891"/>
                    <a:pt x="75081" y="42412"/>
                  </a:cubicBezTo>
                  <a:lnTo>
                    <a:pt x="96273" y="59968"/>
                  </a:lnTo>
                  <a:lnTo>
                    <a:pt x="116847" y="1881"/>
                  </a:lnTo>
                  <a:cubicBezTo>
                    <a:pt x="117375" y="407"/>
                    <a:pt x="119007" y="-361"/>
                    <a:pt x="120481" y="167"/>
                  </a:cubicBezTo>
                  <a:cubicBezTo>
                    <a:pt x="121956" y="695"/>
                    <a:pt x="122724" y="2327"/>
                    <a:pt x="122196" y="3801"/>
                  </a:cubicBezTo>
                  <a:lnTo>
                    <a:pt x="100044" y="65523"/>
                  </a:lnTo>
                  <a:cubicBezTo>
                    <a:pt x="99722" y="66374"/>
                    <a:pt x="99002" y="67012"/>
                    <a:pt x="98124" y="67238"/>
                  </a:cubicBezTo>
                  <a:cubicBezTo>
                    <a:pt x="97240" y="67519"/>
                    <a:pt x="96273" y="67313"/>
                    <a:pt x="95587" y="66689"/>
                  </a:cubicBezTo>
                  <a:lnTo>
                    <a:pt x="73916" y="48859"/>
                  </a:lnTo>
                  <a:lnTo>
                    <a:pt x="52724" y="88086"/>
                  </a:lnTo>
                  <a:cubicBezTo>
                    <a:pt x="52320" y="88806"/>
                    <a:pt x="51613" y="89307"/>
                    <a:pt x="50804" y="89458"/>
                  </a:cubicBezTo>
                  <a:cubicBezTo>
                    <a:pt x="49981" y="89650"/>
                    <a:pt x="49117" y="89451"/>
                    <a:pt x="48472" y="88909"/>
                  </a:cubicBezTo>
                  <a:lnTo>
                    <a:pt x="26321" y="71078"/>
                  </a:lnTo>
                  <a:lnTo>
                    <a:pt x="5130" y="112226"/>
                  </a:lnTo>
                  <a:cubicBezTo>
                    <a:pt x="4574" y="112912"/>
                    <a:pt x="3745" y="113317"/>
                    <a:pt x="2867" y="113324"/>
                  </a:cubicBezTo>
                  <a:close/>
                </a:path>
              </a:pathLst>
            </a:custGeom>
            <a:solidFill>
              <a:srgbClr val="F15A2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47E99EE-B9D5-43A7-87A9-C632E7F0EF3D}"/>
              </a:ext>
            </a:extLst>
          </p:cNvPr>
          <p:cNvGrpSpPr/>
          <p:nvPr/>
        </p:nvGrpSpPr>
        <p:grpSpPr>
          <a:xfrm>
            <a:off x="5692932" y="2261541"/>
            <a:ext cx="1542642" cy="2172169"/>
            <a:chOff x="5692932" y="2261541"/>
            <a:chExt cx="1542642" cy="2172169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E5262435-8586-4565-A787-747C24FFB7FC}"/>
                </a:ext>
              </a:extLst>
            </p:cNvPr>
            <p:cNvSpPr txBox="1"/>
            <p:nvPr/>
          </p:nvSpPr>
          <p:spPr>
            <a:xfrm rot="4706889">
              <a:off x="6036303" y="3133453"/>
              <a:ext cx="2029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Analysis and design</a:t>
              </a: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F0EBBDAB-D579-4468-A18D-D08EB47D01FE}"/>
                </a:ext>
              </a:extLst>
            </p:cNvPr>
            <p:cNvSpPr/>
            <p:nvPr/>
          </p:nvSpPr>
          <p:spPr>
            <a:xfrm>
              <a:off x="5692932" y="2261541"/>
              <a:ext cx="1244557" cy="2172169"/>
            </a:xfrm>
            <a:custGeom>
              <a:avLst/>
              <a:gdLst>
                <a:gd name="connsiteX0" fmla="*/ 291465 w 1287249"/>
                <a:gd name="connsiteY0" fmla="*/ 2035935 h 2246680"/>
                <a:gd name="connsiteX1" fmla="*/ 1214620 w 1287249"/>
                <a:gd name="connsiteY1" fmla="*/ 2246681 h 2246680"/>
                <a:gd name="connsiteX2" fmla="*/ 748276 w 1287249"/>
                <a:gd name="connsiteY2" fmla="*/ 0 h 2246680"/>
                <a:gd name="connsiteX3" fmla="*/ 0 w 1287249"/>
                <a:gd name="connsiteY3" fmla="*/ 596509 h 2246680"/>
                <a:gd name="connsiteX4" fmla="*/ 291465 w 1287249"/>
                <a:gd name="connsiteY4" fmla="*/ 2035729 h 2246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249" h="2246680">
                  <a:moveTo>
                    <a:pt x="291465" y="2035935"/>
                  </a:moveTo>
                  <a:lnTo>
                    <a:pt x="1214620" y="2246681"/>
                  </a:lnTo>
                  <a:cubicBezTo>
                    <a:pt x="1399012" y="1465671"/>
                    <a:pt x="1228275" y="643102"/>
                    <a:pt x="748276" y="0"/>
                  </a:cubicBezTo>
                  <a:lnTo>
                    <a:pt x="0" y="596509"/>
                  </a:lnTo>
                  <a:cubicBezTo>
                    <a:pt x="301896" y="1011006"/>
                    <a:pt x="408298" y="1536432"/>
                    <a:pt x="291465" y="2035729"/>
                  </a:cubicBezTo>
                  <a:close/>
                </a:path>
              </a:pathLst>
            </a:custGeom>
            <a:solidFill>
              <a:srgbClr val="C1272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37" name="Graphic 2">
              <a:extLst>
                <a:ext uri="{FF2B5EF4-FFF2-40B4-BE49-F238E27FC236}">
                  <a16:creationId xmlns:a16="http://schemas.microsoft.com/office/drawing/2014/main" id="{73488CA0-BB35-4794-B903-23122057215B}"/>
                </a:ext>
              </a:extLst>
            </p:cNvPr>
            <p:cNvGrpSpPr/>
            <p:nvPr/>
          </p:nvGrpSpPr>
          <p:grpSpPr>
            <a:xfrm>
              <a:off x="6158662" y="2980690"/>
              <a:ext cx="480781" cy="562668"/>
              <a:chOff x="8607295" y="2337058"/>
              <a:chExt cx="497273" cy="581969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CA6B5D0C-8092-47B2-9F2C-10279A80F18E}"/>
                  </a:ext>
                </a:extLst>
              </p:cNvPr>
              <p:cNvSpPr/>
              <p:nvPr/>
            </p:nvSpPr>
            <p:spPr>
              <a:xfrm>
                <a:off x="8747061" y="2502953"/>
                <a:ext cx="82707" cy="12001"/>
              </a:xfrm>
              <a:custGeom>
                <a:avLst/>
                <a:gdLst>
                  <a:gd name="connsiteX0" fmla="*/ 0 w 82707"/>
                  <a:gd name="connsiteY0" fmla="*/ 0 h 12001"/>
                  <a:gd name="connsiteX1" fmla="*/ 82708 w 82707"/>
                  <a:gd name="connsiteY1" fmla="*/ 0 h 12001"/>
                  <a:gd name="connsiteX2" fmla="*/ 82708 w 82707"/>
                  <a:gd name="connsiteY2" fmla="*/ 12002 h 12001"/>
                  <a:gd name="connsiteX3" fmla="*/ 0 w 82707"/>
                  <a:gd name="connsiteY3" fmla="*/ 12002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707" h="12001">
                    <a:moveTo>
                      <a:pt x="0" y="0"/>
                    </a:moveTo>
                    <a:lnTo>
                      <a:pt x="82708" y="0"/>
                    </a:lnTo>
                    <a:lnTo>
                      <a:pt x="82708" y="12002"/>
                    </a:lnTo>
                    <a:lnTo>
                      <a:pt x="0" y="12002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AACEE2AB-4397-41ED-A790-DD4563B0797F}"/>
                  </a:ext>
                </a:extLst>
              </p:cNvPr>
              <p:cNvSpPr/>
              <p:nvPr/>
            </p:nvSpPr>
            <p:spPr>
              <a:xfrm>
                <a:off x="8833746" y="2502953"/>
                <a:ext cx="23111" cy="12001"/>
              </a:xfrm>
              <a:custGeom>
                <a:avLst/>
                <a:gdLst>
                  <a:gd name="connsiteX0" fmla="*/ 0 w 23111"/>
                  <a:gd name="connsiteY0" fmla="*/ 0 h 12001"/>
                  <a:gd name="connsiteX1" fmla="*/ 23112 w 23111"/>
                  <a:gd name="connsiteY1" fmla="*/ 0 h 12001"/>
                  <a:gd name="connsiteX2" fmla="*/ 23112 w 23111"/>
                  <a:gd name="connsiteY2" fmla="*/ 12002 h 12001"/>
                  <a:gd name="connsiteX3" fmla="*/ 0 w 23111"/>
                  <a:gd name="connsiteY3" fmla="*/ 12002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111" h="12001">
                    <a:moveTo>
                      <a:pt x="0" y="0"/>
                    </a:moveTo>
                    <a:lnTo>
                      <a:pt x="23112" y="0"/>
                    </a:lnTo>
                    <a:lnTo>
                      <a:pt x="23112" y="12002"/>
                    </a:lnTo>
                    <a:lnTo>
                      <a:pt x="0" y="12002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2CAB2F1-07B8-4F08-8CA5-A6B2C3F1308F}"/>
                  </a:ext>
                </a:extLst>
              </p:cNvPr>
              <p:cNvSpPr/>
              <p:nvPr/>
            </p:nvSpPr>
            <p:spPr>
              <a:xfrm>
                <a:off x="8860903" y="2502953"/>
                <a:ext cx="50200" cy="12001"/>
              </a:xfrm>
              <a:custGeom>
                <a:avLst/>
                <a:gdLst>
                  <a:gd name="connsiteX0" fmla="*/ 0 w 50200"/>
                  <a:gd name="connsiteY0" fmla="*/ 0 h 12001"/>
                  <a:gd name="connsiteX1" fmla="*/ 50200 w 50200"/>
                  <a:gd name="connsiteY1" fmla="*/ 0 h 12001"/>
                  <a:gd name="connsiteX2" fmla="*/ 50200 w 50200"/>
                  <a:gd name="connsiteY2" fmla="*/ 12002 h 12001"/>
                  <a:gd name="connsiteX3" fmla="*/ 0 w 50200"/>
                  <a:gd name="connsiteY3" fmla="*/ 12002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200" h="12001">
                    <a:moveTo>
                      <a:pt x="0" y="0"/>
                    </a:moveTo>
                    <a:lnTo>
                      <a:pt x="50200" y="0"/>
                    </a:lnTo>
                    <a:lnTo>
                      <a:pt x="50200" y="12002"/>
                    </a:lnTo>
                    <a:lnTo>
                      <a:pt x="0" y="12002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43F0E01-F061-4053-9A3F-C8E72FA81080}"/>
                  </a:ext>
                </a:extLst>
              </p:cNvPr>
              <p:cNvSpPr/>
              <p:nvPr/>
            </p:nvSpPr>
            <p:spPr>
              <a:xfrm>
                <a:off x="8747061" y="2582780"/>
                <a:ext cx="70431" cy="12070"/>
              </a:xfrm>
              <a:custGeom>
                <a:avLst/>
                <a:gdLst>
                  <a:gd name="connsiteX0" fmla="*/ 0 w 70431"/>
                  <a:gd name="connsiteY0" fmla="*/ 0 h 12070"/>
                  <a:gd name="connsiteX1" fmla="*/ 70432 w 70431"/>
                  <a:gd name="connsiteY1" fmla="*/ 0 h 12070"/>
                  <a:gd name="connsiteX2" fmla="*/ 70432 w 70431"/>
                  <a:gd name="connsiteY2" fmla="*/ 12070 h 12070"/>
                  <a:gd name="connsiteX3" fmla="*/ 0 w 70431"/>
                  <a:gd name="connsiteY3" fmla="*/ 12070 h 1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431" h="12070">
                    <a:moveTo>
                      <a:pt x="0" y="0"/>
                    </a:moveTo>
                    <a:lnTo>
                      <a:pt x="70432" y="0"/>
                    </a:lnTo>
                    <a:lnTo>
                      <a:pt x="70432" y="12070"/>
                    </a:lnTo>
                    <a:lnTo>
                      <a:pt x="0" y="12070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CB1FA8A0-93BA-4DB0-8A64-22A156B91BA3}"/>
                  </a:ext>
                </a:extLst>
              </p:cNvPr>
              <p:cNvSpPr/>
              <p:nvPr/>
            </p:nvSpPr>
            <p:spPr>
              <a:xfrm>
                <a:off x="8824967" y="2582780"/>
                <a:ext cx="83530" cy="12070"/>
              </a:xfrm>
              <a:custGeom>
                <a:avLst/>
                <a:gdLst>
                  <a:gd name="connsiteX0" fmla="*/ 0 w 83530"/>
                  <a:gd name="connsiteY0" fmla="*/ 0 h 12070"/>
                  <a:gd name="connsiteX1" fmla="*/ 83530 w 83530"/>
                  <a:gd name="connsiteY1" fmla="*/ 0 h 12070"/>
                  <a:gd name="connsiteX2" fmla="*/ 83530 w 83530"/>
                  <a:gd name="connsiteY2" fmla="*/ 12070 h 12070"/>
                  <a:gd name="connsiteX3" fmla="*/ 0 w 83530"/>
                  <a:gd name="connsiteY3" fmla="*/ 12070 h 1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530" h="12070">
                    <a:moveTo>
                      <a:pt x="0" y="0"/>
                    </a:moveTo>
                    <a:lnTo>
                      <a:pt x="83530" y="0"/>
                    </a:lnTo>
                    <a:lnTo>
                      <a:pt x="83530" y="12070"/>
                    </a:lnTo>
                    <a:lnTo>
                      <a:pt x="0" y="12070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360767AA-C1BE-48A5-8E2B-9B9260E17090}"/>
                  </a:ext>
                </a:extLst>
              </p:cNvPr>
              <p:cNvSpPr/>
              <p:nvPr/>
            </p:nvSpPr>
            <p:spPr>
              <a:xfrm>
                <a:off x="8747061" y="2665282"/>
                <a:ext cx="70431" cy="12001"/>
              </a:xfrm>
              <a:custGeom>
                <a:avLst/>
                <a:gdLst>
                  <a:gd name="connsiteX0" fmla="*/ 0 w 70431"/>
                  <a:gd name="connsiteY0" fmla="*/ 0 h 12001"/>
                  <a:gd name="connsiteX1" fmla="*/ 70432 w 70431"/>
                  <a:gd name="connsiteY1" fmla="*/ 0 h 12001"/>
                  <a:gd name="connsiteX2" fmla="*/ 70432 w 70431"/>
                  <a:gd name="connsiteY2" fmla="*/ 12001 h 12001"/>
                  <a:gd name="connsiteX3" fmla="*/ 0 w 70431"/>
                  <a:gd name="connsiteY3" fmla="*/ 12001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431" h="12001">
                    <a:moveTo>
                      <a:pt x="0" y="0"/>
                    </a:moveTo>
                    <a:lnTo>
                      <a:pt x="70432" y="0"/>
                    </a:lnTo>
                    <a:lnTo>
                      <a:pt x="70432" y="12001"/>
                    </a:lnTo>
                    <a:lnTo>
                      <a:pt x="0" y="12001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CCDB16F9-53D0-47CC-A9EC-EE6A1C1C65F4}"/>
                  </a:ext>
                </a:extLst>
              </p:cNvPr>
              <p:cNvSpPr/>
              <p:nvPr/>
            </p:nvSpPr>
            <p:spPr>
              <a:xfrm>
                <a:off x="8822361" y="2665282"/>
                <a:ext cx="58978" cy="12001"/>
              </a:xfrm>
              <a:custGeom>
                <a:avLst/>
                <a:gdLst>
                  <a:gd name="connsiteX0" fmla="*/ 0 w 58978"/>
                  <a:gd name="connsiteY0" fmla="*/ 0 h 12001"/>
                  <a:gd name="connsiteX1" fmla="*/ 58979 w 58978"/>
                  <a:gd name="connsiteY1" fmla="*/ 0 h 12001"/>
                  <a:gd name="connsiteX2" fmla="*/ 58979 w 58978"/>
                  <a:gd name="connsiteY2" fmla="*/ 12001 h 12001"/>
                  <a:gd name="connsiteX3" fmla="*/ 0 w 58978"/>
                  <a:gd name="connsiteY3" fmla="*/ 12001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978" h="12001">
                    <a:moveTo>
                      <a:pt x="0" y="0"/>
                    </a:moveTo>
                    <a:lnTo>
                      <a:pt x="58979" y="0"/>
                    </a:lnTo>
                    <a:lnTo>
                      <a:pt x="58979" y="12001"/>
                    </a:lnTo>
                    <a:lnTo>
                      <a:pt x="0" y="12001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D8EB09F7-26CA-4D53-B09C-8EDD567E4144}"/>
                  </a:ext>
                </a:extLst>
              </p:cNvPr>
              <p:cNvSpPr/>
              <p:nvPr/>
            </p:nvSpPr>
            <p:spPr>
              <a:xfrm>
                <a:off x="8747061" y="2747715"/>
                <a:ext cx="70431" cy="12070"/>
              </a:xfrm>
              <a:custGeom>
                <a:avLst/>
                <a:gdLst>
                  <a:gd name="connsiteX0" fmla="*/ 0 w 70431"/>
                  <a:gd name="connsiteY0" fmla="*/ 0 h 12070"/>
                  <a:gd name="connsiteX1" fmla="*/ 70432 w 70431"/>
                  <a:gd name="connsiteY1" fmla="*/ 0 h 12070"/>
                  <a:gd name="connsiteX2" fmla="*/ 70432 w 70431"/>
                  <a:gd name="connsiteY2" fmla="*/ 12070 h 12070"/>
                  <a:gd name="connsiteX3" fmla="*/ 0 w 70431"/>
                  <a:gd name="connsiteY3" fmla="*/ 12070 h 1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431" h="12070">
                    <a:moveTo>
                      <a:pt x="0" y="0"/>
                    </a:moveTo>
                    <a:lnTo>
                      <a:pt x="70432" y="0"/>
                    </a:lnTo>
                    <a:lnTo>
                      <a:pt x="70432" y="12070"/>
                    </a:lnTo>
                    <a:lnTo>
                      <a:pt x="0" y="12070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4EAEE5D8-8670-4C47-BDF7-F3C4642917E2}"/>
                  </a:ext>
                </a:extLst>
              </p:cNvPr>
              <p:cNvSpPr/>
              <p:nvPr/>
            </p:nvSpPr>
            <p:spPr>
              <a:xfrm>
                <a:off x="8833746" y="2747715"/>
                <a:ext cx="88742" cy="12070"/>
              </a:xfrm>
              <a:custGeom>
                <a:avLst/>
                <a:gdLst>
                  <a:gd name="connsiteX0" fmla="*/ 0 w 88742"/>
                  <a:gd name="connsiteY0" fmla="*/ 0 h 12070"/>
                  <a:gd name="connsiteX1" fmla="*/ 88743 w 88742"/>
                  <a:gd name="connsiteY1" fmla="*/ 0 h 12070"/>
                  <a:gd name="connsiteX2" fmla="*/ 88743 w 88742"/>
                  <a:gd name="connsiteY2" fmla="*/ 12070 h 12070"/>
                  <a:gd name="connsiteX3" fmla="*/ 0 w 88742"/>
                  <a:gd name="connsiteY3" fmla="*/ 12070 h 1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742" h="12070">
                    <a:moveTo>
                      <a:pt x="0" y="0"/>
                    </a:moveTo>
                    <a:lnTo>
                      <a:pt x="88743" y="0"/>
                    </a:lnTo>
                    <a:lnTo>
                      <a:pt x="88743" y="12070"/>
                    </a:lnTo>
                    <a:lnTo>
                      <a:pt x="0" y="12070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4996AF9A-EE4A-4ED5-9DBC-AF030E323783}"/>
                  </a:ext>
                </a:extLst>
              </p:cNvPr>
              <p:cNvSpPr/>
              <p:nvPr/>
            </p:nvSpPr>
            <p:spPr>
              <a:xfrm>
                <a:off x="8689582" y="2487523"/>
                <a:ext cx="37385" cy="37581"/>
              </a:xfrm>
              <a:custGeom>
                <a:avLst/>
                <a:gdLst>
                  <a:gd name="connsiteX0" fmla="*/ 37385 w 37385"/>
                  <a:gd name="connsiteY0" fmla="*/ 30724 h 37581"/>
                  <a:gd name="connsiteX1" fmla="*/ 30527 w 37385"/>
                  <a:gd name="connsiteY1" fmla="*/ 37582 h 37581"/>
                  <a:gd name="connsiteX2" fmla="*/ 6867 w 37385"/>
                  <a:gd name="connsiteY2" fmla="*/ 37582 h 37581"/>
                  <a:gd name="connsiteX3" fmla="*/ 9 w 37385"/>
                  <a:gd name="connsiteY3" fmla="*/ 30724 h 37581"/>
                  <a:gd name="connsiteX4" fmla="*/ 9 w 37385"/>
                  <a:gd name="connsiteY4" fmla="*/ 7201 h 37581"/>
                  <a:gd name="connsiteX5" fmla="*/ 6517 w 37385"/>
                  <a:gd name="connsiteY5" fmla="*/ 7 h 37581"/>
                  <a:gd name="connsiteX6" fmla="*/ 6867 w 37385"/>
                  <a:gd name="connsiteY6" fmla="*/ 0 h 37581"/>
                  <a:gd name="connsiteX7" fmla="*/ 30390 w 37385"/>
                  <a:gd name="connsiteY7" fmla="*/ 0 h 37581"/>
                  <a:gd name="connsiteX8" fmla="*/ 37255 w 37385"/>
                  <a:gd name="connsiteY8" fmla="*/ 6851 h 37581"/>
                  <a:gd name="connsiteX9" fmla="*/ 37248 w 37385"/>
                  <a:gd name="connsiteY9" fmla="*/ 7201 h 37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385" h="37581">
                    <a:moveTo>
                      <a:pt x="37385" y="30724"/>
                    </a:moveTo>
                    <a:cubicBezTo>
                      <a:pt x="37385" y="34509"/>
                      <a:pt x="34313" y="37582"/>
                      <a:pt x="30527" y="37582"/>
                    </a:cubicBezTo>
                    <a:lnTo>
                      <a:pt x="6867" y="37582"/>
                    </a:lnTo>
                    <a:cubicBezTo>
                      <a:pt x="3081" y="37582"/>
                      <a:pt x="9" y="34509"/>
                      <a:pt x="9" y="30724"/>
                    </a:cubicBezTo>
                    <a:lnTo>
                      <a:pt x="9" y="7201"/>
                    </a:lnTo>
                    <a:cubicBezTo>
                      <a:pt x="-183" y="3415"/>
                      <a:pt x="2731" y="199"/>
                      <a:pt x="6517" y="7"/>
                    </a:cubicBezTo>
                    <a:cubicBezTo>
                      <a:pt x="6634" y="0"/>
                      <a:pt x="6750" y="0"/>
                      <a:pt x="6867" y="0"/>
                    </a:cubicBezTo>
                    <a:lnTo>
                      <a:pt x="30390" y="0"/>
                    </a:lnTo>
                    <a:cubicBezTo>
                      <a:pt x="34175" y="-7"/>
                      <a:pt x="37255" y="3059"/>
                      <a:pt x="37255" y="6851"/>
                    </a:cubicBezTo>
                    <a:cubicBezTo>
                      <a:pt x="37255" y="6968"/>
                      <a:pt x="37255" y="7084"/>
                      <a:pt x="37248" y="7201"/>
                    </a:cubicBezTo>
                    <a:close/>
                  </a:path>
                </a:pathLst>
              </a:custGeom>
              <a:solidFill>
                <a:srgbClr val="1A1A1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113DFFB2-B89E-4272-BA76-46066ED5F660}"/>
                  </a:ext>
                </a:extLst>
              </p:cNvPr>
              <p:cNvSpPr/>
              <p:nvPr/>
            </p:nvSpPr>
            <p:spPr>
              <a:xfrm>
                <a:off x="8691099" y="2485946"/>
                <a:ext cx="37787" cy="37787"/>
              </a:xfrm>
              <a:custGeom>
                <a:avLst/>
                <a:gdLst>
                  <a:gd name="connsiteX0" fmla="*/ 30655 w 37787"/>
                  <a:gd name="connsiteY0" fmla="*/ 0 h 37787"/>
                  <a:gd name="connsiteX1" fmla="*/ 37787 w 37787"/>
                  <a:gd name="connsiteY1" fmla="*/ 0 h 37787"/>
                  <a:gd name="connsiteX2" fmla="*/ 37787 w 37787"/>
                  <a:gd name="connsiteY2" fmla="*/ 37788 h 37787"/>
                  <a:gd name="connsiteX3" fmla="*/ 30655 w 37787"/>
                  <a:gd name="connsiteY3" fmla="*/ 37788 h 37787"/>
                  <a:gd name="connsiteX4" fmla="*/ 7132 w 37787"/>
                  <a:gd name="connsiteY4" fmla="*/ 37788 h 37787"/>
                  <a:gd name="connsiteX5" fmla="*/ 7132 w 37787"/>
                  <a:gd name="connsiteY5" fmla="*/ 0 h 37787"/>
                  <a:gd name="connsiteX6" fmla="*/ 0 w 37787"/>
                  <a:gd name="connsiteY6" fmla="*/ 0 h 37787"/>
                  <a:gd name="connsiteX7" fmla="*/ 7132 w 37787"/>
                  <a:gd name="connsiteY7" fmla="*/ 0 h 3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787" h="37787">
                    <a:moveTo>
                      <a:pt x="30655" y="0"/>
                    </a:moveTo>
                    <a:cubicBezTo>
                      <a:pt x="34595" y="0"/>
                      <a:pt x="37787" y="0"/>
                      <a:pt x="37787" y="0"/>
                    </a:cubicBezTo>
                    <a:lnTo>
                      <a:pt x="37787" y="37788"/>
                    </a:lnTo>
                    <a:cubicBezTo>
                      <a:pt x="37787" y="37788"/>
                      <a:pt x="34594" y="37788"/>
                      <a:pt x="30655" y="37788"/>
                    </a:cubicBezTo>
                    <a:lnTo>
                      <a:pt x="7132" y="37788"/>
                    </a:lnTo>
                    <a:lnTo>
                      <a:pt x="7132" y="0"/>
                    </a:lnTo>
                    <a:cubicBezTo>
                      <a:pt x="3193" y="0"/>
                      <a:pt x="0" y="0"/>
                      <a:pt x="0" y="0"/>
                    </a:cubicBezTo>
                    <a:cubicBezTo>
                      <a:pt x="0" y="0"/>
                      <a:pt x="3194" y="0"/>
                      <a:pt x="7132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94F421B9-C75A-4CE0-9D0D-44A8614A7E3D}"/>
                  </a:ext>
                </a:extLst>
              </p:cNvPr>
              <p:cNvSpPr/>
              <p:nvPr/>
            </p:nvSpPr>
            <p:spPr>
              <a:xfrm>
                <a:off x="8694331" y="2496786"/>
                <a:ext cx="29631" cy="19075"/>
              </a:xfrm>
              <a:custGeom>
                <a:avLst/>
                <a:gdLst>
                  <a:gd name="connsiteX0" fmla="*/ 29001 w 29631"/>
                  <a:gd name="connsiteY0" fmla="*/ 406 h 19075"/>
                  <a:gd name="connsiteX1" fmla="*/ 26944 w 29631"/>
                  <a:gd name="connsiteY1" fmla="*/ 406 h 19075"/>
                  <a:gd name="connsiteX2" fmla="*/ 11513 w 29631"/>
                  <a:gd name="connsiteY2" fmla="*/ 15837 h 19075"/>
                  <a:gd name="connsiteX3" fmla="*/ 1775 w 29631"/>
                  <a:gd name="connsiteY3" fmla="*/ 9527 h 19075"/>
                  <a:gd name="connsiteX4" fmla="*/ 335 w 29631"/>
                  <a:gd name="connsiteY4" fmla="*/ 10350 h 19075"/>
                  <a:gd name="connsiteX5" fmla="*/ 335 w 29631"/>
                  <a:gd name="connsiteY5" fmla="*/ 11996 h 19075"/>
                  <a:gd name="connsiteX6" fmla="*/ 10965 w 29631"/>
                  <a:gd name="connsiteY6" fmla="*/ 18854 h 19075"/>
                  <a:gd name="connsiteX7" fmla="*/ 11445 w 29631"/>
                  <a:gd name="connsiteY7" fmla="*/ 18854 h 19075"/>
                  <a:gd name="connsiteX8" fmla="*/ 13022 w 29631"/>
                  <a:gd name="connsiteY8" fmla="*/ 18854 h 19075"/>
                  <a:gd name="connsiteX9" fmla="*/ 29070 w 29631"/>
                  <a:gd name="connsiteY9" fmla="*/ 2807 h 19075"/>
                  <a:gd name="connsiteX10" fmla="*/ 29296 w 29631"/>
                  <a:gd name="connsiteY10" fmla="*/ 688 h 19075"/>
                  <a:gd name="connsiteX11" fmla="*/ 29001 w 29631"/>
                  <a:gd name="connsiteY11" fmla="*/ 406 h 1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631" h="19075">
                    <a:moveTo>
                      <a:pt x="29001" y="406"/>
                    </a:moveTo>
                    <a:cubicBezTo>
                      <a:pt x="28425" y="-135"/>
                      <a:pt x="27520" y="-135"/>
                      <a:pt x="26944" y="406"/>
                    </a:cubicBezTo>
                    <a:lnTo>
                      <a:pt x="11513" y="15837"/>
                    </a:lnTo>
                    <a:lnTo>
                      <a:pt x="1775" y="9527"/>
                    </a:lnTo>
                    <a:cubicBezTo>
                      <a:pt x="1432" y="9527"/>
                      <a:pt x="746" y="9527"/>
                      <a:pt x="335" y="10350"/>
                    </a:cubicBezTo>
                    <a:cubicBezTo>
                      <a:pt x="-77" y="11173"/>
                      <a:pt x="-145" y="11722"/>
                      <a:pt x="335" y="11996"/>
                    </a:cubicBezTo>
                    <a:lnTo>
                      <a:pt x="10965" y="18854"/>
                    </a:lnTo>
                    <a:lnTo>
                      <a:pt x="11445" y="18854"/>
                    </a:lnTo>
                    <a:cubicBezTo>
                      <a:pt x="11932" y="19149"/>
                      <a:pt x="12535" y="19149"/>
                      <a:pt x="13022" y="18854"/>
                    </a:cubicBezTo>
                    <a:lnTo>
                      <a:pt x="29070" y="2807"/>
                    </a:lnTo>
                    <a:cubicBezTo>
                      <a:pt x="29722" y="2285"/>
                      <a:pt x="29817" y="1332"/>
                      <a:pt x="29296" y="688"/>
                    </a:cubicBezTo>
                    <a:cubicBezTo>
                      <a:pt x="29214" y="578"/>
                      <a:pt x="29111" y="489"/>
                      <a:pt x="29001" y="406"/>
                    </a:cubicBez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8B704F1B-37B4-4510-BAF7-406056AB4FCA}"/>
                  </a:ext>
                </a:extLst>
              </p:cNvPr>
              <p:cNvSpPr/>
              <p:nvPr/>
            </p:nvSpPr>
            <p:spPr>
              <a:xfrm>
                <a:off x="8694673" y="2495561"/>
                <a:ext cx="29309" cy="18987"/>
              </a:xfrm>
              <a:custGeom>
                <a:avLst/>
                <a:gdLst>
                  <a:gd name="connsiteX0" fmla="*/ 28658 w 29309"/>
                  <a:gd name="connsiteY0" fmla="*/ 466 h 18987"/>
                  <a:gd name="connsiteX1" fmla="*/ 26725 w 29309"/>
                  <a:gd name="connsiteY1" fmla="*/ 342 h 18987"/>
                  <a:gd name="connsiteX2" fmla="*/ 26601 w 29309"/>
                  <a:gd name="connsiteY2" fmla="*/ 466 h 18987"/>
                  <a:gd name="connsiteX3" fmla="*/ 11171 w 29309"/>
                  <a:gd name="connsiteY3" fmla="*/ 15828 h 18987"/>
                  <a:gd name="connsiteX4" fmla="*/ 1775 w 29309"/>
                  <a:gd name="connsiteY4" fmla="*/ 9655 h 18987"/>
                  <a:gd name="connsiteX5" fmla="*/ 335 w 29309"/>
                  <a:gd name="connsiteY5" fmla="*/ 10410 h 18987"/>
                  <a:gd name="connsiteX6" fmla="*/ 335 w 29309"/>
                  <a:gd name="connsiteY6" fmla="*/ 12056 h 18987"/>
                  <a:gd name="connsiteX7" fmla="*/ 10965 w 29309"/>
                  <a:gd name="connsiteY7" fmla="*/ 18914 h 18987"/>
                  <a:gd name="connsiteX8" fmla="*/ 11445 w 29309"/>
                  <a:gd name="connsiteY8" fmla="*/ 18914 h 18987"/>
                  <a:gd name="connsiteX9" fmla="*/ 13022 w 29309"/>
                  <a:gd name="connsiteY9" fmla="*/ 18571 h 18987"/>
                  <a:gd name="connsiteX10" fmla="*/ 29070 w 29309"/>
                  <a:gd name="connsiteY10" fmla="*/ 2523 h 18987"/>
                  <a:gd name="connsiteX11" fmla="*/ 28658 w 29309"/>
                  <a:gd name="connsiteY11" fmla="*/ 466 h 18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309" h="18987">
                    <a:moveTo>
                      <a:pt x="28658" y="466"/>
                    </a:moveTo>
                    <a:cubicBezTo>
                      <a:pt x="28158" y="-104"/>
                      <a:pt x="27294" y="-158"/>
                      <a:pt x="26725" y="342"/>
                    </a:cubicBezTo>
                    <a:cubicBezTo>
                      <a:pt x="26676" y="383"/>
                      <a:pt x="26635" y="425"/>
                      <a:pt x="26601" y="466"/>
                    </a:cubicBezTo>
                    <a:lnTo>
                      <a:pt x="11171" y="15828"/>
                    </a:lnTo>
                    <a:lnTo>
                      <a:pt x="1775" y="9655"/>
                    </a:lnTo>
                    <a:cubicBezTo>
                      <a:pt x="1432" y="9655"/>
                      <a:pt x="746" y="9655"/>
                      <a:pt x="335" y="10410"/>
                    </a:cubicBezTo>
                    <a:cubicBezTo>
                      <a:pt x="-77" y="11164"/>
                      <a:pt x="-145" y="11850"/>
                      <a:pt x="335" y="12056"/>
                    </a:cubicBezTo>
                    <a:lnTo>
                      <a:pt x="10965" y="18914"/>
                    </a:lnTo>
                    <a:lnTo>
                      <a:pt x="11445" y="18914"/>
                    </a:lnTo>
                    <a:cubicBezTo>
                      <a:pt x="11994" y="19085"/>
                      <a:pt x="12590" y="18955"/>
                      <a:pt x="13022" y="18571"/>
                    </a:cubicBezTo>
                    <a:lnTo>
                      <a:pt x="29070" y="2523"/>
                    </a:lnTo>
                    <a:cubicBezTo>
                      <a:pt x="29509" y="1837"/>
                      <a:pt x="29331" y="925"/>
                      <a:pt x="28658" y="466"/>
                    </a:cubicBezTo>
                    <a:close/>
                  </a:path>
                </a:pathLst>
              </a:custGeom>
              <a:solidFill>
                <a:srgbClr val="F2F2F2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6358D29-B1CC-4F04-9F6C-C05DB7EE25BE}"/>
                  </a:ext>
                </a:extLst>
              </p:cNvPr>
              <p:cNvSpPr/>
              <p:nvPr/>
            </p:nvSpPr>
            <p:spPr>
              <a:xfrm>
                <a:off x="8689591" y="2567693"/>
                <a:ext cx="37376" cy="37239"/>
              </a:xfrm>
              <a:custGeom>
                <a:avLst/>
                <a:gdLst>
                  <a:gd name="connsiteX0" fmla="*/ 37376 w 37376"/>
                  <a:gd name="connsiteY0" fmla="*/ 30381 h 37239"/>
                  <a:gd name="connsiteX1" fmla="*/ 30518 w 37376"/>
                  <a:gd name="connsiteY1" fmla="*/ 37239 h 37239"/>
                  <a:gd name="connsiteX2" fmla="*/ 6858 w 37376"/>
                  <a:gd name="connsiteY2" fmla="*/ 37239 h 37239"/>
                  <a:gd name="connsiteX3" fmla="*/ 0 w 37376"/>
                  <a:gd name="connsiteY3" fmla="*/ 30381 h 37239"/>
                  <a:gd name="connsiteX4" fmla="*/ 0 w 37376"/>
                  <a:gd name="connsiteY4" fmla="*/ 6858 h 37239"/>
                  <a:gd name="connsiteX5" fmla="*/ 6858 w 37376"/>
                  <a:gd name="connsiteY5" fmla="*/ 0 h 37239"/>
                  <a:gd name="connsiteX6" fmla="*/ 30381 w 37376"/>
                  <a:gd name="connsiteY6" fmla="*/ 0 h 37239"/>
                  <a:gd name="connsiteX7" fmla="*/ 37239 w 37376"/>
                  <a:gd name="connsiteY7" fmla="*/ 6858 h 37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376" h="37239">
                    <a:moveTo>
                      <a:pt x="37376" y="30381"/>
                    </a:moveTo>
                    <a:cubicBezTo>
                      <a:pt x="37376" y="34167"/>
                      <a:pt x="34304" y="37239"/>
                      <a:pt x="30518" y="37239"/>
                    </a:cubicBezTo>
                    <a:lnTo>
                      <a:pt x="6858" y="37239"/>
                    </a:lnTo>
                    <a:cubicBezTo>
                      <a:pt x="3072" y="37239"/>
                      <a:pt x="0" y="34167"/>
                      <a:pt x="0" y="30381"/>
                    </a:cubicBezTo>
                    <a:lnTo>
                      <a:pt x="0" y="6858"/>
                    </a:lnTo>
                    <a:cubicBezTo>
                      <a:pt x="0" y="3073"/>
                      <a:pt x="3072" y="0"/>
                      <a:pt x="6858" y="0"/>
                    </a:cubicBezTo>
                    <a:lnTo>
                      <a:pt x="30381" y="0"/>
                    </a:lnTo>
                    <a:cubicBezTo>
                      <a:pt x="34167" y="0"/>
                      <a:pt x="37239" y="3073"/>
                      <a:pt x="37239" y="6858"/>
                    </a:cubicBezTo>
                    <a:close/>
                  </a:path>
                </a:pathLst>
              </a:custGeom>
              <a:solidFill>
                <a:srgbClr val="1A1A1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9BC98303-4AE5-4551-A790-78B77C657586}"/>
                  </a:ext>
                </a:extLst>
              </p:cNvPr>
              <p:cNvSpPr/>
              <p:nvPr/>
            </p:nvSpPr>
            <p:spPr>
              <a:xfrm>
                <a:off x="8691099" y="2565841"/>
                <a:ext cx="37787" cy="37787"/>
              </a:xfrm>
              <a:custGeom>
                <a:avLst/>
                <a:gdLst>
                  <a:gd name="connsiteX0" fmla="*/ 30655 w 37787"/>
                  <a:gd name="connsiteY0" fmla="*/ 0 h 37787"/>
                  <a:gd name="connsiteX1" fmla="*/ 37787 w 37787"/>
                  <a:gd name="connsiteY1" fmla="*/ 0 h 37787"/>
                  <a:gd name="connsiteX2" fmla="*/ 37787 w 37787"/>
                  <a:gd name="connsiteY2" fmla="*/ 37788 h 37787"/>
                  <a:gd name="connsiteX3" fmla="*/ 30655 w 37787"/>
                  <a:gd name="connsiteY3" fmla="*/ 37788 h 37787"/>
                  <a:gd name="connsiteX4" fmla="*/ 7132 w 37787"/>
                  <a:gd name="connsiteY4" fmla="*/ 37788 h 37787"/>
                  <a:gd name="connsiteX5" fmla="*/ 7132 w 37787"/>
                  <a:gd name="connsiteY5" fmla="*/ 0 h 37787"/>
                  <a:gd name="connsiteX6" fmla="*/ 0 w 37787"/>
                  <a:gd name="connsiteY6" fmla="*/ 0 h 37787"/>
                  <a:gd name="connsiteX7" fmla="*/ 7132 w 37787"/>
                  <a:gd name="connsiteY7" fmla="*/ 0 h 3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787" h="37787">
                    <a:moveTo>
                      <a:pt x="30655" y="0"/>
                    </a:moveTo>
                    <a:cubicBezTo>
                      <a:pt x="34595" y="0"/>
                      <a:pt x="37787" y="0"/>
                      <a:pt x="37787" y="0"/>
                    </a:cubicBezTo>
                    <a:lnTo>
                      <a:pt x="37787" y="37788"/>
                    </a:lnTo>
                    <a:cubicBezTo>
                      <a:pt x="37787" y="37788"/>
                      <a:pt x="34594" y="37788"/>
                      <a:pt x="30655" y="37788"/>
                    </a:cubicBezTo>
                    <a:lnTo>
                      <a:pt x="7132" y="37788"/>
                    </a:lnTo>
                    <a:lnTo>
                      <a:pt x="7132" y="0"/>
                    </a:lnTo>
                    <a:cubicBezTo>
                      <a:pt x="3193" y="0"/>
                      <a:pt x="0" y="0"/>
                      <a:pt x="0" y="0"/>
                    </a:cubicBezTo>
                    <a:cubicBezTo>
                      <a:pt x="0" y="0"/>
                      <a:pt x="3194" y="0"/>
                      <a:pt x="7132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ABA23856-5FE7-4F66-A9A8-361A42E6C88F}"/>
                  </a:ext>
                </a:extLst>
              </p:cNvPr>
              <p:cNvSpPr/>
              <p:nvPr/>
            </p:nvSpPr>
            <p:spPr>
              <a:xfrm>
                <a:off x="8694331" y="2576613"/>
                <a:ext cx="29587" cy="19090"/>
              </a:xfrm>
              <a:custGeom>
                <a:avLst/>
                <a:gdLst>
                  <a:gd name="connsiteX0" fmla="*/ 29001 w 29587"/>
                  <a:gd name="connsiteY0" fmla="*/ 406 h 19090"/>
                  <a:gd name="connsiteX1" fmla="*/ 26944 w 29587"/>
                  <a:gd name="connsiteY1" fmla="*/ 406 h 19090"/>
                  <a:gd name="connsiteX2" fmla="*/ 11513 w 29587"/>
                  <a:gd name="connsiteY2" fmla="*/ 15837 h 19090"/>
                  <a:gd name="connsiteX3" fmla="*/ 1775 w 29587"/>
                  <a:gd name="connsiteY3" fmla="*/ 9596 h 19090"/>
                  <a:gd name="connsiteX4" fmla="*/ 335 w 29587"/>
                  <a:gd name="connsiteY4" fmla="*/ 10351 h 19090"/>
                  <a:gd name="connsiteX5" fmla="*/ 335 w 29587"/>
                  <a:gd name="connsiteY5" fmla="*/ 11996 h 19090"/>
                  <a:gd name="connsiteX6" fmla="*/ 10965 w 29587"/>
                  <a:gd name="connsiteY6" fmla="*/ 18854 h 19090"/>
                  <a:gd name="connsiteX7" fmla="*/ 11445 w 29587"/>
                  <a:gd name="connsiteY7" fmla="*/ 18854 h 19090"/>
                  <a:gd name="connsiteX8" fmla="*/ 13022 w 29587"/>
                  <a:gd name="connsiteY8" fmla="*/ 18854 h 19090"/>
                  <a:gd name="connsiteX9" fmla="*/ 29070 w 29587"/>
                  <a:gd name="connsiteY9" fmla="*/ 2738 h 19090"/>
                  <a:gd name="connsiteX10" fmla="*/ 29214 w 29587"/>
                  <a:gd name="connsiteY10" fmla="*/ 612 h 19090"/>
                  <a:gd name="connsiteX11" fmla="*/ 29001 w 29587"/>
                  <a:gd name="connsiteY11" fmla="*/ 406 h 19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587" h="19090">
                    <a:moveTo>
                      <a:pt x="29001" y="406"/>
                    </a:moveTo>
                    <a:cubicBezTo>
                      <a:pt x="28425" y="-135"/>
                      <a:pt x="27520" y="-135"/>
                      <a:pt x="26944" y="406"/>
                    </a:cubicBezTo>
                    <a:lnTo>
                      <a:pt x="11513" y="15837"/>
                    </a:lnTo>
                    <a:lnTo>
                      <a:pt x="1775" y="9596"/>
                    </a:lnTo>
                    <a:cubicBezTo>
                      <a:pt x="1432" y="9596"/>
                      <a:pt x="746" y="9596"/>
                      <a:pt x="335" y="10351"/>
                    </a:cubicBezTo>
                    <a:cubicBezTo>
                      <a:pt x="-77" y="11105"/>
                      <a:pt x="-145" y="11791"/>
                      <a:pt x="335" y="11996"/>
                    </a:cubicBezTo>
                    <a:lnTo>
                      <a:pt x="10965" y="18854"/>
                    </a:lnTo>
                    <a:lnTo>
                      <a:pt x="11445" y="18854"/>
                    </a:lnTo>
                    <a:cubicBezTo>
                      <a:pt x="11925" y="19170"/>
                      <a:pt x="12542" y="19170"/>
                      <a:pt x="13022" y="18854"/>
                    </a:cubicBezTo>
                    <a:lnTo>
                      <a:pt x="29070" y="2738"/>
                    </a:lnTo>
                    <a:cubicBezTo>
                      <a:pt x="29701" y="2190"/>
                      <a:pt x="29763" y="1236"/>
                      <a:pt x="29214" y="612"/>
                    </a:cubicBezTo>
                    <a:cubicBezTo>
                      <a:pt x="29152" y="537"/>
                      <a:pt x="29077" y="468"/>
                      <a:pt x="29001" y="406"/>
                    </a:cubicBez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1E9E44E5-AF86-4B9D-BF1D-902FED578AF9}"/>
                  </a:ext>
                </a:extLst>
              </p:cNvPr>
              <p:cNvSpPr/>
              <p:nvPr/>
            </p:nvSpPr>
            <p:spPr>
              <a:xfrm>
                <a:off x="8694331" y="2575448"/>
                <a:ext cx="29442" cy="18945"/>
              </a:xfrm>
              <a:custGeom>
                <a:avLst/>
                <a:gdLst>
                  <a:gd name="connsiteX0" fmla="*/ 29001 w 29442"/>
                  <a:gd name="connsiteY0" fmla="*/ 406 h 18945"/>
                  <a:gd name="connsiteX1" fmla="*/ 26944 w 29442"/>
                  <a:gd name="connsiteY1" fmla="*/ 406 h 18945"/>
                  <a:gd name="connsiteX2" fmla="*/ 11513 w 29442"/>
                  <a:gd name="connsiteY2" fmla="*/ 15837 h 18945"/>
                  <a:gd name="connsiteX3" fmla="*/ 1775 w 29442"/>
                  <a:gd name="connsiteY3" fmla="*/ 9527 h 18945"/>
                  <a:gd name="connsiteX4" fmla="*/ 335 w 29442"/>
                  <a:gd name="connsiteY4" fmla="*/ 10350 h 18945"/>
                  <a:gd name="connsiteX5" fmla="*/ 335 w 29442"/>
                  <a:gd name="connsiteY5" fmla="*/ 11996 h 18945"/>
                  <a:gd name="connsiteX6" fmla="*/ 10965 w 29442"/>
                  <a:gd name="connsiteY6" fmla="*/ 18854 h 18945"/>
                  <a:gd name="connsiteX7" fmla="*/ 11445 w 29442"/>
                  <a:gd name="connsiteY7" fmla="*/ 18854 h 18945"/>
                  <a:gd name="connsiteX8" fmla="*/ 13022 w 29442"/>
                  <a:gd name="connsiteY8" fmla="*/ 18511 h 18945"/>
                  <a:gd name="connsiteX9" fmla="*/ 29070 w 29442"/>
                  <a:gd name="connsiteY9" fmla="*/ 2464 h 18945"/>
                  <a:gd name="connsiteX10" fmla="*/ 29001 w 29442"/>
                  <a:gd name="connsiteY10" fmla="*/ 406 h 18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442" h="18945">
                    <a:moveTo>
                      <a:pt x="29001" y="406"/>
                    </a:moveTo>
                    <a:cubicBezTo>
                      <a:pt x="28425" y="-135"/>
                      <a:pt x="27520" y="-135"/>
                      <a:pt x="26944" y="406"/>
                    </a:cubicBezTo>
                    <a:lnTo>
                      <a:pt x="11513" y="15837"/>
                    </a:lnTo>
                    <a:lnTo>
                      <a:pt x="1775" y="9527"/>
                    </a:lnTo>
                    <a:cubicBezTo>
                      <a:pt x="1432" y="9527"/>
                      <a:pt x="746" y="9527"/>
                      <a:pt x="335" y="10350"/>
                    </a:cubicBezTo>
                    <a:cubicBezTo>
                      <a:pt x="-77" y="11173"/>
                      <a:pt x="-145" y="11722"/>
                      <a:pt x="335" y="11996"/>
                    </a:cubicBezTo>
                    <a:lnTo>
                      <a:pt x="10965" y="18854"/>
                    </a:lnTo>
                    <a:cubicBezTo>
                      <a:pt x="11109" y="18957"/>
                      <a:pt x="11301" y="18957"/>
                      <a:pt x="11445" y="18854"/>
                    </a:cubicBezTo>
                    <a:cubicBezTo>
                      <a:pt x="11994" y="19053"/>
                      <a:pt x="12604" y="18923"/>
                      <a:pt x="13022" y="18511"/>
                    </a:cubicBezTo>
                    <a:lnTo>
                      <a:pt x="29070" y="2464"/>
                    </a:lnTo>
                    <a:cubicBezTo>
                      <a:pt x="29591" y="1867"/>
                      <a:pt x="29564" y="969"/>
                      <a:pt x="29001" y="406"/>
                    </a:cubicBezTo>
                    <a:close/>
                  </a:path>
                </a:pathLst>
              </a:custGeom>
              <a:solidFill>
                <a:srgbClr val="F2F2F2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73CDB0FA-2897-4F45-9198-B7F7547E9A75}"/>
                  </a:ext>
                </a:extLst>
              </p:cNvPr>
              <p:cNvSpPr/>
              <p:nvPr/>
            </p:nvSpPr>
            <p:spPr>
              <a:xfrm>
                <a:off x="8689591" y="2650126"/>
                <a:ext cx="37376" cy="37238"/>
              </a:xfrm>
              <a:custGeom>
                <a:avLst/>
                <a:gdLst>
                  <a:gd name="connsiteX0" fmla="*/ 37376 w 37376"/>
                  <a:gd name="connsiteY0" fmla="*/ 30381 h 37238"/>
                  <a:gd name="connsiteX1" fmla="*/ 30518 w 37376"/>
                  <a:gd name="connsiteY1" fmla="*/ 37239 h 37238"/>
                  <a:gd name="connsiteX2" fmla="*/ 6858 w 37376"/>
                  <a:gd name="connsiteY2" fmla="*/ 37239 h 37238"/>
                  <a:gd name="connsiteX3" fmla="*/ 0 w 37376"/>
                  <a:gd name="connsiteY3" fmla="*/ 30381 h 37238"/>
                  <a:gd name="connsiteX4" fmla="*/ 0 w 37376"/>
                  <a:gd name="connsiteY4" fmla="*/ 6858 h 37238"/>
                  <a:gd name="connsiteX5" fmla="*/ 6858 w 37376"/>
                  <a:gd name="connsiteY5" fmla="*/ 0 h 37238"/>
                  <a:gd name="connsiteX6" fmla="*/ 30381 w 37376"/>
                  <a:gd name="connsiteY6" fmla="*/ 0 h 37238"/>
                  <a:gd name="connsiteX7" fmla="*/ 37239 w 37376"/>
                  <a:gd name="connsiteY7" fmla="*/ 6858 h 37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376" h="37238">
                    <a:moveTo>
                      <a:pt x="37376" y="30381"/>
                    </a:moveTo>
                    <a:cubicBezTo>
                      <a:pt x="37376" y="34167"/>
                      <a:pt x="34304" y="37239"/>
                      <a:pt x="30518" y="37239"/>
                    </a:cubicBezTo>
                    <a:lnTo>
                      <a:pt x="6858" y="37239"/>
                    </a:lnTo>
                    <a:cubicBezTo>
                      <a:pt x="3072" y="37239"/>
                      <a:pt x="0" y="34167"/>
                      <a:pt x="0" y="30381"/>
                    </a:cubicBezTo>
                    <a:lnTo>
                      <a:pt x="0" y="6858"/>
                    </a:lnTo>
                    <a:cubicBezTo>
                      <a:pt x="0" y="3072"/>
                      <a:pt x="3072" y="0"/>
                      <a:pt x="6858" y="0"/>
                    </a:cubicBezTo>
                    <a:lnTo>
                      <a:pt x="30381" y="0"/>
                    </a:lnTo>
                    <a:cubicBezTo>
                      <a:pt x="34167" y="0"/>
                      <a:pt x="37239" y="3072"/>
                      <a:pt x="37239" y="6858"/>
                    </a:cubicBezTo>
                    <a:close/>
                  </a:path>
                </a:pathLst>
              </a:custGeom>
              <a:solidFill>
                <a:srgbClr val="1A1A1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4F5D0CA2-BC64-4D60-A0BE-468ADDD0FF65}"/>
                  </a:ext>
                </a:extLst>
              </p:cNvPr>
              <p:cNvSpPr/>
              <p:nvPr/>
            </p:nvSpPr>
            <p:spPr>
              <a:xfrm>
                <a:off x="8691099" y="2648274"/>
                <a:ext cx="37787" cy="37787"/>
              </a:xfrm>
              <a:custGeom>
                <a:avLst/>
                <a:gdLst>
                  <a:gd name="connsiteX0" fmla="*/ 30655 w 37787"/>
                  <a:gd name="connsiteY0" fmla="*/ 0 h 37787"/>
                  <a:gd name="connsiteX1" fmla="*/ 37787 w 37787"/>
                  <a:gd name="connsiteY1" fmla="*/ 0 h 37787"/>
                  <a:gd name="connsiteX2" fmla="*/ 37787 w 37787"/>
                  <a:gd name="connsiteY2" fmla="*/ 37788 h 37787"/>
                  <a:gd name="connsiteX3" fmla="*/ 30655 w 37787"/>
                  <a:gd name="connsiteY3" fmla="*/ 37788 h 37787"/>
                  <a:gd name="connsiteX4" fmla="*/ 7132 w 37787"/>
                  <a:gd name="connsiteY4" fmla="*/ 37788 h 37787"/>
                  <a:gd name="connsiteX5" fmla="*/ 7132 w 37787"/>
                  <a:gd name="connsiteY5" fmla="*/ 0 h 37787"/>
                  <a:gd name="connsiteX6" fmla="*/ 0 w 37787"/>
                  <a:gd name="connsiteY6" fmla="*/ 0 h 37787"/>
                  <a:gd name="connsiteX7" fmla="*/ 7132 w 37787"/>
                  <a:gd name="connsiteY7" fmla="*/ 0 h 3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787" h="37787">
                    <a:moveTo>
                      <a:pt x="30655" y="0"/>
                    </a:moveTo>
                    <a:cubicBezTo>
                      <a:pt x="34595" y="0"/>
                      <a:pt x="37787" y="0"/>
                      <a:pt x="37787" y="0"/>
                    </a:cubicBezTo>
                    <a:lnTo>
                      <a:pt x="37787" y="37788"/>
                    </a:lnTo>
                    <a:cubicBezTo>
                      <a:pt x="37787" y="37788"/>
                      <a:pt x="34594" y="37788"/>
                      <a:pt x="30655" y="37788"/>
                    </a:cubicBezTo>
                    <a:lnTo>
                      <a:pt x="7132" y="37788"/>
                    </a:lnTo>
                    <a:lnTo>
                      <a:pt x="7132" y="0"/>
                    </a:lnTo>
                    <a:cubicBezTo>
                      <a:pt x="3193" y="0"/>
                      <a:pt x="0" y="0"/>
                      <a:pt x="0" y="0"/>
                    </a:cubicBezTo>
                    <a:cubicBezTo>
                      <a:pt x="0" y="0"/>
                      <a:pt x="3194" y="0"/>
                      <a:pt x="7132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CC74E0BE-D821-4479-884A-95FC24DEDCFF}"/>
                  </a:ext>
                </a:extLst>
              </p:cNvPr>
              <p:cNvSpPr/>
              <p:nvPr/>
            </p:nvSpPr>
            <p:spPr>
              <a:xfrm>
                <a:off x="8694331" y="2659115"/>
                <a:ext cx="29442" cy="18945"/>
              </a:xfrm>
              <a:custGeom>
                <a:avLst/>
                <a:gdLst>
                  <a:gd name="connsiteX0" fmla="*/ 29001 w 29442"/>
                  <a:gd name="connsiteY0" fmla="*/ 406 h 18945"/>
                  <a:gd name="connsiteX1" fmla="*/ 26944 w 29442"/>
                  <a:gd name="connsiteY1" fmla="*/ 406 h 18945"/>
                  <a:gd name="connsiteX2" fmla="*/ 11513 w 29442"/>
                  <a:gd name="connsiteY2" fmla="*/ 15768 h 18945"/>
                  <a:gd name="connsiteX3" fmla="*/ 1775 w 29442"/>
                  <a:gd name="connsiteY3" fmla="*/ 9527 h 18945"/>
                  <a:gd name="connsiteX4" fmla="*/ 335 w 29442"/>
                  <a:gd name="connsiteY4" fmla="*/ 10351 h 18945"/>
                  <a:gd name="connsiteX5" fmla="*/ 335 w 29442"/>
                  <a:gd name="connsiteY5" fmla="*/ 11996 h 18945"/>
                  <a:gd name="connsiteX6" fmla="*/ 10965 w 29442"/>
                  <a:gd name="connsiteY6" fmla="*/ 18854 h 18945"/>
                  <a:gd name="connsiteX7" fmla="*/ 11445 w 29442"/>
                  <a:gd name="connsiteY7" fmla="*/ 18854 h 18945"/>
                  <a:gd name="connsiteX8" fmla="*/ 13022 w 29442"/>
                  <a:gd name="connsiteY8" fmla="*/ 18512 h 18945"/>
                  <a:gd name="connsiteX9" fmla="*/ 29070 w 29442"/>
                  <a:gd name="connsiteY9" fmla="*/ 2464 h 18945"/>
                  <a:gd name="connsiteX10" fmla="*/ 29001 w 29442"/>
                  <a:gd name="connsiteY10" fmla="*/ 406 h 18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442" h="18945">
                    <a:moveTo>
                      <a:pt x="29001" y="406"/>
                    </a:moveTo>
                    <a:cubicBezTo>
                      <a:pt x="28425" y="-135"/>
                      <a:pt x="27520" y="-135"/>
                      <a:pt x="26944" y="406"/>
                    </a:cubicBezTo>
                    <a:lnTo>
                      <a:pt x="11513" y="15768"/>
                    </a:lnTo>
                    <a:lnTo>
                      <a:pt x="1775" y="9527"/>
                    </a:lnTo>
                    <a:cubicBezTo>
                      <a:pt x="1432" y="9527"/>
                      <a:pt x="746" y="9527"/>
                      <a:pt x="335" y="10351"/>
                    </a:cubicBezTo>
                    <a:cubicBezTo>
                      <a:pt x="-77" y="11173"/>
                      <a:pt x="-145" y="11722"/>
                      <a:pt x="335" y="11996"/>
                    </a:cubicBezTo>
                    <a:lnTo>
                      <a:pt x="10965" y="18854"/>
                    </a:lnTo>
                    <a:cubicBezTo>
                      <a:pt x="11109" y="18957"/>
                      <a:pt x="11301" y="18957"/>
                      <a:pt x="11445" y="18854"/>
                    </a:cubicBezTo>
                    <a:cubicBezTo>
                      <a:pt x="11994" y="19053"/>
                      <a:pt x="12604" y="18923"/>
                      <a:pt x="13022" y="18512"/>
                    </a:cubicBezTo>
                    <a:lnTo>
                      <a:pt x="29070" y="2464"/>
                    </a:lnTo>
                    <a:cubicBezTo>
                      <a:pt x="29591" y="1867"/>
                      <a:pt x="29564" y="969"/>
                      <a:pt x="29001" y="406"/>
                    </a:cubicBez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82BECBB3-0516-4702-8E5C-99314F4C1AE9}"/>
                  </a:ext>
                </a:extLst>
              </p:cNvPr>
              <p:cNvSpPr/>
              <p:nvPr/>
            </p:nvSpPr>
            <p:spPr>
              <a:xfrm>
                <a:off x="8694331" y="2657881"/>
                <a:ext cx="29587" cy="19090"/>
              </a:xfrm>
              <a:custGeom>
                <a:avLst/>
                <a:gdLst>
                  <a:gd name="connsiteX0" fmla="*/ 29001 w 29587"/>
                  <a:gd name="connsiteY0" fmla="*/ 406 h 19090"/>
                  <a:gd name="connsiteX1" fmla="*/ 26944 w 29587"/>
                  <a:gd name="connsiteY1" fmla="*/ 406 h 19090"/>
                  <a:gd name="connsiteX2" fmla="*/ 11513 w 29587"/>
                  <a:gd name="connsiteY2" fmla="*/ 15837 h 19090"/>
                  <a:gd name="connsiteX3" fmla="*/ 1775 w 29587"/>
                  <a:gd name="connsiteY3" fmla="*/ 9596 h 19090"/>
                  <a:gd name="connsiteX4" fmla="*/ 335 w 29587"/>
                  <a:gd name="connsiteY4" fmla="*/ 10350 h 19090"/>
                  <a:gd name="connsiteX5" fmla="*/ 335 w 29587"/>
                  <a:gd name="connsiteY5" fmla="*/ 11996 h 19090"/>
                  <a:gd name="connsiteX6" fmla="*/ 10965 w 29587"/>
                  <a:gd name="connsiteY6" fmla="*/ 18854 h 19090"/>
                  <a:gd name="connsiteX7" fmla="*/ 11445 w 29587"/>
                  <a:gd name="connsiteY7" fmla="*/ 18854 h 19090"/>
                  <a:gd name="connsiteX8" fmla="*/ 13022 w 29587"/>
                  <a:gd name="connsiteY8" fmla="*/ 18854 h 19090"/>
                  <a:gd name="connsiteX9" fmla="*/ 29070 w 29587"/>
                  <a:gd name="connsiteY9" fmla="*/ 2738 h 19090"/>
                  <a:gd name="connsiteX10" fmla="*/ 29214 w 29587"/>
                  <a:gd name="connsiteY10" fmla="*/ 612 h 19090"/>
                  <a:gd name="connsiteX11" fmla="*/ 29001 w 29587"/>
                  <a:gd name="connsiteY11" fmla="*/ 406 h 19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587" h="19090">
                    <a:moveTo>
                      <a:pt x="29001" y="406"/>
                    </a:moveTo>
                    <a:cubicBezTo>
                      <a:pt x="28425" y="-135"/>
                      <a:pt x="27520" y="-135"/>
                      <a:pt x="26944" y="406"/>
                    </a:cubicBezTo>
                    <a:lnTo>
                      <a:pt x="11513" y="15837"/>
                    </a:lnTo>
                    <a:lnTo>
                      <a:pt x="1775" y="9596"/>
                    </a:lnTo>
                    <a:cubicBezTo>
                      <a:pt x="1432" y="9596"/>
                      <a:pt x="746" y="9596"/>
                      <a:pt x="335" y="10350"/>
                    </a:cubicBezTo>
                    <a:cubicBezTo>
                      <a:pt x="-77" y="11105"/>
                      <a:pt x="-145" y="11791"/>
                      <a:pt x="335" y="11996"/>
                    </a:cubicBezTo>
                    <a:lnTo>
                      <a:pt x="10965" y="18854"/>
                    </a:lnTo>
                    <a:lnTo>
                      <a:pt x="11445" y="18854"/>
                    </a:lnTo>
                    <a:cubicBezTo>
                      <a:pt x="11925" y="19170"/>
                      <a:pt x="12542" y="19170"/>
                      <a:pt x="13022" y="18854"/>
                    </a:cubicBezTo>
                    <a:lnTo>
                      <a:pt x="29070" y="2738"/>
                    </a:lnTo>
                    <a:cubicBezTo>
                      <a:pt x="29701" y="2189"/>
                      <a:pt x="29763" y="1236"/>
                      <a:pt x="29214" y="612"/>
                    </a:cubicBezTo>
                    <a:cubicBezTo>
                      <a:pt x="29152" y="537"/>
                      <a:pt x="29077" y="468"/>
                      <a:pt x="29001" y="406"/>
                    </a:cubicBezTo>
                    <a:close/>
                  </a:path>
                </a:pathLst>
              </a:custGeom>
              <a:solidFill>
                <a:srgbClr val="F2F2F2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5A6386CA-0BBC-47F4-A1AC-D6AAC42D6885}"/>
                  </a:ext>
                </a:extLst>
              </p:cNvPr>
              <p:cNvSpPr/>
              <p:nvPr/>
            </p:nvSpPr>
            <p:spPr>
              <a:xfrm>
                <a:off x="8750215" y="2814101"/>
                <a:ext cx="70431" cy="12001"/>
              </a:xfrm>
              <a:custGeom>
                <a:avLst/>
                <a:gdLst>
                  <a:gd name="connsiteX0" fmla="*/ 0 w 70431"/>
                  <a:gd name="connsiteY0" fmla="*/ 0 h 12001"/>
                  <a:gd name="connsiteX1" fmla="*/ 70432 w 70431"/>
                  <a:gd name="connsiteY1" fmla="*/ 0 h 12001"/>
                  <a:gd name="connsiteX2" fmla="*/ 70432 w 70431"/>
                  <a:gd name="connsiteY2" fmla="*/ 12002 h 12001"/>
                  <a:gd name="connsiteX3" fmla="*/ 0 w 70431"/>
                  <a:gd name="connsiteY3" fmla="*/ 12002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431" h="12001">
                    <a:moveTo>
                      <a:pt x="0" y="0"/>
                    </a:moveTo>
                    <a:lnTo>
                      <a:pt x="70432" y="0"/>
                    </a:lnTo>
                    <a:lnTo>
                      <a:pt x="70432" y="12002"/>
                    </a:lnTo>
                    <a:lnTo>
                      <a:pt x="0" y="12002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929F1EB4-39BC-4715-9555-EC1F1FDCDF63}"/>
                  </a:ext>
                </a:extLst>
              </p:cNvPr>
              <p:cNvSpPr/>
              <p:nvPr/>
            </p:nvSpPr>
            <p:spPr>
              <a:xfrm>
                <a:off x="8825516" y="2814101"/>
                <a:ext cx="58978" cy="12001"/>
              </a:xfrm>
              <a:custGeom>
                <a:avLst/>
                <a:gdLst>
                  <a:gd name="connsiteX0" fmla="*/ 0 w 58978"/>
                  <a:gd name="connsiteY0" fmla="*/ 0 h 12001"/>
                  <a:gd name="connsiteX1" fmla="*/ 58979 w 58978"/>
                  <a:gd name="connsiteY1" fmla="*/ 0 h 12001"/>
                  <a:gd name="connsiteX2" fmla="*/ 58979 w 58978"/>
                  <a:gd name="connsiteY2" fmla="*/ 12002 h 12001"/>
                  <a:gd name="connsiteX3" fmla="*/ 0 w 58978"/>
                  <a:gd name="connsiteY3" fmla="*/ 12002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978" h="12001">
                    <a:moveTo>
                      <a:pt x="0" y="0"/>
                    </a:moveTo>
                    <a:lnTo>
                      <a:pt x="58979" y="0"/>
                    </a:lnTo>
                    <a:lnTo>
                      <a:pt x="58979" y="12002"/>
                    </a:lnTo>
                    <a:lnTo>
                      <a:pt x="0" y="12002"/>
                    </a:ln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57B1333C-8023-4845-B316-DA4FB1EBBC3E}"/>
                  </a:ext>
                </a:extLst>
              </p:cNvPr>
              <p:cNvSpPr/>
              <p:nvPr/>
            </p:nvSpPr>
            <p:spPr>
              <a:xfrm>
                <a:off x="8692334" y="2798670"/>
                <a:ext cx="37787" cy="37787"/>
              </a:xfrm>
              <a:custGeom>
                <a:avLst/>
                <a:gdLst>
                  <a:gd name="connsiteX0" fmla="*/ 30655 w 37787"/>
                  <a:gd name="connsiteY0" fmla="*/ 0 h 37787"/>
                  <a:gd name="connsiteX1" fmla="*/ 37787 w 37787"/>
                  <a:gd name="connsiteY1" fmla="*/ 0 h 37787"/>
                  <a:gd name="connsiteX2" fmla="*/ 37787 w 37787"/>
                  <a:gd name="connsiteY2" fmla="*/ 37788 h 37787"/>
                  <a:gd name="connsiteX3" fmla="*/ 30655 w 37787"/>
                  <a:gd name="connsiteY3" fmla="*/ 37788 h 37787"/>
                  <a:gd name="connsiteX4" fmla="*/ 7132 w 37787"/>
                  <a:gd name="connsiteY4" fmla="*/ 37788 h 37787"/>
                  <a:gd name="connsiteX5" fmla="*/ 7132 w 37787"/>
                  <a:gd name="connsiteY5" fmla="*/ 0 h 37787"/>
                  <a:gd name="connsiteX6" fmla="*/ 0 w 37787"/>
                  <a:gd name="connsiteY6" fmla="*/ 0 h 37787"/>
                  <a:gd name="connsiteX7" fmla="*/ 7132 w 37787"/>
                  <a:gd name="connsiteY7" fmla="*/ 0 h 3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787" h="37787">
                    <a:moveTo>
                      <a:pt x="30655" y="0"/>
                    </a:moveTo>
                    <a:cubicBezTo>
                      <a:pt x="34594" y="0"/>
                      <a:pt x="37787" y="0"/>
                      <a:pt x="37787" y="0"/>
                    </a:cubicBezTo>
                    <a:lnTo>
                      <a:pt x="37787" y="37788"/>
                    </a:lnTo>
                    <a:cubicBezTo>
                      <a:pt x="37787" y="37788"/>
                      <a:pt x="34594" y="37788"/>
                      <a:pt x="30655" y="37788"/>
                    </a:cubicBezTo>
                    <a:lnTo>
                      <a:pt x="7132" y="37788"/>
                    </a:lnTo>
                    <a:lnTo>
                      <a:pt x="7132" y="0"/>
                    </a:lnTo>
                    <a:cubicBezTo>
                      <a:pt x="3193" y="0"/>
                      <a:pt x="0" y="0"/>
                      <a:pt x="0" y="0"/>
                    </a:cubicBezTo>
                    <a:cubicBezTo>
                      <a:pt x="0" y="0"/>
                      <a:pt x="3194" y="0"/>
                      <a:pt x="7132" y="0"/>
                    </a:cubicBezTo>
                    <a:close/>
                  </a:path>
                </a:pathLst>
              </a:custGeom>
              <a:solidFill>
                <a:srgbClr val="1A1A1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801A0EEA-8F6D-431B-9E8D-6E1C5D31F142}"/>
                  </a:ext>
                </a:extLst>
              </p:cNvPr>
              <p:cNvSpPr/>
              <p:nvPr/>
            </p:nvSpPr>
            <p:spPr>
              <a:xfrm>
                <a:off x="8694803" y="2797162"/>
                <a:ext cx="37238" cy="37238"/>
              </a:xfrm>
              <a:custGeom>
                <a:avLst/>
                <a:gdLst>
                  <a:gd name="connsiteX0" fmla="*/ 37239 w 37238"/>
                  <a:gd name="connsiteY0" fmla="*/ 30381 h 37238"/>
                  <a:gd name="connsiteX1" fmla="*/ 30381 w 37238"/>
                  <a:gd name="connsiteY1" fmla="*/ 37239 h 37238"/>
                  <a:gd name="connsiteX2" fmla="*/ 6858 w 37238"/>
                  <a:gd name="connsiteY2" fmla="*/ 37239 h 37238"/>
                  <a:gd name="connsiteX3" fmla="*/ 0 w 37238"/>
                  <a:gd name="connsiteY3" fmla="*/ 30381 h 37238"/>
                  <a:gd name="connsiteX4" fmla="*/ 0 w 37238"/>
                  <a:gd name="connsiteY4" fmla="*/ 6858 h 37238"/>
                  <a:gd name="connsiteX5" fmla="*/ 6858 w 37238"/>
                  <a:gd name="connsiteY5" fmla="*/ 0 h 37238"/>
                  <a:gd name="connsiteX6" fmla="*/ 30381 w 37238"/>
                  <a:gd name="connsiteY6" fmla="*/ 0 h 37238"/>
                  <a:gd name="connsiteX7" fmla="*/ 37239 w 37238"/>
                  <a:gd name="connsiteY7" fmla="*/ 6858 h 37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238" h="37238">
                    <a:moveTo>
                      <a:pt x="37239" y="30381"/>
                    </a:moveTo>
                    <a:cubicBezTo>
                      <a:pt x="37239" y="34167"/>
                      <a:pt x="34167" y="37239"/>
                      <a:pt x="30381" y="37239"/>
                    </a:cubicBezTo>
                    <a:lnTo>
                      <a:pt x="6858" y="37239"/>
                    </a:lnTo>
                    <a:cubicBezTo>
                      <a:pt x="3072" y="37239"/>
                      <a:pt x="0" y="34167"/>
                      <a:pt x="0" y="30381"/>
                    </a:cubicBezTo>
                    <a:lnTo>
                      <a:pt x="0" y="6858"/>
                    </a:lnTo>
                    <a:cubicBezTo>
                      <a:pt x="0" y="3072"/>
                      <a:pt x="3072" y="0"/>
                      <a:pt x="6858" y="0"/>
                    </a:cubicBezTo>
                    <a:lnTo>
                      <a:pt x="30381" y="0"/>
                    </a:lnTo>
                    <a:cubicBezTo>
                      <a:pt x="34167" y="0"/>
                      <a:pt x="37239" y="3072"/>
                      <a:pt x="37239" y="6858"/>
                    </a:cubicBezTo>
                    <a:close/>
                  </a:path>
                </a:pathLst>
              </a:custGeom>
              <a:solidFill>
                <a:srgbClr val="CCCCCC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D1C5DE4E-634F-4BE4-8A3A-497206840BA2}"/>
                  </a:ext>
                </a:extLst>
              </p:cNvPr>
              <p:cNvSpPr/>
              <p:nvPr/>
            </p:nvSpPr>
            <p:spPr>
              <a:xfrm>
                <a:off x="8697485" y="2807934"/>
                <a:ext cx="29587" cy="19075"/>
              </a:xfrm>
              <a:custGeom>
                <a:avLst/>
                <a:gdLst>
                  <a:gd name="connsiteX0" fmla="*/ 29001 w 29587"/>
                  <a:gd name="connsiteY0" fmla="*/ 406 h 19075"/>
                  <a:gd name="connsiteX1" fmla="*/ 26944 w 29587"/>
                  <a:gd name="connsiteY1" fmla="*/ 406 h 19075"/>
                  <a:gd name="connsiteX2" fmla="*/ 11513 w 29587"/>
                  <a:gd name="connsiteY2" fmla="*/ 15837 h 19075"/>
                  <a:gd name="connsiteX3" fmla="*/ 1775 w 29587"/>
                  <a:gd name="connsiteY3" fmla="*/ 9527 h 19075"/>
                  <a:gd name="connsiteX4" fmla="*/ 335 w 29587"/>
                  <a:gd name="connsiteY4" fmla="*/ 10350 h 19075"/>
                  <a:gd name="connsiteX5" fmla="*/ 335 w 29587"/>
                  <a:gd name="connsiteY5" fmla="*/ 11996 h 19075"/>
                  <a:gd name="connsiteX6" fmla="*/ 10965 w 29587"/>
                  <a:gd name="connsiteY6" fmla="*/ 18854 h 19075"/>
                  <a:gd name="connsiteX7" fmla="*/ 11445 w 29587"/>
                  <a:gd name="connsiteY7" fmla="*/ 18854 h 19075"/>
                  <a:gd name="connsiteX8" fmla="*/ 13022 w 29587"/>
                  <a:gd name="connsiteY8" fmla="*/ 18854 h 19075"/>
                  <a:gd name="connsiteX9" fmla="*/ 29070 w 29587"/>
                  <a:gd name="connsiteY9" fmla="*/ 2738 h 19075"/>
                  <a:gd name="connsiteX10" fmla="*/ 29214 w 29587"/>
                  <a:gd name="connsiteY10" fmla="*/ 612 h 19075"/>
                  <a:gd name="connsiteX11" fmla="*/ 29001 w 29587"/>
                  <a:gd name="connsiteY11" fmla="*/ 406 h 1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587" h="19075">
                    <a:moveTo>
                      <a:pt x="29001" y="406"/>
                    </a:moveTo>
                    <a:cubicBezTo>
                      <a:pt x="28425" y="-135"/>
                      <a:pt x="27520" y="-135"/>
                      <a:pt x="26944" y="406"/>
                    </a:cubicBezTo>
                    <a:lnTo>
                      <a:pt x="11513" y="15837"/>
                    </a:lnTo>
                    <a:lnTo>
                      <a:pt x="1775" y="9527"/>
                    </a:lnTo>
                    <a:cubicBezTo>
                      <a:pt x="1775" y="9527"/>
                      <a:pt x="746" y="9527"/>
                      <a:pt x="335" y="10350"/>
                    </a:cubicBezTo>
                    <a:cubicBezTo>
                      <a:pt x="-77" y="11173"/>
                      <a:pt x="-145" y="11790"/>
                      <a:pt x="335" y="11996"/>
                    </a:cubicBezTo>
                    <a:lnTo>
                      <a:pt x="10965" y="18854"/>
                    </a:lnTo>
                    <a:lnTo>
                      <a:pt x="11445" y="18854"/>
                    </a:lnTo>
                    <a:cubicBezTo>
                      <a:pt x="11932" y="19149"/>
                      <a:pt x="12535" y="19149"/>
                      <a:pt x="13022" y="18854"/>
                    </a:cubicBezTo>
                    <a:lnTo>
                      <a:pt x="29070" y="2738"/>
                    </a:lnTo>
                    <a:cubicBezTo>
                      <a:pt x="29701" y="2189"/>
                      <a:pt x="29763" y="1236"/>
                      <a:pt x="29214" y="612"/>
                    </a:cubicBezTo>
                    <a:cubicBezTo>
                      <a:pt x="29152" y="537"/>
                      <a:pt x="29077" y="468"/>
                      <a:pt x="29001" y="406"/>
                    </a:cubicBez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59075AA1-2DA6-45F6-B42E-73CE3FC3C4E3}"/>
                  </a:ext>
                </a:extLst>
              </p:cNvPr>
              <p:cNvSpPr/>
              <p:nvPr/>
            </p:nvSpPr>
            <p:spPr>
              <a:xfrm>
                <a:off x="8697485" y="2806562"/>
                <a:ext cx="29442" cy="18937"/>
              </a:xfrm>
              <a:custGeom>
                <a:avLst/>
                <a:gdLst>
                  <a:gd name="connsiteX0" fmla="*/ 29001 w 29442"/>
                  <a:gd name="connsiteY0" fmla="*/ 406 h 18937"/>
                  <a:gd name="connsiteX1" fmla="*/ 26944 w 29442"/>
                  <a:gd name="connsiteY1" fmla="*/ 406 h 18937"/>
                  <a:gd name="connsiteX2" fmla="*/ 11513 w 29442"/>
                  <a:gd name="connsiteY2" fmla="*/ 15768 h 18937"/>
                  <a:gd name="connsiteX3" fmla="*/ 1775 w 29442"/>
                  <a:gd name="connsiteY3" fmla="*/ 9527 h 18937"/>
                  <a:gd name="connsiteX4" fmla="*/ 335 w 29442"/>
                  <a:gd name="connsiteY4" fmla="*/ 10282 h 18937"/>
                  <a:gd name="connsiteX5" fmla="*/ 335 w 29442"/>
                  <a:gd name="connsiteY5" fmla="*/ 11996 h 18937"/>
                  <a:gd name="connsiteX6" fmla="*/ 10965 w 29442"/>
                  <a:gd name="connsiteY6" fmla="*/ 18854 h 18937"/>
                  <a:gd name="connsiteX7" fmla="*/ 11445 w 29442"/>
                  <a:gd name="connsiteY7" fmla="*/ 18854 h 18937"/>
                  <a:gd name="connsiteX8" fmla="*/ 13022 w 29442"/>
                  <a:gd name="connsiteY8" fmla="*/ 18512 h 18937"/>
                  <a:gd name="connsiteX9" fmla="*/ 29070 w 29442"/>
                  <a:gd name="connsiteY9" fmla="*/ 2464 h 18937"/>
                  <a:gd name="connsiteX10" fmla="*/ 29001 w 29442"/>
                  <a:gd name="connsiteY10" fmla="*/ 406 h 18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442" h="18937">
                    <a:moveTo>
                      <a:pt x="29001" y="406"/>
                    </a:moveTo>
                    <a:cubicBezTo>
                      <a:pt x="28425" y="-135"/>
                      <a:pt x="27520" y="-135"/>
                      <a:pt x="26944" y="406"/>
                    </a:cubicBezTo>
                    <a:lnTo>
                      <a:pt x="11513" y="15768"/>
                    </a:lnTo>
                    <a:lnTo>
                      <a:pt x="1775" y="9527"/>
                    </a:lnTo>
                    <a:cubicBezTo>
                      <a:pt x="1775" y="9527"/>
                      <a:pt x="746" y="9527"/>
                      <a:pt x="335" y="10282"/>
                    </a:cubicBezTo>
                    <a:cubicBezTo>
                      <a:pt x="-77" y="11036"/>
                      <a:pt x="-145" y="11722"/>
                      <a:pt x="335" y="11996"/>
                    </a:cubicBezTo>
                    <a:lnTo>
                      <a:pt x="10965" y="18854"/>
                    </a:lnTo>
                    <a:cubicBezTo>
                      <a:pt x="10965" y="18854"/>
                      <a:pt x="10965" y="18854"/>
                      <a:pt x="11445" y="18854"/>
                    </a:cubicBezTo>
                    <a:cubicBezTo>
                      <a:pt x="11994" y="19040"/>
                      <a:pt x="12597" y="18909"/>
                      <a:pt x="13022" y="18512"/>
                    </a:cubicBezTo>
                    <a:lnTo>
                      <a:pt x="29070" y="2464"/>
                    </a:lnTo>
                    <a:cubicBezTo>
                      <a:pt x="29591" y="1867"/>
                      <a:pt x="29563" y="969"/>
                      <a:pt x="29001" y="406"/>
                    </a:cubicBezTo>
                    <a:close/>
                  </a:path>
                </a:pathLst>
              </a:custGeom>
              <a:solidFill>
                <a:srgbClr val="F2F2F2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D5538ED-C2F8-4054-B529-E24A77EC75E9}"/>
                  </a:ext>
                </a:extLst>
              </p:cNvPr>
              <p:cNvSpPr/>
              <p:nvPr/>
            </p:nvSpPr>
            <p:spPr>
              <a:xfrm>
                <a:off x="8689591" y="2732628"/>
                <a:ext cx="37376" cy="37238"/>
              </a:xfrm>
              <a:custGeom>
                <a:avLst/>
                <a:gdLst>
                  <a:gd name="connsiteX0" fmla="*/ 37376 w 37376"/>
                  <a:gd name="connsiteY0" fmla="*/ 30381 h 37238"/>
                  <a:gd name="connsiteX1" fmla="*/ 30518 w 37376"/>
                  <a:gd name="connsiteY1" fmla="*/ 37239 h 37238"/>
                  <a:gd name="connsiteX2" fmla="*/ 6858 w 37376"/>
                  <a:gd name="connsiteY2" fmla="*/ 37239 h 37238"/>
                  <a:gd name="connsiteX3" fmla="*/ 0 w 37376"/>
                  <a:gd name="connsiteY3" fmla="*/ 30381 h 37238"/>
                  <a:gd name="connsiteX4" fmla="*/ 0 w 37376"/>
                  <a:gd name="connsiteY4" fmla="*/ 6858 h 37238"/>
                  <a:gd name="connsiteX5" fmla="*/ 6858 w 37376"/>
                  <a:gd name="connsiteY5" fmla="*/ 0 h 37238"/>
                  <a:gd name="connsiteX6" fmla="*/ 30381 w 37376"/>
                  <a:gd name="connsiteY6" fmla="*/ 0 h 37238"/>
                  <a:gd name="connsiteX7" fmla="*/ 37239 w 37376"/>
                  <a:gd name="connsiteY7" fmla="*/ 6858 h 37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376" h="37238">
                    <a:moveTo>
                      <a:pt x="37376" y="30381"/>
                    </a:moveTo>
                    <a:cubicBezTo>
                      <a:pt x="37376" y="34167"/>
                      <a:pt x="34304" y="37239"/>
                      <a:pt x="30518" y="37239"/>
                    </a:cubicBezTo>
                    <a:lnTo>
                      <a:pt x="6858" y="37239"/>
                    </a:lnTo>
                    <a:cubicBezTo>
                      <a:pt x="3072" y="37239"/>
                      <a:pt x="0" y="34167"/>
                      <a:pt x="0" y="30381"/>
                    </a:cubicBezTo>
                    <a:lnTo>
                      <a:pt x="0" y="6858"/>
                    </a:lnTo>
                    <a:cubicBezTo>
                      <a:pt x="0" y="3072"/>
                      <a:pt x="3072" y="0"/>
                      <a:pt x="6858" y="0"/>
                    </a:cubicBezTo>
                    <a:lnTo>
                      <a:pt x="30381" y="0"/>
                    </a:lnTo>
                    <a:cubicBezTo>
                      <a:pt x="34167" y="0"/>
                      <a:pt x="37239" y="3072"/>
                      <a:pt x="37239" y="6858"/>
                    </a:cubicBezTo>
                    <a:close/>
                  </a:path>
                </a:pathLst>
              </a:custGeom>
              <a:solidFill>
                <a:srgbClr val="1A1A1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AD515409-8107-4923-A3DA-3DC4FBA561C7}"/>
                  </a:ext>
                </a:extLst>
              </p:cNvPr>
              <p:cNvSpPr/>
              <p:nvPr/>
            </p:nvSpPr>
            <p:spPr>
              <a:xfrm>
                <a:off x="8691099" y="2730776"/>
                <a:ext cx="37787" cy="37787"/>
              </a:xfrm>
              <a:custGeom>
                <a:avLst/>
                <a:gdLst>
                  <a:gd name="connsiteX0" fmla="*/ 30655 w 37787"/>
                  <a:gd name="connsiteY0" fmla="*/ 0 h 37787"/>
                  <a:gd name="connsiteX1" fmla="*/ 37787 w 37787"/>
                  <a:gd name="connsiteY1" fmla="*/ 0 h 37787"/>
                  <a:gd name="connsiteX2" fmla="*/ 37787 w 37787"/>
                  <a:gd name="connsiteY2" fmla="*/ 37788 h 37787"/>
                  <a:gd name="connsiteX3" fmla="*/ 30655 w 37787"/>
                  <a:gd name="connsiteY3" fmla="*/ 37788 h 37787"/>
                  <a:gd name="connsiteX4" fmla="*/ 7132 w 37787"/>
                  <a:gd name="connsiteY4" fmla="*/ 37788 h 37787"/>
                  <a:gd name="connsiteX5" fmla="*/ 7132 w 37787"/>
                  <a:gd name="connsiteY5" fmla="*/ 0 h 37787"/>
                  <a:gd name="connsiteX6" fmla="*/ 0 w 37787"/>
                  <a:gd name="connsiteY6" fmla="*/ 0 h 37787"/>
                  <a:gd name="connsiteX7" fmla="*/ 7132 w 37787"/>
                  <a:gd name="connsiteY7" fmla="*/ 0 h 3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787" h="37787">
                    <a:moveTo>
                      <a:pt x="30655" y="0"/>
                    </a:moveTo>
                    <a:cubicBezTo>
                      <a:pt x="34595" y="0"/>
                      <a:pt x="37787" y="0"/>
                      <a:pt x="37787" y="0"/>
                    </a:cubicBezTo>
                    <a:lnTo>
                      <a:pt x="37787" y="37788"/>
                    </a:lnTo>
                    <a:cubicBezTo>
                      <a:pt x="37787" y="37788"/>
                      <a:pt x="34594" y="37788"/>
                      <a:pt x="30655" y="37788"/>
                    </a:cubicBezTo>
                    <a:lnTo>
                      <a:pt x="7132" y="37788"/>
                    </a:lnTo>
                    <a:lnTo>
                      <a:pt x="7132" y="0"/>
                    </a:lnTo>
                    <a:cubicBezTo>
                      <a:pt x="3193" y="0"/>
                      <a:pt x="0" y="0"/>
                      <a:pt x="0" y="0"/>
                    </a:cubicBezTo>
                    <a:cubicBezTo>
                      <a:pt x="0" y="0"/>
                      <a:pt x="3194" y="0"/>
                      <a:pt x="7132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83F7F023-F20A-4380-89D3-73FFA5B703DD}"/>
                  </a:ext>
                </a:extLst>
              </p:cNvPr>
              <p:cNvSpPr/>
              <p:nvPr/>
            </p:nvSpPr>
            <p:spPr>
              <a:xfrm>
                <a:off x="8694331" y="2741548"/>
                <a:ext cx="29411" cy="18928"/>
              </a:xfrm>
              <a:custGeom>
                <a:avLst/>
                <a:gdLst>
                  <a:gd name="connsiteX0" fmla="*/ 29001 w 29411"/>
                  <a:gd name="connsiteY0" fmla="*/ 406 h 18928"/>
                  <a:gd name="connsiteX1" fmla="*/ 26944 w 29411"/>
                  <a:gd name="connsiteY1" fmla="*/ 406 h 18928"/>
                  <a:gd name="connsiteX2" fmla="*/ 11513 w 29411"/>
                  <a:gd name="connsiteY2" fmla="*/ 15837 h 18928"/>
                  <a:gd name="connsiteX3" fmla="*/ 1775 w 29411"/>
                  <a:gd name="connsiteY3" fmla="*/ 9596 h 18928"/>
                  <a:gd name="connsiteX4" fmla="*/ 335 w 29411"/>
                  <a:gd name="connsiteY4" fmla="*/ 10350 h 18928"/>
                  <a:gd name="connsiteX5" fmla="*/ 335 w 29411"/>
                  <a:gd name="connsiteY5" fmla="*/ 11996 h 18928"/>
                  <a:gd name="connsiteX6" fmla="*/ 10965 w 29411"/>
                  <a:gd name="connsiteY6" fmla="*/ 18854 h 18928"/>
                  <a:gd name="connsiteX7" fmla="*/ 11445 w 29411"/>
                  <a:gd name="connsiteY7" fmla="*/ 18854 h 18928"/>
                  <a:gd name="connsiteX8" fmla="*/ 13022 w 29411"/>
                  <a:gd name="connsiteY8" fmla="*/ 18511 h 18928"/>
                  <a:gd name="connsiteX9" fmla="*/ 29070 w 29411"/>
                  <a:gd name="connsiteY9" fmla="*/ 2395 h 18928"/>
                  <a:gd name="connsiteX10" fmla="*/ 29001 w 29411"/>
                  <a:gd name="connsiteY10" fmla="*/ 406 h 18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411" h="18928">
                    <a:moveTo>
                      <a:pt x="29001" y="406"/>
                    </a:moveTo>
                    <a:cubicBezTo>
                      <a:pt x="28425" y="-135"/>
                      <a:pt x="27520" y="-135"/>
                      <a:pt x="26944" y="406"/>
                    </a:cubicBezTo>
                    <a:lnTo>
                      <a:pt x="11513" y="15837"/>
                    </a:lnTo>
                    <a:lnTo>
                      <a:pt x="1775" y="9596"/>
                    </a:lnTo>
                    <a:cubicBezTo>
                      <a:pt x="1432" y="9596"/>
                      <a:pt x="746" y="9596"/>
                      <a:pt x="335" y="10350"/>
                    </a:cubicBezTo>
                    <a:cubicBezTo>
                      <a:pt x="-77" y="11105"/>
                      <a:pt x="-145" y="11791"/>
                      <a:pt x="335" y="11996"/>
                    </a:cubicBezTo>
                    <a:lnTo>
                      <a:pt x="10965" y="18854"/>
                    </a:lnTo>
                    <a:lnTo>
                      <a:pt x="11445" y="18854"/>
                    </a:lnTo>
                    <a:cubicBezTo>
                      <a:pt x="11994" y="19026"/>
                      <a:pt x="12590" y="18895"/>
                      <a:pt x="13022" y="18511"/>
                    </a:cubicBezTo>
                    <a:lnTo>
                      <a:pt x="29070" y="2395"/>
                    </a:lnTo>
                    <a:cubicBezTo>
                      <a:pt x="29550" y="1812"/>
                      <a:pt x="29522" y="955"/>
                      <a:pt x="29001" y="406"/>
                    </a:cubicBezTo>
                    <a:close/>
                  </a:path>
                </a:pathLst>
              </a:custGeom>
              <a:solidFill>
                <a:srgbClr val="33333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8C067B21-1113-40E9-B7FD-2F24FC093723}"/>
                  </a:ext>
                </a:extLst>
              </p:cNvPr>
              <p:cNvSpPr/>
              <p:nvPr/>
            </p:nvSpPr>
            <p:spPr>
              <a:xfrm>
                <a:off x="8694331" y="2740382"/>
                <a:ext cx="29442" cy="18945"/>
              </a:xfrm>
              <a:custGeom>
                <a:avLst/>
                <a:gdLst>
                  <a:gd name="connsiteX0" fmla="*/ 29001 w 29442"/>
                  <a:gd name="connsiteY0" fmla="*/ 406 h 18945"/>
                  <a:gd name="connsiteX1" fmla="*/ 26944 w 29442"/>
                  <a:gd name="connsiteY1" fmla="*/ 406 h 18945"/>
                  <a:gd name="connsiteX2" fmla="*/ 11513 w 29442"/>
                  <a:gd name="connsiteY2" fmla="*/ 15768 h 18945"/>
                  <a:gd name="connsiteX3" fmla="*/ 1775 w 29442"/>
                  <a:gd name="connsiteY3" fmla="*/ 9527 h 18945"/>
                  <a:gd name="connsiteX4" fmla="*/ 335 w 29442"/>
                  <a:gd name="connsiteY4" fmla="*/ 10350 h 18945"/>
                  <a:gd name="connsiteX5" fmla="*/ 335 w 29442"/>
                  <a:gd name="connsiteY5" fmla="*/ 11996 h 18945"/>
                  <a:gd name="connsiteX6" fmla="*/ 10965 w 29442"/>
                  <a:gd name="connsiteY6" fmla="*/ 18854 h 18945"/>
                  <a:gd name="connsiteX7" fmla="*/ 11445 w 29442"/>
                  <a:gd name="connsiteY7" fmla="*/ 18854 h 18945"/>
                  <a:gd name="connsiteX8" fmla="*/ 13022 w 29442"/>
                  <a:gd name="connsiteY8" fmla="*/ 18511 h 18945"/>
                  <a:gd name="connsiteX9" fmla="*/ 29070 w 29442"/>
                  <a:gd name="connsiteY9" fmla="*/ 2464 h 18945"/>
                  <a:gd name="connsiteX10" fmla="*/ 29001 w 29442"/>
                  <a:gd name="connsiteY10" fmla="*/ 406 h 18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442" h="18945">
                    <a:moveTo>
                      <a:pt x="29001" y="406"/>
                    </a:moveTo>
                    <a:cubicBezTo>
                      <a:pt x="28425" y="-135"/>
                      <a:pt x="27520" y="-135"/>
                      <a:pt x="26944" y="406"/>
                    </a:cubicBezTo>
                    <a:lnTo>
                      <a:pt x="11513" y="15768"/>
                    </a:lnTo>
                    <a:lnTo>
                      <a:pt x="1775" y="9527"/>
                    </a:lnTo>
                    <a:cubicBezTo>
                      <a:pt x="1432" y="9527"/>
                      <a:pt x="746" y="9527"/>
                      <a:pt x="335" y="10350"/>
                    </a:cubicBezTo>
                    <a:cubicBezTo>
                      <a:pt x="-77" y="11173"/>
                      <a:pt x="-145" y="11722"/>
                      <a:pt x="335" y="11996"/>
                    </a:cubicBezTo>
                    <a:lnTo>
                      <a:pt x="10965" y="18854"/>
                    </a:lnTo>
                    <a:cubicBezTo>
                      <a:pt x="11109" y="18957"/>
                      <a:pt x="11301" y="18957"/>
                      <a:pt x="11445" y="18854"/>
                    </a:cubicBezTo>
                    <a:cubicBezTo>
                      <a:pt x="11994" y="19053"/>
                      <a:pt x="12604" y="18923"/>
                      <a:pt x="13022" y="18511"/>
                    </a:cubicBezTo>
                    <a:lnTo>
                      <a:pt x="29070" y="2464"/>
                    </a:lnTo>
                    <a:cubicBezTo>
                      <a:pt x="29591" y="1867"/>
                      <a:pt x="29564" y="969"/>
                      <a:pt x="29001" y="406"/>
                    </a:cubicBezTo>
                    <a:close/>
                  </a:path>
                </a:pathLst>
              </a:custGeom>
              <a:solidFill>
                <a:srgbClr val="F2F2F2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5CD868BB-3864-425C-A125-C91C19D1BE36}"/>
                  </a:ext>
                </a:extLst>
              </p:cNvPr>
              <p:cNvSpPr/>
              <p:nvPr/>
            </p:nvSpPr>
            <p:spPr>
              <a:xfrm>
                <a:off x="8607295" y="2337058"/>
                <a:ext cx="497273" cy="581969"/>
              </a:xfrm>
              <a:custGeom>
                <a:avLst/>
                <a:gdLst>
                  <a:gd name="connsiteX0" fmla="*/ 269862 w 497273"/>
                  <a:gd name="connsiteY0" fmla="*/ 0 h 581969"/>
                  <a:gd name="connsiteX1" fmla="*/ 73449 w 497273"/>
                  <a:gd name="connsiteY1" fmla="*/ 0 h 581969"/>
                  <a:gd name="connsiteX2" fmla="*/ 0 w 497273"/>
                  <a:gd name="connsiteY2" fmla="*/ 73586 h 581969"/>
                  <a:gd name="connsiteX3" fmla="*/ 0 w 497273"/>
                  <a:gd name="connsiteY3" fmla="*/ 508383 h 581969"/>
                  <a:gd name="connsiteX4" fmla="*/ 73518 w 497273"/>
                  <a:gd name="connsiteY4" fmla="*/ 581970 h 581969"/>
                  <a:gd name="connsiteX5" fmla="*/ 423756 w 497273"/>
                  <a:gd name="connsiteY5" fmla="*/ 581970 h 581969"/>
                  <a:gd name="connsiteX6" fmla="*/ 497274 w 497273"/>
                  <a:gd name="connsiteY6" fmla="*/ 508383 h 581969"/>
                  <a:gd name="connsiteX7" fmla="*/ 497274 w 497273"/>
                  <a:gd name="connsiteY7" fmla="*/ 209306 h 581969"/>
                  <a:gd name="connsiteX8" fmla="*/ 437403 w 497273"/>
                  <a:gd name="connsiteY8" fmla="*/ 494187 h 581969"/>
                  <a:gd name="connsiteX9" fmla="*/ 412234 w 497273"/>
                  <a:gd name="connsiteY9" fmla="*/ 519356 h 581969"/>
                  <a:gd name="connsiteX10" fmla="*/ 84902 w 497273"/>
                  <a:gd name="connsiteY10" fmla="*/ 519356 h 581969"/>
                  <a:gd name="connsiteX11" fmla="*/ 59665 w 497273"/>
                  <a:gd name="connsiteY11" fmla="*/ 494256 h 581969"/>
                  <a:gd name="connsiteX12" fmla="*/ 59665 w 497273"/>
                  <a:gd name="connsiteY12" fmla="*/ 494187 h 581969"/>
                  <a:gd name="connsiteX13" fmla="*/ 59665 w 497273"/>
                  <a:gd name="connsiteY13" fmla="*/ 87782 h 581969"/>
                  <a:gd name="connsiteX14" fmla="*/ 84833 w 497273"/>
                  <a:gd name="connsiteY14" fmla="*/ 62613 h 581969"/>
                  <a:gd name="connsiteX15" fmla="*/ 84902 w 497273"/>
                  <a:gd name="connsiteY15" fmla="*/ 62613 h 581969"/>
                  <a:gd name="connsiteX16" fmla="*/ 228440 w 497273"/>
                  <a:gd name="connsiteY16" fmla="*/ 62613 h 581969"/>
                  <a:gd name="connsiteX17" fmla="*/ 228440 w 497273"/>
                  <a:gd name="connsiteY17" fmla="*/ 199019 h 581969"/>
                  <a:gd name="connsiteX18" fmla="*/ 285499 w 497273"/>
                  <a:gd name="connsiteY18" fmla="*/ 256078 h 581969"/>
                  <a:gd name="connsiteX19" fmla="*/ 437403 w 497273"/>
                  <a:gd name="connsiteY19" fmla="*/ 256078 h 581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97273" h="581969">
                    <a:moveTo>
                      <a:pt x="269862" y="0"/>
                    </a:moveTo>
                    <a:lnTo>
                      <a:pt x="73449" y="0"/>
                    </a:lnTo>
                    <a:cubicBezTo>
                      <a:pt x="32863" y="75"/>
                      <a:pt x="0" y="33001"/>
                      <a:pt x="0" y="73586"/>
                    </a:cubicBezTo>
                    <a:lnTo>
                      <a:pt x="0" y="508383"/>
                    </a:lnTo>
                    <a:cubicBezTo>
                      <a:pt x="0" y="548997"/>
                      <a:pt x="32905" y="581929"/>
                      <a:pt x="73518" y="581970"/>
                    </a:cubicBezTo>
                    <a:lnTo>
                      <a:pt x="423756" y="581970"/>
                    </a:lnTo>
                    <a:cubicBezTo>
                      <a:pt x="464355" y="581894"/>
                      <a:pt x="497233" y="548983"/>
                      <a:pt x="497274" y="508383"/>
                    </a:cubicBezTo>
                    <a:lnTo>
                      <a:pt x="497274" y="209306"/>
                    </a:lnTo>
                    <a:close/>
                    <a:moveTo>
                      <a:pt x="437403" y="494187"/>
                    </a:moveTo>
                    <a:cubicBezTo>
                      <a:pt x="437403" y="508088"/>
                      <a:pt x="426136" y="519356"/>
                      <a:pt x="412234" y="519356"/>
                    </a:cubicBezTo>
                    <a:lnTo>
                      <a:pt x="84902" y="519356"/>
                    </a:lnTo>
                    <a:cubicBezTo>
                      <a:pt x="71001" y="519397"/>
                      <a:pt x="59706" y="508157"/>
                      <a:pt x="59665" y="494256"/>
                    </a:cubicBezTo>
                    <a:cubicBezTo>
                      <a:pt x="59665" y="494235"/>
                      <a:pt x="59665" y="494208"/>
                      <a:pt x="59665" y="494187"/>
                    </a:cubicBezTo>
                    <a:lnTo>
                      <a:pt x="59665" y="87782"/>
                    </a:lnTo>
                    <a:cubicBezTo>
                      <a:pt x="59665" y="73881"/>
                      <a:pt x="70932" y="62613"/>
                      <a:pt x="84833" y="62613"/>
                    </a:cubicBezTo>
                    <a:cubicBezTo>
                      <a:pt x="84854" y="62613"/>
                      <a:pt x="84882" y="62613"/>
                      <a:pt x="84902" y="62613"/>
                    </a:cubicBezTo>
                    <a:lnTo>
                      <a:pt x="228440" y="62613"/>
                    </a:lnTo>
                    <a:lnTo>
                      <a:pt x="228440" y="199019"/>
                    </a:lnTo>
                    <a:cubicBezTo>
                      <a:pt x="228474" y="230518"/>
                      <a:pt x="254000" y="256036"/>
                      <a:pt x="285499" y="256078"/>
                    </a:cubicBezTo>
                    <a:lnTo>
                      <a:pt x="437403" y="256078"/>
                    </a:lnTo>
                    <a:close/>
                  </a:path>
                </a:pathLst>
              </a:custGeom>
              <a:solidFill>
                <a:srgbClr val="FFFFF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70C4222-2F24-4726-A671-166E11709D5A}"/>
                </a:ext>
              </a:extLst>
            </p:cNvPr>
            <p:cNvSpPr/>
            <p:nvPr/>
          </p:nvSpPr>
          <p:spPr>
            <a:xfrm>
              <a:off x="6258262" y="3195600"/>
              <a:ext cx="512056" cy="517029"/>
            </a:xfrm>
            <a:custGeom>
              <a:avLst/>
              <a:gdLst>
                <a:gd name="connsiteX0" fmla="*/ 523050 w 529621"/>
                <a:gd name="connsiteY0" fmla="*/ 446510 h 534764"/>
                <a:gd name="connsiteX1" fmla="*/ 374095 w 529621"/>
                <a:gd name="connsiteY1" fmla="*/ 295154 h 534764"/>
                <a:gd name="connsiteX2" fmla="*/ 342822 w 529621"/>
                <a:gd name="connsiteY2" fmla="*/ 290216 h 534764"/>
                <a:gd name="connsiteX3" fmla="*/ 290215 w 529621"/>
                <a:gd name="connsiteY3" fmla="*/ 31114 h 534764"/>
                <a:gd name="connsiteX4" fmla="*/ 31119 w 529621"/>
                <a:gd name="connsiteY4" fmla="*/ 83722 h 534764"/>
                <a:gd name="connsiteX5" fmla="*/ 83720 w 529621"/>
                <a:gd name="connsiteY5" fmla="*/ 342824 h 534764"/>
                <a:gd name="connsiteX6" fmla="*/ 286724 w 529621"/>
                <a:gd name="connsiteY6" fmla="*/ 345080 h 534764"/>
                <a:gd name="connsiteX7" fmla="*/ 291113 w 529621"/>
                <a:gd name="connsiteY7" fmla="*/ 376490 h 534764"/>
                <a:gd name="connsiteX8" fmla="*/ 440069 w 529621"/>
                <a:gd name="connsiteY8" fmla="*/ 527846 h 534764"/>
                <a:gd name="connsiteX9" fmla="*/ 505837 w 529621"/>
                <a:gd name="connsiteY9" fmla="*/ 511661 h 534764"/>
                <a:gd name="connsiteX10" fmla="*/ 523050 w 529621"/>
                <a:gd name="connsiteY10" fmla="*/ 446510 h 534764"/>
                <a:gd name="connsiteX11" fmla="*/ 95866 w 529621"/>
                <a:gd name="connsiteY11" fmla="*/ 276226 h 534764"/>
                <a:gd name="connsiteX12" fmla="*/ 97292 w 529621"/>
                <a:gd name="connsiteY12" fmla="*/ 96807 h 534764"/>
                <a:gd name="connsiteX13" fmla="*/ 276711 w 529621"/>
                <a:gd name="connsiteY13" fmla="*/ 98234 h 534764"/>
                <a:gd name="connsiteX14" fmla="*/ 275285 w 529621"/>
                <a:gd name="connsiteY14" fmla="*/ 277652 h 534764"/>
                <a:gd name="connsiteX15" fmla="*/ 275271 w 529621"/>
                <a:gd name="connsiteY15" fmla="*/ 277666 h 534764"/>
                <a:gd name="connsiteX16" fmla="*/ 95948 w 529621"/>
                <a:gd name="connsiteY16" fmla="*/ 276308 h 534764"/>
                <a:gd name="connsiteX17" fmla="*/ 95866 w 529621"/>
                <a:gd name="connsiteY17" fmla="*/ 276226 h 53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9621" h="534764">
                  <a:moveTo>
                    <a:pt x="523050" y="446510"/>
                  </a:moveTo>
                  <a:lnTo>
                    <a:pt x="374095" y="295154"/>
                  </a:lnTo>
                  <a:cubicBezTo>
                    <a:pt x="367237" y="287953"/>
                    <a:pt x="355510" y="286650"/>
                    <a:pt x="342822" y="290216"/>
                  </a:cubicBezTo>
                  <a:cubicBezTo>
                    <a:pt x="399847" y="204142"/>
                    <a:pt x="376289" y="88138"/>
                    <a:pt x="290215" y="31114"/>
                  </a:cubicBezTo>
                  <a:cubicBezTo>
                    <a:pt x="204140" y="-25903"/>
                    <a:pt x="88137" y="-2353"/>
                    <a:pt x="31119" y="83722"/>
                  </a:cubicBezTo>
                  <a:cubicBezTo>
                    <a:pt x="-25905" y="169797"/>
                    <a:pt x="-2355" y="285800"/>
                    <a:pt x="83720" y="342824"/>
                  </a:cubicBezTo>
                  <a:cubicBezTo>
                    <a:pt x="145051" y="383451"/>
                    <a:pt x="224508" y="384336"/>
                    <a:pt x="286724" y="345080"/>
                  </a:cubicBezTo>
                  <a:cubicBezTo>
                    <a:pt x="282884" y="357768"/>
                    <a:pt x="284049" y="369289"/>
                    <a:pt x="291113" y="376490"/>
                  </a:cubicBezTo>
                  <a:lnTo>
                    <a:pt x="440069" y="527846"/>
                  </a:lnTo>
                  <a:cubicBezTo>
                    <a:pt x="453442" y="541562"/>
                    <a:pt x="482931" y="534224"/>
                    <a:pt x="505837" y="511661"/>
                  </a:cubicBezTo>
                  <a:cubicBezTo>
                    <a:pt x="528743" y="489098"/>
                    <a:pt x="536424" y="459815"/>
                    <a:pt x="523050" y="446510"/>
                  </a:cubicBezTo>
                  <a:close/>
                  <a:moveTo>
                    <a:pt x="95866" y="276226"/>
                  </a:moveTo>
                  <a:cubicBezTo>
                    <a:pt x="46714" y="226286"/>
                    <a:pt x="47352" y="145958"/>
                    <a:pt x="97292" y="96807"/>
                  </a:cubicBezTo>
                  <a:cubicBezTo>
                    <a:pt x="147232" y="47656"/>
                    <a:pt x="227560" y="48294"/>
                    <a:pt x="276711" y="98234"/>
                  </a:cubicBezTo>
                  <a:cubicBezTo>
                    <a:pt x="325862" y="148173"/>
                    <a:pt x="325224" y="228501"/>
                    <a:pt x="275285" y="277652"/>
                  </a:cubicBezTo>
                  <a:cubicBezTo>
                    <a:pt x="275278" y="277659"/>
                    <a:pt x="275278" y="277659"/>
                    <a:pt x="275271" y="277666"/>
                  </a:cubicBezTo>
                  <a:cubicBezTo>
                    <a:pt x="225379" y="326811"/>
                    <a:pt x="145092" y="326200"/>
                    <a:pt x="95948" y="276308"/>
                  </a:cubicBezTo>
                  <a:cubicBezTo>
                    <a:pt x="95921" y="276281"/>
                    <a:pt x="95893" y="276254"/>
                    <a:pt x="95866" y="276226"/>
                  </a:cubicBezTo>
                  <a:close/>
                </a:path>
              </a:pathLst>
            </a:custGeom>
            <a:solidFill>
              <a:srgbClr val="0071B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4C58352-5A12-480A-83B3-5B9B62813678}"/>
              </a:ext>
            </a:extLst>
          </p:cNvPr>
          <p:cNvGrpSpPr/>
          <p:nvPr/>
        </p:nvGrpSpPr>
        <p:grpSpPr>
          <a:xfrm>
            <a:off x="1418369" y="2244832"/>
            <a:ext cx="1538331" cy="2133447"/>
            <a:chOff x="1418369" y="2244832"/>
            <a:chExt cx="1538331" cy="2133447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612197D-1B3F-4DDA-A444-2460354A7E10}"/>
                </a:ext>
              </a:extLst>
            </p:cNvPr>
            <p:cNvSpPr txBox="1"/>
            <p:nvPr/>
          </p:nvSpPr>
          <p:spPr>
            <a:xfrm rot="16934851">
              <a:off x="1023228" y="3033596"/>
              <a:ext cx="11596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Evaluation</a:t>
              </a: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3C7CF66-62C0-42B2-9BEB-649BE40B810E}"/>
                </a:ext>
              </a:extLst>
            </p:cNvPr>
            <p:cNvSpPr/>
            <p:nvPr/>
          </p:nvSpPr>
          <p:spPr>
            <a:xfrm>
              <a:off x="1699529" y="2244832"/>
              <a:ext cx="1257171" cy="2133447"/>
            </a:xfrm>
            <a:custGeom>
              <a:avLst/>
              <a:gdLst>
                <a:gd name="connsiteX0" fmla="*/ 1300295 w 1300295"/>
                <a:gd name="connsiteY0" fmla="*/ 596440 h 2206630"/>
                <a:gd name="connsiteX1" fmla="*/ 552156 w 1300295"/>
                <a:gd name="connsiteY1" fmla="*/ 0 h 2206630"/>
                <a:gd name="connsiteX2" fmla="*/ 59820 w 1300295"/>
                <a:gd name="connsiteY2" fmla="*/ 2206630 h 2206630"/>
                <a:gd name="connsiteX3" fmla="*/ 983524 w 1300295"/>
                <a:gd name="connsiteY3" fmla="*/ 1995884 h 2206630"/>
                <a:gd name="connsiteX4" fmla="*/ 1300295 w 1300295"/>
                <a:gd name="connsiteY4" fmla="*/ 596440 h 220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0295" h="2206630">
                  <a:moveTo>
                    <a:pt x="1300295" y="596440"/>
                  </a:moveTo>
                  <a:lnTo>
                    <a:pt x="552156" y="0"/>
                  </a:lnTo>
                  <a:cubicBezTo>
                    <a:pt x="74695" y="628824"/>
                    <a:pt x="-105061" y="1434488"/>
                    <a:pt x="59820" y="2206630"/>
                  </a:cubicBezTo>
                  <a:lnTo>
                    <a:pt x="983524" y="1995884"/>
                  </a:lnTo>
                  <a:cubicBezTo>
                    <a:pt x="885859" y="1505592"/>
                    <a:pt x="1001012" y="996886"/>
                    <a:pt x="1300295" y="596440"/>
                  </a:cubicBezTo>
                  <a:close/>
                </a:path>
              </a:pathLst>
            </a:custGeom>
            <a:solidFill>
              <a:srgbClr val="8CC6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111CF9D-F8AD-4AC1-862D-6E683CEFDD3E}"/>
                </a:ext>
              </a:extLst>
            </p:cNvPr>
            <p:cNvGrpSpPr/>
            <p:nvPr/>
          </p:nvGrpSpPr>
          <p:grpSpPr>
            <a:xfrm>
              <a:off x="1958823" y="3031361"/>
              <a:ext cx="527264" cy="578161"/>
              <a:chOff x="5881040" y="4779228"/>
              <a:chExt cx="527264" cy="578161"/>
            </a:xfrm>
          </p:grpSpPr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6C4301B0-9927-4872-BC3C-73B0C515118E}"/>
                  </a:ext>
                </a:extLst>
              </p:cNvPr>
              <p:cNvSpPr/>
              <p:nvPr/>
            </p:nvSpPr>
            <p:spPr>
              <a:xfrm>
                <a:off x="5881040" y="4779228"/>
                <a:ext cx="480848" cy="562602"/>
              </a:xfrm>
              <a:custGeom>
                <a:avLst/>
                <a:gdLst>
                  <a:gd name="connsiteX0" fmla="*/ 269999 w 497342"/>
                  <a:gd name="connsiteY0" fmla="*/ 0 h 581901"/>
                  <a:gd name="connsiteX1" fmla="*/ 73586 w 497342"/>
                  <a:gd name="connsiteY1" fmla="*/ 0 h 581901"/>
                  <a:gd name="connsiteX2" fmla="*/ 0 w 497342"/>
                  <a:gd name="connsiteY2" fmla="*/ 73587 h 581901"/>
                  <a:gd name="connsiteX3" fmla="*/ 0 w 497342"/>
                  <a:gd name="connsiteY3" fmla="*/ 508384 h 581901"/>
                  <a:gd name="connsiteX4" fmla="*/ 73586 w 497342"/>
                  <a:gd name="connsiteY4" fmla="*/ 581902 h 581901"/>
                  <a:gd name="connsiteX5" fmla="*/ 423824 w 497342"/>
                  <a:gd name="connsiteY5" fmla="*/ 581902 h 581901"/>
                  <a:gd name="connsiteX6" fmla="*/ 497342 w 497342"/>
                  <a:gd name="connsiteY6" fmla="*/ 508384 h 581901"/>
                  <a:gd name="connsiteX7" fmla="*/ 497342 w 497342"/>
                  <a:gd name="connsiteY7" fmla="*/ 209169 h 581901"/>
                  <a:gd name="connsiteX8" fmla="*/ 437540 w 497342"/>
                  <a:gd name="connsiteY8" fmla="*/ 494187 h 581901"/>
                  <a:gd name="connsiteX9" fmla="*/ 412372 w 497342"/>
                  <a:gd name="connsiteY9" fmla="*/ 519357 h 581901"/>
                  <a:gd name="connsiteX10" fmla="*/ 84971 w 497342"/>
                  <a:gd name="connsiteY10" fmla="*/ 519357 h 581901"/>
                  <a:gd name="connsiteX11" fmla="*/ 59802 w 497342"/>
                  <a:gd name="connsiteY11" fmla="*/ 494187 h 581901"/>
                  <a:gd name="connsiteX12" fmla="*/ 59802 w 497342"/>
                  <a:gd name="connsiteY12" fmla="*/ 87783 h 581901"/>
                  <a:gd name="connsiteX13" fmla="*/ 84971 w 497342"/>
                  <a:gd name="connsiteY13" fmla="*/ 62545 h 581901"/>
                  <a:gd name="connsiteX14" fmla="*/ 228577 w 497342"/>
                  <a:gd name="connsiteY14" fmla="*/ 62545 h 581901"/>
                  <a:gd name="connsiteX15" fmla="*/ 228577 w 497342"/>
                  <a:gd name="connsiteY15" fmla="*/ 199019 h 581901"/>
                  <a:gd name="connsiteX16" fmla="*/ 285567 w 497342"/>
                  <a:gd name="connsiteY16" fmla="*/ 256009 h 581901"/>
                  <a:gd name="connsiteX17" fmla="*/ 285636 w 497342"/>
                  <a:gd name="connsiteY17" fmla="*/ 256009 h 581901"/>
                  <a:gd name="connsiteX18" fmla="*/ 437540 w 497342"/>
                  <a:gd name="connsiteY18" fmla="*/ 256009 h 581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97342" h="581901">
                    <a:moveTo>
                      <a:pt x="269999" y="0"/>
                    </a:moveTo>
                    <a:lnTo>
                      <a:pt x="73586" y="0"/>
                    </a:lnTo>
                    <a:cubicBezTo>
                      <a:pt x="32959" y="34"/>
                      <a:pt x="34" y="32960"/>
                      <a:pt x="0" y="73587"/>
                    </a:cubicBezTo>
                    <a:lnTo>
                      <a:pt x="0" y="508384"/>
                    </a:lnTo>
                    <a:cubicBezTo>
                      <a:pt x="75" y="548983"/>
                      <a:pt x="32987" y="581860"/>
                      <a:pt x="73586" y="581902"/>
                    </a:cubicBezTo>
                    <a:lnTo>
                      <a:pt x="423824" y="581902"/>
                    </a:lnTo>
                    <a:cubicBezTo>
                      <a:pt x="464410" y="581867"/>
                      <a:pt x="497301" y="548969"/>
                      <a:pt x="497342" y="508384"/>
                    </a:cubicBezTo>
                    <a:lnTo>
                      <a:pt x="497342" y="209169"/>
                    </a:lnTo>
                    <a:close/>
                    <a:moveTo>
                      <a:pt x="437540" y="494187"/>
                    </a:moveTo>
                    <a:cubicBezTo>
                      <a:pt x="437499" y="508075"/>
                      <a:pt x="426259" y="519315"/>
                      <a:pt x="412372" y="519357"/>
                    </a:cubicBezTo>
                    <a:lnTo>
                      <a:pt x="84971" y="519357"/>
                    </a:lnTo>
                    <a:cubicBezTo>
                      <a:pt x="71083" y="519322"/>
                      <a:pt x="59843" y="508075"/>
                      <a:pt x="59802" y="494187"/>
                    </a:cubicBezTo>
                    <a:lnTo>
                      <a:pt x="59802" y="87783"/>
                    </a:lnTo>
                    <a:cubicBezTo>
                      <a:pt x="59802" y="73875"/>
                      <a:pt x="71056" y="62586"/>
                      <a:pt x="84971" y="62545"/>
                    </a:cubicBezTo>
                    <a:lnTo>
                      <a:pt x="228577" y="62545"/>
                    </a:lnTo>
                    <a:lnTo>
                      <a:pt x="228577" y="199019"/>
                    </a:lnTo>
                    <a:cubicBezTo>
                      <a:pt x="228577" y="230491"/>
                      <a:pt x="254096" y="256009"/>
                      <a:pt x="285567" y="256009"/>
                    </a:cubicBezTo>
                    <a:cubicBezTo>
                      <a:pt x="285588" y="256009"/>
                      <a:pt x="285615" y="256009"/>
                      <a:pt x="285636" y="256009"/>
                    </a:cubicBezTo>
                    <a:lnTo>
                      <a:pt x="437540" y="256009"/>
                    </a:lnTo>
                    <a:close/>
                  </a:path>
                </a:pathLst>
              </a:custGeom>
              <a:solidFill>
                <a:srgbClr val="FFFFF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4DD69677-401D-4094-9843-998F33C9582C}"/>
                  </a:ext>
                </a:extLst>
              </p:cNvPr>
              <p:cNvSpPr/>
              <p:nvPr/>
            </p:nvSpPr>
            <p:spPr>
              <a:xfrm>
                <a:off x="5946484" y="5036958"/>
                <a:ext cx="175046" cy="171864"/>
              </a:xfrm>
              <a:custGeom>
                <a:avLst/>
                <a:gdLst>
                  <a:gd name="connsiteX0" fmla="*/ 181051 w 181051"/>
                  <a:gd name="connsiteY0" fmla="*/ 177760 h 177759"/>
                  <a:gd name="connsiteX1" fmla="*/ 0 w 181051"/>
                  <a:gd name="connsiteY1" fmla="*/ 177760 h 177759"/>
                  <a:gd name="connsiteX2" fmla="*/ 0 w 181051"/>
                  <a:gd name="connsiteY2" fmla="*/ 0 h 177759"/>
                  <a:gd name="connsiteX3" fmla="*/ 181051 w 181051"/>
                  <a:gd name="connsiteY3" fmla="*/ 0 h 177759"/>
                  <a:gd name="connsiteX4" fmla="*/ 14196 w 181051"/>
                  <a:gd name="connsiteY4" fmla="*/ 163015 h 177759"/>
                  <a:gd name="connsiteX5" fmla="*/ 166787 w 181051"/>
                  <a:gd name="connsiteY5" fmla="*/ 163015 h 177759"/>
                  <a:gd name="connsiteX6" fmla="*/ 166787 w 181051"/>
                  <a:gd name="connsiteY6" fmla="*/ 14745 h 177759"/>
                  <a:gd name="connsiteX7" fmla="*/ 14196 w 181051"/>
                  <a:gd name="connsiteY7" fmla="*/ 14745 h 177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051" h="177759">
                    <a:moveTo>
                      <a:pt x="181051" y="177760"/>
                    </a:moveTo>
                    <a:lnTo>
                      <a:pt x="0" y="177760"/>
                    </a:lnTo>
                    <a:lnTo>
                      <a:pt x="0" y="0"/>
                    </a:lnTo>
                    <a:lnTo>
                      <a:pt x="181051" y="0"/>
                    </a:lnTo>
                    <a:close/>
                    <a:moveTo>
                      <a:pt x="14196" y="163015"/>
                    </a:moveTo>
                    <a:lnTo>
                      <a:pt x="166787" y="163015"/>
                    </a:lnTo>
                    <a:lnTo>
                      <a:pt x="166787" y="14745"/>
                    </a:lnTo>
                    <a:lnTo>
                      <a:pt x="14196" y="14745"/>
                    </a:lnTo>
                    <a:close/>
                  </a:path>
                </a:pathLst>
              </a:custGeom>
              <a:solidFill>
                <a:srgbClr val="54F2F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A26A39F2-35F7-44DB-A0E9-4CACCFBB7F98}"/>
                  </a:ext>
                </a:extLst>
              </p:cNvPr>
              <p:cNvSpPr/>
              <p:nvPr/>
            </p:nvSpPr>
            <p:spPr>
              <a:xfrm>
                <a:off x="5947877" y="4875836"/>
                <a:ext cx="165630" cy="148392"/>
              </a:xfrm>
              <a:custGeom>
                <a:avLst/>
                <a:gdLst>
                  <a:gd name="connsiteX0" fmla="*/ 0 w 171312"/>
                  <a:gd name="connsiteY0" fmla="*/ 153482 h 153482"/>
                  <a:gd name="connsiteX1" fmla="*/ 85382 w 171312"/>
                  <a:gd name="connsiteY1" fmla="*/ 0 h 153482"/>
                  <a:gd name="connsiteX2" fmla="*/ 171313 w 171312"/>
                  <a:gd name="connsiteY2" fmla="*/ 153139 h 153482"/>
                  <a:gd name="connsiteX3" fmla="*/ 85450 w 171312"/>
                  <a:gd name="connsiteY3" fmla="*/ 29489 h 153482"/>
                  <a:gd name="connsiteX4" fmla="*/ 24689 w 171312"/>
                  <a:gd name="connsiteY4" fmla="*/ 138669 h 153482"/>
                  <a:gd name="connsiteX5" fmla="*/ 146555 w 171312"/>
                  <a:gd name="connsiteY5" fmla="*/ 138669 h 153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1312" h="153482">
                    <a:moveTo>
                      <a:pt x="0" y="153482"/>
                    </a:moveTo>
                    <a:lnTo>
                      <a:pt x="85382" y="0"/>
                    </a:lnTo>
                    <a:lnTo>
                      <a:pt x="171313" y="153139"/>
                    </a:lnTo>
                    <a:close/>
                    <a:moveTo>
                      <a:pt x="85450" y="29489"/>
                    </a:moveTo>
                    <a:lnTo>
                      <a:pt x="24689" y="138669"/>
                    </a:lnTo>
                    <a:lnTo>
                      <a:pt x="146555" y="138669"/>
                    </a:lnTo>
                    <a:close/>
                  </a:path>
                </a:pathLst>
              </a:custGeom>
              <a:solidFill>
                <a:srgbClr val="FFC69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B0CF5F0C-F670-4EFE-96E2-A76B2B28C990}"/>
                  </a:ext>
                </a:extLst>
              </p:cNvPr>
              <p:cNvSpPr/>
              <p:nvPr/>
            </p:nvSpPr>
            <p:spPr>
              <a:xfrm>
                <a:off x="6056355" y="5042370"/>
                <a:ext cx="160993" cy="160993"/>
              </a:xfrm>
              <a:custGeom>
                <a:avLst/>
                <a:gdLst>
                  <a:gd name="connsiteX0" fmla="*/ 85997 w 166515"/>
                  <a:gd name="connsiteY0" fmla="*/ 166469 h 166515"/>
                  <a:gd name="connsiteX1" fmla="*/ 46 w 166515"/>
                  <a:gd name="connsiteY1" fmla="*/ 86004 h 166515"/>
                  <a:gd name="connsiteX2" fmla="*/ 80511 w 166515"/>
                  <a:gd name="connsiteY2" fmla="*/ 46 h 166515"/>
                  <a:gd name="connsiteX3" fmla="*/ 166462 w 166515"/>
                  <a:gd name="connsiteY3" fmla="*/ 80518 h 166515"/>
                  <a:gd name="connsiteX4" fmla="*/ 166510 w 166515"/>
                  <a:gd name="connsiteY4" fmla="*/ 83213 h 166515"/>
                  <a:gd name="connsiteX5" fmla="*/ 85997 w 166515"/>
                  <a:gd name="connsiteY5" fmla="*/ 166469 h 166515"/>
                  <a:gd name="connsiteX6" fmla="*/ 85997 w 166515"/>
                  <a:gd name="connsiteY6" fmla="*/ 14839 h 166515"/>
                  <a:gd name="connsiteX7" fmla="*/ 15058 w 166515"/>
                  <a:gd name="connsiteY7" fmla="*/ 80978 h 166515"/>
                  <a:gd name="connsiteX8" fmla="*/ 81196 w 166515"/>
                  <a:gd name="connsiteY8" fmla="*/ 151917 h 166515"/>
                  <a:gd name="connsiteX9" fmla="*/ 152136 w 166515"/>
                  <a:gd name="connsiteY9" fmla="*/ 85778 h 166515"/>
                  <a:gd name="connsiteX10" fmla="*/ 152177 w 166515"/>
                  <a:gd name="connsiteY10" fmla="*/ 83419 h 166515"/>
                  <a:gd name="connsiteX11" fmla="*/ 85997 w 166515"/>
                  <a:gd name="connsiteY11" fmla="*/ 14839 h 166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6515" h="166515">
                    <a:moveTo>
                      <a:pt x="85997" y="166469"/>
                    </a:moveTo>
                    <a:cubicBezTo>
                      <a:pt x="40042" y="167985"/>
                      <a:pt x="1555" y="131960"/>
                      <a:pt x="46" y="86004"/>
                    </a:cubicBezTo>
                    <a:cubicBezTo>
                      <a:pt x="-1470" y="40042"/>
                      <a:pt x="34555" y="1562"/>
                      <a:pt x="80511" y="46"/>
                    </a:cubicBezTo>
                    <a:cubicBezTo>
                      <a:pt x="126466" y="-1469"/>
                      <a:pt x="164947" y="34563"/>
                      <a:pt x="166462" y="80518"/>
                    </a:cubicBezTo>
                    <a:cubicBezTo>
                      <a:pt x="166497" y="81417"/>
                      <a:pt x="166510" y="82315"/>
                      <a:pt x="166510" y="83213"/>
                    </a:cubicBezTo>
                    <a:cubicBezTo>
                      <a:pt x="167045" y="128353"/>
                      <a:pt x="131123" y="165495"/>
                      <a:pt x="85997" y="166469"/>
                    </a:cubicBezTo>
                    <a:close/>
                    <a:moveTo>
                      <a:pt x="85997" y="14839"/>
                    </a:moveTo>
                    <a:cubicBezTo>
                      <a:pt x="48148" y="13516"/>
                      <a:pt x="16382" y="43121"/>
                      <a:pt x="15058" y="80978"/>
                    </a:cubicBezTo>
                    <a:cubicBezTo>
                      <a:pt x="13734" y="118827"/>
                      <a:pt x="43347" y="150586"/>
                      <a:pt x="81196" y="151917"/>
                    </a:cubicBezTo>
                    <a:cubicBezTo>
                      <a:pt x="119046" y="153240"/>
                      <a:pt x="150812" y="123627"/>
                      <a:pt x="152136" y="85778"/>
                    </a:cubicBezTo>
                    <a:cubicBezTo>
                      <a:pt x="152163" y="84990"/>
                      <a:pt x="152177" y="84208"/>
                      <a:pt x="152177" y="83419"/>
                    </a:cubicBezTo>
                    <a:cubicBezTo>
                      <a:pt x="152828" y="46215"/>
                      <a:pt x="123202" y="15518"/>
                      <a:pt x="85997" y="14839"/>
                    </a:cubicBezTo>
                    <a:close/>
                  </a:path>
                </a:pathLst>
              </a:custGeom>
              <a:solidFill>
                <a:srgbClr val="D7FF15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13ADFAB0-22DB-4F67-93D7-3F9BBAE47013}"/>
                  </a:ext>
                </a:extLst>
              </p:cNvPr>
              <p:cNvSpPr/>
              <p:nvPr/>
            </p:nvSpPr>
            <p:spPr>
              <a:xfrm>
                <a:off x="6183212" y="5190853"/>
                <a:ext cx="72786" cy="62393"/>
              </a:xfrm>
              <a:custGeom>
                <a:avLst/>
                <a:gdLst>
                  <a:gd name="connsiteX0" fmla="*/ 1148 w 75283"/>
                  <a:gd name="connsiteY0" fmla="*/ 0 h 64533"/>
                  <a:gd name="connsiteX1" fmla="*/ 3 w 75283"/>
                  <a:gd name="connsiteY1" fmla="*/ 1317 h 64533"/>
                  <a:gd name="connsiteX2" fmla="*/ 51 w 75283"/>
                  <a:gd name="connsiteY2" fmla="*/ 1577 h 64533"/>
                  <a:gd name="connsiteX3" fmla="*/ 43874 w 75283"/>
                  <a:gd name="connsiteY3" fmla="*/ 64534 h 64533"/>
                  <a:gd name="connsiteX4" fmla="*/ 75283 w 75283"/>
                  <a:gd name="connsiteY4" fmla="*/ 19614 h 64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283" h="64533">
                    <a:moveTo>
                      <a:pt x="1148" y="0"/>
                    </a:moveTo>
                    <a:cubicBezTo>
                      <a:pt x="469" y="48"/>
                      <a:pt x="-45" y="638"/>
                      <a:pt x="3" y="1317"/>
                    </a:cubicBezTo>
                    <a:cubicBezTo>
                      <a:pt x="10" y="1406"/>
                      <a:pt x="24" y="1495"/>
                      <a:pt x="51" y="1577"/>
                    </a:cubicBezTo>
                    <a:lnTo>
                      <a:pt x="43874" y="64534"/>
                    </a:lnTo>
                    <a:lnTo>
                      <a:pt x="75283" y="19614"/>
                    </a:lnTo>
                    <a:close/>
                  </a:path>
                </a:pathLst>
              </a:custGeom>
              <a:solidFill>
                <a:srgbClr val="AB8D6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60D8189A-FFA2-4747-AF3A-A7B00FC10F3F}"/>
                  </a:ext>
                </a:extLst>
              </p:cNvPr>
              <p:cNvSpPr/>
              <p:nvPr/>
            </p:nvSpPr>
            <p:spPr>
              <a:xfrm>
                <a:off x="6182338" y="5190124"/>
                <a:ext cx="74920" cy="64448"/>
              </a:xfrm>
              <a:custGeom>
                <a:avLst/>
                <a:gdLst>
                  <a:gd name="connsiteX0" fmla="*/ 77490 w 77490"/>
                  <a:gd name="connsiteY0" fmla="*/ 19888 h 66659"/>
                  <a:gd name="connsiteX1" fmla="*/ 44778 w 77490"/>
                  <a:gd name="connsiteY1" fmla="*/ 66660 h 66659"/>
                  <a:gd name="connsiteX2" fmla="*/ 44092 w 77490"/>
                  <a:gd name="connsiteY2" fmla="*/ 65768 h 66659"/>
                  <a:gd name="connsiteX3" fmla="*/ 201 w 77490"/>
                  <a:gd name="connsiteY3" fmla="*/ 2537 h 66659"/>
                  <a:gd name="connsiteX4" fmla="*/ 201 w 77490"/>
                  <a:gd name="connsiteY4" fmla="*/ 823 h 66659"/>
                  <a:gd name="connsiteX5" fmla="*/ 1710 w 77490"/>
                  <a:gd name="connsiteY5" fmla="*/ 0 h 66659"/>
                  <a:gd name="connsiteX6" fmla="*/ 1710 w 77490"/>
                  <a:gd name="connsiteY6" fmla="*/ 0 h 66659"/>
                  <a:gd name="connsiteX7" fmla="*/ 44778 w 77490"/>
                  <a:gd name="connsiteY7" fmla="*/ 63779 h 66659"/>
                  <a:gd name="connsiteX8" fmla="*/ 74884 w 77490"/>
                  <a:gd name="connsiteY8" fmla="*/ 20711 h 66659"/>
                  <a:gd name="connsiteX9" fmla="*/ 1984 w 77490"/>
                  <a:gd name="connsiteY9" fmla="*/ 1440 h 66659"/>
                  <a:gd name="connsiteX10" fmla="*/ 1984 w 77490"/>
                  <a:gd name="connsiteY10" fmla="*/ 1440 h 66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490" h="66659">
                    <a:moveTo>
                      <a:pt x="77490" y="19888"/>
                    </a:moveTo>
                    <a:lnTo>
                      <a:pt x="44778" y="66660"/>
                    </a:lnTo>
                    <a:lnTo>
                      <a:pt x="44092" y="65768"/>
                    </a:lnTo>
                    <a:lnTo>
                      <a:pt x="201" y="2537"/>
                    </a:lnTo>
                    <a:cubicBezTo>
                      <a:pt x="-67" y="1996"/>
                      <a:pt x="-67" y="1365"/>
                      <a:pt x="201" y="823"/>
                    </a:cubicBezTo>
                    <a:cubicBezTo>
                      <a:pt x="557" y="343"/>
                      <a:pt x="1113" y="41"/>
                      <a:pt x="1710" y="0"/>
                    </a:cubicBezTo>
                    <a:lnTo>
                      <a:pt x="1710" y="0"/>
                    </a:lnTo>
                    <a:close/>
                    <a:moveTo>
                      <a:pt x="44778" y="63779"/>
                    </a:moveTo>
                    <a:lnTo>
                      <a:pt x="74884" y="20711"/>
                    </a:lnTo>
                    <a:lnTo>
                      <a:pt x="1984" y="1440"/>
                    </a:lnTo>
                    <a:lnTo>
                      <a:pt x="1984" y="1440"/>
                    </a:lnTo>
                    <a:close/>
                  </a:path>
                </a:pathLst>
              </a:custGeom>
              <a:solidFill>
                <a:srgbClr val="AB8D61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CDD1A85B-CDC3-4109-9802-40E41C65FDF8}"/>
                  </a:ext>
                </a:extLst>
              </p:cNvPr>
              <p:cNvSpPr/>
              <p:nvPr/>
            </p:nvSpPr>
            <p:spPr>
              <a:xfrm>
                <a:off x="6367458" y="5330426"/>
                <a:ext cx="33683" cy="26172"/>
              </a:xfrm>
              <a:custGeom>
                <a:avLst/>
                <a:gdLst>
                  <a:gd name="connsiteX0" fmla="*/ 0 w 34838"/>
                  <a:gd name="connsiteY0" fmla="*/ 22837 h 27070"/>
                  <a:gd name="connsiteX1" fmla="*/ 32027 w 34838"/>
                  <a:gd name="connsiteY1" fmla="*/ 17694 h 27070"/>
                  <a:gd name="connsiteX2" fmla="*/ 34839 w 34838"/>
                  <a:gd name="connsiteY2" fmla="*/ 13716 h 27070"/>
                  <a:gd name="connsiteX3" fmla="*/ 15705 w 34838"/>
                  <a:gd name="connsiteY3" fmla="*/ 0 h 27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838" h="27070">
                    <a:moveTo>
                      <a:pt x="0" y="22837"/>
                    </a:moveTo>
                    <a:cubicBezTo>
                      <a:pt x="10308" y="30086"/>
                      <a:pt x="24511" y="27802"/>
                      <a:pt x="32027" y="17694"/>
                    </a:cubicBezTo>
                    <a:lnTo>
                      <a:pt x="34839" y="13716"/>
                    </a:lnTo>
                    <a:lnTo>
                      <a:pt x="15705" y="0"/>
                    </a:lnTo>
                    <a:close/>
                  </a:path>
                </a:pathLst>
              </a:custGeom>
              <a:solidFill>
                <a:srgbClr val="DEA52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75124F5B-392B-4FA6-BC5E-E61E584385BD}"/>
                  </a:ext>
                </a:extLst>
              </p:cNvPr>
              <p:cNvSpPr/>
              <p:nvPr/>
            </p:nvSpPr>
            <p:spPr>
              <a:xfrm>
                <a:off x="6366397" y="5329697"/>
                <a:ext cx="35804" cy="27692"/>
              </a:xfrm>
              <a:custGeom>
                <a:avLst/>
                <a:gdLst>
                  <a:gd name="connsiteX0" fmla="*/ 37033 w 37032"/>
                  <a:gd name="connsiteY0" fmla="*/ 14333 h 28642"/>
                  <a:gd name="connsiteX1" fmla="*/ 33810 w 37032"/>
                  <a:gd name="connsiteY1" fmla="*/ 18928 h 28642"/>
                  <a:gd name="connsiteX2" fmla="*/ 686 w 37032"/>
                  <a:gd name="connsiteY2" fmla="*/ 24209 h 28642"/>
                  <a:gd name="connsiteX3" fmla="*/ 0 w 37032"/>
                  <a:gd name="connsiteY3" fmla="*/ 23729 h 28642"/>
                  <a:gd name="connsiteX4" fmla="*/ 16596 w 37032"/>
                  <a:gd name="connsiteY4" fmla="*/ 0 h 28642"/>
                  <a:gd name="connsiteX5" fmla="*/ 2195 w 37032"/>
                  <a:gd name="connsiteY5" fmla="*/ 23317 h 28642"/>
                  <a:gd name="connsiteX6" fmla="*/ 32507 w 37032"/>
                  <a:gd name="connsiteY6" fmla="*/ 18037 h 28642"/>
                  <a:gd name="connsiteX7" fmla="*/ 34838 w 37032"/>
                  <a:gd name="connsiteY7" fmla="*/ 14676 h 28642"/>
                  <a:gd name="connsiteX8" fmla="*/ 17008 w 37032"/>
                  <a:gd name="connsiteY8" fmla="*/ 2195 h 28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032" h="28642">
                    <a:moveTo>
                      <a:pt x="37033" y="14333"/>
                    </a:moveTo>
                    <a:lnTo>
                      <a:pt x="33810" y="18928"/>
                    </a:lnTo>
                    <a:cubicBezTo>
                      <a:pt x="26054" y="29428"/>
                      <a:pt x="11323" y="31773"/>
                      <a:pt x="686" y="24209"/>
                    </a:cubicBezTo>
                    <a:lnTo>
                      <a:pt x="0" y="23729"/>
                    </a:lnTo>
                    <a:lnTo>
                      <a:pt x="16596" y="0"/>
                    </a:lnTo>
                    <a:close/>
                    <a:moveTo>
                      <a:pt x="2195" y="23317"/>
                    </a:moveTo>
                    <a:cubicBezTo>
                      <a:pt x="12097" y="29894"/>
                      <a:pt x="25416" y="27576"/>
                      <a:pt x="32507" y="18037"/>
                    </a:cubicBezTo>
                    <a:lnTo>
                      <a:pt x="34838" y="14676"/>
                    </a:lnTo>
                    <a:lnTo>
                      <a:pt x="17008" y="2195"/>
                    </a:lnTo>
                    <a:close/>
                  </a:path>
                </a:pathLst>
              </a:custGeom>
              <a:solidFill>
                <a:srgbClr val="DEA52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4BB3E5A7-EF26-4214-8064-FBC608C96BAD}"/>
                  </a:ext>
                </a:extLst>
              </p:cNvPr>
              <p:cNvSpPr/>
              <p:nvPr/>
            </p:nvSpPr>
            <p:spPr>
              <a:xfrm>
                <a:off x="6382642" y="5309076"/>
                <a:ext cx="24856" cy="34611"/>
              </a:xfrm>
              <a:custGeom>
                <a:avLst/>
                <a:gdLst>
                  <a:gd name="connsiteX0" fmla="*/ 19134 w 25709"/>
                  <a:gd name="connsiteY0" fmla="*/ 35799 h 35798"/>
                  <a:gd name="connsiteX1" fmla="*/ 21877 w 25709"/>
                  <a:gd name="connsiteY1" fmla="*/ 31889 h 35798"/>
                  <a:gd name="connsiteX2" fmla="*/ 15705 w 25709"/>
                  <a:gd name="connsiteY2" fmla="*/ 0 h 35798"/>
                  <a:gd name="connsiteX3" fmla="*/ 0 w 25709"/>
                  <a:gd name="connsiteY3" fmla="*/ 22425 h 35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09" h="35798">
                    <a:moveTo>
                      <a:pt x="19134" y="35799"/>
                    </a:moveTo>
                    <a:lnTo>
                      <a:pt x="21877" y="31889"/>
                    </a:lnTo>
                    <a:cubicBezTo>
                      <a:pt x="28817" y="21349"/>
                      <a:pt x="26081" y="7194"/>
                      <a:pt x="15705" y="0"/>
                    </a:cubicBezTo>
                    <a:lnTo>
                      <a:pt x="0" y="22425"/>
                    </a:lnTo>
                    <a:close/>
                  </a:path>
                </a:pathLst>
              </a:custGeom>
              <a:solidFill>
                <a:srgbClr val="DEA52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49691D7F-8E8D-4603-817C-14C011C85203}"/>
                  </a:ext>
                </a:extLst>
              </p:cNvPr>
              <p:cNvSpPr/>
              <p:nvPr/>
            </p:nvSpPr>
            <p:spPr>
              <a:xfrm>
                <a:off x="6381448" y="5308015"/>
                <a:ext cx="26856" cy="36800"/>
              </a:xfrm>
              <a:custGeom>
                <a:avLst/>
                <a:gdLst>
                  <a:gd name="connsiteX0" fmla="*/ 21534 w 27777"/>
                  <a:gd name="connsiteY0" fmla="*/ 4252 h 38062"/>
                  <a:gd name="connsiteX1" fmla="*/ 21534 w 27777"/>
                  <a:gd name="connsiteY1" fmla="*/ 4252 h 38062"/>
                  <a:gd name="connsiteX2" fmla="*/ 23797 w 27777"/>
                  <a:gd name="connsiteY2" fmla="*/ 33398 h 38062"/>
                  <a:gd name="connsiteX3" fmla="*/ 20574 w 27777"/>
                  <a:gd name="connsiteY3" fmla="*/ 38062 h 38062"/>
                  <a:gd name="connsiteX4" fmla="*/ 0 w 27777"/>
                  <a:gd name="connsiteY4" fmla="*/ 23729 h 38062"/>
                  <a:gd name="connsiteX5" fmla="*/ 16597 w 27777"/>
                  <a:gd name="connsiteY5" fmla="*/ 0 h 38062"/>
                  <a:gd name="connsiteX6" fmla="*/ 17214 w 27777"/>
                  <a:gd name="connsiteY6" fmla="*/ 480 h 38062"/>
                  <a:gd name="connsiteX7" fmla="*/ 21534 w 27777"/>
                  <a:gd name="connsiteY7" fmla="*/ 4252 h 38062"/>
                  <a:gd name="connsiteX8" fmla="*/ 20163 w 27777"/>
                  <a:gd name="connsiteY8" fmla="*/ 35799 h 38062"/>
                  <a:gd name="connsiteX9" fmla="*/ 22494 w 27777"/>
                  <a:gd name="connsiteY9" fmla="*/ 32507 h 38062"/>
                  <a:gd name="connsiteX10" fmla="*/ 20368 w 27777"/>
                  <a:gd name="connsiteY10" fmla="*/ 5075 h 38062"/>
                  <a:gd name="connsiteX11" fmla="*/ 20368 w 27777"/>
                  <a:gd name="connsiteY11" fmla="*/ 5075 h 38062"/>
                  <a:gd name="connsiteX12" fmla="*/ 17145 w 27777"/>
                  <a:gd name="connsiteY12" fmla="*/ 1989 h 38062"/>
                  <a:gd name="connsiteX13" fmla="*/ 2332 w 27777"/>
                  <a:gd name="connsiteY13" fmla="*/ 23043 h 38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777" h="38062">
                    <a:moveTo>
                      <a:pt x="21534" y="4252"/>
                    </a:moveTo>
                    <a:lnTo>
                      <a:pt x="21534" y="4252"/>
                    </a:lnTo>
                    <a:cubicBezTo>
                      <a:pt x="28920" y="12283"/>
                      <a:pt x="29853" y="24325"/>
                      <a:pt x="23797" y="33398"/>
                    </a:cubicBezTo>
                    <a:lnTo>
                      <a:pt x="20574" y="38062"/>
                    </a:lnTo>
                    <a:lnTo>
                      <a:pt x="0" y="23729"/>
                    </a:lnTo>
                    <a:lnTo>
                      <a:pt x="16597" y="0"/>
                    </a:lnTo>
                    <a:lnTo>
                      <a:pt x="17214" y="480"/>
                    </a:lnTo>
                    <a:cubicBezTo>
                      <a:pt x="18798" y="1564"/>
                      <a:pt x="20245" y="2833"/>
                      <a:pt x="21534" y="4252"/>
                    </a:cubicBezTo>
                    <a:close/>
                    <a:moveTo>
                      <a:pt x="20163" y="35799"/>
                    </a:moveTo>
                    <a:lnTo>
                      <a:pt x="22494" y="32507"/>
                    </a:lnTo>
                    <a:cubicBezTo>
                      <a:pt x="28289" y="23990"/>
                      <a:pt x="27405" y="12598"/>
                      <a:pt x="20368" y="5075"/>
                    </a:cubicBezTo>
                    <a:lnTo>
                      <a:pt x="20368" y="5075"/>
                    </a:lnTo>
                    <a:cubicBezTo>
                      <a:pt x="19402" y="3943"/>
                      <a:pt x="18318" y="2908"/>
                      <a:pt x="17145" y="1989"/>
                    </a:cubicBezTo>
                    <a:lnTo>
                      <a:pt x="2332" y="23043"/>
                    </a:lnTo>
                    <a:close/>
                  </a:path>
                </a:pathLst>
              </a:custGeom>
              <a:solidFill>
                <a:srgbClr val="DEA52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1F177082-2F50-4972-9F21-206790F730B7}"/>
                  </a:ext>
                </a:extLst>
              </p:cNvPr>
              <p:cNvSpPr/>
              <p:nvPr/>
            </p:nvSpPr>
            <p:spPr>
              <a:xfrm>
                <a:off x="6226691" y="5232294"/>
                <a:ext cx="155884" cy="120145"/>
              </a:xfrm>
              <a:custGeom>
                <a:avLst/>
                <a:gdLst>
                  <a:gd name="connsiteX0" fmla="*/ 15705 w 161231"/>
                  <a:gd name="connsiteY0" fmla="*/ 0 h 124266"/>
                  <a:gd name="connsiteX1" fmla="*/ 0 w 161231"/>
                  <a:gd name="connsiteY1" fmla="*/ 22426 h 124266"/>
                  <a:gd name="connsiteX2" fmla="*/ 0 w 161231"/>
                  <a:gd name="connsiteY2" fmla="*/ 22426 h 124266"/>
                  <a:gd name="connsiteX3" fmla="*/ 144978 w 161231"/>
                  <a:gd name="connsiteY3" fmla="*/ 123855 h 124266"/>
                  <a:gd name="connsiteX4" fmla="*/ 145527 w 161231"/>
                  <a:gd name="connsiteY4" fmla="*/ 124267 h 124266"/>
                  <a:gd name="connsiteX5" fmla="*/ 161232 w 161231"/>
                  <a:gd name="connsiteY5" fmla="*/ 101773 h 124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1231" h="124266">
                    <a:moveTo>
                      <a:pt x="15705" y="0"/>
                    </a:moveTo>
                    <a:lnTo>
                      <a:pt x="0" y="22426"/>
                    </a:lnTo>
                    <a:lnTo>
                      <a:pt x="0" y="22426"/>
                    </a:lnTo>
                    <a:lnTo>
                      <a:pt x="144978" y="123855"/>
                    </a:lnTo>
                    <a:lnTo>
                      <a:pt x="145527" y="124267"/>
                    </a:lnTo>
                    <a:lnTo>
                      <a:pt x="161232" y="101773"/>
                    </a:lnTo>
                    <a:close/>
                  </a:path>
                </a:pathLst>
              </a:custGeom>
              <a:solidFill>
                <a:srgbClr val="DEA52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3EB02E01-1F9F-4DFA-8287-381C77D99071}"/>
                  </a:ext>
                </a:extLst>
              </p:cNvPr>
              <p:cNvSpPr/>
              <p:nvPr/>
            </p:nvSpPr>
            <p:spPr>
              <a:xfrm>
                <a:off x="6225697" y="5231432"/>
                <a:ext cx="158006" cy="122069"/>
              </a:xfrm>
              <a:custGeom>
                <a:avLst/>
                <a:gdLst>
                  <a:gd name="connsiteX0" fmla="*/ 163426 w 163426"/>
                  <a:gd name="connsiteY0" fmla="*/ 102527 h 126256"/>
                  <a:gd name="connsiteX1" fmla="*/ 146830 w 163426"/>
                  <a:gd name="connsiteY1" fmla="*/ 126256 h 126256"/>
                  <a:gd name="connsiteX2" fmla="*/ 146007 w 163426"/>
                  <a:gd name="connsiteY2" fmla="*/ 125707 h 126256"/>
                  <a:gd name="connsiteX3" fmla="*/ 145596 w 163426"/>
                  <a:gd name="connsiteY3" fmla="*/ 125707 h 126256"/>
                  <a:gd name="connsiteX4" fmla="*/ 0 w 163426"/>
                  <a:gd name="connsiteY4" fmla="*/ 23797 h 126256"/>
                  <a:gd name="connsiteX5" fmla="*/ 411 w 163426"/>
                  <a:gd name="connsiteY5" fmla="*/ 23111 h 126256"/>
                  <a:gd name="connsiteX6" fmla="*/ 16528 w 163426"/>
                  <a:gd name="connsiteY6" fmla="*/ 0 h 126256"/>
                  <a:gd name="connsiteX7" fmla="*/ 17214 w 163426"/>
                  <a:gd name="connsiteY7" fmla="*/ 411 h 126256"/>
                  <a:gd name="connsiteX8" fmla="*/ 146419 w 163426"/>
                  <a:gd name="connsiteY8" fmla="*/ 123924 h 126256"/>
                  <a:gd name="connsiteX9" fmla="*/ 161232 w 163426"/>
                  <a:gd name="connsiteY9" fmla="*/ 102733 h 126256"/>
                  <a:gd name="connsiteX10" fmla="*/ 17214 w 163426"/>
                  <a:gd name="connsiteY10" fmla="*/ 1783 h 126256"/>
                  <a:gd name="connsiteX11" fmla="*/ 2401 w 163426"/>
                  <a:gd name="connsiteY11" fmla="*/ 22975 h 126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3426" h="126256">
                    <a:moveTo>
                      <a:pt x="163426" y="102527"/>
                    </a:moveTo>
                    <a:lnTo>
                      <a:pt x="146830" y="126256"/>
                    </a:lnTo>
                    <a:lnTo>
                      <a:pt x="146007" y="125707"/>
                    </a:lnTo>
                    <a:lnTo>
                      <a:pt x="145596" y="125707"/>
                    </a:lnTo>
                    <a:lnTo>
                      <a:pt x="0" y="23797"/>
                    </a:lnTo>
                    <a:lnTo>
                      <a:pt x="411" y="23111"/>
                    </a:lnTo>
                    <a:lnTo>
                      <a:pt x="16528" y="0"/>
                    </a:lnTo>
                    <a:lnTo>
                      <a:pt x="17214" y="411"/>
                    </a:lnTo>
                    <a:close/>
                    <a:moveTo>
                      <a:pt x="146419" y="123924"/>
                    </a:moveTo>
                    <a:lnTo>
                      <a:pt x="161232" y="102733"/>
                    </a:lnTo>
                    <a:lnTo>
                      <a:pt x="17214" y="1783"/>
                    </a:lnTo>
                    <a:lnTo>
                      <a:pt x="2401" y="22975"/>
                    </a:lnTo>
                    <a:close/>
                  </a:path>
                </a:pathLst>
              </a:custGeom>
              <a:solidFill>
                <a:srgbClr val="DEA52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B982CC05-0B09-4807-AA9D-D627E0372359}"/>
                  </a:ext>
                </a:extLst>
              </p:cNvPr>
              <p:cNvSpPr/>
              <p:nvPr/>
            </p:nvSpPr>
            <p:spPr>
              <a:xfrm>
                <a:off x="6241941" y="5210612"/>
                <a:ext cx="155884" cy="120145"/>
              </a:xfrm>
              <a:custGeom>
                <a:avLst/>
                <a:gdLst>
                  <a:gd name="connsiteX0" fmla="*/ 145527 w 161231"/>
                  <a:gd name="connsiteY0" fmla="*/ 124267 h 124266"/>
                  <a:gd name="connsiteX1" fmla="*/ 161232 w 161231"/>
                  <a:gd name="connsiteY1" fmla="*/ 101842 h 124266"/>
                  <a:gd name="connsiteX2" fmla="*/ 160752 w 161231"/>
                  <a:gd name="connsiteY2" fmla="*/ 101430 h 124266"/>
                  <a:gd name="connsiteX3" fmla="*/ 15705 w 161231"/>
                  <a:gd name="connsiteY3" fmla="*/ 0 h 124266"/>
                  <a:gd name="connsiteX4" fmla="*/ 15705 w 161231"/>
                  <a:gd name="connsiteY4" fmla="*/ 0 h 124266"/>
                  <a:gd name="connsiteX5" fmla="*/ 0 w 161231"/>
                  <a:gd name="connsiteY5" fmla="*/ 22426 h 124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1231" h="124266">
                    <a:moveTo>
                      <a:pt x="145527" y="124267"/>
                    </a:moveTo>
                    <a:lnTo>
                      <a:pt x="161232" y="101842"/>
                    </a:lnTo>
                    <a:lnTo>
                      <a:pt x="160752" y="101430"/>
                    </a:lnTo>
                    <a:lnTo>
                      <a:pt x="15705" y="0"/>
                    </a:lnTo>
                    <a:lnTo>
                      <a:pt x="15705" y="0"/>
                    </a:lnTo>
                    <a:lnTo>
                      <a:pt x="0" y="22426"/>
                    </a:lnTo>
                    <a:close/>
                  </a:path>
                </a:pathLst>
              </a:custGeom>
              <a:solidFill>
                <a:srgbClr val="DEA52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E8399E29-49C8-473A-9B95-FC7D8475B531}"/>
                  </a:ext>
                </a:extLst>
              </p:cNvPr>
              <p:cNvSpPr/>
              <p:nvPr/>
            </p:nvSpPr>
            <p:spPr>
              <a:xfrm>
                <a:off x="6240814" y="5209419"/>
                <a:ext cx="158072" cy="122399"/>
              </a:xfrm>
              <a:custGeom>
                <a:avLst/>
                <a:gdLst>
                  <a:gd name="connsiteX0" fmla="*/ 163494 w 163494"/>
                  <a:gd name="connsiteY0" fmla="*/ 102939 h 126598"/>
                  <a:gd name="connsiteX1" fmla="*/ 146898 w 163494"/>
                  <a:gd name="connsiteY1" fmla="*/ 126599 h 126598"/>
                  <a:gd name="connsiteX2" fmla="*/ 146213 w 163494"/>
                  <a:gd name="connsiteY2" fmla="*/ 126187 h 126598"/>
                  <a:gd name="connsiteX3" fmla="*/ 0 w 163494"/>
                  <a:gd name="connsiteY3" fmla="*/ 23866 h 126598"/>
                  <a:gd name="connsiteX4" fmla="*/ 16734 w 163494"/>
                  <a:gd name="connsiteY4" fmla="*/ 0 h 126598"/>
                  <a:gd name="connsiteX5" fmla="*/ 17351 w 163494"/>
                  <a:gd name="connsiteY5" fmla="*/ 617 h 126598"/>
                  <a:gd name="connsiteX6" fmla="*/ 162329 w 163494"/>
                  <a:gd name="connsiteY6" fmla="*/ 102047 h 126598"/>
                  <a:gd name="connsiteX7" fmla="*/ 162672 w 163494"/>
                  <a:gd name="connsiteY7" fmla="*/ 102047 h 126598"/>
                  <a:gd name="connsiteX8" fmla="*/ 146487 w 163494"/>
                  <a:gd name="connsiteY8" fmla="*/ 124404 h 126598"/>
                  <a:gd name="connsiteX9" fmla="*/ 161300 w 163494"/>
                  <a:gd name="connsiteY9" fmla="*/ 103281 h 126598"/>
                  <a:gd name="connsiteX10" fmla="*/ 17282 w 163494"/>
                  <a:gd name="connsiteY10" fmla="*/ 2332 h 126598"/>
                  <a:gd name="connsiteX11" fmla="*/ 2263 w 163494"/>
                  <a:gd name="connsiteY11" fmla="*/ 23249 h 12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3494" h="126598">
                    <a:moveTo>
                      <a:pt x="163494" y="102939"/>
                    </a:moveTo>
                    <a:lnTo>
                      <a:pt x="146898" y="126599"/>
                    </a:lnTo>
                    <a:lnTo>
                      <a:pt x="146213" y="126187"/>
                    </a:lnTo>
                    <a:lnTo>
                      <a:pt x="0" y="23866"/>
                    </a:lnTo>
                    <a:lnTo>
                      <a:pt x="16734" y="0"/>
                    </a:lnTo>
                    <a:lnTo>
                      <a:pt x="17351" y="617"/>
                    </a:lnTo>
                    <a:lnTo>
                      <a:pt x="162329" y="102047"/>
                    </a:lnTo>
                    <a:lnTo>
                      <a:pt x="162672" y="102047"/>
                    </a:lnTo>
                    <a:close/>
                    <a:moveTo>
                      <a:pt x="146487" y="124404"/>
                    </a:moveTo>
                    <a:lnTo>
                      <a:pt x="161300" y="103281"/>
                    </a:lnTo>
                    <a:lnTo>
                      <a:pt x="17282" y="2332"/>
                    </a:lnTo>
                    <a:lnTo>
                      <a:pt x="2263" y="23249"/>
                    </a:lnTo>
                    <a:close/>
                  </a:path>
                </a:pathLst>
              </a:custGeom>
              <a:solidFill>
                <a:srgbClr val="DEA52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3230B26A-87D7-451D-B15F-9B80EF4F0D9E}"/>
              </a:ext>
            </a:extLst>
          </p:cNvPr>
          <p:cNvGrpSpPr/>
          <p:nvPr/>
        </p:nvGrpSpPr>
        <p:grpSpPr>
          <a:xfrm>
            <a:off x="2959747" y="2696316"/>
            <a:ext cx="2826127" cy="2374292"/>
            <a:chOff x="2959747" y="2696316"/>
            <a:chExt cx="2826127" cy="2374292"/>
          </a:xfrm>
        </p:grpSpPr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DA2BB810-DC5A-4E5E-B3BE-B3909FE4958A}"/>
                </a:ext>
              </a:extLst>
            </p:cNvPr>
            <p:cNvGrpSpPr/>
            <p:nvPr/>
          </p:nvGrpSpPr>
          <p:grpSpPr>
            <a:xfrm>
              <a:off x="2959747" y="2696316"/>
              <a:ext cx="2826127" cy="1984069"/>
              <a:chOff x="2588878" y="890587"/>
              <a:chExt cx="6306175" cy="4427218"/>
            </a:xfrm>
          </p:grpSpPr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8411F11A-18F0-4B5E-8810-12A8441A301D}"/>
                  </a:ext>
                </a:extLst>
              </p:cNvPr>
              <p:cNvSpPr/>
              <p:nvPr/>
            </p:nvSpPr>
            <p:spPr>
              <a:xfrm>
                <a:off x="7373302" y="3494138"/>
                <a:ext cx="1008602" cy="664951"/>
              </a:xfrm>
              <a:custGeom>
                <a:avLst/>
                <a:gdLst>
                  <a:gd name="connsiteX0" fmla="*/ 700021 w 1008602"/>
                  <a:gd name="connsiteY0" fmla="*/ 130732 h 664951"/>
                  <a:gd name="connsiteX1" fmla="*/ 999963 w 1008602"/>
                  <a:gd name="connsiteY1" fmla="*/ 296562 h 664951"/>
                  <a:gd name="connsiteX2" fmla="*/ 993582 w 1008602"/>
                  <a:gd name="connsiteY2" fmla="*/ 222553 h 664951"/>
                  <a:gd name="connsiteX3" fmla="*/ 1008536 w 1008602"/>
                  <a:gd name="connsiteY3" fmla="*/ 209313 h 664951"/>
                  <a:gd name="connsiteX4" fmla="*/ 740693 w 1008602"/>
                  <a:gd name="connsiteY4" fmla="*/ 51770 h 664951"/>
                  <a:gd name="connsiteX5" fmla="*/ 208341 w 1008602"/>
                  <a:gd name="connsiteY5" fmla="*/ 216838 h 664951"/>
                  <a:gd name="connsiteX6" fmla="*/ -66 w 1008602"/>
                  <a:gd name="connsiteY6" fmla="*/ 621460 h 664951"/>
                  <a:gd name="connsiteX7" fmla="*/ 73752 w 1008602"/>
                  <a:gd name="connsiteY7" fmla="*/ 664894 h 664951"/>
                  <a:gd name="connsiteX8" fmla="*/ 282159 w 1008602"/>
                  <a:gd name="connsiteY8" fmla="*/ 260272 h 664951"/>
                  <a:gd name="connsiteX9" fmla="*/ 700021 w 1008602"/>
                  <a:gd name="connsiteY9" fmla="*/ 130732 h 664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8602" h="664951">
                    <a:moveTo>
                      <a:pt x="700021" y="130732"/>
                    </a:moveTo>
                    <a:lnTo>
                      <a:pt x="999963" y="296562"/>
                    </a:lnTo>
                    <a:cubicBezTo>
                      <a:pt x="1002249" y="272464"/>
                      <a:pt x="976246" y="239412"/>
                      <a:pt x="993582" y="222553"/>
                    </a:cubicBezTo>
                    <a:cubicBezTo>
                      <a:pt x="998630" y="217790"/>
                      <a:pt x="1003583" y="213028"/>
                      <a:pt x="1008536" y="209313"/>
                    </a:cubicBezTo>
                    <a:lnTo>
                      <a:pt x="740693" y="51770"/>
                    </a:lnTo>
                    <a:cubicBezTo>
                      <a:pt x="551336" y="-59578"/>
                      <a:pt x="312068" y="14432"/>
                      <a:pt x="208341" y="216838"/>
                    </a:cubicBezTo>
                    <a:lnTo>
                      <a:pt x="-66" y="621460"/>
                    </a:lnTo>
                    <a:lnTo>
                      <a:pt x="73752" y="664894"/>
                    </a:lnTo>
                    <a:lnTo>
                      <a:pt x="282159" y="260272"/>
                    </a:lnTo>
                    <a:cubicBezTo>
                      <a:pt x="363884" y="101490"/>
                      <a:pt x="551336" y="43388"/>
                      <a:pt x="700021" y="130732"/>
                    </a:cubicBez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D493771-B7D3-48BA-8261-602A78D395A2}"/>
                  </a:ext>
                </a:extLst>
              </p:cNvPr>
              <p:cNvSpPr/>
              <p:nvPr/>
            </p:nvSpPr>
            <p:spPr>
              <a:xfrm>
                <a:off x="7125925" y="4007999"/>
                <a:ext cx="387204" cy="674585"/>
              </a:xfrm>
              <a:custGeom>
                <a:avLst/>
                <a:gdLst>
                  <a:gd name="connsiteX0" fmla="*/ 387138 w 387204"/>
                  <a:gd name="connsiteY0" fmla="*/ 73405 h 674585"/>
                  <a:gd name="connsiteX1" fmla="*/ 212450 w 387204"/>
                  <a:gd name="connsiteY1" fmla="*/ 3491 h 674585"/>
                  <a:gd name="connsiteX2" fmla="*/ 139012 w 387204"/>
                  <a:gd name="connsiteY2" fmla="*/ 44639 h 674585"/>
                  <a:gd name="connsiteX3" fmla="*/ 3376 w 387204"/>
                  <a:gd name="connsiteY3" fmla="*/ 490504 h 674585"/>
                  <a:gd name="connsiteX4" fmla="*/ 27569 w 387204"/>
                  <a:gd name="connsiteY4" fmla="*/ 564323 h 674585"/>
                  <a:gd name="connsiteX5" fmla="*/ 204449 w 387204"/>
                  <a:gd name="connsiteY5" fmla="*/ 674527 h 674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7204" h="674585">
                    <a:moveTo>
                      <a:pt x="387138" y="73405"/>
                    </a:moveTo>
                    <a:lnTo>
                      <a:pt x="212450" y="3491"/>
                    </a:lnTo>
                    <a:cubicBezTo>
                      <a:pt x="182827" y="-8320"/>
                      <a:pt x="149489" y="10349"/>
                      <a:pt x="139012" y="44639"/>
                    </a:cubicBezTo>
                    <a:lnTo>
                      <a:pt x="3376" y="490504"/>
                    </a:lnTo>
                    <a:cubicBezTo>
                      <a:pt x="-5881" y="517753"/>
                      <a:pt x="3980" y="547840"/>
                      <a:pt x="27569" y="564323"/>
                    </a:cubicBezTo>
                    <a:lnTo>
                      <a:pt x="204449" y="674527"/>
                    </a:lnTo>
                    <a:close/>
                  </a:path>
                </a:pathLst>
              </a:custGeom>
              <a:solidFill>
                <a:srgbClr val="00ADE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7B7546D5-CB67-4FBE-95E9-219AC5DB8F57}"/>
                  </a:ext>
                </a:extLst>
              </p:cNvPr>
              <p:cNvSpPr/>
              <p:nvPr/>
            </p:nvSpPr>
            <p:spPr>
              <a:xfrm>
                <a:off x="7302713" y="4052181"/>
                <a:ext cx="376910" cy="755830"/>
              </a:xfrm>
              <a:custGeom>
                <a:avLst/>
                <a:gdLst>
                  <a:gd name="connsiteX0" fmla="*/ 131101 w 376910"/>
                  <a:gd name="connsiteY0" fmla="*/ 753789 h 755830"/>
                  <a:gd name="connsiteX1" fmla="*/ 27660 w 376910"/>
                  <a:gd name="connsiteY1" fmla="*/ 717975 h 755830"/>
                  <a:gd name="connsiteX2" fmla="*/ 2038 w 376910"/>
                  <a:gd name="connsiteY2" fmla="*/ 664159 h 755830"/>
                  <a:gd name="connsiteX3" fmla="*/ 195490 w 376910"/>
                  <a:gd name="connsiteY3" fmla="*/ 29222 h 755830"/>
                  <a:gd name="connsiteX4" fmla="*/ 243923 w 376910"/>
                  <a:gd name="connsiteY4" fmla="*/ 1306 h 755830"/>
                  <a:gd name="connsiteX5" fmla="*/ 245877 w 376910"/>
                  <a:gd name="connsiteY5" fmla="*/ 1886 h 755830"/>
                  <a:gd name="connsiteX6" fmla="*/ 349033 w 376910"/>
                  <a:gd name="connsiteY6" fmla="*/ 37700 h 755830"/>
                  <a:gd name="connsiteX7" fmla="*/ 374751 w 376910"/>
                  <a:gd name="connsiteY7" fmla="*/ 91516 h 755830"/>
                  <a:gd name="connsiteX8" fmla="*/ 181394 w 376910"/>
                  <a:gd name="connsiteY8" fmla="*/ 726643 h 755830"/>
                  <a:gd name="connsiteX9" fmla="*/ 133187 w 376910"/>
                  <a:gd name="connsiteY9" fmla="*/ 754413 h 755830"/>
                  <a:gd name="connsiteX10" fmla="*/ 131101 w 376910"/>
                  <a:gd name="connsiteY10" fmla="*/ 753789 h 75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6910" h="755830">
                    <a:moveTo>
                      <a:pt x="131101" y="753789"/>
                    </a:moveTo>
                    <a:lnTo>
                      <a:pt x="27660" y="717975"/>
                    </a:lnTo>
                    <a:cubicBezTo>
                      <a:pt x="6216" y="709651"/>
                      <a:pt x="-5019" y="686052"/>
                      <a:pt x="2038" y="664159"/>
                    </a:cubicBezTo>
                    <a:lnTo>
                      <a:pt x="195490" y="29222"/>
                    </a:lnTo>
                    <a:cubicBezTo>
                      <a:pt x="201156" y="8139"/>
                      <a:pt x="222840" y="-4359"/>
                      <a:pt x="243923" y="1306"/>
                    </a:cubicBezTo>
                    <a:cubicBezTo>
                      <a:pt x="244579" y="1483"/>
                      <a:pt x="245231" y="1676"/>
                      <a:pt x="245877" y="1886"/>
                    </a:cubicBezTo>
                    <a:lnTo>
                      <a:pt x="349033" y="37700"/>
                    </a:lnTo>
                    <a:cubicBezTo>
                      <a:pt x="370515" y="45987"/>
                      <a:pt x="381798" y="69596"/>
                      <a:pt x="374751" y="91516"/>
                    </a:cubicBezTo>
                    <a:lnTo>
                      <a:pt x="181394" y="726643"/>
                    </a:lnTo>
                    <a:cubicBezTo>
                      <a:pt x="175750" y="747623"/>
                      <a:pt x="154167" y="760056"/>
                      <a:pt x="133187" y="754413"/>
                    </a:cubicBezTo>
                    <a:cubicBezTo>
                      <a:pt x="132486" y="754224"/>
                      <a:pt x="131791" y="754016"/>
                      <a:pt x="131101" y="753789"/>
                    </a:cubicBez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77A0FCF4-9F33-4B4C-9360-23DB509FE438}"/>
                  </a:ext>
                </a:extLst>
              </p:cNvPr>
              <p:cNvSpPr/>
              <p:nvPr/>
            </p:nvSpPr>
            <p:spPr>
              <a:xfrm>
                <a:off x="5241607" y="1756695"/>
                <a:ext cx="584712" cy="2125884"/>
              </a:xfrm>
              <a:custGeom>
                <a:avLst/>
                <a:gdLst>
                  <a:gd name="connsiteX0" fmla="*/ 549240 w 584712"/>
                  <a:gd name="connsiteY0" fmla="*/ 145484 h 2125884"/>
                  <a:gd name="connsiteX1" fmla="*/ 549240 w 584712"/>
                  <a:gd name="connsiteY1" fmla="*/ 145484 h 2125884"/>
                  <a:gd name="connsiteX2" fmla="*/ 286350 w 584712"/>
                  <a:gd name="connsiteY2" fmla="*/ -58 h 2125884"/>
                  <a:gd name="connsiteX3" fmla="*/ 440274 w 584712"/>
                  <a:gd name="connsiteY3" fmla="*/ 287026 h 2125884"/>
                  <a:gd name="connsiteX4" fmla="*/ 240916 w 584712"/>
                  <a:gd name="connsiteY4" fmla="*/ 398182 h 2125884"/>
                  <a:gd name="connsiteX5" fmla="*/ 102327 w 584712"/>
                  <a:gd name="connsiteY5" fmla="*/ 133959 h 2125884"/>
                  <a:gd name="connsiteX6" fmla="*/ 99755 w 584712"/>
                  <a:gd name="connsiteY6" fmla="*/ 142150 h 2125884"/>
                  <a:gd name="connsiteX7" fmla="*/ 102327 w 584712"/>
                  <a:gd name="connsiteY7" fmla="*/ 481145 h 2125884"/>
                  <a:gd name="connsiteX8" fmla="*/ -66 w 584712"/>
                  <a:gd name="connsiteY8" fmla="*/ 529437 h 2125884"/>
                  <a:gd name="connsiteX9" fmla="*/ 225104 w 584712"/>
                  <a:gd name="connsiteY9" fmla="*/ 709078 h 2125884"/>
                  <a:gd name="connsiteX10" fmla="*/ 176908 w 584712"/>
                  <a:gd name="connsiteY10" fmla="*/ 1989238 h 2125884"/>
                  <a:gd name="connsiteX11" fmla="*/ 303019 w 584712"/>
                  <a:gd name="connsiteY11" fmla="*/ 2125827 h 2125884"/>
                  <a:gd name="connsiteX12" fmla="*/ 448847 w 584712"/>
                  <a:gd name="connsiteY12" fmla="*/ 1970093 h 2125884"/>
                  <a:gd name="connsiteX13" fmla="*/ 403508 w 584712"/>
                  <a:gd name="connsiteY13" fmla="*/ 714984 h 2125884"/>
                  <a:gd name="connsiteX14" fmla="*/ 564766 w 584712"/>
                  <a:gd name="connsiteY14" fmla="*/ 356082 h 2125884"/>
                  <a:gd name="connsiteX15" fmla="*/ 549240 w 584712"/>
                  <a:gd name="connsiteY15" fmla="*/ 145484 h 2125884"/>
                  <a:gd name="connsiteX16" fmla="*/ 261395 w 584712"/>
                  <a:gd name="connsiteY16" fmla="*/ 590492 h 2125884"/>
                  <a:gd name="connsiteX17" fmla="*/ 212341 w 584712"/>
                  <a:gd name="connsiteY17" fmla="*/ 487908 h 2125884"/>
                  <a:gd name="connsiteX18" fmla="*/ 363503 w 584712"/>
                  <a:gd name="connsiteY18" fmla="*/ 405707 h 2125884"/>
                  <a:gd name="connsiteX19" fmla="*/ 412366 w 584712"/>
                  <a:gd name="connsiteY19" fmla="*/ 508291 h 2125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84712" h="2125884">
                    <a:moveTo>
                      <a:pt x="549240" y="145484"/>
                    </a:moveTo>
                    <a:lnTo>
                      <a:pt x="549240" y="145484"/>
                    </a:lnTo>
                    <a:cubicBezTo>
                      <a:pt x="491741" y="55762"/>
                      <a:pt x="392909" y="1047"/>
                      <a:pt x="286350" y="-58"/>
                    </a:cubicBezTo>
                    <a:lnTo>
                      <a:pt x="440274" y="287026"/>
                    </a:lnTo>
                    <a:lnTo>
                      <a:pt x="240916" y="398182"/>
                    </a:lnTo>
                    <a:lnTo>
                      <a:pt x="102327" y="133959"/>
                    </a:lnTo>
                    <a:lnTo>
                      <a:pt x="99755" y="142150"/>
                    </a:lnTo>
                    <a:cubicBezTo>
                      <a:pt x="65396" y="252675"/>
                      <a:pt x="66295" y="371154"/>
                      <a:pt x="102327" y="481145"/>
                    </a:cubicBezTo>
                    <a:lnTo>
                      <a:pt x="-66" y="529437"/>
                    </a:lnTo>
                    <a:lnTo>
                      <a:pt x="225104" y="709078"/>
                    </a:lnTo>
                    <a:lnTo>
                      <a:pt x="176908" y="1989238"/>
                    </a:lnTo>
                    <a:cubicBezTo>
                      <a:pt x="175955" y="2064391"/>
                      <a:pt x="232725" y="2125827"/>
                      <a:pt x="303019" y="2125827"/>
                    </a:cubicBezTo>
                    <a:cubicBezTo>
                      <a:pt x="383601" y="2125827"/>
                      <a:pt x="448847" y="2056104"/>
                      <a:pt x="448847" y="1970093"/>
                    </a:cubicBezTo>
                    <a:lnTo>
                      <a:pt x="403508" y="714984"/>
                    </a:lnTo>
                    <a:lnTo>
                      <a:pt x="564766" y="356082"/>
                    </a:lnTo>
                    <a:cubicBezTo>
                      <a:pt x="595998" y="287856"/>
                      <a:pt x="590139" y="208392"/>
                      <a:pt x="549240" y="145484"/>
                    </a:cubicBezTo>
                    <a:close/>
                    <a:moveTo>
                      <a:pt x="261395" y="590492"/>
                    </a:moveTo>
                    <a:lnTo>
                      <a:pt x="212341" y="487908"/>
                    </a:lnTo>
                    <a:lnTo>
                      <a:pt x="363503" y="405707"/>
                    </a:lnTo>
                    <a:lnTo>
                      <a:pt x="412366" y="508291"/>
                    </a:lnTo>
                    <a:close/>
                  </a:path>
                </a:pathLst>
              </a:custGeom>
              <a:solidFill>
                <a:srgbClr val="9FCEC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163FBFD8-044D-4044-A4AF-EF018BBD1EC6}"/>
                  </a:ext>
                </a:extLst>
              </p:cNvPr>
              <p:cNvSpPr/>
              <p:nvPr/>
            </p:nvSpPr>
            <p:spPr>
              <a:xfrm>
                <a:off x="5494586" y="2684525"/>
                <a:ext cx="119239" cy="902017"/>
              </a:xfrm>
              <a:custGeom>
                <a:avLst/>
                <a:gdLst>
                  <a:gd name="connsiteX0" fmla="*/ 62517 w 119239"/>
                  <a:gd name="connsiteY0" fmla="*/ 901579 h 902017"/>
                  <a:gd name="connsiteX1" fmla="*/ 119134 w 119239"/>
                  <a:gd name="connsiteY1" fmla="*/ 840733 h 902017"/>
                  <a:gd name="connsiteX2" fmla="*/ 119096 w 119239"/>
                  <a:gd name="connsiteY2" fmla="*/ 839857 h 902017"/>
                  <a:gd name="connsiteX3" fmla="*/ 102713 w 119239"/>
                  <a:gd name="connsiteY3" fmla="*/ 41280 h 902017"/>
                  <a:gd name="connsiteX4" fmla="*/ 62517 w 119239"/>
                  <a:gd name="connsiteY4" fmla="*/ -58 h 902017"/>
                  <a:gd name="connsiteX5" fmla="*/ 16416 w 119239"/>
                  <a:gd name="connsiteY5" fmla="*/ 47567 h 902017"/>
                  <a:gd name="connsiteX6" fmla="*/ 33 w 119239"/>
                  <a:gd name="connsiteY6" fmla="*/ 833570 h 902017"/>
                  <a:gd name="connsiteX7" fmla="*/ 61236 w 119239"/>
                  <a:gd name="connsiteY7" fmla="*/ 901902 h 902017"/>
                  <a:gd name="connsiteX8" fmla="*/ 62517 w 119239"/>
                  <a:gd name="connsiteY8" fmla="*/ 901959 h 902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9239" h="902017">
                    <a:moveTo>
                      <a:pt x="62517" y="901579"/>
                    </a:moveTo>
                    <a:cubicBezTo>
                      <a:pt x="94954" y="900411"/>
                      <a:pt x="120302" y="873169"/>
                      <a:pt x="119134" y="840733"/>
                    </a:cubicBezTo>
                    <a:cubicBezTo>
                      <a:pt x="119123" y="840441"/>
                      <a:pt x="119111" y="840149"/>
                      <a:pt x="119096" y="839857"/>
                    </a:cubicBezTo>
                    <a:lnTo>
                      <a:pt x="102713" y="41280"/>
                    </a:lnTo>
                    <a:cubicBezTo>
                      <a:pt x="102573" y="18950"/>
                      <a:pt x="84836" y="708"/>
                      <a:pt x="62517" y="-58"/>
                    </a:cubicBezTo>
                    <a:cubicBezTo>
                      <a:pt x="36812" y="765"/>
                      <a:pt x="16403" y="21848"/>
                      <a:pt x="16416" y="47567"/>
                    </a:cubicBezTo>
                    <a:lnTo>
                      <a:pt x="33" y="833570"/>
                    </a:lnTo>
                    <a:cubicBezTo>
                      <a:pt x="-1935" y="869340"/>
                      <a:pt x="25466" y="899933"/>
                      <a:pt x="61236" y="901902"/>
                    </a:cubicBezTo>
                    <a:cubicBezTo>
                      <a:pt x="61663" y="901925"/>
                      <a:pt x="62090" y="901944"/>
                      <a:pt x="62517" y="901959"/>
                    </a:cubicBezTo>
                    <a:close/>
                  </a:path>
                </a:pathLst>
              </a:custGeom>
              <a:solidFill>
                <a:srgbClr val="C6E3E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3FB3C679-D781-4E8B-91B6-0882EA5DA1F5}"/>
                  </a:ext>
                </a:extLst>
              </p:cNvPr>
              <p:cNvSpPr/>
              <p:nvPr/>
            </p:nvSpPr>
            <p:spPr>
              <a:xfrm>
                <a:off x="5462206" y="2175319"/>
                <a:ext cx="182213" cy="162210"/>
              </a:xfrm>
              <a:custGeom>
                <a:avLst/>
                <a:gdLst>
                  <a:gd name="connsiteX0" fmla="*/ 182213 w 182213"/>
                  <a:gd name="connsiteY0" fmla="*/ 80296 h 162210"/>
                  <a:gd name="connsiteX1" fmla="*/ 40672 w 182213"/>
                  <a:gd name="connsiteY1" fmla="*/ 162211 h 162210"/>
                  <a:gd name="connsiteX2" fmla="*/ 0 w 182213"/>
                  <a:gd name="connsiteY2" fmla="*/ 82010 h 162210"/>
                  <a:gd name="connsiteX3" fmla="*/ 141542 w 182213"/>
                  <a:gd name="connsiteY3" fmla="*/ 0 h 162210"/>
                  <a:gd name="connsiteX4" fmla="*/ 182213 w 182213"/>
                  <a:gd name="connsiteY4" fmla="*/ 80296 h 162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213" h="162210">
                    <a:moveTo>
                      <a:pt x="182213" y="80296"/>
                    </a:moveTo>
                    <a:lnTo>
                      <a:pt x="40672" y="162211"/>
                    </a:lnTo>
                    <a:lnTo>
                      <a:pt x="0" y="82010"/>
                    </a:lnTo>
                    <a:lnTo>
                      <a:pt x="141542" y="0"/>
                    </a:lnTo>
                    <a:lnTo>
                      <a:pt x="182213" y="80296"/>
                    </a:lnTo>
                    <a:close/>
                  </a:path>
                </a:pathLst>
              </a:custGeom>
              <a:solidFill>
                <a:srgbClr val="79A9A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7C36917D-5D44-42D1-97D7-905CB5464731}"/>
                  </a:ext>
                </a:extLst>
              </p:cNvPr>
              <p:cNvSpPr/>
              <p:nvPr/>
            </p:nvSpPr>
            <p:spPr>
              <a:xfrm>
                <a:off x="3162871" y="3148869"/>
                <a:ext cx="825817" cy="578834"/>
              </a:xfrm>
              <a:custGeom>
                <a:avLst/>
                <a:gdLst>
                  <a:gd name="connsiteX0" fmla="*/ 147952 w 825817"/>
                  <a:gd name="connsiteY0" fmla="*/ -58 h 578834"/>
                  <a:gd name="connsiteX1" fmla="*/ 476279 w 825817"/>
                  <a:gd name="connsiteY1" fmla="*/ 171392 h 578834"/>
                  <a:gd name="connsiteX2" fmla="*/ 536096 w 825817"/>
                  <a:gd name="connsiteY2" fmla="*/ 325602 h 578834"/>
                  <a:gd name="connsiteX3" fmla="*/ 825751 w 825817"/>
                  <a:gd name="connsiteY3" fmla="*/ 476097 h 578834"/>
                  <a:gd name="connsiteX4" fmla="*/ 782698 w 825817"/>
                  <a:gd name="connsiteY4" fmla="*/ 578776 h 578834"/>
                  <a:gd name="connsiteX5" fmla="*/ -66 w 825817"/>
                  <a:gd name="connsiteY5" fmla="*/ 245401 h 578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5817" h="578834">
                    <a:moveTo>
                      <a:pt x="147952" y="-58"/>
                    </a:moveTo>
                    <a:cubicBezTo>
                      <a:pt x="154715" y="5562"/>
                      <a:pt x="476279" y="171392"/>
                      <a:pt x="476279" y="171392"/>
                    </a:cubicBezTo>
                    <a:lnTo>
                      <a:pt x="536096" y="325602"/>
                    </a:lnTo>
                    <a:lnTo>
                      <a:pt x="825751" y="476097"/>
                    </a:lnTo>
                    <a:lnTo>
                      <a:pt x="782698" y="578776"/>
                    </a:lnTo>
                    <a:lnTo>
                      <a:pt x="-66" y="245401"/>
                    </a:lnTo>
                    <a:close/>
                  </a:path>
                </a:pathLst>
              </a:custGeom>
              <a:solidFill>
                <a:srgbClr val="AEC9E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F3947760-49C2-4A46-8886-B390F6482323}"/>
                  </a:ext>
                </a:extLst>
              </p:cNvPr>
              <p:cNvSpPr/>
              <p:nvPr/>
            </p:nvSpPr>
            <p:spPr>
              <a:xfrm>
                <a:off x="3946969" y="3633501"/>
                <a:ext cx="440435" cy="266414"/>
              </a:xfrm>
              <a:custGeom>
                <a:avLst/>
                <a:gdLst>
                  <a:gd name="connsiteX0" fmla="*/ 424148 w 440435"/>
                  <a:gd name="connsiteY0" fmla="*/ 224504 h 266414"/>
                  <a:gd name="connsiteX1" fmla="*/ 440436 w 440435"/>
                  <a:gd name="connsiteY1" fmla="*/ 186404 h 266414"/>
                  <a:gd name="connsiteX2" fmla="*/ 439007 w 440435"/>
                  <a:gd name="connsiteY2" fmla="*/ 179737 h 266414"/>
                  <a:gd name="connsiteX3" fmla="*/ 429006 w 440435"/>
                  <a:gd name="connsiteY3" fmla="*/ 189929 h 266414"/>
                  <a:gd name="connsiteX4" fmla="*/ 425482 w 440435"/>
                  <a:gd name="connsiteY4" fmla="*/ 173736 h 266414"/>
                  <a:gd name="connsiteX5" fmla="*/ 415480 w 440435"/>
                  <a:gd name="connsiteY5" fmla="*/ 183928 h 266414"/>
                  <a:gd name="connsiteX6" fmla="*/ 411956 w 440435"/>
                  <a:gd name="connsiteY6" fmla="*/ 167735 h 266414"/>
                  <a:gd name="connsiteX7" fmla="*/ 401860 w 440435"/>
                  <a:gd name="connsiteY7" fmla="*/ 177927 h 266414"/>
                  <a:gd name="connsiteX8" fmla="*/ 398431 w 440435"/>
                  <a:gd name="connsiteY8" fmla="*/ 161735 h 266414"/>
                  <a:gd name="connsiteX9" fmla="*/ 388334 w 440435"/>
                  <a:gd name="connsiteY9" fmla="*/ 171926 h 266414"/>
                  <a:gd name="connsiteX10" fmla="*/ 384810 w 440435"/>
                  <a:gd name="connsiteY10" fmla="*/ 155829 h 266414"/>
                  <a:gd name="connsiteX11" fmla="*/ 374809 w 440435"/>
                  <a:gd name="connsiteY11" fmla="*/ 165926 h 266414"/>
                  <a:gd name="connsiteX12" fmla="*/ 371284 w 440435"/>
                  <a:gd name="connsiteY12" fmla="*/ 149828 h 266414"/>
                  <a:gd name="connsiteX13" fmla="*/ 361283 w 440435"/>
                  <a:gd name="connsiteY13" fmla="*/ 159925 h 266414"/>
                  <a:gd name="connsiteX14" fmla="*/ 357759 w 440435"/>
                  <a:gd name="connsiteY14" fmla="*/ 143828 h 266414"/>
                  <a:gd name="connsiteX15" fmla="*/ 347663 w 440435"/>
                  <a:gd name="connsiteY15" fmla="*/ 153924 h 266414"/>
                  <a:gd name="connsiteX16" fmla="*/ 344234 w 440435"/>
                  <a:gd name="connsiteY16" fmla="*/ 137827 h 266414"/>
                  <a:gd name="connsiteX17" fmla="*/ 334137 w 440435"/>
                  <a:gd name="connsiteY17" fmla="*/ 147923 h 266414"/>
                  <a:gd name="connsiteX18" fmla="*/ 330613 w 440435"/>
                  <a:gd name="connsiteY18" fmla="*/ 131826 h 266414"/>
                  <a:gd name="connsiteX19" fmla="*/ 320611 w 440435"/>
                  <a:gd name="connsiteY19" fmla="*/ 142018 h 266414"/>
                  <a:gd name="connsiteX20" fmla="*/ 317087 w 440435"/>
                  <a:gd name="connsiteY20" fmla="*/ 125825 h 266414"/>
                  <a:gd name="connsiteX21" fmla="*/ 307086 w 440435"/>
                  <a:gd name="connsiteY21" fmla="*/ 136017 h 266414"/>
                  <a:gd name="connsiteX22" fmla="*/ 303562 w 440435"/>
                  <a:gd name="connsiteY22" fmla="*/ 119824 h 266414"/>
                  <a:gd name="connsiteX23" fmla="*/ 293465 w 440435"/>
                  <a:gd name="connsiteY23" fmla="*/ 130016 h 266414"/>
                  <a:gd name="connsiteX24" fmla="*/ 290036 w 440435"/>
                  <a:gd name="connsiteY24" fmla="*/ 113824 h 266414"/>
                  <a:gd name="connsiteX25" fmla="*/ 279940 w 440435"/>
                  <a:gd name="connsiteY25" fmla="*/ 124015 h 266414"/>
                  <a:gd name="connsiteX26" fmla="*/ 276511 w 440435"/>
                  <a:gd name="connsiteY26" fmla="*/ 107823 h 266414"/>
                  <a:gd name="connsiteX27" fmla="*/ 266414 w 440435"/>
                  <a:gd name="connsiteY27" fmla="*/ 118015 h 266414"/>
                  <a:gd name="connsiteX28" fmla="*/ 262890 w 440435"/>
                  <a:gd name="connsiteY28" fmla="*/ 101822 h 266414"/>
                  <a:gd name="connsiteX29" fmla="*/ 252889 w 440435"/>
                  <a:gd name="connsiteY29" fmla="*/ 112014 h 266414"/>
                  <a:gd name="connsiteX30" fmla="*/ 249364 w 440435"/>
                  <a:gd name="connsiteY30" fmla="*/ 95821 h 266414"/>
                  <a:gd name="connsiteX31" fmla="*/ 239363 w 440435"/>
                  <a:gd name="connsiteY31" fmla="*/ 106013 h 266414"/>
                  <a:gd name="connsiteX32" fmla="*/ 235839 w 440435"/>
                  <a:gd name="connsiteY32" fmla="*/ 89821 h 266414"/>
                  <a:gd name="connsiteX33" fmla="*/ 225742 w 440435"/>
                  <a:gd name="connsiteY33" fmla="*/ 100013 h 266414"/>
                  <a:gd name="connsiteX34" fmla="*/ 222313 w 440435"/>
                  <a:gd name="connsiteY34" fmla="*/ 83820 h 266414"/>
                  <a:gd name="connsiteX35" fmla="*/ 212217 w 440435"/>
                  <a:gd name="connsiteY35" fmla="*/ 94012 h 266414"/>
                  <a:gd name="connsiteX36" fmla="*/ 208693 w 440435"/>
                  <a:gd name="connsiteY36" fmla="*/ 77914 h 266414"/>
                  <a:gd name="connsiteX37" fmla="*/ 198692 w 440435"/>
                  <a:gd name="connsiteY37" fmla="*/ 88011 h 266414"/>
                  <a:gd name="connsiteX38" fmla="*/ 195167 w 440435"/>
                  <a:gd name="connsiteY38" fmla="*/ 71914 h 266414"/>
                  <a:gd name="connsiteX39" fmla="*/ 185166 w 440435"/>
                  <a:gd name="connsiteY39" fmla="*/ 82010 h 266414"/>
                  <a:gd name="connsiteX40" fmla="*/ 181642 w 440435"/>
                  <a:gd name="connsiteY40" fmla="*/ 65913 h 266414"/>
                  <a:gd name="connsiteX41" fmla="*/ 171640 w 440435"/>
                  <a:gd name="connsiteY41" fmla="*/ 76010 h 266414"/>
                  <a:gd name="connsiteX42" fmla="*/ 168116 w 440435"/>
                  <a:gd name="connsiteY42" fmla="*/ 59912 h 266414"/>
                  <a:gd name="connsiteX43" fmla="*/ 158020 w 440435"/>
                  <a:gd name="connsiteY43" fmla="*/ 70104 h 266414"/>
                  <a:gd name="connsiteX44" fmla="*/ 154496 w 440435"/>
                  <a:gd name="connsiteY44" fmla="*/ 53912 h 266414"/>
                  <a:gd name="connsiteX45" fmla="*/ 144494 w 440435"/>
                  <a:gd name="connsiteY45" fmla="*/ 64103 h 266414"/>
                  <a:gd name="connsiteX46" fmla="*/ 140970 w 440435"/>
                  <a:gd name="connsiteY46" fmla="*/ 47911 h 266414"/>
                  <a:gd name="connsiteX47" fmla="*/ 130969 w 440435"/>
                  <a:gd name="connsiteY47" fmla="*/ 58103 h 266414"/>
                  <a:gd name="connsiteX48" fmla="*/ 127444 w 440435"/>
                  <a:gd name="connsiteY48" fmla="*/ 41910 h 266414"/>
                  <a:gd name="connsiteX49" fmla="*/ 117443 w 440435"/>
                  <a:gd name="connsiteY49" fmla="*/ 52102 h 266414"/>
                  <a:gd name="connsiteX50" fmla="*/ 113919 w 440435"/>
                  <a:gd name="connsiteY50" fmla="*/ 35909 h 266414"/>
                  <a:gd name="connsiteX51" fmla="*/ 103822 w 440435"/>
                  <a:gd name="connsiteY51" fmla="*/ 46101 h 266414"/>
                  <a:gd name="connsiteX52" fmla="*/ 100393 w 440435"/>
                  <a:gd name="connsiteY52" fmla="*/ 29908 h 266414"/>
                  <a:gd name="connsiteX53" fmla="*/ 90297 w 440435"/>
                  <a:gd name="connsiteY53" fmla="*/ 40100 h 266414"/>
                  <a:gd name="connsiteX54" fmla="*/ 86773 w 440435"/>
                  <a:gd name="connsiteY54" fmla="*/ 23908 h 266414"/>
                  <a:gd name="connsiteX55" fmla="*/ 76771 w 440435"/>
                  <a:gd name="connsiteY55" fmla="*/ 34099 h 266414"/>
                  <a:gd name="connsiteX56" fmla="*/ 73247 w 440435"/>
                  <a:gd name="connsiteY56" fmla="*/ 17907 h 266414"/>
                  <a:gd name="connsiteX57" fmla="*/ 63246 w 440435"/>
                  <a:gd name="connsiteY57" fmla="*/ 28099 h 266414"/>
                  <a:gd name="connsiteX58" fmla="*/ 59722 w 440435"/>
                  <a:gd name="connsiteY58" fmla="*/ 12002 h 266414"/>
                  <a:gd name="connsiteX59" fmla="*/ 49625 w 440435"/>
                  <a:gd name="connsiteY59" fmla="*/ 22098 h 266414"/>
                  <a:gd name="connsiteX60" fmla="*/ 46196 w 440435"/>
                  <a:gd name="connsiteY60" fmla="*/ 6001 h 266414"/>
                  <a:gd name="connsiteX61" fmla="*/ 36100 w 440435"/>
                  <a:gd name="connsiteY61" fmla="*/ 16097 h 266414"/>
                  <a:gd name="connsiteX62" fmla="*/ 32575 w 440435"/>
                  <a:gd name="connsiteY62" fmla="*/ 0 h 266414"/>
                  <a:gd name="connsiteX63" fmla="*/ 30385 w 440435"/>
                  <a:gd name="connsiteY63" fmla="*/ 2286 h 266414"/>
                  <a:gd name="connsiteX64" fmla="*/ 20574 w 440435"/>
                  <a:gd name="connsiteY64" fmla="*/ 25051 h 266414"/>
                  <a:gd name="connsiteX65" fmla="*/ 20288 w 440435"/>
                  <a:gd name="connsiteY65" fmla="*/ 24860 h 266414"/>
                  <a:gd name="connsiteX66" fmla="*/ 16954 w 440435"/>
                  <a:gd name="connsiteY66" fmla="*/ 33433 h 266414"/>
                  <a:gd name="connsiteX67" fmla="*/ 16859 w 440435"/>
                  <a:gd name="connsiteY67" fmla="*/ 33814 h 266414"/>
                  <a:gd name="connsiteX68" fmla="*/ 16859 w 440435"/>
                  <a:gd name="connsiteY68" fmla="*/ 33814 h 266414"/>
                  <a:gd name="connsiteX69" fmla="*/ 12478 w 440435"/>
                  <a:gd name="connsiteY69" fmla="*/ 45244 h 266414"/>
                  <a:gd name="connsiteX70" fmla="*/ 12097 w 440435"/>
                  <a:gd name="connsiteY70" fmla="*/ 45053 h 266414"/>
                  <a:gd name="connsiteX71" fmla="*/ 0 w 440435"/>
                  <a:gd name="connsiteY71" fmla="*/ 77343 h 266414"/>
                  <a:gd name="connsiteX72" fmla="*/ 0 w 440435"/>
                  <a:gd name="connsiteY72" fmla="*/ 80581 h 266414"/>
                  <a:gd name="connsiteX73" fmla="*/ 13430 w 440435"/>
                  <a:gd name="connsiteY73" fmla="*/ 72104 h 266414"/>
                  <a:gd name="connsiteX74" fmla="*/ 13525 w 440435"/>
                  <a:gd name="connsiteY74" fmla="*/ 86773 h 266414"/>
                  <a:gd name="connsiteX75" fmla="*/ 26956 w 440435"/>
                  <a:gd name="connsiteY75" fmla="*/ 78296 h 266414"/>
                  <a:gd name="connsiteX76" fmla="*/ 26956 w 440435"/>
                  <a:gd name="connsiteY76" fmla="*/ 92964 h 266414"/>
                  <a:gd name="connsiteX77" fmla="*/ 40386 w 440435"/>
                  <a:gd name="connsiteY77" fmla="*/ 84487 h 266414"/>
                  <a:gd name="connsiteX78" fmla="*/ 40386 w 440435"/>
                  <a:gd name="connsiteY78" fmla="*/ 99155 h 266414"/>
                  <a:gd name="connsiteX79" fmla="*/ 53816 w 440435"/>
                  <a:gd name="connsiteY79" fmla="*/ 90678 h 266414"/>
                  <a:gd name="connsiteX80" fmla="*/ 53911 w 440435"/>
                  <a:gd name="connsiteY80" fmla="*/ 105346 h 266414"/>
                  <a:gd name="connsiteX81" fmla="*/ 67342 w 440435"/>
                  <a:gd name="connsiteY81" fmla="*/ 96869 h 266414"/>
                  <a:gd name="connsiteX82" fmla="*/ 67342 w 440435"/>
                  <a:gd name="connsiteY82" fmla="*/ 111538 h 266414"/>
                  <a:gd name="connsiteX83" fmla="*/ 80772 w 440435"/>
                  <a:gd name="connsiteY83" fmla="*/ 103061 h 266414"/>
                  <a:gd name="connsiteX84" fmla="*/ 80867 w 440435"/>
                  <a:gd name="connsiteY84" fmla="*/ 117729 h 266414"/>
                  <a:gd name="connsiteX85" fmla="*/ 94297 w 440435"/>
                  <a:gd name="connsiteY85" fmla="*/ 109252 h 266414"/>
                  <a:gd name="connsiteX86" fmla="*/ 94297 w 440435"/>
                  <a:gd name="connsiteY86" fmla="*/ 124015 h 266414"/>
                  <a:gd name="connsiteX87" fmla="*/ 107728 w 440435"/>
                  <a:gd name="connsiteY87" fmla="*/ 115443 h 266414"/>
                  <a:gd name="connsiteX88" fmla="*/ 107728 w 440435"/>
                  <a:gd name="connsiteY88" fmla="*/ 130112 h 266414"/>
                  <a:gd name="connsiteX89" fmla="*/ 121158 w 440435"/>
                  <a:gd name="connsiteY89" fmla="*/ 121634 h 266414"/>
                  <a:gd name="connsiteX90" fmla="*/ 121253 w 440435"/>
                  <a:gd name="connsiteY90" fmla="*/ 136398 h 266414"/>
                  <a:gd name="connsiteX91" fmla="*/ 134684 w 440435"/>
                  <a:gd name="connsiteY91" fmla="*/ 127826 h 266414"/>
                  <a:gd name="connsiteX92" fmla="*/ 134684 w 440435"/>
                  <a:gd name="connsiteY92" fmla="*/ 142589 h 266414"/>
                  <a:gd name="connsiteX93" fmla="*/ 148114 w 440435"/>
                  <a:gd name="connsiteY93" fmla="*/ 134017 h 266414"/>
                  <a:gd name="connsiteX94" fmla="*/ 148209 w 440435"/>
                  <a:gd name="connsiteY94" fmla="*/ 148780 h 266414"/>
                  <a:gd name="connsiteX95" fmla="*/ 161544 w 440435"/>
                  <a:gd name="connsiteY95" fmla="*/ 140208 h 266414"/>
                  <a:gd name="connsiteX96" fmla="*/ 161639 w 440435"/>
                  <a:gd name="connsiteY96" fmla="*/ 154972 h 266414"/>
                  <a:gd name="connsiteX97" fmla="*/ 175069 w 440435"/>
                  <a:gd name="connsiteY97" fmla="*/ 146399 h 266414"/>
                  <a:gd name="connsiteX98" fmla="*/ 175069 w 440435"/>
                  <a:gd name="connsiteY98" fmla="*/ 161163 h 266414"/>
                  <a:gd name="connsiteX99" fmla="*/ 188500 w 440435"/>
                  <a:gd name="connsiteY99" fmla="*/ 152590 h 266414"/>
                  <a:gd name="connsiteX100" fmla="*/ 188595 w 440435"/>
                  <a:gd name="connsiteY100" fmla="*/ 167354 h 266414"/>
                  <a:gd name="connsiteX101" fmla="*/ 202025 w 440435"/>
                  <a:gd name="connsiteY101" fmla="*/ 158782 h 266414"/>
                  <a:gd name="connsiteX102" fmla="*/ 202025 w 440435"/>
                  <a:gd name="connsiteY102" fmla="*/ 173546 h 266414"/>
                  <a:gd name="connsiteX103" fmla="*/ 215455 w 440435"/>
                  <a:gd name="connsiteY103" fmla="*/ 164973 h 266414"/>
                  <a:gd name="connsiteX104" fmla="*/ 215455 w 440435"/>
                  <a:gd name="connsiteY104" fmla="*/ 179737 h 266414"/>
                  <a:gd name="connsiteX105" fmla="*/ 228886 w 440435"/>
                  <a:gd name="connsiteY105" fmla="*/ 171164 h 266414"/>
                  <a:gd name="connsiteX106" fmla="*/ 228981 w 440435"/>
                  <a:gd name="connsiteY106" fmla="*/ 185928 h 266414"/>
                  <a:gd name="connsiteX107" fmla="*/ 242411 w 440435"/>
                  <a:gd name="connsiteY107" fmla="*/ 177355 h 266414"/>
                  <a:gd name="connsiteX108" fmla="*/ 242411 w 440435"/>
                  <a:gd name="connsiteY108" fmla="*/ 192119 h 266414"/>
                  <a:gd name="connsiteX109" fmla="*/ 255842 w 440435"/>
                  <a:gd name="connsiteY109" fmla="*/ 183547 h 266414"/>
                  <a:gd name="connsiteX110" fmla="*/ 255937 w 440435"/>
                  <a:gd name="connsiteY110" fmla="*/ 198311 h 266414"/>
                  <a:gd name="connsiteX111" fmla="*/ 269272 w 440435"/>
                  <a:gd name="connsiteY111" fmla="*/ 189738 h 266414"/>
                  <a:gd name="connsiteX112" fmla="*/ 269367 w 440435"/>
                  <a:gd name="connsiteY112" fmla="*/ 204502 h 266414"/>
                  <a:gd name="connsiteX113" fmla="*/ 282797 w 440435"/>
                  <a:gd name="connsiteY113" fmla="*/ 195929 h 266414"/>
                  <a:gd name="connsiteX114" fmla="*/ 282797 w 440435"/>
                  <a:gd name="connsiteY114" fmla="*/ 210693 h 266414"/>
                  <a:gd name="connsiteX115" fmla="*/ 296227 w 440435"/>
                  <a:gd name="connsiteY115" fmla="*/ 202121 h 266414"/>
                  <a:gd name="connsiteX116" fmla="*/ 296323 w 440435"/>
                  <a:gd name="connsiteY116" fmla="*/ 216884 h 266414"/>
                  <a:gd name="connsiteX117" fmla="*/ 309753 w 440435"/>
                  <a:gd name="connsiteY117" fmla="*/ 208312 h 266414"/>
                  <a:gd name="connsiteX118" fmla="*/ 309753 w 440435"/>
                  <a:gd name="connsiteY118" fmla="*/ 223076 h 266414"/>
                  <a:gd name="connsiteX119" fmla="*/ 323183 w 440435"/>
                  <a:gd name="connsiteY119" fmla="*/ 214598 h 266414"/>
                  <a:gd name="connsiteX120" fmla="*/ 323183 w 440435"/>
                  <a:gd name="connsiteY120" fmla="*/ 229267 h 266414"/>
                  <a:gd name="connsiteX121" fmla="*/ 336613 w 440435"/>
                  <a:gd name="connsiteY121" fmla="*/ 220694 h 266414"/>
                  <a:gd name="connsiteX122" fmla="*/ 336709 w 440435"/>
                  <a:gd name="connsiteY122" fmla="*/ 235458 h 266414"/>
                  <a:gd name="connsiteX123" fmla="*/ 350139 w 440435"/>
                  <a:gd name="connsiteY123" fmla="*/ 226981 h 266414"/>
                  <a:gd name="connsiteX124" fmla="*/ 350139 w 440435"/>
                  <a:gd name="connsiteY124" fmla="*/ 241649 h 266414"/>
                  <a:gd name="connsiteX125" fmla="*/ 363569 w 440435"/>
                  <a:gd name="connsiteY125" fmla="*/ 233077 h 266414"/>
                  <a:gd name="connsiteX126" fmla="*/ 363664 w 440435"/>
                  <a:gd name="connsiteY126" fmla="*/ 247840 h 266414"/>
                  <a:gd name="connsiteX127" fmla="*/ 377095 w 440435"/>
                  <a:gd name="connsiteY127" fmla="*/ 239363 h 266414"/>
                  <a:gd name="connsiteX128" fmla="*/ 377095 w 440435"/>
                  <a:gd name="connsiteY128" fmla="*/ 254032 h 266414"/>
                  <a:gd name="connsiteX129" fmla="*/ 390525 w 440435"/>
                  <a:gd name="connsiteY129" fmla="*/ 245554 h 266414"/>
                  <a:gd name="connsiteX130" fmla="*/ 390525 w 440435"/>
                  <a:gd name="connsiteY130" fmla="*/ 260223 h 266414"/>
                  <a:gd name="connsiteX131" fmla="*/ 403955 w 440435"/>
                  <a:gd name="connsiteY131" fmla="*/ 251746 h 266414"/>
                  <a:gd name="connsiteX132" fmla="*/ 404050 w 440435"/>
                  <a:gd name="connsiteY132" fmla="*/ 266414 h 266414"/>
                  <a:gd name="connsiteX133" fmla="*/ 409480 w 440435"/>
                  <a:gd name="connsiteY133" fmla="*/ 262985 h 266414"/>
                  <a:gd name="connsiteX134" fmla="*/ 423958 w 440435"/>
                  <a:gd name="connsiteY134" fmla="*/ 224409 h 266414"/>
                  <a:gd name="connsiteX135" fmla="*/ 424148 w 440435"/>
                  <a:gd name="connsiteY135" fmla="*/ 224504 h 266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</a:cxnLst>
                <a:rect l="l" t="t" r="r" b="b"/>
                <a:pathLst>
                  <a:path w="440435" h="266414">
                    <a:moveTo>
                      <a:pt x="424148" y="224504"/>
                    </a:moveTo>
                    <a:lnTo>
                      <a:pt x="440436" y="186404"/>
                    </a:lnTo>
                    <a:lnTo>
                      <a:pt x="439007" y="179737"/>
                    </a:lnTo>
                    <a:lnTo>
                      <a:pt x="429006" y="189929"/>
                    </a:lnTo>
                    <a:lnTo>
                      <a:pt x="425482" y="173736"/>
                    </a:lnTo>
                    <a:lnTo>
                      <a:pt x="415480" y="183928"/>
                    </a:lnTo>
                    <a:lnTo>
                      <a:pt x="411956" y="167735"/>
                    </a:lnTo>
                    <a:lnTo>
                      <a:pt x="401860" y="177927"/>
                    </a:lnTo>
                    <a:lnTo>
                      <a:pt x="398431" y="161735"/>
                    </a:lnTo>
                    <a:lnTo>
                      <a:pt x="388334" y="171926"/>
                    </a:lnTo>
                    <a:lnTo>
                      <a:pt x="384810" y="155829"/>
                    </a:lnTo>
                    <a:lnTo>
                      <a:pt x="374809" y="165926"/>
                    </a:lnTo>
                    <a:lnTo>
                      <a:pt x="371284" y="149828"/>
                    </a:lnTo>
                    <a:lnTo>
                      <a:pt x="361283" y="159925"/>
                    </a:lnTo>
                    <a:lnTo>
                      <a:pt x="357759" y="143828"/>
                    </a:lnTo>
                    <a:lnTo>
                      <a:pt x="347663" y="153924"/>
                    </a:lnTo>
                    <a:lnTo>
                      <a:pt x="344234" y="137827"/>
                    </a:lnTo>
                    <a:lnTo>
                      <a:pt x="334137" y="147923"/>
                    </a:lnTo>
                    <a:lnTo>
                      <a:pt x="330613" y="131826"/>
                    </a:lnTo>
                    <a:lnTo>
                      <a:pt x="320611" y="142018"/>
                    </a:lnTo>
                    <a:lnTo>
                      <a:pt x="317087" y="125825"/>
                    </a:lnTo>
                    <a:lnTo>
                      <a:pt x="307086" y="136017"/>
                    </a:lnTo>
                    <a:lnTo>
                      <a:pt x="303562" y="119824"/>
                    </a:lnTo>
                    <a:lnTo>
                      <a:pt x="293465" y="130016"/>
                    </a:lnTo>
                    <a:lnTo>
                      <a:pt x="290036" y="113824"/>
                    </a:lnTo>
                    <a:lnTo>
                      <a:pt x="279940" y="124015"/>
                    </a:lnTo>
                    <a:lnTo>
                      <a:pt x="276511" y="107823"/>
                    </a:lnTo>
                    <a:lnTo>
                      <a:pt x="266414" y="118015"/>
                    </a:lnTo>
                    <a:lnTo>
                      <a:pt x="262890" y="101822"/>
                    </a:lnTo>
                    <a:lnTo>
                      <a:pt x="252889" y="112014"/>
                    </a:lnTo>
                    <a:lnTo>
                      <a:pt x="249364" y="95821"/>
                    </a:lnTo>
                    <a:lnTo>
                      <a:pt x="239363" y="106013"/>
                    </a:lnTo>
                    <a:lnTo>
                      <a:pt x="235839" y="89821"/>
                    </a:lnTo>
                    <a:lnTo>
                      <a:pt x="225742" y="100013"/>
                    </a:lnTo>
                    <a:lnTo>
                      <a:pt x="222313" y="83820"/>
                    </a:lnTo>
                    <a:lnTo>
                      <a:pt x="212217" y="94012"/>
                    </a:lnTo>
                    <a:lnTo>
                      <a:pt x="208693" y="77914"/>
                    </a:lnTo>
                    <a:lnTo>
                      <a:pt x="198692" y="88011"/>
                    </a:lnTo>
                    <a:lnTo>
                      <a:pt x="195167" y="71914"/>
                    </a:lnTo>
                    <a:lnTo>
                      <a:pt x="185166" y="82010"/>
                    </a:lnTo>
                    <a:lnTo>
                      <a:pt x="181642" y="65913"/>
                    </a:lnTo>
                    <a:lnTo>
                      <a:pt x="171640" y="76010"/>
                    </a:lnTo>
                    <a:lnTo>
                      <a:pt x="168116" y="59912"/>
                    </a:lnTo>
                    <a:lnTo>
                      <a:pt x="158020" y="70104"/>
                    </a:lnTo>
                    <a:lnTo>
                      <a:pt x="154496" y="53912"/>
                    </a:lnTo>
                    <a:lnTo>
                      <a:pt x="144494" y="64103"/>
                    </a:lnTo>
                    <a:lnTo>
                      <a:pt x="140970" y="47911"/>
                    </a:lnTo>
                    <a:lnTo>
                      <a:pt x="130969" y="58103"/>
                    </a:lnTo>
                    <a:lnTo>
                      <a:pt x="127444" y="41910"/>
                    </a:lnTo>
                    <a:lnTo>
                      <a:pt x="117443" y="52102"/>
                    </a:lnTo>
                    <a:lnTo>
                      <a:pt x="113919" y="35909"/>
                    </a:lnTo>
                    <a:lnTo>
                      <a:pt x="103822" y="46101"/>
                    </a:lnTo>
                    <a:lnTo>
                      <a:pt x="100393" y="29908"/>
                    </a:lnTo>
                    <a:lnTo>
                      <a:pt x="90297" y="40100"/>
                    </a:lnTo>
                    <a:lnTo>
                      <a:pt x="86773" y="23908"/>
                    </a:lnTo>
                    <a:lnTo>
                      <a:pt x="76771" y="34099"/>
                    </a:lnTo>
                    <a:lnTo>
                      <a:pt x="73247" y="17907"/>
                    </a:lnTo>
                    <a:lnTo>
                      <a:pt x="63246" y="28099"/>
                    </a:lnTo>
                    <a:lnTo>
                      <a:pt x="59722" y="12002"/>
                    </a:lnTo>
                    <a:lnTo>
                      <a:pt x="49625" y="22098"/>
                    </a:lnTo>
                    <a:lnTo>
                      <a:pt x="46196" y="6001"/>
                    </a:lnTo>
                    <a:lnTo>
                      <a:pt x="36100" y="16097"/>
                    </a:lnTo>
                    <a:lnTo>
                      <a:pt x="32575" y="0"/>
                    </a:lnTo>
                    <a:lnTo>
                      <a:pt x="30385" y="2286"/>
                    </a:lnTo>
                    <a:lnTo>
                      <a:pt x="20574" y="25051"/>
                    </a:lnTo>
                    <a:lnTo>
                      <a:pt x="20288" y="24860"/>
                    </a:lnTo>
                    <a:lnTo>
                      <a:pt x="16954" y="33433"/>
                    </a:lnTo>
                    <a:lnTo>
                      <a:pt x="16859" y="33814"/>
                    </a:lnTo>
                    <a:lnTo>
                      <a:pt x="16859" y="33814"/>
                    </a:lnTo>
                    <a:lnTo>
                      <a:pt x="12478" y="45244"/>
                    </a:lnTo>
                    <a:lnTo>
                      <a:pt x="12097" y="45053"/>
                    </a:lnTo>
                    <a:lnTo>
                      <a:pt x="0" y="77343"/>
                    </a:lnTo>
                    <a:lnTo>
                      <a:pt x="0" y="80581"/>
                    </a:lnTo>
                    <a:lnTo>
                      <a:pt x="13430" y="72104"/>
                    </a:lnTo>
                    <a:lnTo>
                      <a:pt x="13525" y="86773"/>
                    </a:lnTo>
                    <a:lnTo>
                      <a:pt x="26956" y="78296"/>
                    </a:lnTo>
                    <a:lnTo>
                      <a:pt x="26956" y="92964"/>
                    </a:lnTo>
                    <a:lnTo>
                      <a:pt x="40386" y="84487"/>
                    </a:lnTo>
                    <a:lnTo>
                      <a:pt x="40386" y="99155"/>
                    </a:lnTo>
                    <a:lnTo>
                      <a:pt x="53816" y="90678"/>
                    </a:lnTo>
                    <a:lnTo>
                      <a:pt x="53911" y="105346"/>
                    </a:lnTo>
                    <a:lnTo>
                      <a:pt x="67342" y="96869"/>
                    </a:lnTo>
                    <a:lnTo>
                      <a:pt x="67342" y="111538"/>
                    </a:lnTo>
                    <a:lnTo>
                      <a:pt x="80772" y="103061"/>
                    </a:lnTo>
                    <a:lnTo>
                      <a:pt x="80867" y="117729"/>
                    </a:lnTo>
                    <a:lnTo>
                      <a:pt x="94297" y="109252"/>
                    </a:lnTo>
                    <a:lnTo>
                      <a:pt x="94297" y="124015"/>
                    </a:lnTo>
                    <a:lnTo>
                      <a:pt x="107728" y="115443"/>
                    </a:lnTo>
                    <a:lnTo>
                      <a:pt x="107728" y="130112"/>
                    </a:lnTo>
                    <a:lnTo>
                      <a:pt x="121158" y="121634"/>
                    </a:lnTo>
                    <a:lnTo>
                      <a:pt x="121253" y="136398"/>
                    </a:lnTo>
                    <a:lnTo>
                      <a:pt x="134684" y="127826"/>
                    </a:lnTo>
                    <a:lnTo>
                      <a:pt x="134684" y="142589"/>
                    </a:lnTo>
                    <a:lnTo>
                      <a:pt x="148114" y="134017"/>
                    </a:lnTo>
                    <a:lnTo>
                      <a:pt x="148209" y="148780"/>
                    </a:lnTo>
                    <a:lnTo>
                      <a:pt x="161544" y="140208"/>
                    </a:lnTo>
                    <a:lnTo>
                      <a:pt x="161639" y="154972"/>
                    </a:lnTo>
                    <a:lnTo>
                      <a:pt x="175069" y="146399"/>
                    </a:lnTo>
                    <a:lnTo>
                      <a:pt x="175069" y="161163"/>
                    </a:lnTo>
                    <a:lnTo>
                      <a:pt x="188500" y="152590"/>
                    </a:lnTo>
                    <a:lnTo>
                      <a:pt x="188595" y="167354"/>
                    </a:lnTo>
                    <a:lnTo>
                      <a:pt x="202025" y="158782"/>
                    </a:lnTo>
                    <a:lnTo>
                      <a:pt x="202025" y="173546"/>
                    </a:lnTo>
                    <a:lnTo>
                      <a:pt x="215455" y="164973"/>
                    </a:lnTo>
                    <a:lnTo>
                      <a:pt x="215455" y="179737"/>
                    </a:lnTo>
                    <a:lnTo>
                      <a:pt x="228886" y="171164"/>
                    </a:lnTo>
                    <a:lnTo>
                      <a:pt x="228981" y="185928"/>
                    </a:lnTo>
                    <a:lnTo>
                      <a:pt x="242411" y="177355"/>
                    </a:lnTo>
                    <a:lnTo>
                      <a:pt x="242411" y="192119"/>
                    </a:lnTo>
                    <a:lnTo>
                      <a:pt x="255842" y="183547"/>
                    </a:lnTo>
                    <a:lnTo>
                      <a:pt x="255937" y="198311"/>
                    </a:lnTo>
                    <a:lnTo>
                      <a:pt x="269272" y="189738"/>
                    </a:lnTo>
                    <a:lnTo>
                      <a:pt x="269367" y="204502"/>
                    </a:lnTo>
                    <a:lnTo>
                      <a:pt x="282797" y="195929"/>
                    </a:lnTo>
                    <a:lnTo>
                      <a:pt x="282797" y="210693"/>
                    </a:lnTo>
                    <a:lnTo>
                      <a:pt x="296227" y="202121"/>
                    </a:lnTo>
                    <a:lnTo>
                      <a:pt x="296323" y="216884"/>
                    </a:lnTo>
                    <a:lnTo>
                      <a:pt x="309753" y="208312"/>
                    </a:lnTo>
                    <a:lnTo>
                      <a:pt x="309753" y="223076"/>
                    </a:lnTo>
                    <a:lnTo>
                      <a:pt x="323183" y="214598"/>
                    </a:lnTo>
                    <a:lnTo>
                      <a:pt x="323183" y="229267"/>
                    </a:lnTo>
                    <a:lnTo>
                      <a:pt x="336613" y="220694"/>
                    </a:lnTo>
                    <a:lnTo>
                      <a:pt x="336709" y="235458"/>
                    </a:lnTo>
                    <a:lnTo>
                      <a:pt x="350139" y="226981"/>
                    </a:lnTo>
                    <a:lnTo>
                      <a:pt x="350139" y="241649"/>
                    </a:lnTo>
                    <a:lnTo>
                      <a:pt x="363569" y="233077"/>
                    </a:lnTo>
                    <a:lnTo>
                      <a:pt x="363664" y="247840"/>
                    </a:lnTo>
                    <a:lnTo>
                      <a:pt x="377095" y="239363"/>
                    </a:lnTo>
                    <a:lnTo>
                      <a:pt x="377095" y="254032"/>
                    </a:lnTo>
                    <a:lnTo>
                      <a:pt x="390525" y="245554"/>
                    </a:lnTo>
                    <a:lnTo>
                      <a:pt x="390525" y="260223"/>
                    </a:lnTo>
                    <a:lnTo>
                      <a:pt x="403955" y="251746"/>
                    </a:lnTo>
                    <a:lnTo>
                      <a:pt x="404050" y="266414"/>
                    </a:lnTo>
                    <a:lnTo>
                      <a:pt x="409480" y="262985"/>
                    </a:lnTo>
                    <a:lnTo>
                      <a:pt x="423958" y="224409"/>
                    </a:lnTo>
                    <a:lnTo>
                      <a:pt x="424148" y="224504"/>
                    </a:lnTo>
                    <a:close/>
                  </a:path>
                </a:pathLst>
              </a:custGeom>
              <a:solidFill>
                <a:srgbClr val="AEC9E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645F89D4-FCB3-475F-AE5A-98CEB4C483E0}"/>
                  </a:ext>
                </a:extLst>
              </p:cNvPr>
              <p:cNvSpPr/>
              <p:nvPr/>
            </p:nvSpPr>
            <p:spPr>
              <a:xfrm>
                <a:off x="2588878" y="2819225"/>
                <a:ext cx="577422" cy="576436"/>
              </a:xfrm>
              <a:custGeom>
                <a:avLst/>
                <a:gdLst>
                  <a:gd name="connsiteX0" fmla="*/ 577356 w 577422"/>
                  <a:gd name="connsiteY0" fmla="*/ 231574 h 576436"/>
                  <a:gd name="connsiteX1" fmla="*/ 567831 w 577422"/>
                  <a:gd name="connsiteY1" fmla="*/ 209285 h 576436"/>
                  <a:gd name="connsiteX2" fmla="*/ 444006 w 577422"/>
                  <a:gd name="connsiteY2" fmla="*/ 85460 h 576436"/>
                  <a:gd name="connsiteX3" fmla="*/ 258745 w 577422"/>
                  <a:gd name="connsiteY3" fmla="*/ 7736 h 576436"/>
                  <a:gd name="connsiteX4" fmla="*/ 45194 w 577422"/>
                  <a:gd name="connsiteY4" fmla="*/ 131561 h 576436"/>
                  <a:gd name="connsiteX5" fmla="*/ 3951 w 577422"/>
                  <a:gd name="connsiteY5" fmla="*/ 360638 h 576436"/>
                  <a:gd name="connsiteX6" fmla="*/ 44147 w 577422"/>
                  <a:gd name="connsiteY6" fmla="*/ 546280 h 576436"/>
                  <a:gd name="connsiteX7" fmla="*/ 64721 w 577422"/>
                  <a:gd name="connsiteY7" fmla="*/ 576379 h 576436"/>
                  <a:gd name="connsiteX8" fmla="*/ 245696 w 577422"/>
                  <a:gd name="connsiteY8" fmla="*/ 241956 h 576436"/>
                  <a:gd name="connsiteX9" fmla="*/ 527255 w 577422"/>
                  <a:gd name="connsiteY9" fmla="*/ 374068 h 576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7422" h="576436">
                    <a:moveTo>
                      <a:pt x="577356" y="231574"/>
                    </a:moveTo>
                    <a:lnTo>
                      <a:pt x="567831" y="209285"/>
                    </a:lnTo>
                    <a:cubicBezTo>
                      <a:pt x="543928" y="153682"/>
                      <a:pt x="499610" y="109363"/>
                      <a:pt x="444006" y="85460"/>
                    </a:cubicBezTo>
                    <a:lnTo>
                      <a:pt x="258745" y="7736"/>
                    </a:lnTo>
                    <a:cubicBezTo>
                      <a:pt x="182545" y="-24172"/>
                      <a:pt x="64625" y="46789"/>
                      <a:pt x="45194" y="131561"/>
                    </a:cubicBezTo>
                    <a:lnTo>
                      <a:pt x="3951" y="360638"/>
                    </a:lnTo>
                    <a:cubicBezTo>
                      <a:pt x="-7857" y="425401"/>
                      <a:pt x="6607" y="492201"/>
                      <a:pt x="44147" y="546280"/>
                    </a:cubicBezTo>
                    <a:lnTo>
                      <a:pt x="64721" y="576379"/>
                    </a:lnTo>
                    <a:lnTo>
                      <a:pt x="245696" y="241956"/>
                    </a:lnTo>
                    <a:lnTo>
                      <a:pt x="527255" y="374068"/>
                    </a:lnTo>
                    <a:close/>
                  </a:path>
                </a:pathLst>
              </a:custGeom>
              <a:solidFill>
                <a:srgbClr val="AEC9E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E060B7F5-3B79-4AC0-9DE7-2E6E0A8B279D}"/>
                  </a:ext>
                </a:extLst>
              </p:cNvPr>
              <p:cNvSpPr/>
              <p:nvPr/>
            </p:nvSpPr>
            <p:spPr>
              <a:xfrm>
                <a:off x="4348448" y="3815428"/>
                <a:ext cx="583406" cy="337566"/>
              </a:xfrm>
              <a:custGeom>
                <a:avLst/>
                <a:gdLst>
                  <a:gd name="connsiteX0" fmla="*/ 549593 w 583406"/>
                  <a:gd name="connsiteY0" fmla="*/ 337566 h 337566"/>
                  <a:gd name="connsiteX1" fmla="*/ 0 w 583406"/>
                  <a:gd name="connsiteY1" fmla="*/ 83439 h 337566"/>
                  <a:gd name="connsiteX2" fmla="*/ 33719 w 583406"/>
                  <a:gd name="connsiteY2" fmla="*/ 0 h 337566"/>
                  <a:gd name="connsiteX3" fmla="*/ 583406 w 583406"/>
                  <a:gd name="connsiteY3" fmla="*/ 254127 h 337566"/>
                  <a:gd name="connsiteX4" fmla="*/ 549593 w 583406"/>
                  <a:gd name="connsiteY4" fmla="*/ 337566 h 337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3406" h="337566">
                    <a:moveTo>
                      <a:pt x="549593" y="337566"/>
                    </a:moveTo>
                    <a:lnTo>
                      <a:pt x="0" y="83439"/>
                    </a:lnTo>
                    <a:lnTo>
                      <a:pt x="33719" y="0"/>
                    </a:lnTo>
                    <a:lnTo>
                      <a:pt x="583406" y="254127"/>
                    </a:lnTo>
                    <a:lnTo>
                      <a:pt x="549593" y="337566"/>
                    </a:lnTo>
                    <a:close/>
                  </a:path>
                </a:pathLst>
              </a:custGeom>
              <a:solidFill>
                <a:srgbClr val="AEC9E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1C7975D0-361F-4002-8DA1-3A1AFFE180C8}"/>
                  </a:ext>
                </a:extLst>
              </p:cNvPr>
              <p:cNvSpPr/>
              <p:nvPr/>
            </p:nvSpPr>
            <p:spPr>
              <a:xfrm>
                <a:off x="3904297" y="3580923"/>
                <a:ext cx="167735" cy="191928"/>
              </a:xfrm>
              <a:custGeom>
                <a:avLst/>
                <a:gdLst>
                  <a:gd name="connsiteX0" fmla="*/ 119063 w 167735"/>
                  <a:gd name="connsiteY0" fmla="*/ 191929 h 191928"/>
                  <a:gd name="connsiteX1" fmla="*/ 0 w 167735"/>
                  <a:gd name="connsiteY1" fmla="*/ 146875 h 191928"/>
                  <a:gd name="connsiteX2" fmla="*/ 48578 w 167735"/>
                  <a:gd name="connsiteY2" fmla="*/ 0 h 191928"/>
                  <a:gd name="connsiteX3" fmla="*/ 167735 w 167735"/>
                  <a:gd name="connsiteY3" fmla="*/ 45053 h 191928"/>
                  <a:gd name="connsiteX4" fmla="*/ 119063 w 167735"/>
                  <a:gd name="connsiteY4" fmla="*/ 191929 h 191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7735" h="191928">
                    <a:moveTo>
                      <a:pt x="119063" y="191929"/>
                    </a:moveTo>
                    <a:lnTo>
                      <a:pt x="0" y="146875"/>
                    </a:lnTo>
                    <a:lnTo>
                      <a:pt x="48578" y="0"/>
                    </a:lnTo>
                    <a:lnTo>
                      <a:pt x="167735" y="45053"/>
                    </a:lnTo>
                    <a:lnTo>
                      <a:pt x="119063" y="191929"/>
                    </a:lnTo>
                    <a:close/>
                  </a:path>
                </a:pathLst>
              </a:custGeom>
              <a:solidFill>
                <a:srgbClr val="74B4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655B2EC-654A-4C50-9028-A679883EEB60}"/>
                  </a:ext>
                </a:extLst>
              </p:cNvPr>
              <p:cNvSpPr/>
              <p:nvPr/>
            </p:nvSpPr>
            <p:spPr>
              <a:xfrm>
                <a:off x="3929538" y="3583495"/>
                <a:ext cx="113442" cy="185451"/>
              </a:xfrm>
              <a:custGeom>
                <a:avLst/>
                <a:gdLst>
                  <a:gd name="connsiteX0" fmla="*/ 59531 w 113442"/>
                  <a:gd name="connsiteY0" fmla="*/ 185452 h 185451"/>
                  <a:gd name="connsiteX1" fmla="*/ 0 w 113442"/>
                  <a:gd name="connsiteY1" fmla="*/ 162878 h 185451"/>
                  <a:gd name="connsiteX2" fmla="*/ 53912 w 113442"/>
                  <a:gd name="connsiteY2" fmla="*/ 0 h 185451"/>
                  <a:gd name="connsiteX3" fmla="*/ 113443 w 113442"/>
                  <a:gd name="connsiteY3" fmla="*/ 22479 h 185451"/>
                  <a:gd name="connsiteX4" fmla="*/ 59531 w 113442"/>
                  <a:gd name="connsiteY4" fmla="*/ 185452 h 185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442" h="185451">
                    <a:moveTo>
                      <a:pt x="59531" y="185452"/>
                    </a:moveTo>
                    <a:lnTo>
                      <a:pt x="0" y="162878"/>
                    </a:lnTo>
                    <a:lnTo>
                      <a:pt x="53912" y="0"/>
                    </a:lnTo>
                    <a:lnTo>
                      <a:pt x="113443" y="22479"/>
                    </a:lnTo>
                    <a:lnTo>
                      <a:pt x="59531" y="185452"/>
                    </a:lnTo>
                    <a:close/>
                  </a:path>
                </a:pathLst>
              </a:custGeom>
              <a:solidFill>
                <a:srgbClr val="74B4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2DAE2BA-BDDA-42CE-9488-69F140FE3310}"/>
                  </a:ext>
                </a:extLst>
              </p:cNvPr>
              <p:cNvSpPr/>
              <p:nvPr/>
            </p:nvSpPr>
            <p:spPr>
              <a:xfrm>
                <a:off x="2944653" y="2971228"/>
                <a:ext cx="2257179" cy="768858"/>
              </a:xfrm>
              <a:custGeom>
                <a:avLst/>
                <a:gdLst>
                  <a:gd name="connsiteX0" fmla="*/ 2242595 w 2257179"/>
                  <a:gd name="connsiteY0" fmla="*/ 642213 h 768858"/>
                  <a:gd name="connsiteX1" fmla="*/ 236820 w 2257179"/>
                  <a:gd name="connsiteY1" fmla="*/ -58 h 768858"/>
                  <a:gd name="connsiteX2" fmla="*/ 152334 w 2257179"/>
                  <a:gd name="connsiteY2" fmla="*/ 56139 h 768858"/>
                  <a:gd name="connsiteX3" fmla="*/ 95184 w 2257179"/>
                  <a:gd name="connsiteY3" fmla="*/ 193014 h 768858"/>
                  <a:gd name="connsiteX4" fmla="*/ -66 w 2257179"/>
                  <a:gd name="connsiteY4" fmla="*/ 528961 h 768858"/>
                  <a:gd name="connsiteX5" fmla="*/ 250727 w 2257179"/>
                  <a:gd name="connsiteY5" fmla="*/ 496766 h 768858"/>
                  <a:gd name="connsiteX6" fmla="*/ 390649 w 2257179"/>
                  <a:gd name="connsiteY6" fmla="*/ 232733 h 768858"/>
                  <a:gd name="connsiteX7" fmla="*/ 964626 w 2257179"/>
                  <a:gd name="connsiteY7" fmla="*/ 379132 h 768858"/>
                  <a:gd name="connsiteX8" fmla="*/ 995677 w 2257179"/>
                  <a:gd name="connsiteY8" fmla="*/ 439806 h 768858"/>
                  <a:gd name="connsiteX9" fmla="*/ 2214020 w 2257179"/>
                  <a:gd name="connsiteY9" fmla="*/ 768800 h 768858"/>
                  <a:gd name="connsiteX10" fmla="*/ 2214020 w 2257179"/>
                  <a:gd name="connsiteY10" fmla="*/ 768800 h 768858"/>
                  <a:gd name="connsiteX11" fmla="*/ 2246119 w 2257179"/>
                  <a:gd name="connsiteY11" fmla="*/ 649452 h 768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57179" h="768858">
                    <a:moveTo>
                      <a:pt x="2242595" y="642213"/>
                    </a:moveTo>
                    <a:lnTo>
                      <a:pt x="236820" y="-58"/>
                    </a:lnTo>
                    <a:lnTo>
                      <a:pt x="152334" y="56139"/>
                    </a:lnTo>
                    <a:lnTo>
                      <a:pt x="95184" y="193014"/>
                    </a:lnTo>
                    <a:lnTo>
                      <a:pt x="-66" y="528961"/>
                    </a:lnTo>
                    <a:lnTo>
                      <a:pt x="250727" y="496766"/>
                    </a:lnTo>
                    <a:lnTo>
                      <a:pt x="390649" y="232733"/>
                    </a:lnTo>
                    <a:cubicBezTo>
                      <a:pt x="390649" y="232733"/>
                      <a:pt x="957958" y="373513"/>
                      <a:pt x="964626" y="379132"/>
                    </a:cubicBezTo>
                    <a:cubicBezTo>
                      <a:pt x="971293" y="384752"/>
                      <a:pt x="995677" y="439806"/>
                      <a:pt x="995677" y="439806"/>
                    </a:cubicBezTo>
                    <a:lnTo>
                      <a:pt x="2214020" y="768800"/>
                    </a:lnTo>
                    <a:lnTo>
                      <a:pt x="2214020" y="768800"/>
                    </a:lnTo>
                    <a:cubicBezTo>
                      <a:pt x="2254947" y="744027"/>
                      <a:pt x="2269098" y="691412"/>
                      <a:pt x="2246119" y="649452"/>
                    </a:cubicBezTo>
                    <a:close/>
                  </a:path>
                </a:pathLst>
              </a:custGeom>
              <a:solidFill>
                <a:srgbClr val="74B4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DF8CBC3F-28A4-4FB4-A816-5A65AA1FE8DD}"/>
                  </a:ext>
                </a:extLst>
              </p:cNvPr>
              <p:cNvSpPr/>
              <p:nvPr/>
            </p:nvSpPr>
            <p:spPr>
              <a:xfrm>
                <a:off x="2870263" y="3141725"/>
                <a:ext cx="212121" cy="422433"/>
              </a:xfrm>
              <a:custGeom>
                <a:avLst/>
                <a:gdLst>
                  <a:gd name="connsiteX0" fmla="*/ 121158 w 212121"/>
                  <a:gd name="connsiteY0" fmla="*/ 4191 h 422433"/>
                  <a:gd name="connsiteX1" fmla="*/ 108395 w 212121"/>
                  <a:gd name="connsiteY1" fmla="*/ 4191 h 422433"/>
                  <a:gd name="connsiteX2" fmla="*/ 103823 w 212121"/>
                  <a:gd name="connsiteY2" fmla="*/ 18574 h 422433"/>
                  <a:gd name="connsiteX3" fmla="*/ 114110 w 212121"/>
                  <a:gd name="connsiteY3" fmla="*/ 26861 h 422433"/>
                  <a:gd name="connsiteX4" fmla="*/ 109633 w 212121"/>
                  <a:gd name="connsiteY4" fmla="*/ 41243 h 422433"/>
                  <a:gd name="connsiteX5" fmla="*/ 96774 w 212121"/>
                  <a:gd name="connsiteY5" fmla="*/ 41243 h 422433"/>
                  <a:gd name="connsiteX6" fmla="*/ 92297 w 212121"/>
                  <a:gd name="connsiteY6" fmla="*/ 55721 h 422433"/>
                  <a:gd name="connsiteX7" fmla="*/ 102584 w 212121"/>
                  <a:gd name="connsiteY7" fmla="*/ 63913 h 422433"/>
                  <a:gd name="connsiteX8" fmla="*/ 98108 w 212121"/>
                  <a:gd name="connsiteY8" fmla="*/ 78296 h 422433"/>
                  <a:gd name="connsiteX9" fmla="*/ 85249 w 212121"/>
                  <a:gd name="connsiteY9" fmla="*/ 78296 h 422433"/>
                  <a:gd name="connsiteX10" fmla="*/ 80772 w 212121"/>
                  <a:gd name="connsiteY10" fmla="*/ 92774 h 422433"/>
                  <a:gd name="connsiteX11" fmla="*/ 91059 w 212121"/>
                  <a:gd name="connsiteY11" fmla="*/ 100965 h 422433"/>
                  <a:gd name="connsiteX12" fmla="*/ 86582 w 212121"/>
                  <a:gd name="connsiteY12" fmla="*/ 115443 h 422433"/>
                  <a:gd name="connsiteX13" fmla="*/ 73724 w 212121"/>
                  <a:gd name="connsiteY13" fmla="*/ 115443 h 422433"/>
                  <a:gd name="connsiteX14" fmla="*/ 69247 w 212121"/>
                  <a:gd name="connsiteY14" fmla="*/ 129826 h 422433"/>
                  <a:gd name="connsiteX15" fmla="*/ 79534 w 212121"/>
                  <a:gd name="connsiteY15" fmla="*/ 138113 h 422433"/>
                  <a:gd name="connsiteX16" fmla="*/ 76295 w 212121"/>
                  <a:gd name="connsiteY16" fmla="*/ 148400 h 422433"/>
                  <a:gd name="connsiteX17" fmla="*/ 75057 w 212121"/>
                  <a:gd name="connsiteY17" fmla="*/ 152495 h 422433"/>
                  <a:gd name="connsiteX18" fmla="*/ 62198 w 212121"/>
                  <a:gd name="connsiteY18" fmla="*/ 152495 h 422433"/>
                  <a:gd name="connsiteX19" fmla="*/ 57722 w 212121"/>
                  <a:gd name="connsiteY19" fmla="*/ 166878 h 422433"/>
                  <a:gd name="connsiteX20" fmla="*/ 68009 w 212121"/>
                  <a:gd name="connsiteY20" fmla="*/ 175165 h 422433"/>
                  <a:gd name="connsiteX21" fmla="*/ 63532 w 212121"/>
                  <a:gd name="connsiteY21" fmla="*/ 189547 h 422433"/>
                  <a:gd name="connsiteX22" fmla="*/ 50673 w 212121"/>
                  <a:gd name="connsiteY22" fmla="*/ 189547 h 422433"/>
                  <a:gd name="connsiteX23" fmla="*/ 46196 w 212121"/>
                  <a:gd name="connsiteY23" fmla="*/ 204026 h 422433"/>
                  <a:gd name="connsiteX24" fmla="*/ 56483 w 212121"/>
                  <a:gd name="connsiteY24" fmla="*/ 212217 h 422433"/>
                  <a:gd name="connsiteX25" fmla="*/ 55150 w 212121"/>
                  <a:gd name="connsiteY25" fmla="*/ 216313 h 422433"/>
                  <a:gd name="connsiteX26" fmla="*/ 51911 w 212121"/>
                  <a:gd name="connsiteY26" fmla="*/ 226600 h 422433"/>
                  <a:gd name="connsiteX27" fmla="*/ 39053 w 212121"/>
                  <a:gd name="connsiteY27" fmla="*/ 226600 h 422433"/>
                  <a:gd name="connsiteX28" fmla="*/ 34576 w 212121"/>
                  <a:gd name="connsiteY28" fmla="*/ 241078 h 422433"/>
                  <a:gd name="connsiteX29" fmla="*/ 44863 w 212121"/>
                  <a:gd name="connsiteY29" fmla="*/ 249269 h 422433"/>
                  <a:gd name="connsiteX30" fmla="*/ 40386 w 212121"/>
                  <a:gd name="connsiteY30" fmla="*/ 263747 h 422433"/>
                  <a:gd name="connsiteX31" fmla="*/ 27527 w 212121"/>
                  <a:gd name="connsiteY31" fmla="*/ 263747 h 422433"/>
                  <a:gd name="connsiteX32" fmla="*/ 23051 w 212121"/>
                  <a:gd name="connsiteY32" fmla="*/ 278130 h 422433"/>
                  <a:gd name="connsiteX33" fmla="*/ 33338 w 212121"/>
                  <a:gd name="connsiteY33" fmla="*/ 286417 h 422433"/>
                  <a:gd name="connsiteX34" fmla="*/ 28861 w 212121"/>
                  <a:gd name="connsiteY34" fmla="*/ 300800 h 422433"/>
                  <a:gd name="connsiteX35" fmla="*/ 16002 w 212121"/>
                  <a:gd name="connsiteY35" fmla="*/ 300800 h 422433"/>
                  <a:gd name="connsiteX36" fmla="*/ 11525 w 212121"/>
                  <a:gd name="connsiteY36" fmla="*/ 315278 h 422433"/>
                  <a:gd name="connsiteX37" fmla="*/ 21812 w 212121"/>
                  <a:gd name="connsiteY37" fmla="*/ 323469 h 422433"/>
                  <a:gd name="connsiteX38" fmla="*/ 17336 w 212121"/>
                  <a:gd name="connsiteY38" fmla="*/ 337852 h 422433"/>
                  <a:gd name="connsiteX39" fmla="*/ 4477 w 212121"/>
                  <a:gd name="connsiteY39" fmla="*/ 337852 h 422433"/>
                  <a:gd name="connsiteX40" fmla="*/ 0 w 212121"/>
                  <a:gd name="connsiteY40" fmla="*/ 352330 h 422433"/>
                  <a:gd name="connsiteX41" fmla="*/ 10287 w 212121"/>
                  <a:gd name="connsiteY41" fmla="*/ 360521 h 422433"/>
                  <a:gd name="connsiteX42" fmla="*/ 4667 w 212121"/>
                  <a:gd name="connsiteY42" fmla="*/ 393002 h 422433"/>
                  <a:gd name="connsiteX43" fmla="*/ 94298 w 212121"/>
                  <a:gd name="connsiteY43" fmla="*/ 422434 h 422433"/>
                  <a:gd name="connsiteX44" fmla="*/ 144780 w 212121"/>
                  <a:gd name="connsiteY44" fmla="*/ 245745 h 422433"/>
                  <a:gd name="connsiteX45" fmla="*/ 165926 w 212121"/>
                  <a:gd name="connsiteY45" fmla="*/ 177832 h 422433"/>
                  <a:gd name="connsiteX46" fmla="*/ 212122 w 212121"/>
                  <a:gd name="connsiteY46" fmla="*/ 29528 h 422433"/>
                  <a:gd name="connsiteX47" fmla="*/ 122492 w 212121"/>
                  <a:gd name="connsiteY47" fmla="*/ 0 h 422433"/>
                  <a:gd name="connsiteX48" fmla="*/ 121158 w 212121"/>
                  <a:gd name="connsiteY48" fmla="*/ 4191 h 422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212121" h="422433">
                    <a:moveTo>
                      <a:pt x="121158" y="4191"/>
                    </a:moveTo>
                    <a:lnTo>
                      <a:pt x="108395" y="4191"/>
                    </a:lnTo>
                    <a:lnTo>
                      <a:pt x="103823" y="18574"/>
                    </a:lnTo>
                    <a:lnTo>
                      <a:pt x="114110" y="26861"/>
                    </a:lnTo>
                    <a:lnTo>
                      <a:pt x="109633" y="41243"/>
                    </a:lnTo>
                    <a:lnTo>
                      <a:pt x="96774" y="41243"/>
                    </a:lnTo>
                    <a:lnTo>
                      <a:pt x="92297" y="55721"/>
                    </a:lnTo>
                    <a:lnTo>
                      <a:pt x="102584" y="63913"/>
                    </a:lnTo>
                    <a:lnTo>
                      <a:pt x="98108" y="78296"/>
                    </a:lnTo>
                    <a:lnTo>
                      <a:pt x="85249" y="78296"/>
                    </a:lnTo>
                    <a:lnTo>
                      <a:pt x="80772" y="92774"/>
                    </a:lnTo>
                    <a:lnTo>
                      <a:pt x="91059" y="100965"/>
                    </a:lnTo>
                    <a:lnTo>
                      <a:pt x="86582" y="115443"/>
                    </a:lnTo>
                    <a:lnTo>
                      <a:pt x="73724" y="115443"/>
                    </a:lnTo>
                    <a:lnTo>
                      <a:pt x="69247" y="129826"/>
                    </a:lnTo>
                    <a:lnTo>
                      <a:pt x="79534" y="138113"/>
                    </a:lnTo>
                    <a:lnTo>
                      <a:pt x="76295" y="148400"/>
                    </a:lnTo>
                    <a:lnTo>
                      <a:pt x="75057" y="152495"/>
                    </a:lnTo>
                    <a:lnTo>
                      <a:pt x="62198" y="152495"/>
                    </a:lnTo>
                    <a:lnTo>
                      <a:pt x="57722" y="166878"/>
                    </a:lnTo>
                    <a:lnTo>
                      <a:pt x="68009" y="175165"/>
                    </a:lnTo>
                    <a:lnTo>
                      <a:pt x="63532" y="189547"/>
                    </a:lnTo>
                    <a:lnTo>
                      <a:pt x="50673" y="189547"/>
                    </a:lnTo>
                    <a:lnTo>
                      <a:pt x="46196" y="204026"/>
                    </a:lnTo>
                    <a:lnTo>
                      <a:pt x="56483" y="212217"/>
                    </a:lnTo>
                    <a:lnTo>
                      <a:pt x="55150" y="216313"/>
                    </a:lnTo>
                    <a:lnTo>
                      <a:pt x="51911" y="226600"/>
                    </a:lnTo>
                    <a:lnTo>
                      <a:pt x="39053" y="226600"/>
                    </a:lnTo>
                    <a:lnTo>
                      <a:pt x="34576" y="241078"/>
                    </a:lnTo>
                    <a:lnTo>
                      <a:pt x="44863" y="249269"/>
                    </a:lnTo>
                    <a:lnTo>
                      <a:pt x="40386" y="263747"/>
                    </a:lnTo>
                    <a:lnTo>
                      <a:pt x="27527" y="263747"/>
                    </a:lnTo>
                    <a:lnTo>
                      <a:pt x="23051" y="278130"/>
                    </a:lnTo>
                    <a:lnTo>
                      <a:pt x="33338" y="286417"/>
                    </a:lnTo>
                    <a:lnTo>
                      <a:pt x="28861" y="300800"/>
                    </a:lnTo>
                    <a:lnTo>
                      <a:pt x="16002" y="300800"/>
                    </a:lnTo>
                    <a:lnTo>
                      <a:pt x="11525" y="315278"/>
                    </a:lnTo>
                    <a:lnTo>
                      <a:pt x="21812" y="323469"/>
                    </a:lnTo>
                    <a:lnTo>
                      <a:pt x="17336" y="337852"/>
                    </a:lnTo>
                    <a:lnTo>
                      <a:pt x="4477" y="337852"/>
                    </a:lnTo>
                    <a:lnTo>
                      <a:pt x="0" y="352330"/>
                    </a:lnTo>
                    <a:lnTo>
                      <a:pt x="10287" y="360521"/>
                    </a:lnTo>
                    <a:lnTo>
                      <a:pt x="4667" y="393002"/>
                    </a:lnTo>
                    <a:lnTo>
                      <a:pt x="94298" y="422434"/>
                    </a:lnTo>
                    <a:lnTo>
                      <a:pt x="144780" y="245745"/>
                    </a:lnTo>
                    <a:lnTo>
                      <a:pt x="165926" y="177832"/>
                    </a:lnTo>
                    <a:lnTo>
                      <a:pt x="212122" y="29528"/>
                    </a:lnTo>
                    <a:lnTo>
                      <a:pt x="122492" y="0"/>
                    </a:lnTo>
                    <a:lnTo>
                      <a:pt x="121158" y="4191"/>
                    </a:lnTo>
                    <a:close/>
                  </a:path>
                </a:pathLst>
              </a:custGeom>
              <a:solidFill>
                <a:srgbClr val="5C9C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F684ACC8-433B-4E00-ABC0-0FC846ACDCC3}"/>
                  </a:ext>
                </a:extLst>
              </p:cNvPr>
              <p:cNvSpPr/>
              <p:nvPr/>
            </p:nvSpPr>
            <p:spPr>
              <a:xfrm>
                <a:off x="2610612" y="3035616"/>
                <a:ext cx="265556" cy="410051"/>
              </a:xfrm>
              <a:custGeom>
                <a:avLst/>
                <a:gdLst>
                  <a:gd name="connsiteX0" fmla="*/ 85153 w 265556"/>
                  <a:gd name="connsiteY0" fmla="*/ 406241 h 410051"/>
                  <a:gd name="connsiteX1" fmla="*/ 97822 w 265556"/>
                  <a:gd name="connsiteY1" fmla="*/ 408718 h 410051"/>
                  <a:gd name="connsiteX2" fmla="*/ 104680 w 265556"/>
                  <a:gd name="connsiteY2" fmla="*/ 395383 h 410051"/>
                  <a:gd name="connsiteX3" fmla="*/ 95917 w 265556"/>
                  <a:gd name="connsiteY3" fmla="*/ 385286 h 410051"/>
                  <a:gd name="connsiteX4" fmla="*/ 102775 w 265556"/>
                  <a:gd name="connsiteY4" fmla="*/ 371951 h 410051"/>
                  <a:gd name="connsiteX5" fmla="*/ 115443 w 265556"/>
                  <a:gd name="connsiteY5" fmla="*/ 374428 h 410051"/>
                  <a:gd name="connsiteX6" fmla="*/ 122301 w 265556"/>
                  <a:gd name="connsiteY6" fmla="*/ 361188 h 410051"/>
                  <a:gd name="connsiteX7" fmla="*/ 113538 w 265556"/>
                  <a:gd name="connsiteY7" fmla="*/ 351092 h 410051"/>
                  <a:gd name="connsiteX8" fmla="*/ 120396 w 265556"/>
                  <a:gd name="connsiteY8" fmla="*/ 337757 h 410051"/>
                  <a:gd name="connsiteX9" fmla="*/ 133064 w 265556"/>
                  <a:gd name="connsiteY9" fmla="*/ 340233 h 410051"/>
                  <a:gd name="connsiteX10" fmla="*/ 139922 w 265556"/>
                  <a:gd name="connsiteY10" fmla="*/ 326898 h 410051"/>
                  <a:gd name="connsiteX11" fmla="*/ 131159 w 265556"/>
                  <a:gd name="connsiteY11" fmla="*/ 316801 h 410051"/>
                  <a:gd name="connsiteX12" fmla="*/ 138017 w 265556"/>
                  <a:gd name="connsiteY12" fmla="*/ 303467 h 410051"/>
                  <a:gd name="connsiteX13" fmla="*/ 150686 w 265556"/>
                  <a:gd name="connsiteY13" fmla="*/ 305943 h 410051"/>
                  <a:gd name="connsiteX14" fmla="*/ 157543 w 265556"/>
                  <a:gd name="connsiteY14" fmla="*/ 292608 h 410051"/>
                  <a:gd name="connsiteX15" fmla="*/ 148780 w 265556"/>
                  <a:gd name="connsiteY15" fmla="*/ 282607 h 410051"/>
                  <a:gd name="connsiteX16" fmla="*/ 153734 w 265556"/>
                  <a:gd name="connsiteY16" fmla="*/ 273082 h 410051"/>
                  <a:gd name="connsiteX17" fmla="*/ 155638 w 265556"/>
                  <a:gd name="connsiteY17" fmla="*/ 269272 h 410051"/>
                  <a:gd name="connsiteX18" fmla="*/ 168307 w 265556"/>
                  <a:gd name="connsiteY18" fmla="*/ 271748 h 410051"/>
                  <a:gd name="connsiteX19" fmla="*/ 175165 w 265556"/>
                  <a:gd name="connsiteY19" fmla="*/ 258413 h 410051"/>
                  <a:gd name="connsiteX20" fmla="*/ 166402 w 265556"/>
                  <a:gd name="connsiteY20" fmla="*/ 248317 h 410051"/>
                  <a:gd name="connsiteX21" fmla="*/ 173260 w 265556"/>
                  <a:gd name="connsiteY21" fmla="*/ 234982 h 410051"/>
                  <a:gd name="connsiteX22" fmla="*/ 185928 w 265556"/>
                  <a:gd name="connsiteY22" fmla="*/ 237458 h 410051"/>
                  <a:gd name="connsiteX23" fmla="*/ 192786 w 265556"/>
                  <a:gd name="connsiteY23" fmla="*/ 224123 h 410051"/>
                  <a:gd name="connsiteX24" fmla="*/ 184023 w 265556"/>
                  <a:gd name="connsiteY24" fmla="*/ 214122 h 410051"/>
                  <a:gd name="connsiteX25" fmla="*/ 186023 w 265556"/>
                  <a:gd name="connsiteY25" fmla="*/ 210312 h 410051"/>
                  <a:gd name="connsiteX26" fmla="*/ 190881 w 265556"/>
                  <a:gd name="connsiteY26" fmla="*/ 200787 h 410051"/>
                  <a:gd name="connsiteX27" fmla="*/ 203549 w 265556"/>
                  <a:gd name="connsiteY27" fmla="*/ 203263 h 410051"/>
                  <a:gd name="connsiteX28" fmla="*/ 210407 w 265556"/>
                  <a:gd name="connsiteY28" fmla="*/ 189929 h 410051"/>
                  <a:gd name="connsiteX29" fmla="*/ 201644 w 265556"/>
                  <a:gd name="connsiteY29" fmla="*/ 179832 h 410051"/>
                  <a:gd name="connsiteX30" fmla="*/ 208502 w 265556"/>
                  <a:gd name="connsiteY30" fmla="*/ 166497 h 410051"/>
                  <a:gd name="connsiteX31" fmla="*/ 221171 w 265556"/>
                  <a:gd name="connsiteY31" fmla="*/ 168974 h 410051"/>
                  <a:gd name="connsiteX32" fmla="*/ 228028 w 265556"/>
                  <a:gd name="connsiteY32" fmla="*/ 155638 h 410051"/>
                  <a:gd name="connsiteX33" fmla="*/ 219265 w 265556"/>
                  <a:gd name="connsiteY33" fmla="*/ 145637 h 410051"/>
                  <a:gd name="connsiteX34" fmla="*/ 226123 w 265556"/>
                  <a:gd name="connsiteY34" fmla="*/ 132302 h 410051"/>
                  <a:gd name="connsiteX35" fmla="*/ 238696 w 265556"/>
                  <a:gd name="connsiteY35" fmla="*/ 134779 h 410051"/>
                  <a:gd name="connsiteX36" fmla="*/ 245554 w 265556"/>
                  <a:gd name="connsiteY36" fmla="*/ 121444 h 410051"/>
                  <a:gd name="connsiteX37" fmla="*/ 236887 w 265556"/>
                  <a:gd name="connsiteY37" fmla="*/ 111347 h 410051"/>
                  <a:gd name="connsiteX38" fmla="*/ 243745 w 265556"/>
                  <a:gd name="connsiteY38" fmla="*/ 98012 h 410051"/>
                  <a:gd name="connsiteX39" fmla="*/ 256318 w 265556"/>
                  <a:gd name="connsiteY39" fmla="*/ 100489 h 410051"/>
                  <a:gd name="connsiteX40" fmla="*/ 263176 w 265556"/>
                  <a:gd name="connsiteY40" fmla="*/ 87154 h 410051"/>
                  <a:gd name="connsiteX41" fmla="*/ 254508 w 265556"/>
                  <a:gd name="connsiteY41" fmla="*/ 77057 h 410051"/>
                  <a:gd name="connsiteX42" fmla="*/ 265557 w 265556"/>
                  <a:gd name="connsiteY42" fmla="*/ 46196 h 410051"/>
                  <a:gd name="connsiteX43" fmla="*/ 182309 w 265556"/>
                  <a:gd name="connsiteY43" fmla="*/ 0 h 410051"/>
                  <a:gd name="connsiteX44" fmla="*/ 102775 w 265556"/>
                  <a:gd name="connsiteY44" fmla="*/ 164021 h 410051"/>
                  <a:gd name="connsiteX45" fmla="*/ 70485 w 265556"/>
                  <a:gd name="connsiteY45" fmla="*/ 226790 h 410051"/>
                  <a:gd name="connsiteX46" fmla="*/ 0 w 265556"/>
                  <a:gd name="connsiteY46" fmla="*/ 363760 h 410051"/>
                  <a:gd name="connsiteX47" fmla="*/ 83248 w 265556"/>
                  <a:gd name="connsiteY47" fmla="*/ 410051 h 410051"/>
                  <a:gd name="connsiteX48" fmla="*/ 85153 w 265556"/>
                  <a:gd name="connsiteY48" fmla="*/ 406241 h 41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265556" h="410051">
                    <a:moveTo>
                      <a:pt x="85153" y="406241"/>
                    </a:moveTo>
                    <a:lnTo>
                      <a:pt x="97822" y="408718"/>
                    </a:lnTo>
                    <a:lnTo>
                      <a:pt x="104680" y="395383"/>
                    </a:lnTo>
                    <a:lnTo>
                      <a:pt x="95917" y="385286"/>
                    </a:lnTo>
                    <a:lnTo>
                      <a:pt x="102775" y="371951"/>
                    </a:lnTo>
                    <a:lnTo>
                      <a:pt x="115443" y="374428"/>
                    </a:lnTo>
                    <a:lnTo>
                      <a:pt x="122301" y="361188"/>
                    </a:lnTo>
                    <a:lnTo>
                      <a:pt x="113538" y="351092"/>
                    </a:lnTo>
                    <a:lnTo>
                      <a:pt x="120396" y="337757"/>
                    </a:lnTo>
                    <a:lnTo>
                      <a:pt x="133064" y="340233"/>
                    </a:lnTo>
                    <a:lnTo>
                      <a:pt x="139922" y="326898"/>
                    </a:lnTo>
                    <a:lnTo>
                      <a:pt x="131159" y="316801"/>
                    </a:lnTo>
                    <a:lnTo>
                      <a:pt x="138017" y="303467"/>
                    </a:lnTo>
                    <a:lnTo>
                      <a:pt x="150686" y="305943"/>
                    </a:lnTo>
                    <a:lnTo>
                      <a:pt x="157543" y="292608"/>
                    </a:lnTo>
                    <a:lnTo>
                      <a:pt x="148780" y="282607"/>
                    </a:lnTo>
                    <a:lnTo>
                      <a:pt x="153734" y="273082"/>
                    </a:lnTo>
                    <a:lnTo>
                      <a:pt x="155638" y="269272"/>
                    </a:lnTo>
                    <a:lnTo>
                      <a:pt x="168307" y="271748"/>
                    </a:lnTo>
                    <a:lnTo>
                      <a:pt x="175165" y="258413"/>
                    </a:lnTo>
                    <a:lnTo>
                      <a:pt x="166402" y="248317"/>
                    </a:lnTo>
                    <a:lnTo>
                      <a:pt x="173260" y="234982"/>
                    </a:lnTo>
                    <a:lnTo>
                      <a:pt x="185928" y="237458"/>
                    </a:lnTo>
                    <a:lnTo>
                      <a:pt x="192786" y="224123"/>
                    </a:lnTo>
                    <a:lnTo>
                      <a:pt x="184023" y="214122"/>
                    </a:lnTo>
                    <a:lnTo>
                      <a:pt x="186023" y="210312"/>
                    </a:lnTo>
                    <a:lnTo>
                      <a:pt x="190881" y="200787"/>
                    </a:lnTo>
                    <a:lnTo>
                      <a:pt x="203549" y="203263"/>
                    </a:lnTo>
                    <a:lnTo>
                      <a:pt x="210407" y="189929"/>
                    </a:lnTo>
                    <a:lnTo>
                      <a:pt x="201644" y="179832"/>
                    </a:lnTo>
                    <a:lnTo>
                      <a:pt x="208502" y="166497"/>
                    </a:lnTo>
                    <a:lnTo>
                      <a:pt x="221171" y="168974"/>
                    </a:lnTo>
                    <a:lnTo>
                      <a:pt x="228028" y="155638"/>
                    </a:lnTo>
                    <a:lnTo>
                      <a:pt x="219265" y="145637"/>
                    </a:lnTo>
                    <a:lnTo>
                      <a:pt x="226123" y="132302"/>
                    </a:lnTo>
                    <a:lnTo>
                      <a:pt x="238696" y="134779"/>
                    </a:lnTo>
                    <a:lnTo>
                      <a:pt x="245554" y="121444"/>
                    </a:lnTo>
                    <a:lnTo>
                      <a:pt x="236887" y="111347"/>
                    </a:lnTo>
                    <a:lnTo>
                      <a:pt x="243745" y="98012"/>
                    </a:lnTo>
                    <a:lnTo>
                      <a:pt x="256318" y="100489"/>
                    </a:lnTo>
                    <a:lnTo>
                      <a:pt x="263176" y="87154"/>
                    </a:lnTo>
                    <a:lnTo>
                      <a:pt x="254508" y="77057"/>
                    </a:lnTo>
                    <a:lnTo>
                      <a:pt x="265557" y="46196"/>
                    </a:lnTo>
                    <a:lnTo>
                      <a:pt x="182309" y="0"/>
                    </a:lnTo>
                    <a:lnTo>
                      <a:pt x="102775" y="164021"/>
                    </a:lnTo>
                    <a:lnTo>
                      <a:pt x="70485" y="226790"/>
                    </a:lnTo>
                    <a:lnTo>
                      <a:pt x="0" y="363760"/>
                    </a:lnTo>
                    <a:lnTo>
                      <a:pt x="83248" y="410051"/>
                    </a:lnTo>
                    <a:lnTo>
                      <a:pt x="85153" y="406241"/>
                    </a:lnTo>
                    <a:close/>
                  </a:path>
                </a:pathLst>
              </a:custGeom>
              <a:solidFill>
                <a:srgbClr val="5C9C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FC3D3C60-44A2-468A-B04E-56E6897E9800}"/>
                  </a:ext>
                </a:extLst>
              </p:cNvPr>
              <p:cNvSpPr/>
              <p:nvPr/>
            </p:nvSpPr>
            <p:spPr>
              <a:xfrm>
                <a:off x="3954208" y="3790759"/>
                <a:ext cx="1652111" cy="1498187"/>
              </a:xfrm>
              <a:custGeom>
                <a:avLst/>
                <a:gdLst>
                  <a:gd name="connsiteX0" fmla="*/ 0 w 1652111"/>
                  <a:gd name="connsiteY0" fmla="*/ 0 h 1498187"/>
                  <a:gd name="connsiteX1" fmla="*/ 1652111 w 1652111"/>
                  <a:gd name="connsiteY1" fmla="*/ 0 h 1498187"/>
                  <a:gd name="connsiteX2" fmla="*/ 1652111 w 1652111"/>
                  <a:gd name="connsiteY2" fmla="*/ 1498187 h 1498187"/>
                  <a:gd name="connsiteX3" fmla="*/ 0 w 1652111"/>
                  <a:gd name="connsiteY3" fmla="*/ 1498187 h 1498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2111" h="1498187">
                    <a:moveTo>
                      <a:pt x="0" y="0"/>
                    </a:moveTo>
                    <a:lnTo>
                      <a:pt x="1652111" y="0"/>
                    </a:lnTo>
                    <a:lnTo>
                      <a:pt x="1652111" y="1498187"/>
                    </a:lnTo>
                    <a:lnTo>
                      <a:pt x="0" y="1498187"/>
                    </a:lnTo>
                    <a:close/>
                  </a:path>
                </a:pathLst>
              </a:custGeom>
              <a:solidFill>
                <a:srgbClr val="9C4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D34E2A95-4038-4E7E-A188-CC2089936962}"/>
                  </a:ext>
                </a:extLst>
              </p:cNvPr>
              <p:cNvSpPr/>
              <p:nvPr/>
            </p:nvSpPr>
            <p:spPr>
              <a:xfrm>
                <a:off x="6250971" y="2757963"/>
                <a:ext cx="197738" cy="154495"/>
              </a:xfrm>
              <a:custGeom>
                <a:avLst/>
                <a:gdLst>
                  <a:gd name="connsiteX0" fmla="*/ 0 w 197738"/>
                  <a:gd name="connsiteY0" fmla="*/ 0 h 154495"/>
                  <a:gd name="connsiteX1" fmla="*/ 197739 w 197738"/>
                  <a:gd name="connsiteY1" fmla="*/ 0 h 154495"/>
                  <a:gd name="connsiteX2" fmla="*/ 197739 w 197738"/>
                  <a:gd name="connsiteY2" fmla="*/ 154496 h 154495"/>
                  <a:gd name="connsiteX3" fmla="*/ 0 w 197738"/>
                  <a:gd name="connsiteY3" fmla="*/ 154496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738" h="154495">
                    <a:moveTo>
                      <a:pt x="0" y="0"/>
                    </a:moveTo>
                    <a:lnTo>
                      <a:pt x="197739" y="0"/>
                    </a:lnTo>
                    <a:lnTo>
                      <a:pt x="197739" y="154496"/>
                    </a:lnTo>
                    <a:lnTo>
                      <a:pt x="0" y="154496"/>
                    </a:lnTo>
                    <a:close/>
                  </a:path>
                </a:pathLst>
              </a:custGeom>
              <a:solidFill>
                <a:srgbClr val="E093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42A3EC7D-93D4-49BC-91C8-BF6CCB6D8E9A}"/>
                  </a:ext>
                </a:extLst>
              </p:cNvPr>
              <p:cNvSpPr/>
              <p:nvPr/>
            </p:nvSpPr>
            <p:spPr>
              <a:xfrm>
                <a:off x="5745384" y="2757963"/>
                <a:ext cx="1065466" cy="2530983"/>
              </a:xfrm>
              <a:custGeom>
                <a:avLst/>
                <a:gdLst>
                  <a:gd name="connsiteX0" fmla="*/ 1065400 w 1065466"/>
                  <a:gd name="connsiteY0" fmla="*/ 1032738 h 2530983"/>
                  <a:gd name="connsiteX1" fmla="*/ 973294 w 1065466"/>
                  <a:gd name="connsiteY1" fmla="*/ 1032738 h 2530983"/>
                  <a:gd name="connsiteX2" fmla="*/ 973294 w 1065466"/>
                  <a:gd name="connsiteY2" fmla="*/ 321601 h 2530983"/>
                  <a:gd name="connsiteX3" fmla="*/ 672303 w 1065466"/>
                  <a:gd name="connsiteY3" fmla="*/ -58 h 2530983"/>
                  <a:gd name="connsiteX4" fmla="*/ 371409 w 1065466"/>
                  <a:gd name="connsiteY4" fmla="*/ 321601 h 2530983"/>
                  <a:gd name="connsiteX5" fmla="*/ 371409 w 1065466"/>
                  <a:gd name="connsiteY5" fmla="*/ 1032738 h 2530983"/>
                  <a:gd name="connsiteX6" fmla="*/ -66 w 1065466"/>
                  <a:gd name="connsiteY6" fmla="*/ 1032738 h 2530983"/>
                  <a:gd name="connsiteX7" fmla="*/ -66 w 1065466"/>
                  <a:gd name="connsiteY7" fmla="*/ 2530925 h 2530983"/>
                  <a:gd name="connsiteX8" fmla="*/ 1065400 w 1065466"/>
                  <a:gd name="connsiteY8" fmla="*/ 2530925 h 253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65466" h="2530983">
                    <a:moveTo>
                      <a:pt x="1065400" y="1032738"/>
                    </a:moveTo>
                    <a:lnTo>
                      <a:pt x="973294" y="1032738"/>
                    </a:lnTo>
                    <a:lnTo>
                      <a:pt x="973294" y="321601"/>
                    </a:lnTo>
                    <a:cubicBezTo>
                      <a:pt x="973294" y="143960"/>
                      <a:pt x="838515" y="-58"/>
                      <a:pt x="672303" y="-58"/>
                    </a:cubicBezTo>
                    <a:cubicBezTo>
                      <a:pt x="506092" y="-58"/>
                      <a:pt x="371409" y="143960"/>
                      <a:pt x="371409" y="321601"/>
                    </a:cubicBezTo>
                    <a:lnTo>
                      <a:pt x="371409" y="1032738"/>
                    </a:lnTo>
                    <a:lnTo>
                      <a:pt x="-66" y="1032738"/>
                    </a:lnTo>
                    <a:lnTo>
                      <a:pt x="-66" y="2530925"/>
                    </a:lnTo>
                    <a:lnTo>
                      <a:pt x="1065400" y="2530925"/>
                    </a:lnTo>
                    <a:close/>
                  </a:path>
                </a:pathLst>
              </a:custGeom>
              <a:solidFill>
                <a:srgbClr val="E093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81A41BB6-700B-4C7B-946D-4FFA37ED30A4}"/>
                  </a:ext>
                </a:extLst>
              </p:cNvPr>
              <p:cNvSpPr/>
              <p:nvPr/>
            </p:nvSpPr>
            <p:spPr>
              <a:xfrm>
                <a:off x="5606415" y="2757963"/>
                <a:ext cx="1343977" cy="2530983"/>
              </a:xfrm>
              <a:custGeom>
                <a:avLst/>
                <a:gdLst>
                  <a:gd name="connsiteX0" fmla="*/ 972817 w 1343977"/>
                  <a:gd name="connsiteY0" fmla="*/ 1032738 h 2530983"/>
                  <a:gd name="connsiteX1" fmla="*/ 972817 w 1343977"/>
                  <a:gd name="connsiteY1" fmla="*/ 321601 h 2530983"/>
                  <a:gd name="connsiteX2" fmla="*/ 671827 w 1343977"/>
                  <a:gd name="connsiteY2" fmla="*/ -58 h 2530983"/>
                  <a:gd name="connsiteX3" fmla="*/ 671827 w 1343977"/>
                  <a:gd name="connsiteY3" fmla="*/ -58 h 2530983"/>
                  <a:gd name="connsiteX4" fmla="*/ 370932 w 1343977"/>
                  <a:gd name="connsiteY4" fmla="*/ 321601 h 2530983"/>
                  <a:gd name="connsiteX5" fmla="*/ 370932 w 1343977"/>
                  <a:gd name="connsiteY5" fmla="*/ 1032738 h 2530983"/>
                  <a:gd name="connsiteX6" fmla="*/ -66 w 1343977"/>
                  <a:gd name="connsiteY6" fmla="*/ 1032738 h 2530983"/>
                  <a:gd name="connsiteX7" fmla="*/ -66 w 1343977"/>
                  <a:gd name="connsiteY7" fmla="*/ 2530925 h 2530983"/>
                  <a:gd name="connsiteX8" fmla="*/ 1343911 w 1343977"/>
                  <a:gd name="connsiteY8" fmla="*/ 2530925 h 2530983"/>
                  <a:gd name="connsiteX9" fmla="*/ 1343911 w 1343977"/>
                  <a:gd name="connsiteY9" fmla="*/ 1032738 h 253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43977" h="2530983">
                    <a:moveTo>
                      <a:pt x="972817" y="1032738"/>
                    </a:moveTo>
                    <a:lnTo>
                      <a:pt x="972817" y="321601"/>
                    </a:lnTo>
                    <a:cubicBezTo>
                      <a:pt x="972817" y="143960"/>
                      <a:pt x="838038" y="-58"/>
                      <a:pt x="671827" y="-58"/>
                    </a:cubicBezTo>
                    <a:lnTo>
                      <a:pt x="671827" y="-58"/>
                    </a:lnTo>
                    <a:cubicBezTo>
                      <a:pt x="505616" y="-58"/>
                      <a:pt x="370932" y="143960"/>
                      <a:pt x="370932" y="321601"/>
                    </a:cubicBezTo>
                    <a:lnTo>
                      <a:pt x="370932" y="1032738"/>
                    </a:lnTo>
                    <a:lnTo>
                      <a:pt x="-66" y="1032738"/>
                    </a:lnTo>
                    <a:lnTo>
                      <a:pt x="-66" y="2530925"/>
                    </a:lnTo>
                    <a:lnTo>
                      <a:pt x="1343911" y="2530925"/>
                    </a:lnTo>
                    <a:lnTo>
                      <a:pt x="1343911" y="1032738"/>
                    </a:lnTo>
                    <a:close/>
                  </a:path>
                </a:pathLst>
              </a:custGeom>
              <a:solidFill>
                <a:srgbClr val="BB5E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CE1972AB-4705-48D4-B4F8-2BB5ABB7D856}"/>
                  </a:ext>
                </a:extLst>
              </p:cNvPr>
              <p:cNvSpPr/>
              <p:nvPr/>
            </p:nvSpPr>
            <p:spPr>
              <a:xfrm>
                <a:off x="6108001" y="2910172"/>
                <a:ext cx="340613" cy="364045"/>
              </a:xfrm>
              <a:custGeom>
                <a:avLst/>
                <a:gdLst>
                  <a:gd name="connsiteX0" fmla="*/ 340614 w 340613"/>
                  <a:gd name="connsiteY0" fmla="*/ 182023 h 364045"/>
                  <a:gd name="connsiteX1" fmla="*/ 170307 w 340613"/>
                  <a:gd name="connsiteY1" fmla="*/ 364046 h 364045"/>
                  <a:gd name="connsiteX2" fmla="*/ 0 w 340613"/>
                  <a:gd name="connsiteY2" fmla="*/ 182023 h 364045"/>
                  <a:gd name="connsiteX3" fmla="*/ 170307 w 340613"/>
                  <a:gd name="connsiteY3" fmla="*/ 0 h 364045"/>
                  <a:gd name="connsiteX4" fmla="*/ 340614 w 340613"/>
                  <a:gd name="connsiteY4" fmla="*/ 182023 h 36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0613" h="364045">
                    <a:moveTo>
                      <a:pt x="340614" y="182023"/>
                    </a:moveTo>
                    <a:cubicBezTo>
                      <a:pt x="340614" y="282551"/>
                      <a:pt x="264365" y="364046"/>
                      <a:pt x="170307" y="364046"/>
                    </a:cubicBezTo>
                    <a:cubicBezTo>
                      <a:pt x="76249" y="364046"/>
                      <a:pt x="0" y="282551"/>
                      <a:pt x="0" y="182023"/>
                    </a:cubicBezTo>
                    <a:cubicBezTo>
                      <a:pt x="0" y="81494"/>
                      <a:pt x="76249" y="0"/>
                      <a:pt x="170307" y="0"/>
                    </a:cubicBezTo>
                    <a:cubicBezTo>
                      <a:pt x="264365" y="0"/>
                      <a:pt x="340614" y="81494"/>
                      <a:pt x="340614" y="182023"/>
                    </a:cubicBezTo>
                    <a:close/>
                  </a:path>
                </a:pathLst>
              </a:custGeom>
              <a:solidFill>
                <a:srgbClr val="CA2F0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B1C16C9A-0F86-4487-B908-10D0B19D5E65}"/>
                  </a:ext>
                </a:extLst>
              </p:cNvPr>
              <p:cNvSpPr/>
              <p:nvPr/>
            </p:nvSpPr>
            <p:spPr>
              <a:xfrm>
                <a:off x="4588287" y="2909887"/>
                <a:ext cx="1860423" cy="364045"/>
              </a:xfrm>
              <a:custGeom>
                <a:avLst/>
                <a:gdLst>
                  <a:gd name="connsiteX0" fmla="*/ 1689955 w 1860423"/>
                  <a:gd name="connsiteY0" fmla="*/ -58 h 364045"/>
                  <a:gd name="connsiteX1" fmla="*/ 170336 w 1860423"/>
                  <a:gd name="connsiteY1" fmla="*/ -58 h 364045"/>
                  <a:gd name="connsiteX2" fmla="*/ -66 w 1860423"/>
                  <a:gd name="connsiteY2" fmla="*/ 181965 h 364045"/>
                  <a:gd name="connsiteX3" fmla="*/ -66 w 1860423"/>
                  <a:gd name="connsiteY3" fmla="*/ 181965 h 364045"/>
                  <a:gd name="connsiteX4" fmla="*/ 170336 w 1860423"/>
                  <a:gd name="connsiteY4" fmla="*/ 363988 h 364045"/>
                  <a:gd name="connsiteX5" fmla="*/ 1689955 w 1860423"/>
                  <a:gd name="connsiteY5" fmla="*/ 363988 h 364045"/>
                  <a:gd name="connsiteX6" fmla="*/ 1860357 w 1860423"/>
                  <a:gd name="connsiteY6" fmla="*/ 181965 h 364045"/>
                  <a:gd name="connsiteX7" fmla="*/ 1860357 w 1860423"/>
                  <a:gd name="connsiteY7" fmla="*/ 181965 h 364045"/>
                  <a:gd name="connsiteX8" fmla="*/ 1689955 w 1860423"/>
                  <a:gd name="connsiteY8" fmla="*/ -58 h 36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423" h="364045">
                    <a:moveTo>
                      <a:pt x="1689955" y="-58"/>
                    </a:moveTo>
                    <a:lnTo>
                      <a:pt x="170336" y="-58"/>
                    </a:lnTo>
                    <a:cubicBezTo>
                      <a:pt x="76229" y="-58"/>
                      <a:pt x="-66" y="81381"/>
                      <a:pt x="-66" y="181965"/>
                    </a:cubicBezTo>
                    <a:lnTo>
                      <a:pt x="-66" y="181965"/>
                    </a:lnTo>
                    <a:cubicBezTo>
                      <a:pt x="-66" y="282454"/>
                      <a:pt x="76134" y="363988"/>
                      <a:pt x="170336" y="363988"/>
                    </a:cubicBezTo>
                    <a:lnTo>
                      <a:pt x="1689955" y="363988"/>
                    </a:lnTo>
                    <a:cubicBezTo>
                      <a:pt x="1784062" y="363988"/>
                      <a:pt x="1860357" y="282454"/>
                      <a:pt x="1860357" y="181965"/>
                    </a:cubicBezTo>
                    <a:lnTo>
                      <a:pt x="1860357" y="181965"/>
                    </a:lnTo>
                    <a:cubicBezTo>
                      <a:pt x="1860357" y="81666"/>
                      <a:pt x="1784062" y="-58"/>
                      <a:pt x="1689955" y="-58"/>
                    </a:cubicBezTo>
                    <a:close/>
                  </a:path>
                </a:pathLst>
              </a:custGeom>
              <a:solidFill>
                <a:srgbClr val="DE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6BCDD3A8-BE7A-4C40-815C-4115E1509E5D}"/>
                  </a:ext>
                </a:extLst>
              </p:cNvPr>
              <p:cNvSpPr/>
              <p:nvPr/>
            </p:nvSpPr>
            <p:spPr>
              <a:xfrm>
                <a:off x="5399722" y="3895819"/>
                <a:ext cx="276510" cy="522255"/>
              </a:xfrm>
              <a:custGeom>
                <a:avLst/>
                <a:gdLst>
                  <a:gd name="connsiteX0" fmla="*/ 111252 w 276510"/>
                  <a:gd name="connsiteY0" fmla="*/ 0 h 522255"/>
                  <a:gd name="connsiteX1" fmla="*/ 276511 w 276510"/>
                  <a:gd name="connsiteY1" fmla="*/ 478346 h 522255"/>
                  <a:gd name="connsiteX2" fmla="*/ 165163 w 276510"/>
                  <a:gd name="connsiteY2" fmla="*/ 522256 h 522255"/>
                  <a:gd name="connsiteX3" fmla="*/ 0 w 276510"/>
                  <a:gd name="connsiteY3" fmla="*/ 43910 h 522255"/>
                  <a:gd name="connsiteX4" fmla="*/ 111252 w 276510"/>
                  <a:gd name="connsiteY4" fmla="*/ 0 h 522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510" h="522255">
                    <a:moveTo>
                      <a:pt x="111252" y="0"/>
                    </a:moveTo>
                    <a:lnTo>
                      <a:pt x="276511" y="478346"/>
                    </a:lnTo>
                    <a:lnTo>
                      <a:pt x="165163" y="522256"/>
                    </a:lnTo>
                    <a:lnTo>
                      <a:pt x="0" y="43910"/>
                    </a:lnTo>
                    <a:lnTo>
                      <a:pt x="111252" y="0"/>
                    </a:lnTo>
                    <a:close/>
                  </a:path>
                </a:pathLst>
              </a:custGeom>
              <a:solidFill>
                <a:srgbClr val="8CC31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184B3719-7C00-4D34-B50D-2EE30E4BDFE1}"/>
                  </a:ext>
                </a:extLst>
              </p:cNvPr>
              <p:cNvSpPr/>
              <p:nvPr/>
            </p:nvSpPr>
            <p:spPr>
              <a:xfrm>
                <a:off x="5461349" y="3978306"/>
                <a:ext cx="183070" cy="401192"/>
              </a:xfrm>
              <a:custGeom>
                <a:avLst/>
                <a:gdLst>
                  <a:gd name="connsiteX0" fmla="*/ 183071 w 183070"/>
                  <a:gd name="connsiteY0" fmla="*/ 380905 h 401192"/>
                  <a:gd name="connsiteX1" fmla="*/ 51530 w 183070"/>
                  <a:gd name="connsiteY1" fmla="*/ 0 h 401192"/>
                  <a:gd name="connsiteX2" fmla="*/ 0 w 183070"/>
                  <a:gd name="connsiteY2" fmla="*/ 20383 h 401192"/>
                  <a:gd name="connsiteX3" fmla="*/ 131540 w 183070"/>
                  <a:gd name="connsiteY3" fmla="*/ 401193 h 401192"/>
                  <a:gd name="connsiteX4" fmla="*/ 183071 w 183070"/>
                  <a:gd name="connsiteY4" fmla="*/ 380905 h 401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070" h="401192">
                    <a:moveTo>
                      <a:pt x="183071" y="380905"/>
                    </a:moveTo>
                    <a:lnTo>
                      <a:pt x="51530" y="0"/>
                    </a:lnTo>
                    <a:lnTo>
                      <a:pt x="0" y="20383"/>
                    </a:lnTo>
                    <a:lnTo>
                      <a:pt x="131540" y="401193"/>
                    </a:lnTo>
                    <a:lnTo>
                      <a:pt x="183071" y="380905"/>
                    </a:lnTo>
                    <a:close/>
                  </a:path>
                </a:pathLst>
              </a:custGeom>
              <a:solidFill>
                <a:srgbClr val="D4D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8BD95B16-5AEF-47B9-B975-AA0715324CD8}"/>
                  </a:ext>
                </a:extLst>
              </p:cNvPr>
              <p:cNvSpPr/>
              <p:nvPr/>
            </p:nvSpPr>
            <p:spPr>
              <a:xfrm>
                <a:off x="5487161" y="3978306"/>
                <a:ext cx="157257" cy="391001"/>
              </a:xfrm>
              <a:custGeom>
                <a:avLst/>
                <a:gdLst>
                  <a:gd name="connsiteX0" fmla="*/ 157258 w 157257"/>
                  <a:gd name="connsiteY0" fmla="*/ 380905 h 391001"/>
                  <a:gd name="connsiteX1" fmla="*/ 25718 w 157257"/>
                  <a:gd name="connsiteY1" fmla="*/ 0 h 391001"/>
                  <a:gd name="connsiteX2" fmla="*/ 0 w 157257"/>
                  <a:gd name="connsiteY2" fmla="*/ 10192 h 391001"/>
                  <a:gd name="connsiteX3" fmla="*/ 131445 w 157257"/>
                  <a:gd name="connsiteY3" fmla="*/ 391001 h 391001"/>
                  <a:gd name="connsiteX4" fmla="*/ 157258 w 157257"/>
                  <a:gd name="connsiteY4" fmla="*/ 380905 h 391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7257" h="391001">
                    <a:moveTo>
                      <a:pt x="157258" y="380905"/>
                    </a:moveTo>
                    <a:lnTo>
                      <a:pt x="25718" y="0"/>
                    </a:lnTo>
                    <a:lnTo>
                      <a:pt x="0" y="10192"/>
                    </a:lnTo>
                    <a:lnTo>
                      <a:pt x="131445" y="391001"/>
                    </a:lnTo>
                    <a:lnTo>
                      <a:pt x="157258" y="3809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6C7E4C41-1CE6-493B-BF88-2B4CE904EBF3}"/>
                  </a:ext>
                </a:extLst>
              </p:cNvPr>
              <p:cNvSpPr/>
              <p:nvPr/>
            </p:nvSpPr>
            <p:spPr>
              <a:xfrm>
                <a:off x="4731639" y="2371724"/>
                <a:ext cx="372046" cy="798766"/>
              </a:xfrm>
              <a:custGeom>
                <a:avLst/>
                <a:gdLst>
                  <a:gd name="connsiteX0" fmla="*/ 111252 w 372046"/>
                  <a:gd name="connsiteY0" fmla="*/ 0 h 798766"/>
                  <a:gd name="connsiteX1" fmla="*/ 372046 w 372046"/>
                  <a:gd name="connsiteY1" fmla="*/ 754856 h 798766"/>
                  <a:gd name="connsiteX2" fmla="*/ 260795 w 372046"/>
                  <a:gd name="connsiteY2" fmla="*/ 798767 h 798766"/>
                  <a:gd name="connsiteX3" fmla="*/ 0 w 372046"/>
                  <a:gd name="connsiteY3" fmla="*/ 43815 h 798766"/>
                  <a:gd name="connsiteX4" fmla="*/ 111252 w 372046"/>
                  <a:gd name="connsiteY4" fmla="*/ 0 h 798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2046" h="798766">
                    <a:moveTo>
                      <a:pt x="111252" y="0"/>
                    </a:moveTo>
                    <a:lnTo>
                      <a:pt x="372046" y="754856"/>
                    </a:lnTo>
                    <a:lnTo>
                      <a:pt x="260795" y="798767"/>
                    </a:lnTo>
                    <a:lnTo>
                      <a:pt x="0" y="43815"/>
                    </a:lnTo>
                    <a:lnTo>
                      <a:pt x="111252" y="0"/>
                    </a:lnTo>
                    <a:close/>
                  </a:path>
                </a:pathLst>
              </a:custGeom>
              <a:solidFill>
                <a:srgbClr val="8CC31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49A9D217-20E9-4A55-A899-F909D196BBAE}"/>
                  </a:ext>
                </a:extLst>
              </p:cNvPr>
              <p:cNvSpPr/>
              <p:nvPr/>
            </p:nvSpPr>
            <p:spPr>
              <a:xfrm>
                <a:off x="4748688" y="2382106"/>
                <a:ext cx="328612" cy="781621"/>
              </a:xfrm>
              <a:custGeom>
                <a:avLst/>
                <a:gdLst>
                  <a:gd name="connsiteX0" fmla="*/ 67913 w 328612"/>
                  <a:gd name="connsiteY0" fmla="*/ 0 h 781621"/>
                  <a:gd name="connsiteX1" fmla="*/ 328613 w 328612"/>
                  <a:gd name="connsiteY1" fmla="*/ 754856 h 781621"/>
                  <a:gd name="connsiteX2" fmla="*/ 260795 w 328612"/>
                  <a:gd name="connsiteY2" fmla="*/ 781622 h 781621"/>
                  <a:gd name="connsiteX3" fmla="*/ 0 w 328612"/>
                  <a:gd name="connsiteY3" fmla="*/ 26765 h 781621"/>
                  <a:gd name="connsiteX4" fmla="*/ 67913 w 328612"/>
                  <a:gd name="connsiteY4" fmla="*/ 0 h 78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8612" h="781621">
                    <a:moveTo>
                      <a:pt x="67913" y="0"/>
                    </a:moveTo>
                    <a:lnTo>
                      <a:pt x="328613" y="754856"/>
                    </a:lnTo>
                    <a:lnTo>
                      <a:pt x="260795" y="781622"/>
                    </a:lnTo>
                    <a:lnTo>
                      <a:pt x="0" y="26765"/>
                    </a:lnTo>
                    <a:lnTo>
                      <a:pt x="67913" y="0"/>
                    </a:lnTo>
                    <a:close/>
                  </a:path>
                </a:pathLst>
              </a:custGeom>
              <a:solidFill>
                <a:srgbClr val="D4D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54BE10AC-BF2D-45CC-B7E6-D6E4E4FF4D10}"/>
                  </a:ext>
                </a:extLst>
              </p:cNvPr>
              <p:cNvSpPr/>
              <p:nvPr/>
            </p:nvSpPr>
            <p:spPr>
              <a:xfrm>
                <a:off x="4765643" y="2388774"/>
                <a:ext cx="294703" cy="768286"/>
              </a:xfrm>
              <a:custGeom>
                <a:avLst/>
                <a:gdLst>
                  <a:gd name="connsiteX0" fmla="*/ 34004 w 294703"/>
                  <a:gd name="connsiteY0" fmla="*/ 0 h 768286"/>
                  <a:gd name="connsiteX1" fmla="*/ 294704 w 294703"/>
                  <a:gd name="connsiteY1" fmla="*/ 754856 h 768286"/>
                  <a:gd name="connsiteX2" fmla="*/ 260795 w 294703"/>
                  <a:gd name="connsiteY2" fmla="*/ 768287 h 768286"/>
                  <a:gd name="connsiteX3" fmla="*/ 0 w 294703"/>
                  <a:gd name="connsiteY3" fmla="*/ 13430 h 768286"/>
                  <a:gd name="connsiteX4" fmla="*/ 34004 w 294703"/>
                  <a:gd name="connsiteY4" fmla="*/ 0 h 768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4703" h="768286">
                    <a:moveTo>
                      <a:pt x="34004" y="0"/>
                    </a:moveTo>
                    <a:lnTo>
                      <a:pt x="294704" y="754856"/>
                    </a:lnTo>
                    <a:lnTo>
                      <a:pt x="260795" y="768287"/>
                    </a:lnTo>
                    <a:lnTo>
                      <a:pt x="0" y="13430"/>
                    </a:lnTo>
                    <a:lnTo>
                      <a:pt x="340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57ACC266-4E28-4EDE-B4E5-AB57E1DBE2E1}"/>
                  </a:ext>
                </a:extLst>
              </p:cNvPr>
              <p:cNvSpPr/>
              <p:nvPr/>
            </p:nvSpPr>
            <p:spPr>
              <a:xfrm>
                <a:off x="4373117" y="1222533"/>
                <a:ext cx="399383" cy="264985"/>
              </a:xfrm>
              <a:custGeom>
                <a:avLst/>
                <a:gdLst>
                  <a:gd name="connsiteX0" fmla="*/ 356426 w 399383"/>
                  <a:gd name="connsiteY0" fmla="*/ 0 h 264985"/>
                  <a:gd name="connsiteX1" fmla="*/ 0 w 399383"/>
                  <a:gd name="connsiteY1" fmla="*/ 140589 h 264985"/>
                  <a:gd name="connsiteX2" fmla="*/ 42958 w 399383"/>
                  <a:gd name="connsiteY2" fmla="*/ 264986 h 264985"/>
                  <a:gd name="connsiteX3" fmla="*/ 399383 w 399383"/>
                  <a:gd name="connsiteY3" fmla="*/ 124492 h 264985"/>
                  <a:gd name="connsiteX4" fmla="*/ 356426 w 399383"/>
                  <a:gd name="connsiteY4" fmla="*/ 0 h 264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9383" h="264985">
                    <a:moveTo>
                      <a:pt x="356426" y="0"/>
                    </a:moveTo>
                    <a:lnTo>
                      <a:pt x="0" y="140589"/>
                    </a:lnTo>
                    <a:lnTo>
                      <a:pt x="42958" y="264986"/>
                    </a:lnTo>
                    <a:lnTo>
                      <a:pt x="399383" y="124492"/>
                    </a:lnTo>
                    <a:lnTo>
                      <a:pt x="356426" y="0"/>
                    </a:lnTo>
                    <a:close/>
                  </a:path>
                </a:pathLst>
              </a:custGeom>
              <a:solidFill>
                <a:srgbClr val="8CC31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86B792B6-9281-4E3F-8470-DBF369EC3DAA}"/>
                  </a:ext>
                </a:extLst>
              </p:cNvPr>
              <p:cNvSpPr/>
              <p:nvPr/>
            </p:nvSpPr>
            <p:spPr>
              <a:xfrm>
                <a:off x="4381214" y="1245869"/>
                <a:ext cx="378428" cy="204501"/>
              </a:xfrm>
              <a:custGeom>
                <a:avLst/>
                <a:gdLst>
                  <a:gd name="connsiteX0" fmla="*/ 356330 w 378428"/>
                  <a:gd name="connsiteY0" fmla="*/ 0 h 204501"/>
                  <a:gd name="connsiteX1" fmla="*/ 0 w 378428"/>
                  <a:gd name="connsiteY1" fmla="*/ 140589 h 204501"/>
                  <a:gd name="connsiteX2" fmla="*/ 22098 w 378428"/>
                  <a:gd name="connsiteY2" fmla="*/ 204502 h 204501"/>
                  <a:gd name="connsiteX3" fmla="*/ 378428 w 378428"/>
                  <a:gd name="connsiteY3" fmla="*/ 64008 h 204501"/>
                  <a:gd name="connsiteX4" fmla="*/ 356330 w 378428"/>
                  <a:gd name="connsiteY4" fmla="*/ 0 h 20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8428" h="204501">
                    <a:moveTo>
                      <a:pt x="356330" y="0"/>
                    </a:moveTo>
                    <a:lnTo>
                      <a:pt x="0" y="140589"/>
                    </a:lnTo>
                    <a:lnTo>
                      <a:pt x="22098" y="204502"/>
                    </a:lnTo>
                    <a:lnTo>
                      <a:pt x="378428" y="64008"/>
                    </a:lnTo>
                    <a:lnTo>
                      <a:pt x="356330" y="0"/>
                    </a:lnTo>
                    <a:close/>
                  </a:path>
                </a:pathLst>
              </a:custGeom>
              <a:solidFill>
                <a:srgbClr val="D4D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1ED277A1-F5E4-447D-9B72-BD1C8BF4B4D1}"/>
                  </a:ext>
                </a:extLst>
              </p:cNvPr>
              <p:cNvSpPr/>
              <p:nvPr/>
            </p:nvSpPr>
            <p:spPr>
              <a:xfrm>
                <a:off x="4386738" y="1261871"/>
                <a:ext cx="367379" cy="172592"/>
              </a:xfrm>
              <a:custGeom>
                <a:avLst/>
                <a:gdLst>
                  <a:gd name="connsiteX0" fmla="*/ 356330 w 367379"/>
                  <a:gd name="connsiteY0" fmla="*/ 0 h 172592"/>
                  <a:gd name="connsiteX1" fmla="*/ 0 w 367379"/>
                  <a:gd name="connsiteY1" fmla="*/ 140589 h 172592"/>
                  <a:gd name="connsiteX2" fmla="*/ 11049 w 367379"/>
                  <a:gd name="connsiteY2" fmla="*/ 172593 h 172592"/>
                  <a:gd name="connsiteX3" fmla="*/ 367379 w 367379"/>
                  <a:gd name="connsiteY3" fmla="*/ 32004 h 172592"/>
                  <a:gd name="connsiteX4" fmla="*/ 356330 w 367379"/>
                  <a:gd name="connsiteY4" fmla="*/ 0 h 17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379" h="172592">
                    <a:moveTo>
                      <a:pt x="356330" y="0"/>
                    </a:moveTo>
                    <a:lnTo>
                      <a:pt x="0" y="140589"/>
                    </a:lnTo>
                    <a:lnTo>
                      <a:pt x="11049" y="172593"/>
                    </a:lnTo>
                    <a:lnTo>
                      <a:pt x="367379" y="32004"/>
                    </a:lnTo>
                    <a:lnTo>
                      <a:pt x="3563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82461AA-2F03-4EB9-904F-A240B6E53510}"/>
                  </a:ext>
                </a:extLst>
              </p:cNvPr>
              <p:cNvSpPr/>
              <p:nvPr/>
            </p:nvSpPr>
            <p:spPr>
              <a:xfrm>
                <a:off x="4223289" y="890587"/>
                <a:ext cx="478917" cy="306609"/>
              </a:xfrm>
              <a:custGeom>
                <a:avLst/>
                <a:gdLst>
                  <a:gd name="connsiteX0" fmla="*/ 431864 w 478917"/>
                  <a:gd name="connsiteY0" fmla="*/ 0 h 306609"/>
                  <a:gd name="connsiteX1" fmla="*/ 478917 w 478917"/>
                  <a:gd name="connsiteY1" fmla="*/ 136303 h 306609"/>
                  <a:gd name="connsiteX2" fmla="*/ 47054 w 478917"/>
                  <a:gd name="connsiteY2" fmla="*/ 306610 h 306609"/>
                  <a:gd name="connsiteX3" fmla="*/ 0 w 478917"/>
                  <a:gd name="connsiteY3" fmla="*/ 170307 h 306609"/>
                  <a:gd name="connsiteX4" fmla="*/ 431864 w 478917"/>
                  <a:gd name="connsiteY4" fmla="*/ 0 h 306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917" h="306609">
                    <a:moveTo>
                      <a:pt x="431864" y="0"/>
                    </a:moveTo>
                    <a:lnTo>
                      <a:pt x="478917" y="136303"/>
                    </a:lnTo>
                    <a:lnTo>
                      <a:pt x="47054" y="306610"/>
                    </a:lnTo>
                    <a:lnTo>
                      <a:pt x="0" y="170307"/>
                    </a:lnTo>
                    <a:lnTo>
                      <a:pt x="431864" y="0"/>
                    </a:lnTo>
                    <a:close/>
                  </a:path>
                </a:pathLst>
              </a:custGeom>
              <a:solidFill>
                <a:srgbClr val="272E3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B104EDEE-0471-454F-B097-EFE7EA8AA5BA}"/>
                  </a:ext>
                </a:extLst>
              </p:cNvPr>
              <p:cNvSpPr/>
              <p:nvPr/>
            </p:nvSpPr>
            <p:spPr>
              <a:xfrm>
                <a:off x="5414581" y="4339779"/>
                <a:ext cx="478916" cy="306609"/>
              </a:xfrm>
              <a:custGeom>
                <a:avLst/>
                <a:gdLst>
                  <a:gd name="connsiteX0" fmla="*/ 431863 w 478916"/>
                  <a:gd name="connsiteY0" fmla="*/ 0 h 306609"/>
                  <a:gd name="connsiteX1" fmla="*/ 478917 w 478916"/>
                  <a:gd name="connsiteY1" fmla="*/ 136303 h 306609"/>
                  <a:gd name="connsiteX2" fmla="*/ 47054 w 478916"/>
                  <a:gd name="connsiteY2" fmla="*/ 306610 h 306609"/>
                  <a:gd name="connsiteX3" fmla="*/ 0 w 478916"/>
                  <a:gd name="connsiteY3" fmla="*/ 170307 h 306609"/>
                  <a:gd name="connsiteX4" fmla="*/ 431863 w 478916"/>
                  <a:gd name="connsiteY4" fmla="*/ 0 h 306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916" h="306609">
                    <a:moveTo>
                      <a:pt x="431863" y="0"/>
                    </a:moveTo>
                    <a:lnTo>
                      <a:pt x="478917" y="136303"/>
                    </a:lnTo>
                    <a:lnTo>
                      <a:pt x="47054" y="306610"/>
                    </a:lnTo>
                    <a:lnTo>
                      <a:pt x="0" y="170307"/>
                    </a:lnTo>
                    <a:lnTo>
                      <a:pt x="431863" y="0"/>
                    </a:lnTo>
                    <a:close/>
                  </a:path>
                </a:pathLst>
              </a:custGeom>
              <a:solidFill>
                <a:srgbClr val="272E3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48192847-9143-4390-A2D1-E42267FCBFAA}"/>
                  </a:ext>
                </a:extLst>
              </p:cNvPr>
              <p:cNvSpPr/>
              <p:nvPr/>
            </p:nvSpPr>
            <p:spPr>
              <a:xfrm>
                <a:off x="4676393" y="2345435"/>
                <a:ext cx="484917" cy="840962"/>
              </a:xfrm>
              <a:custGeom>
                <a:avLst/>
                <a:gdLst>
                  <a:gd name="connsiteX0" fmla="*/ 15240 w 484917"/>
                  <a:gd name="connsiteY0" fmla="*/ 133064 h 840962"/>
                  <a:gd name="connsiteX1" fmla="*/ 198977 w 484917"/>
                  <a:gd name="connsiteY1" fmla="*/ 60579 h 840962"/>
                  <a:gd name="connsiteX2" fmla="*/ 428244 w 484917"/>
                  <a:gd name="connsiteY2" fmla="*/ 724281 h 840962"/>
                  <a:gd name="connsiteX3" fmla="*/ 244507 w 484917"/>
                  <a:gd name="connsiteY3" fmla="*/ 796671 h 840962"/>
                  <a:gd name="connsiteX4" fmla="*/ 259747 w 484917"/>
                  <a:gd name="connsiteY4" fmla="*/ 840962 h 840962"/>
                  <a:gd name="connsiteX5" fmla="*/ 484918 w 484917"/>
                  <a:gd name="connsiteY5" fmla="*/ 752189 h 840962"/>
                  <a:gd name="connsiteX6" fmla="*/ 225076 w 484917"/>
                  <a:gd name="connsiteY6" fmla="*/ 0 h 840962"/>
                  <a:gd name="connsiteX7" fmla="*/ 0 w 484917"/>
                  <a:gd name="connsiteY7" fmla="*/ 88773 h 840962"/>
                  <a:gd name="connsiteX8" fmla="*/ 15240 w 484917"/>
                  <a:gd name="connsiteY8" fmla="*/ 133064 h 84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4917" h="840962">
                    <a:moveTo>
                      <a:pt x="15240" y="133064"/>
                    </a:moveTo>
                    <a:lnTo>
                      <a:pt x="198977" y="60579"/>
                    </a:lnTo>
                    <a:lnTo>
                      <a:pt x="428244" y="724281"/>
                    </a:lnTo>
                    <a:lnTo>
                      <a:pt x="244507" y="796671"/>
                    </a:lnTo>
                    <a:lnTo>
                      <a:pt x="259747" y="840962"/>
                    </a:lnTo>
                    <a:lnTo>
                      <a:pt x="484918" y="752189"/>
                    </a:lnTo>
                    <a:lnTo>
                      <a:pt x="225076" y="0"/>
                    </a:lnTo>
                    <a:lnTo>
                      <a:pt x="0" y="88773"/>
                    </a:lnTo>
                    <a:lnTo>
                      <a:pt x="15240" y="133064"/>
                    </a:lnTo>
                    <a:close/>
                  </a:path>
                </a:pathLst>
              </a:custGeom>
              <a:solidFill>
                <a:srgbClr val="26232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18516A22-EF48-45B5-835A-EEADCA076146}"/>
                  </a:ext>
                </a:extLst>
              </p:cNvPr>
              <p:cNvSpPr/>
              <p:nvPr/>
            </p:nvSpPr>
            <p:spPr>
              <a:xfrm>
                <a:off x="4270343" y="1026889"/>
                <a:ext cx="1587626" cy="3516630"/>
              </a:xfrm>
              <a:custGeom>
                <a:avLst/>
                <a:gdLst>
                  <a:gd name="connsiteX0" fmla="*/ 432273 w 1587626"/>
                  <a:gd name="connsiteY0" fmla="*/ 1422025 h 3516630"/>
                  <a:gd name="connsiteX1" fmla="*/ 618011 w 1587626"/>
                  <a:gd name="connsiteY1" fmla="*/ 1348777 h 3516630"/>
                  <a:gd name="connsiteX2" fmla="*/ 862518 w 1587626"/>
                  <a:gd name="connsiteY2" fmla="*/ 2056675 h 3516630"/>
                  <a:gd name="connsiteX3" fmla="*/ 676780 w 1587626"/>
                  <a:gd name="connsiteY3" fmla="*/ 2129923 h 3516630"/>
                  <a:gd name="connsiteX4" fmla="*/ 1155697 w 1587626"/>
                  <a:gd name="connsiteY4" fmla="*/ 3516572 h 3516630"/>
                  <a:gd name="connsiteX5" fmla="*/ 1587561 w 1587626"/>
                  <a:gd name="connsiteY5" fmla="*/ 3346170 h 3516630"/>
                  <a:gd name="connsiteX6" fmla="*/ 431797 w 1587626"/>
                  <a:gd name="connsiteY6" fmla="*/ -58 h 3516630"/>
                  <a:gd name="connsiteX7" fmla="*/ -66 w 1587626"/>
                  <a:gd name="connsiteY7" fmla="*/ 170249 h 3516630"/>
                  <a:gd name="connsiteX8" fmla="*/ 1345054 w 1587626"/>
                  <a:gd name="connsiteY8" fmla="*/ 3031750 h 3516630"/>
                  <a:gd name="connsiteX9" fmla="*/ 1425064 w 1587626"/>
                  <a:gd name="connsiteY9" fmla="*/ 3263398 h 3516630"/>
                  <a:gd name="connsiteX10" fmla="*/ 1229039 w 1587626"/>
                  <a:gd name="connsiteY10" fmla="*/ 3340645 h 3516630"/>
                  <a:gd name="connsiteX11" fmla="*/ 1149030 w 1587626"/>
                  <a:gd name="connsiteY11" fmla="*/ 3109093 h 3516630"/>
                  <a:gd name="connsiteX12" fmla="*/ 418271 w 1587626"/>
                  <a:gd name="connsiteY12" fmla="*/ 280453 h 3516630"/>
                  <a:gd name="connsiteX13" fmla="*/ 343405 w 1587626"/>
                  <a:gd name="connsiteY13" fmla="*/ 454094 h 3516630"/>
                  <a:gd name="connsiteX14" fmla="*/ 180813 w 1587626"/>
                  <a:gd name="connsiteY14" fmla="*/ 374084 h 3516630"/>
                  <a:gd name="connsiteX15" fmla="*/ 255775 w 1587626"/>
                  <a:gd name="connsiteY15" fmla="*/ 200348 h 3516630"/>
                  <a:gd name="connsiteX16" fmla="*/ 418271 w 1587626"/>
                  <a:gd name="connsiteY16" fmla="*/ 280739 h 3516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87626" h="3516630">
                    <a:moveTo>
                      <a:pt x="432273" y="1422025"/>
                    </a:moveTo>
                    <a:lnTo>
                      <a:pt x="618011" y="1348777"/>
                    </a:lnTo>
                    <a:lnTo>
                      <a:pt x="862518" y="2056675"/>
                    </a:lnTo>
                    <a:lnTo>
                      <a:pt x="676780" y="2129923"/>
                    </a:lnTo>
                    <a:lnTo>
                      <a:pt x="1155697" y="3516572"/>
                    </a:lnTo>
                    <a:lnTo>
                      <a:pt x="1587561" y="3346170"/>
                    </a:lnTo>
                    <a:lnTo>
                      <a:pt x="431797" y="-58"/>
                    </a:lnTo>
                    <a:lnTo>
                      <a:pt x="-66" y="170249"/>
                    </a:lnTo>
                    <a:close/>
                    <a:moveTo>
                      <a:pt x="1345054" y="3031750"/>
                    </a:moveTo>
                    <a:lnTo>
                      <a:pt x="1425064" y="3263398"/>
                    </a:lnTo>
                    <a:lnTo>
                      <a:pt x="1229039" y="3340645"/>
                    </a:lnTo>
                    <a:lnTo>
                      <a:pt x="1149030" y="3109093"/>
                    </a:lnTo>
                    <a:close/>
                    <a:moveTo>
                      <a:pt x="418271" y="280453"/>
                    </a:moveTo>
                    <a:cubicBezTo>
                      <a:pt x="442465" y="350462"/>
                      <a:pt x="408746" y="428281"/>
                      <a:pt x="343405" y="454094"/>
                    </a:cubicBezTo>
                    <a:cubicBezTo>
                      <a:pt x="278063" y="479907"/>
                      <a:pt x="205007" y="444569"/>
                      <a:pt x="180813" y="374084"/>
                    </a:cubicBezTo>
                    <a:cubicBezTo>
                      <a:pt x="156620" y="303599"/>
                      <a:pt x="190338" y="226256"/>
                      <a:pt x="255775" y="200348"/>
                    </a:cubicBezTo>
                    <a:cubicBezTo>
                      <a:pt x="321212" y="174440"/>
                      <a:pt x="394078" y="210635"/>
                      <a:pt x="418271" y="280739"/>
                    </a:cubicBezTo>
                    <a:close/>
                  </a:path>
                </a:pathLst>
              </a:custGeom>
              <a:solidFill>
                <a:srgbClr val="9522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E9A5D295-61F5-4DD5-A3B4-DBC636043234}"/>
                  </a:ext>
                </a:extLst>
              </p:cNvPr>
              <p:cNvSpPr/>
              <p:nvPr/>
            </p:nvSpPr>
            <p:spPr>
              <a:xfrm>
                <a:off x="4437126" y="1213484"/>
                <a:ext cx="266700" cy="284988"/>
              </a:xfrm>
              <a:custGeom>
                <a:avLst/>
                <a:gdLst>
                  <a:gd name="connsiteX0" fmla="*/ 266700 w 266700"/>
                  <a:gd name="connsiteY0" fmla="*/ 142494 h 284988"/>
                  <a:gd name="connsiteX1" fmla="*/ 133350 w 266700"/>
                  <a:gd name="connsiteY1" fmla="*/ 284988 h 284988"/>
                  <a:gd name="connsiteX2" fmla="*/ 0 w 266700"/>
                  <a:gd name="connsiteY2" fmla="*/ 142494 h 284988"/>
                  <a:gd name="connsiteX3" fmla="*/ 133350 w 266700"/>
                  <a:gd name="connsiteY3" fmla="*/ 0 h 284988"/>
                  <a:gd name="connsiteX4" fmla="*/ 266700 w 266700"/>
                  <a:gd name="connsiteY4" fmla="*/ 142494 h 28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0" h="284988">
                    <a:moveTo>
                      <a:pt x="266700" y="142494"/>
                    </a:moveTo>
                    <a:cubicBezTo>
                      <a:pt x="266700" y="221191"/>
                      <a:pt x="206997" y="284988"/>
                      <a:pt x="133350" y="284988"/>
                    </a:cubicBezTo>
                    <a:cubicBezTo>
                      <a:pt x="59703" y="284988"/>
                      <a:pt x="0" y="221191"/>
                      <a:pt x="0" y="142494"/>
                    </a:cubicBezTo>
                    <a:cubicBezTo>
                      <a:pt x="0" y="63797"/>
                      <a:pt x="59703" y="0"/>
                      <a:pt x="133350" y="0"/>
                    </a:cubicBezTo>
                    <a:cubicBezTo>
                      <a:pt x="206997" y="0"/>
                      <a:pt x="266700" y="63797"/>
                      <a:pt x="266700" y="142494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2623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6D28AB25-8BAC-43B1-B8CB-75B685434583}"/>
                  </a:ext>
                </a:extLst>
              </p:cNvPr>
              <p:cNvSpPr/>
              <p:nvPr/>
            </p:nvSpPr>
            <p:spPr>
              <a:xfrm>
                <a:off x="5419439" y="4058983"/>
                <a:ext cx="276034" cy="308895"/>
              </a:xfrm>
              <a:custGeom>
                <a:avLst/>
                <a:gdLst>
                  <a:gd name="connsiteX0" fmla="*/ 196024 w 276034"/>
                  <a:gd name="connsiteY0" fmla="*/ 0 h 308895"/>
                  <a:gd name="connsiteX1" fmla="*/ 276035 w 276034"/>
                  <a:gd name="connsiteY1" fmla="*/ 231648 h 308895"/>
                  <a:gd name="connsiteX2" fmla="*/ 80010 w 276034"/>
                  <a:gd name="connsiteY2" fmla="*/ 308896 h 308895"/>
                  <a:gd name="connsiteX3" fmla="*/ 0 w 276034"/>
                  <a:gd name="connsiteY3" fmla="*/ 77343 h 308895"/>
                  <a:gd name="connsiteX4" fmla="*/ 196024 w 276034"/>
                  <a:gd name="connsiteY4" fmla="*/ 0 h 308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034" h="308895">
                    <a:moveTo>
                      <a:pt x="196024" y="0"/>
                    </a:moveTo>
                    <a:lnTo>
                      <a:pt x="276035" y="231648"/>
                    </a:lnTo>
                    <a:lnTo>
                      <a:pt x="80010" y="308896"/>
                    </a:lnTo>
                    <a:lnTo>
                      <a:pt x="0" y="77343"/>
                    </a:lnTo>
                    <a:lnTo>
                      <a:pt x="196024" y="0"/>
                    </a:lnTo>
                    <a:close/>
                  </a:path>
                </a:pathLst>
              </a:custGeom>
              <a:noFill/>
              <a:ln w="28575" cap="flat">
                <a:solidFill>
                  <a:srgbClr val="4DB2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865D27E8-1C4D-4EDC-887F-1D43A68B148C}"/>
                  </a:ext>
                </a:extLst>
              </p:cNvPr>
              <p:cNvSpPr/>
              <p:nvPr/>
            </p:nvSpPr>
            <p:spPr>
              <a:xfrm>
                <a:off x="6065629" y="2584322"/>
                <a:ext cx="912462" cy="1900863"/>
              </a:xfrm>
              <a:custGeom>
                <a:avLst/>
                <a:gdLst>
                  <a:gd name="connsiteX0" fmla="*/ 313673 w 912462"/>
                  <a:gd name="connsiteY0" fmla="*/ 1582806 h 1900863"/>
                  <a:gd name="connsiteX1" fmla="*/ 702769 w 912462"/>
                  <a:gd name="connsiteY1" fmla="*/ 454475 h 1900863"/>
                  <a:gd name="connsiteX2" fmla="*/ 898794 w 912462"/>
                  <a:gd name="connsiteY2" fmla="*/ 301027 h 1900863"/>
                  <a:gd name="connsiteX3" fmla="*/ 769540 w 912462"/>
                  <a:gd name="connsiteY3" fmla="*/ -58 h 1900863"/>
                  <a:gd name="connsiteX4" fmla="*/ 807640 w 912462"/>
                  <a:gd name="connsiteY4" fmla="*/ 232542 h 1900863"/>
                  <a:gd name="connsiteX5" fmla="*/ 704293 w 912462"/>
                  <a:gd name="connsiteY5" fmla="*/ 324554 h 1900863"/>
                  <a:gd name="connsiteX6" fmla="*/ 578087 w 912462"/>
                  <a:gd name="connsiteY6" fmla="*/ 274833 h 1900863"/>
                  <a:gd name="connsiteX7" fmla="*/ 540844 w 912462"/>
                  <a:gd name="connsiteY7" fmla="*/ 49758 h 1900863"/>
                  <a:gd name="connsiteX8" fmla="*/ 486171 w 912462"/>
                  <a:gd name="connsiteY8" fmla="*/ 138721 h 1900863"/>
                  <a:gd name="connsiteX9" fmla="*/ 542273 w 912462"/>
                  <a:gd name="connsiteY9" fmla="*/ 391324 h 1900863"/>
                  <a:gd name="connsiteX10" fmla="*/ 153462 w 912462"/>
                  <a:gd name="connsiteY10" fmla="*/ 1519560 h 1900863"/>
                  <a:gd name="connsiteX11" fmla="*/ 8206 w 912462"/>
                  <a:gd name="connsiteY11" fmla="*/ 1651101 h 1900863"/>
                  <a:gd name="connsiteX12" fmla="*/ 109171 w 912462"/>
                  <a:gd name="connsiteY12" fmla="*/ 1885606 h 1900863"/>
                  <a:gd name="connsiteX13" fmla="*/ 347296 w 912462"/>
                  <a:gd name="connsiteY13" fmla="*/ 1775402 h 1900863"/>
                  <a:gd name="connsiteX14" fmla="*/ 313673 w 912462"/>
                  <a:gd name="connsiteY14" fmla="*/ 1582806 h 1900863"/>
                  <a:gd name="connsiteX15" fmla="*/ 197944 w 912462"/>
                  <a:gd name="connsiteY15" fmla="*/ 1825694 h 1900863"/>
                  <a:gd name="connsiteX16" fmla="*/ 94122 w 912462"/>
                  <a:gd name="connsiteY16" fmla="*/ 1784832 h 1900863"/>
                  <a:gd name="connsiteX17" fmla="*/ 75072 w 912462"/>
                  <a:gd name="connsiteY17" fmla="*/ 1668246 h 1900863"/>
                  <a:gd name="connsiteX18" fmla="*/ 160130 w 912462"/>
                  <a:gd name="connsiteY18" fmla="*/ 1592617 h 1900863"/>
                  <a:gd name="connsiteX19" fmla="*/ 263953 w 912462"/>
                  <a:gd name="connsiteY19" fmla="*/ 1633480 h 1900863"/>
                  <a:gd name="connsiteX20" fmla="*/ 283003 w 912462"/>
                  <a:gd name="connsiteY20" fmla="*/ 1750065 h 1900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12462" h="1900863">
                    <a:moveTo>
                      <a:pt x="313673" y="1582806"/>
                    </a:moveTo>
                    <a:lnTo>
                      <a:pt x="702769" y="454475"/>
                    </a:lnTo>
                    <a:cubicBezTo>
                      <a:pt x="788494" y="450189"/>
                      <a:pt x="867362" y="392277"/>
                      <a:pt x="898794" y="301027"/>
                    </a:cubicBezTo>
                    <a:cubicBezTo>
                      <a:pt x="940608" y="179679"/>
                      <a:pt x="882792" y="45090"/>
                      <a:pt x="769540" y="-58"/>
                    </a:cubicBezTo>
                    <a:lnTo>
                      <a:pt x="807640" y="232542"/>
                    </a:lnTo>
                    <a:lnTo>
                      <a:pt x="704293" y="324554"/>
                    </a:lnTo>
                    <a:lnTo>
                      <a:pt x="578087" y="274833"/>
                    </a:lnTo>
                    <a:lnTo>
                      <a:pt x="540844" y="49758"/>
                    </a:lnTo>
                    <a:cubicBezTo>
                      <a:pt x="516217" y="74966"/>
                      <a:pt x="497537" y="105362"/>
                      <a:pt x="486171" y="138721"/>
                    </a:cubicBezTo>
                    <a:cubicBezTo>
                      <a:pt x="455508" y="226751"/>
                      <a:pt x="477228" y="324550"/>
                      <a:pt x="542273" y="391324"/>
                    </a:cubicBezTo>
                    <a:lnTo>
                      <a:pt x="153462" y="1519560"/>
                    </a:lnTo>
                    <a:cubicBezTo>
                      <a:pt x="83655" y="1531576"/>
                      <a:pt x="27065" y="1582823"/>
                      <a:pt x="8206" y="1651101"/>
                    </a:cubicBezTo>
                    <a:cubicBezTo>
                      <a:pt x="-19607" y="1744255"/>
                      <a:pt x="24875" y="1847601"/>
                      <a:pt x="109171" y="1885606"/>
                    </a:cubicBezTo>
                    <a:cubicBezTo>
                      <a:pt x="204421" y="1928373"/>
                      <a:pt x="312054" y="1877510"/>
                      <a:pt x="347296" y="1775402"/>
                    </a:cubicBezTo>
                    <a:cubicBezTo>
                      <a:pt x="370042" y="1709700"/>
                      <a:pt x="357335" y="1636915"/>
                      <a:pt x="313673" y="1582806"/>
                    </a:cubicBezTo>
                    <a:close/>
                    <a:moveTo>
                      <a:pt x="197944" y="1825694"/>
                    </a:moveTo>
                    <a:lnTo>
                      <a:pt x="94122" y="1784832"/>
                    </a:lnTo>
                    <a:lnTo>
                      <a:pt x="75072" y="1668246"/>
                    </a:lnTo>
                    <a:lnTo>
                      <a:pt x="160130" y="1592617"/>
                    </a:lnTo>
                    <a:lnTo>
                      <a:pt x="263953" y="1633480"/>
                    </a:lnTo>
                    <a:lnTo>
                      <a:pt x="283003" y="1750065"/>
                    </a:lnTo>
                    <a:close/>
                  </a:path>
                </a:pathLst>
              </a:custGeom>
              <a:solidFill>
                <a:srgbClr val="7B8C9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05BF909B-31A8-4EFE-A905-857161848C2D}"/>
                  </a:ext>
                </a:extLst>
              </p:cNvPr>
              <p:cNvSpPr/>
              <p:nvPr/>
            </p:nvSpPr>
            <p:spPr>
              <a:xfrm>
                <a:off x="6191154" y="2587084"/>
                <a:ext cx="793238" cy="1900335"/>
              </a:xfrm>
              <a:custGeom>
                <a:avLst/>
                <a:gdLst>
                  <a:gd name="connsiteX0" fmla="*/ 194529 w 793238"/>
                  <a:gd name="connsiteY0" fmla="*/ 1582426 h 1900335"/>
                  <a:gd name="connsiteX1" fmla="*/ 583530 w 793238"/>
                  <a:gd name="connsiteY1" fmla="*/ 454189 h 1900335"/>
                  <a:gd name="connsiteX2" fmla="*/ 779555 w 793238"/>
                  <a:gd name="connsiteY2" fmla="*/ 300837 h 1900335"/>
                  <a:gd name="connsiteX3" fmla="*/ 650682 w 793238"/>
                  <a:gd name="connsiteY3" fmla="*/ -58 h 1900335"/>
                  <a:gd name="connsiteX4" fmla="*/ 650682 w 793238"/>
                  <a:gd name="connsiteY4" fmla="*/ 799 h 1900335"/>
                  <a:gd name="connsiteX5" fmla="*/ 688782 w 793238"/>
                  <a:gd name="connsiteY5" fmla="*/ 232352 h 1900335"/>
                  <a:gd name="connsiteX6" fmla="*/ 585435 w 793238"/>
                  <a:gd name="connsiteY6" fmla="*/ 324268 h 1900335"/>
                  <a:gd name="connsiteX7" fmla="*/ 544573 w 793238"/>
                  <a:gd name="connsiteY7" fmla="*/ 308266 h 1900335"/>
                  <a:gd name="connsiteX8" fmla="*/ 94612 w 793238"/>
                  <a:gd name="connsiteY8" fmla="*/ 1613191 h 1900335"/>
                  <a:gd name="connsiteX9" fmla="*/ 145095 w 793238"/>
                  <a:gd name="connsiteY9" fmla="*/ 1633099 h 1900335"/>
                  <a:gd name="connsiteX10" fmla="*/ 164145 w 793238"/>
                  <a:gd name="connsiteY10" fmla="*/ 1749589 h 1900335"/>
                  <a:gd name="connsiteX11" fmla="*/ 79086 w 793238"/>
                  <a:gd name="connsiteY11" fmla="*/ 1825313 h 1900335"/>
                  <a:gd name="connsiteX12" fmla="*/ 28509 w 793238"/>
                  <a:gd name="connsiteY12" fmla="*/ 1805406 h 1900335"/>
                  <a:gd name="connsiteX13" fmla="*/ -66 w 793238"/>
                  <a:gd name="connsiteY13" fmla="*/ 1888940 h 1900335"/>
                  <a:gd name="connsiteX14" fmla="*/ 228534 w 793238"/>
                  <a:gd name="connsiteY14" fmla="*/ 1774640 h 1900335"/>
                  <a:gd name="connsiteX15" fmla="*/ 194529 w 793238"/>
                  <a:gd name="connsiteY15" fmla="*/ 1582426 h 1900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93238" h="1900335">
                    <a:moveTo>
                      <a:pt x="194529" y="1582426"/>
                    </a:moveTo>
                    <a:lnTo>
                      <a:pt x="583530" y="454189"/>
                    </a:lnTo>
                    <a:cubicBezTo>
                      <a:pt x="669255" y="449903"/>
                      <a:pt x="748122" y="392086"/>
                      <a:pt x="779555" y="300837"/>
                    </a:cubicBezTo>
                    <a:cubicBezTo>
                      <a:pt x="821370" y="179584"/>
                      <a:pt x="763648" y="45281"/>
                      <a:pt x="650682" y="-58"/>
                    </a:cubicBezTo>
                    <a:lnTo>
                      <a:pt x="650682" y="799"/>
                    </a:lnTo>
                    <a:lnTo>
                      <a:pt x="688782" y="232352"/>
                    </a:lnTo>
                    <a:lnTo>
                      <a:pt x="585435" y="324268"/>
                    </a:lnTo>
                    <a:lnTo>
                      <a:pt x="544573" y="308266"/>
                    </a:lnTo>
                    <a:lnTo>
                      <a:pt x="94612" y="1613191"/>
                    </a:lnTo>
                    <a:lnTo>
                      <a:pt x="145095" y="1633099"/>
                    </a:lnTo>
                    <a:lnTo>
                      <a:pt x="164145" y="1749589"/>
                    </a:lnTo>
                    <a:lnTo>
                      <a:pt x="79086" y="1825313"/>
                    </a:lnTo>
                    <a:lnTo>
                      <a:pt x="28509" y="1805406"/>
                    </a:lnTo>
                    <a:lnTo>
                      <a:pt x="-66" y="1888940"/>
                    </a:lnTo>
                    <a:cubicBezTo>
                      <a:pt x="92421" y="1924468"/>
                      <a:pt x="194624" y="1873795"/>
                      <a:pt x="228534" y="1774640"/>
                    </a:cubicBezTo>
                    <a:cubicBezTo>
                      <a:pt x="251032" y="1708986"/>
                      <a:pt x="238187" y="1636376"/>
                      <a:pt x="194529" y="1582426"/>
                    </a:cubicBezTo>
                    <a:close/>
                  </a:path>
                </a:pathLst>
              </a:custGeom>
              <a:solidFill>
                <a:srgbClr val="637A8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96079258-3BC0-4BE0-89CF-D62B757257F5}"/>
                  </a:ext>
                </a:extLst>
              </p:cNvPr>
              <p:cNvSpPr/>
              <p:nvPr/>
            </p:nvSpPr>
            <p:spPr>
              <a:xfrm>
                <a:off x="5621178" y="2517171"/>
                <a:ext cx="385286" cy="1983390"/>
              </a:xfrm>
              <a:custGeom>
                <a:avLst/>
                <a:gdLst>
                  <a:gd name="connsiteX0" fmla="*/ 196815 w 385286"/>
                  <a:gd name="connsiteY0" fmla="*/ -58 h 1983390"/>
                  <a:gd name="connsiteX1" fmla="*/ 64990 w 385286"/>
                  <a:gd name="connsiteY1" fmla="*/ 1308677 h 1983390"/>
                  <a:gd name="connsiteX2" fmla="*/ 81087 w 385286"/>
                  <a:gd name="connsiteY2" fmla="*/ 1315631 h 1983390"/>
                  <a:gd name="connsiteX3" fmla="*/ 151286 w 385286"/>
                  <a:gd name="connsiteY3" fmla="*/ 1497939 h 1983390"/>
                  <a:gd name="connsiteX4" fmla="*/ 167955 w 385286"/>
                  <a:gd name="connsiteY4" fmla="*/ 1566043 h 1983390"/>
                  <a:gd name="connsiteX5" fmla="*/ 167955 w 385286"/>
                  <a:gd name="connsiteY5" fmla="*/ 1567185 h 1983390"/>
                  <a:gd name="connsiteX6" fmla="*/ 147715 w 385286"/>
                  <a:gd name="connsiteY6" fmla="*/ 1592048 h 1983390"/>
                  <a:gd name="connsiteX7" fmla="*/ 144333 w 385286"/>
                  <a:gd name="connsiteY7" fmla="*/ 1592141 h 1983390"/>
                  <a:gd name="connsiteX8" fmla="*/ 111259 w 385286"/>
                  <a:gd name="connsiteY8" fmla="*/ 1595767 h 1983390"/>
                  <a:gd name="connsiteX9" fmla="*/ 110138 w 385286"/>
                  <a:gd name="connsiteY9" fmla="*/ 1594808 h 1983390"/>
                  <a:gd name="connsiteX10" fmla="*/ 107090 w 385286"/>
                  <a:gd name="connsiteY10" fmla="*/ 1591665 h 1983390"/>
                  <a:gd name="connsiteX11" fmla="*/ 68990 w 385286"/>
                  <a:gd name="connsiteY11" fmla="*/ 1603666 h 1983390"/>
                  <a:gd name="connsiteX12" fmla="*/ 39272 w 385286"/>
                  <a:gd name="connsiteY12" fmla="*/ 1566805 h 1983390"/>
                  <a:gd name="connsiteX13" fmla="*/ -66 w 385286"/>
                  <a:gd name="connsiteY13" fmla="*/ 1957329 h 1983390"/>
                  <a:gd name="connsiteX14" fmla="*/ 289970 w 385286"/>
                  <a:gd name="connsiteY14" fmla="*/ 1983333 h 1983390"/>
                  <a:gd name="connsiteX15" fmla="*/ 385220 w 385286"/>
                  <a:gd name="connsiteY15" fmla="*/ 17182 h 198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5286" h="1983390">
                    <a:moveTo>
                      <a:pt x="196815" y="-58"/>
                    </a:moveTo>
                    <a:lnTo>
                      <a:pt x="64990" y="1308677"/>
                    </a:lnTo>
                    <a:cubicBezTo>
                      <a:pt x="71212" y="1307951"/>
                      <a:pt x="77350" y="1310602"/>
                      <a:pt x="81087" y="1315631"/>
                    </a:cubicBezTo>
                    <a:cubicBezTo>
                      <a:pt x="120711" y="1367732"/>
                      <a:pt x="136427" y="1433169"/>
                      <a:pt x="151286" y="1497939"/>
                    </a:cubicBezTo>
                    <a:cubicBezTo>
                      <a:pt x="159932" y="1519770"/>
                      <a:pt x="165541" y="1542686"/>
                      <a:pt x="167955" y="1566043"/>
                    </a:cubicBezTo>
                    <a:cubicBezTo>
                      <a:pt x="167907" y="1566422"/>
                      <a:pt x="167907" y="1566806"/>
                      <a:pt x="167955" y="1567185"/>
                    </a:cubicBezTo>
                    <a:cubicBezTo>
                      <a:pt x="169231" y="1579640"/>
                      <a:pt x="160169" y="1590772"/>
                      <a:pt x="147715" y="1592048"/>
                    </a:cubicBezTo>
                    <a:cubicBezTo>
                      <a:pt x="146591" y="1592163"/>
                      <a:pt x="145461" y="1592194"/>
                      <a:pt x="144333" y="1592141"/>
                    </a:cubicBezTo>
                    <a:cubicBezTo>
                      <a:pt x="136201" y="1602275"/>
                      <a:pt x="121393" y="1603899"/>
                      <a:pt x="111259" y="1595767"/>
                    </a:cubicBezTo>
                    <a:cubicBezTo>
                      <a:pt x="110875" y="1595459"/>
                      <a:pt x="110502" y="1595139"/>
                      <a:pt x="110138" y="1594808"/>
                    </a:cubicBezTo>
                    <a:cubicBezTo>
                      <a:pt x="109090" y="1593855"/>
                      <a:pt x="108138" y="1592712"/>
                      <a:pt x="107090" y="1591665"/>
                    </a:cubicBezTo>
                    <a:cubicBezTo>
                      <a:pt x="105185" y="1609953"/>
                      <a:pt x="80420" y="1615192"/>
                      <a:pt x="68990" y="1603666"/>
                    </a:cubicBezTo>
                    <a:cubicBezTo>
                      <a:pt x="57723" y="1592542"/>
                      <a:pt x="47753" y="1580175"/>
                      <a:pt x="39272" y="1566805"/>
                    </a:cubicBezTo>
                    <a:lnTo>
                      <a:pt x="-66" y="1957329"/>
                    </a:lnTo>
                    <a:lnTo>
                      <a:pt x="289970" y="1983333"/>
                    </a:lnTo>
                    <a:lnTo>
                      <a:pt x="385220" y="17182"/>
                    </a:lnTo>
                    <a:close/>
                  </a:path>
                </a:pathLst>
              </a:custGeom>
              <a:solidFill>
                <a:srgbClr val="7F4F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1C18A821-F3C0-4AEC-B189-D1B78877C1E6}"/>
                  </a:ext>
                </a:extLst>
              </p:cNvPr>
              <p:cNvSpPr/>
              <p:nvPr/>
            </p:nvSpPr>
            <p:spPr>
              <a:xfrm>
                <a:off x="5428868" y="2535649"/>
                <a:ext cx="810006" cy="263651"/>
              </a:xfrm>
              <a:custGeom>
                <a:avLst/>
                <a:gdLst>
                  <a:gd name="connsiteX0" fmla="*/ 0 w 810006"/>
                  <a:gd name="connsiteY0" fmla="*/ 192786 h 263651"/>
                  <a:gd name="connsiteX1" fmla="*/ 792671 w 810006"/>
                  <a:gd name="connsiteY1" fmla="*/ 263652 h 263651"/>
                  <a:gd name="connsiteX2" fmla="*/ 810006 w 810006"/>
                  <a:gd name="connsiteY2" fmla="*/ 42481 h 263651"/>
                  <a:gd name="connsiteX3" fmla="*/ 334423 w 810006"/>
                  <a:gd name="connsiteY3" fmla="*/ 0 h 263651"/>
                  <a:gd name="connsiteX4" fmla="*/ 4763 w 810006"/>
                  <a:gd name="connsiteY4" fmla="*/ 131635 h 263651"/>
                  <a:gd name="connsiteX5" fmla="*/ 0 w 810006"/>
                  <a:gd name="connsiteY5" fmla="*/ 192786 h 263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0006" h="263651">
                    <a:moveTo>
                      <a:pt x="0" y="192786"/>
                    </a:moveTo>
                    <a:lnTo>
                      <a:pt x="792671" y="263652"/>
                    </a:lnTo>
                    <a:lnTo>
                      <a:pt x="810006" y="42481"/>
                    </a:lnTo>
                    <a:lnTo>
                      <a:pt x="334423" y="0"/>
                    </a:lnTo>
                    <a:lnTo>
                      <a:pt x="4763" y="131635"/>
                    </a:lnTo>
                    <a:lnTo>
                      <a:pt x="0" y="192786"/>
                    </a:lnTo>
                    <a:close/>
                  </a:path>
                </a:pathLst>
              </a:custGeom>
              <a:solidFill>
                <a:srgbClr val="343B4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47149051-6499-4790-BE9C-B5369DF325C0}"/>
                  </a:ext>
                </a:extLst>
              </p:cNvPr>
              <p:cNvSpPr/>
              <p:nvPr/>
            </p:nvSpPr>
            <p:spPr>
              <a:xfrm>
                <a:off x="3434715" y="1768506"/>
                <a:ext cx="1687242" cy="2933700"/>
              </a:xfrm>
              <a:custGeom>
                <a:avLst/>
                <a:gdLst>
                  <a:gd name="connsiteX0" fmla="*/ 1686811 w 1687242"/>
                  <a:gd name="connsiteY0" fmla="*/ 2707138 h 2933700"/>
                  <a:gd name="connsiteX1" fmla="*/ 1683573 w 1687242"/>
                  <a:gd name="connsiteY1" fmla="*/ 2700375 h 2933700"/>
                  <a:gd name="connsiteX2" fmla="*/ 1585942 w 1687242"/>
                  <a:gd name="connsiteY2" fmla="*/ 2677515 h 2933700"/>
                  <a:gd name="connsiteX3" fmla="*/ 1639377 w 1687242"/>
                  <a:gd name="connsiteY3" fmla="*/ 2617888 h 2933700"/>
                  <a:gd name="connsiteX4" fmla="*/ 1558891 w 1687242"/>
                  <a:gd name="connsiteY4" fmla="*/ 2598838 h 2933700"/>
                  <a:gd name="connsiteX5" fmla="*/ 1612326 w 1687242"/>
                  <a:gd name="connsiteY5" fmla="*/ 2539212 h 2933700"/>
                  <a:gd name="connsiteX6" fmla="*/ 1531839 w 1687242"/>
                  <a:gd name="connsiteY6" fmla="*/ 2520162 h 2933700"/>
                  <a:gd name="connsiteX7" fmla="*/ 1585275 w 1687242"/>
                  <a:gd name="connsiteY7" fmla="*/ 2460535 h 2933700"/>
                  <a:gd name="connsiteX8" fmla="*/ 1504788 w 1687242"/>
                  <a:gd name="connsiteY8" fmla="*/ 2441485 h 2933700"/>
                  <a:gd name="connsiteX9" fmla="*/ 1558224 w 1687242"/>
                  <a:gd name="connsiteY9" fmla="*/ 2381859 h 2933700"/>
                  <a:gd name="connsiteX10" fmla="*/ 1477642 w 1687242"/>
                  <a:gd name="connsiteY10" fmla="*/ 2362809 h 2933700"/>
                  <a:gd name="connsiteX11" fmla="*/ 1531173 w 1687242"/>
                  <a:gd name="connsiteY11" fmla="*/ 2303182 h 2933700"/>
                  <a:gd name="connsiteX12" fmla="*/ 1450591 w 1687242"/>
                  <a:gd name="connsiteY12" fmla="*/ 2284132 h 2933700"/>
                  <a:gd name="connsiteX13" fmla="*/ 1504026 w 1687242"/>
                  <a:gd name="connsiteY13" fmla="*/ 2224506 h 2933700"/>
                  <a:gd name="connsiteX14" fmla="*/ 1423540 w 1687242"/>
                  <a:gd name="connsiteY14" fmla="*/ 2205456 h 2933700"/>
                  <a:gd name="connsiteX15" fmla="*/ 1476975 w 1687242"/>
                  <a:gd name="connsiteY15" fmla="*/ 2145829 h 2933700"/>
                  <a:gd name="connsiteX16" fmla="*/ 1396489 w 1687242"/>
                  <a:gd name="connsiteY16" fmla="*/ 2126779 h 2933700"/>
                  <a:gd name="connsiteX17" fmla="*/ 1449925 w 1687242"/>
                  <a:gd name="connsiteY17" fmla="*/ 2067153 h 2933700"/>
                  <a:gd name="connsiteX18" fmla="*/ 1369438 w 1687242"/>
                  <a:gd name="connsiteY18" fmla="*/ 2048103 h 2933700"/>
                  <a:gd name="connsiteX19" fmla="*/ 1422874 w 1687242"/>
                  <a:gd name="connsiteY19" fmla="*/ 1988476 h 2933700"/>
                  <a:gd name="connsiteX20" fmla="*/ 1342292 w 1687242"/>
                  <a:gd name="connsiteY20" fmla="*/ 1969426 h 2933700"/>
                  <a:gd name="connsiteX21" fmla="*/ 1395822 w 1687242"/>
                  <a:gd name="connsiteY21" fmla="*/ 1909800 h 2933700"/>
                  <a:gd name="connsiteX22" fmla="*/ 1315241 w 1687242"/>
                  <a:gd name="connsiteY22" fmla="*/ 1890750 h 2933700"/>
                  <a:gd name="connsiteX23" fmla="*/ 1368771 w 1687242"/>
                  <a:gd name="connsiteY23" fmla="*/ 1831123 h 2933700"/>
                  <a:gd name="connsiteX24" fmla="*/ 1288190 w 1687242"/>
                  <a:gd name="connsiteY24" fmla="*/ 1812073 h 2933700"/>
                  <a:gd name="connsiteX25" fmla="*/ 1341625 w 1687242"/>
                  <a:gd name="connsiteY25" fmla="*/ 1752447 h 2933700"/>
                  <a:gd name="connsiteX26" fmla="*/ 1261139 w 1687242"/>
                  <a:gd name="connsiteY26" fmla="*/ 1733397 h 2933700"/>
                  <a:gd name="connsiteX27" fmla="*/ 1314574 w 1687242"/>
                  <a:gd name="connsiteY27" fmla="*/ 1673770 h 2933700"/>
                  <a:gd name="connsiteX28" fmla="*/ 1234088 w 1687242"/>
                  <a:gd name="connsiteY28" fmla="*/ 1654720 h 2933700"/>
                  <a:gd name="connsiteX29" fmla="*/ 1287523 w 1687242"/>
                  <a:gd name="connsiteY29" fmla="*/ 1595094 h 2933700"/>
                  <a:gd name="connsiteX30" fmla="*/ 1207037 w 1687242"/>
                  <a:gd name="connsiteY30" fmla="*/ 1576044 h 2933700"/>
                  <a:gd name="connsiteX31" fmla="*/ 1260472 w 1687242"/>
                  <a:gd name="connsiteY31" fmla="*/ 1516417 h 2933700"/>
                  <a:gd name="connsiteX32" fmla="*/ 1179891 w 1687242"/>
                  <a:gd name="connsiteY32" fmla="*/ 1497367 h 2933700"/>
                  <a:gd name="connsiteX33" fmla="*/ 1233421 w 1687242"/>
                  <a:gd name="connsiteY33" fmla="*/ 1437741 h 2933700"/>
                  <a:gd name="connsiteX34" fmla="*/ 1152840 w 1687242"/>
                  <a:gd name="connsiteY34" fmla="*/ 1418691 h 2933700"/>
                  <a:gd name="connsiteX35" fmla="*/ 1206275 w 1687242"/>
                  <a:gd name="connsiteY35" fmla="*/ 1359064 h 2933700"/>
                  <a:gd name="connsiteX36" fmla="*/ 1125789 w 1687242"/>
                  <a:gd name="connsiteY36" fmla="*/ 1340014 h 2933700"/>
                  <a:gd name="connsiteX37" fmla="*/ 1179224 w 1687242"/>
                  <a:gd name="connsiteY37" fmla="*/ 1280388 h 2933700"/>
                  <a:gd name="connsiteX38" fmla="*/ 1098738 w 1687242"/>
                  <a:gd name="connsiteY38" fmla="*/ 1261338 h 2933700"/>
                  <a:gd name="connsiteX39" fmla="*/ 1152459 w 1687242"/>
                  <a:gd name="connsiteY39" fmla="*/ 1205140 h 2933700"/>
                  <a:gd name="connsiteX40" fmla="*/ 1071972 w 1687242"/>
                  <a:gd name="connsiteY40" fmla="*/ 1186090 h 2933700"/>
                  <a:gd name="connsiteX41" fmla="*/ 1125408 w 1687242"/>
                  <a:gd name="connsiteY41" fmla="*/ 1126464 h 2933700"/>
                  <a:gd name="connsiteX42" fmla="*/ 1044826 w 1687242"/>
                  <a:gd name="connsiteY42" fmla="*/ 1107414 h 2933700"/>
                  <a:gd name="connsiteX43" fmla="*/ 1098357 w 1687242"/>
                  <a:gd name="connsiteY43" fmla="*/ 1047883 h 2933700"/>
                  <a:gd name="connsiteX44" fmla="*/ 1017775 w 1687242"/>
                  <a:gd name="connsiteY44" fmla="*/ 1028833 h 2933700"/>
                  <a:gd name="connsiteX45" fmla="*/ 1071306 w 1687242"/>
                  <a:gd name="connsiteY45" fmla="*/ 969301 h 2933700"/>
                  <a:gd name="connsiteX46" fmla="*/ 990534 w 1687242"/>
                  <a:gd name="connsiteY46" fmla="*/ 950823 h 2933700"/>
                  <a:gd name="connsiteX47" fmla="*/ 1043969 w 1687242"/>
                  <a:gd name="connsiteY47" fmla="*/ 891292 h 2933700"/>
                  <a:gd name="connsiteX48" fmla="*/ 963483 w 1687242"/>
                  <a:gd name="connsiteY48" fmla="*/ 872242 h 2933700"/>
                  <a:gd name="connsiteX49" fmla="*/ 1016918 w 1687242"/>
                  <a:gd name="connsiteY49" fmla="*/ 812710 h 2933700"/>
                  <a:gd name="connsiteX50" fmla="*/ 936432 w 1687242"/>
                  <a:gd name="connsiteY50" fmla="*/ 793660 h 2933700"/>
                  <a:gd name="connsiteX51" fmla="*/ 989867 w 1687242"/>
                  <a:gd name="connsiteY51" fmla="*/ 734129 h 2933700"/>
                  <a:gd name="connsiteX52" fmla="*/ 909381 w 1687242"/>
                  <a:gd name="connsiteY52" fmla="*/ 715079 h 2933700"/>
                  <a:gd name="connsiteX53" fmla="*/ 962816 w 1687242"/>
                  <a:gd name="connsiteY53" fmla="*/ 655548 h 2933700"/>
                  <a:gd name="connsiteX54" fmla="*/ 882234 w 1687242"/>
                  <a:gd name="connsiteY54" fmla="*/ 636498 h 2933700"/>
                  <a:gd name="connsiteX55" fmla="*/ 935765 w 1687242"/>
                  <a:gd name="connsiteY55" fmla="*/ 576967 h 2933700"/>
                  <a:gd name="connsiteX56" fmla="*/ 855183 w 1687242"/>
                  <a:gd name="connsiteY56" fmla="*/ 557917 h 2933700"/>
                  <a:gd name="connsiteX57" fmla="*/ 908619 w 1687242"/>
                  <a:gd name="connsiteY57" fmla="*/ 498385 h 2933700"/>
                  <a:gd name="connsiteX58" fmla="*/ 828132 w 1687242"/>
                  <a:gd name="connsiteY58" fmla="*/ 479335 h 2933700"/>
                  <a:gd name="connsiteX59" fmla="*/ 881568 w 1687242"/>
                  <a:gd name="connsiteY59" fmla="*/ 419804 h 2933700"/>
                  <a:gd name="connsiteX60" fmla="*/ 801081 w 1687242"/>
                  <a:gd name="connsiteY60" fmla="*/ 400754 h 2933700"/>
                  <a:gd name="connsiteX61" fmla="*/ 854517 w 1687242"/>
                  <a:gd name="connsiteY61" fmla="*/ 341223 h 2933700"/>
                  <a:gd name="connsiteX62" fmla="*/ 774030 w 1687242"/>
                  <a:gd name="connsiteY62" fmla="*/ 322173 h 2933700"/>
                  <a:gd name="connsiteX63" fmla="*/ 827466 w 1687242"/>
                  <a:gd name="connsiteY63" fmla="*/ 262642 h 2933700"/>
                  <a:gd name="connsiteX64" fmla="*/ 746884 w 1687242"/>
                  <a:gd name="connsiteY64" fmla="*/ 243592 h 2933700"/>
                  <a:gd name="connsiteX65" fmla="*/ 800415 w 1687242"/>
                  <a:gd name="connsiteY65" fmla="*/ 183965 h 2933700"/>
                  <a:gd name="connsiteX66" fmla="*/ 719833 w 1687242"/>
                  <a:gd name="connsiteY66" fmla="*/ 164915 h 2933700"/>
                  <a:gd name="connsiteX67" fmla="*/ 773364 w 1687242"/>
                  <a:gd name="connsiteY67" fmla="*/ 105288 h 2933700"/>
                  <a:gd name="connsiteX68" fmla="*/ 692782 w 1687242"/>
                  <a:gd name="connsiteY68" fmla="*/ 86238 h 2933700"/>
                  <a:gd name="connsiteX69" fmla="*/ 757838 w 1687242"/>
                  <a:gd name="connsiteY69" fmla="*/ 13658 h 2933700"/>
                  <a:gd name="connsiteX70" fmla="*/ 607724 w 1687242"/>
                  <a:gd name="connsiteY70" fmla="*/ -58 h 2933700"/>
                  <a:gd name="connsiteX71" fmla="*/ -66 w 1687242"/>
                  <a:gd name="connsiteY71" fmla="*/ 666692 h 2933700"/>
                  <a:gd name="connsiteX72" fmla="*/ 1368200 w 1687242"/>
                  <a:gd name="connsiteY72" fmla="*/ 2933642 h 2933700"/>
                  <a:gd name="connsiteX73" fmla="*/ 1686811 w 1687242"/>
                  <a:gd name="connsiteY73" fmla="*/ 2707138 h 2933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1687242" h="2933700">
                    <a:moveTo>
                      <a:pt x="1686811" y="2707138"/>
                    </a:moveTo>
                    <a:cubicBezTo>
                      <a:pt x="1685445" y="2705032"/>
                      <a:pt x="1684356" y="2702759"/>
                      <a:pt x="1683573" y="2700375"/>
                    </a:cubicBezTo>
                    <a:lnTo>
                      <a:pt x="1585942" y="2677515"/>
                    </a:lnTo>
                    <a:lnTo>
                      <a:pt x="1639377" y="2617888"/>
                    </a:lnTo>
                    <a:lnTo>
                      <a:pt x="1558891" y="2598838"/>
                    </a:lnTo>
                    <a:lnTo>
                      <a:pt x="1612326" y="2539212"/>
                    </a:lnTo>
                    <a:lnTo>
                      <a:pt x="1531839" y="2520162"/>
                    </a:lnTo>
                    <a:lnTo>
                      <a:pt x="1585275" y="2460535"/>
                    </a:lnTo>
                    <a:lnTo>
                      <a:pt x="1504788" y="2441485"/>
                    </a:lnTo>
                    <a:lnTo>
                      <a:pt x="1558224" y="2381859"/>
                    </a:lnTo>
                    <a:lnTo>
                      <a:pt x="1477642" y="2362809"/>
                    </a:lnTo>
                    <a:lnTo>
                      <a:pt x="1531173" y="2303182"/>
                    </a:lnTo>
                    <a:lnTo>
                      <a:pt x="1450591" y="2284132"/>
                    </a:lnTo>
                    <a:lnTo>
                      <a:pt x="1504026" y="2224506"/>
                    </a:lnTo>
                    <a:lnTo>
                      <a:pt x="1423540" y="2205456"/>
                    </a:lnTo>
                    <a:lnTo>
                      <a:pt x="1476975" y="2145829"/>
                    </a:lnTo>
                    <a:lnTo>
                      <a:pt x="1396489" y="2126779"/>
                    </a:lnTo>
                    <a:lnTo>
                      <a:pt x="1449925" y="2067153"/>
                    </a:lnTo>
                    <a:lnTo>
                      <a:pt x="1369438" y="2048103"/>
                    </a:lnTo>
                    <a:lnTo>
                      <a:pt x="1422874" y="1988476"/>
                    </a:lnTo>
                    <a:lnTo>
                      <a:pt x="1342292" y="1969426"/>
                    </a:lnTo>
                    <a:lnTo>
                      <a:pt x="1395822" y="1909800"/>
                    </a:lnTo>
                    <a:lnTo>
                      <a:pt x="1315241" y="1890750"/>
                    </a:lnTo>
                    <a:lnTo>
                      <a:pt x="1368771" y="1831123"/>
                    </a:lnTo>
                    <a:lnTo>
                      <a:pt x="1288190" y="1812073"/>
                    </a:lnTo>
                    <a:lnTo>
                      <a:pt x="1341625" y="1752447"/>
                    </a:lnTo>
                    <a:lnTo>
                      <a:pt x="1261139" y="1733397"/>
                    </a:lnTo>
                    <a:lnTo>
                      <a:pt x="1314574" y="1673770"/>
                    </a:lnTo>
                    <a:lnTo>
                      <a:pt x="1234088" y="1654720"/>
                    </a:lnTo>
                    <a:lnTo>
                      <a:pt x="1287523" y="1595094"/>
                    </a:lnTo>
                    <a:lnTo>
                      <a:pt x="1207037" y="1576044"/>
                    </a:lnTo>
                    <a:lnTo>
                      <a:pt x="1260472" y="1516417"/>
                    </a:lnTo>
                    <a:lnTo>
                      <a:pt x="1179891" y="1497367"/>
                    </a:lnTo>
                    <a:lnTo>
                      <a:pt x="1233421" y="1437741"/>
                    </a:lnTo>
                    <a:lnTo>
                      <a:pt x="1152840" y="1418691"/>
                    </a:lnTo>
                    <a:lnTo>
                      <a:pt x="1206275" y="1359064"/>
                    </a:lnTo>
                    <a:lnTo>
                      <a:pt x="1125789" y="1340014"/>
                    </a:lnTo>
                    <a:lnTo>
                      <a:pt x="1179224" y="1280388"/>
                    </a:lnTo>
                    <a:lnTo>
                      <a:pt x="1098738" y="1261338"/>
                    </a:lnTo>
                    <a:lnTo>
                      <a:pt x="1152459" y="1205140"/>
                    </a:lnTo>
                    <a:lnTo>
                      <a:pt x="1071972" y="1186090"/>
                    </a:lnTo>
                    <a:lnTo>
                      <a:pt x="1125408" y="1126464"/>
                    </a:lnTo>
                    <a:lnTo>
                      <a:pt x="1044826" y="1107414"/>
                    </a:lnTo>
                    <a:lnTo>
                      <a:pt x="1098357" y="1047883"/>
                    </a:lnTo>
                    <a:lnTo>
                      <a:pt x="1017775" y="1028833"/>
                    </a:lnTo>
                    <a:lnTo>
                      <a:pt x="1071306" y="969301"/>
                    </a:lnTo>
                    <a:lnTo>
                      <a:pt x="990534" y="950823"/>
                    </a:lnTo>
                    <a:lnTo>
                      <a:pt x="1043969" y="891292"/>
                    </a:lnTo>
                    <a:lnTo>
                      <a:pt x="963483" y="872242"/>
                    </a:lnTo>
                    <a:lnTo>
                      <a:pt x="1016918" y="812710"/>
                    </a:lnTo>
                    <a:lnTo>
                      <a:pt x="936432" y="793660"/>
                    </a:lnTo>
                    <a:lnTo>
                      <a:pt x="989867" y="734129"/>
                    </a:lnTo>
                    <a:lnTo>
                      <a:pt x="909381" y="715079"/>
                    </a:lnTo>
                    <a:lnTo>
                      <a:pt x="962816" y="655548"/>
                    </a:lnTo>
                    <a:lnTo>
                      <a:pt x="882234" y="636498"/>
                    </a:lnTo>
                    <a:lnTo>
                      <a:pt x="935765" y="576967"/>
                    </a:lnTo>
                    <a:lnTo>
                      <a:pt x="855183" y="557917"/>
                    </a:lnTo>
                    <a:lnTo>
                      <a:pt x="908619" y="498385"/>
                    </a:lnTo>
                    <a:lnTo>
                      <a:pt x="828132" y="479335"/>
                    </a:lnTo>
                    <a:lnTo>
                      <a:pt x="881568" y="419804"/>
                    </a:lnTo>
                    <a:lnTo>
                      <a:pt x="801081" y="400754"/>
                    </a:lnTo>
                    <a:lnTo>
                      <a:pt x="854517" y="341223"/>
                    </a:lnTo>
                    <a:lnTo>
                      <a:pt x="774030" y="322173"/>
                    </a:lnTo>
                    <a:lnTo>
                      <a:pt x="827466" y="262642"/>
                    </a:lnTo>
                    <a:lnTo>
                      <a:pt x="746884" y="243592"/>
                    </a:lnTo>
                    <a:lnTo>
                      <a:pt x="800415" y="183965"/>
                    </a:lnTo>
                    <a:lnTo>
                      <a:pt x="719833" y="164915"/>
                    </a:lnTo>
                    <a:lnTo>
                      <a:pt x="773364" y="105288"/>
                    </a:lnTo>
                    <a:lnTo>
                      <a:pt x="692782" y="86238"/>
                    </a:lnTo>
                    <a:lnTo>
                      <a:pt x="757838" y="13658"/>
                    </a:lnTo>
                    <a:lnTo>
                      <a:pt x="607724" y="-58"/>
                    </a:lnTo>
                    <a:lnTo>
                      <a:pt x="-66" y="666692"/>
                    </a:lnTo>
                    <a:cubicBezTo>
                      <a:pt x="4410" y="676217"/>
                      <a:pt x="1368200" y="2933642"/>
                      <a:pt x="1368200" y="2933642"/>
                    </a:cubicBezTo>
                    <a:cubicBezTo>
                      <a:pt x="1368200" y="2933642"/>
                      <a:pt x="1699670" y="2711329"/>
                      <a:pt x="1686811" y="2707138"/>
                    </a:cubicBezTo>
                    <a:close/>
                  </a:path>
                </a:pathLst>
              </a:custGeom>
              <a:solidFill>
                <a:srgbClr val="C6E3E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519FF2DF-EB8B-4CBA-B1EA-4ABB1809D7D3}"/>
                  </a:ext>
                </a:extLst>
              </p:cNvPr>
              <p:cNvSpPr/>
              <p:nvPr/>
            </p:nvSpPr>
            <p:spPr>
              <a:xfrm>
                <a:off x="3990498" y="1757362"/>
                <a:ext cx="1140068" cy="2830544"/>
              </a:xfrm>
              <a:custGeom>
                <a:avLst/>
                <a:gdLst>
                  <a:gd name="connsiteX0" fmla="*/ 975198 w 1140068"/>
                  <a:gd name="connsiteY0" fmla="*/ 2830487 h 2830544"/>
                  <a:gd name="connsiteX1" fmla="*/ 1139600 w 1140068"/>
                  <a:gd name="connsiteY1" fmla="*/ 2709900 h 2830544"/>
                  <a:gd name="connsiteX2" fmla="*/ 1136361 w 1140068"/>
                  <a:gd name="connsiteY2" fmla="*/ 2703137 h 2830544"/>
                  <a:gd name="connsiteX3" fmla="*/ 1038825 w 1140068"/>
                  <a:gd name="connsiteY3" fmla="*/ 2679896 h 2830544"/>
                  <a:gd name="connsiteX4" fmla="*/ 1092451 w 1140068"/>
                  <a:gd name="connsiteY4" fmla="*/ 2620555 h 2830544"/>
                  <a:gd name="connsiteX5" fmla="*/ 1011965 w 1140068"/>
                  <a:gd name="connsiteY5" fmla="*/ 2601505 h 2830544"/>
                  <a:gd name="connsiteX6" fmla="*/ 1065591 w 1140068"/>
                  <a:gd name="connsiteY6" fmla="*/ 2542165 h 2830544"/>
                  <a:gd name="connsiteX7" fmla="*/ 985104 w 1140068"/>
                  <a:gd name="connsiteY7" fmla="*/ 2523115 h 2830544"/>
                  <a:gd name="connsiteX8" fmla="*/ 1038730 w 1140068"/>
                  <a:gd name="connsiteY8" fmla="*/ 2463679 h 2830544"/>
                  <a:gd name="connsiteX9" fmla="*/ 958244 w 1140068"/>
                  <a:gd name="connsiteY9" fmla="*/ 2444629 h 2830544"/>
                  <a:gd name="connsiteX10" fmla="*/ 1011870 w 1140068"/>
                  <a:gd name="connsiteY10" fmla="*/ 2385193 h 2830544"/>
                  <a:gd name="connsiteX11" fmla="*/ 931383 w 1140068"/>
                  <a:gd name="connsiteY11" fmla="*/ 2366143 h 2830544"/>
                  <a:gd name="connsiteX12" fmla="*/ 985104 w 1140068"/>
                  <a:gd name="connsiteY12" fmla="*/ 2306707 h 2830544"/>
                  <a:gd name="connsiteX13" fmla="*/ 904618 w 1140068"/>
                  <a:gd name="connsiteY13" fmla="*/ 2287657 h 2830544"/>
                  <a:gd name="connsiteX14" fmla="*/ 958244 w 1140068"/>
                  <a:gd name="connsiteY14" fmla="*/ 2228221 h 2830544"/>
                  <a:gd name="connsiteX15" fmla="*/ 877758 w 1140068"/>
                  <a:gd name="connsiteY15" fmla="*/ 2209171 h 2830544"/>
                  <a:gd name="connsiteX16" fmla="*/ 931383 w 1140068"/>
                  <a:gd name="connsiteY16" fmla="*/ 2149735 h 2830544"/>
                  <a:gd name="connsiteX17" fmla="*/ 850897 w 1140068"/>
                  <a:gd name="connsiteY17" fmla="*/ 2130685 h 2830544"/>
                  <a:gd name="connsiteX18" fmla="*/ 904523 w 1140068"/>
                  <a:gd name="connsiteY18" fmla="*/ 2071248 h 2830544"/>
                  <a:gd name="connsiteX19" fmla="*/ 824037 w 1140068"/>
                  <a:gd name="connsiteY19" fmla="*/ 2052198 h 2830544"/>
                  <a:gd name="connsiteX20" fmla="*/ 877662 w 1140068"/>
                  <a:gd name="connsiteY20" fmla="*/ 1992763 h 2830544"/>
                  <a:gd name="connsiteX21" fmla="*/ 797176 w 1140068"/>
                  <a:gd name="connsiteY21" fmla="*/ 1973713 h 2830544"/>
                  <a:gd name="connsiteX22" fmla="*/ 850897 w 1140068"/>
                  <a:gd name="connsiteY22" fmla="*/ 1914277 h 2830544"/>
                  <a:gd name="connsiteX23" fmla="*/ 770411 w 1140068"/>
                  <a:gd name="connsiteY23" fmla="*/ 1895227 h 2830544"/>
                  <a:gd name="connsiteX24" fmla="*/ 824037 w 1140068"/>
                  <a:gd name="connsiteY24" fmla="*/ 1835790 h 2830544"/>
                  <a:gd name="connsiteX25" fmla="*/ 743550 w 1140068"/>
                  <a:gd name="connsiteY25" fmla="*/ 1816740 h 2830544"/>
                  <a:gd name="connsiteX26" fmla="*/ 797176 w 1140068"/>
                  <a:gd name="connsiteY26" fmla="*/ 1757305 h 2830544"/>
                  <a:gd name="connsiteX27" fmla="*/ 716690 w 1140068"/>
                  <a:gd name="connsiteY27" fmla="*/ 1738255 h 2830544"/>
                  <a:gd name="connsiteX28" fmla="*/ 770316 w 1140068"/>
                  <a:gd name="connsiteY28" fmla="*/ 1678819 h 2830544"/>
                  <a:gd name="connsiteX29" fmla="*/ 689829 w 1140068"/>
                  <a:gd name="connsiteY29" fmla="*/ 1659769 h 2830544"/>
                  <a:gd name="connsiteX30" fmla="*/ 743455 w 1140068"/>
                  <a:gd name="connsiteY30" fmla="*/ 1600332 h 2830544"/>
                  <a:gd name="connsiteX31" fmla="*/ 662969 w 1140068"/>
                  <a:gd name="connsiteY31" fmla="*/ 1581282 h 2830544"/>
                  <a:gd name="connsiteX32" fmla="*/ 716690 w 1140068"/>
                  <a:gd name="connsiteY32" fmla="*/ 1521847 h 2830544"/>
                  <a:gd name="connsiteX33" fmla="*/ 636204 w 1140068"/>
                  <a:gd name="connsiteY33" fmla="*/ 1502797 h 2830544"/>
                  <a:gd name="connsiteX34" fmla="*/ 689829 w 1140068"/>
                  <a:gd name="connsiteY34" fmla="*/ 1443361 h 2830544"/>
                  <a:gd name="connsiteX35" fmla="*/ 609343 w 1140068"/>
                  <a:gd name="connsiteY35" fmla="*/ 1424311 h 2830544"/>
                  <a:gd name="connsiteX36" fmla="*/ 662969 w 1140068"/>
                  <a:gd name="connsiteY36" fmla="*/ 1364874 h 2830544"/>
                  <a:gd name="connsiteX37" fmla="*/ 582483 w 1140068"/>
                  <a:gd name="connsiteY37" fmla="*/ 1345824 h 2830544"/>
                  <a:gd name="connsiteX38" fmla="*/ 636108 w 1140068"/>
                  <a:gd name="connsiteY38" fmla="*/ 1286389 h 2830544"/>
                  <a:gd name="connsiteX39" fmla="*/ 555622 w 1140068"/>
                  <a:gd name="connsiteY39" fmla="*/ 1267339 h 2830544"/>
                  <a:gd name="connsiteX40" fmla="*/ 609248 w 1140068"/>
                  <a:gd name="connsiteY40" fmla="*/ 1207903 h 2830544"/>
                  <a:gd name="connsiteX41" fmla="*/ 528762 w 1140068"/>
                  <a:gd name="connsiteY41" fmla="*/ 1188853 h 2830544"/>
                  <a:gd name="connsiteX42" fmla="*/ 582483 w 1140068"/>
                  <a:gd name="connsiteY42" fmla="*/ 1129416 h 2830544"/>
                  <a:gd name="connsiteX43" fmla="*/ 501996 w 1140068"/>
                  <a:gd name="connsiteY43" fmla="*/ 1110366 h 2830544"/>
                  <a:gd name="connsiteX44" fmla="*/ 555622 w 1140068"/>
                  <a:gd name="connsiteY44" fmla="*/ 1050931 h 2830544"/>
                  <a:gd name="connsiteX45" fmla="*/ 475136 w 1140068"/>
                  <a:gd name="connsiteY45" fmla="*/ 1031880 h 2830544"/>
                  <a:gd name="connsiteX46" fmla="*/ 528762 w 1140068"/>
                  <a:gd name="connsiteY46" fmla="*/ 972445 h 2830544"/>
                  <a:gd name="connsiteX47" fmla="*/ 448275 w 1140068"/>
                  <a:gd name="connsiteY47" fmla="*/ 953395 h 2830544"/>
                  <a:gd name="connsiteX48" fmla="*/ 501901 w 1140068"/>
                  <a:gd name="connsiteY48" fmla="*/ 893959 h 2830544"/>
                  <a:gd name="connsiteX49" fmla="*/ 421415 w 1140068"/>
                  <a:gd name="connsiteY49" fmla="*/ 874909 h 2830544"/>
                  <a:gd name="connsiteX50" fmla="*/ 475041 w 1140068"/>
                  <a:gd name="connsiteY50" fmla="*/ 815568 h 2830544"/>
                  <a:gd name="connsiteX51" fmla="*/ 394554 w 1140068"/>
                  <a:gd name="connsiteY51" fmla="*/ 796518 h 2830544"/>
                  <a:gd name="connsiteX52" fmla="*/ 448275 w 1140068"/>
                  <a:gd name="connsiteY52" fmla="*/ 737177 h 2830544"/>
                  <a:gd name="connsiteX53" fmla="*/ 367789 w 1140068"/>
                  <a:gd name="connsiteY53" fmla="*/ 718127 h 2830544"/>
                  <a:gd name="connsiteX54" fmla="*/ 421415 w 1140068"/>
                  <a:gd name="connsiteY54" fmla="*/ 658691 h 2830544"/>
                  <a:gd name="connsiteX55" fmla="*/ 340928 w 1140068"/>
                  <a:gd name="connsiteY55" fmla="*/ 639641 h 2830544"/>
                  <a:gd name="connsiteX56" fmla="*/ 394554 w 1140068"/>
                  <a:gd name="connsiteY56" fmla="*/ 580205 h 2830544"/>
                  <a:gd name="connsiteX57" fmla="*/ 314068 w 1140068"/>
                  <a:gd name="connsiteY57" fmla="*/ 561155 h 2830544"/>
                  <a:gd name="connsiteX58" fmla="*/ 367694 w 1140068"/>
                  <a:gd name="connsiteY58" fmla="*/ 501719 h 2830544"/>
                  <a:gd name="connsiteX59" fmla="*/ 287208 w 1140068"/>
                  <a:gd name="connsiteY59" fmla="*/ 482669 h 2830544"/>
                  <a:gd name="connsiteX60" fmla="*/ 340833 w 1140068"/>
                  <a:gd name="connsiteY60" fmla="*/ 423233 h 2830544"/>
                  <a:gd name="connsiteX61" fmla="*/ 260347 w 1140068"/>
                  <a:gd name="connsiteY61" fmla="*/ 404183 h 2830544"/>
                  <a:gd name="connsiteX62" fmla="*/ 314068 w 1140068"/>
                  <a:gd name="connsiteY62" fmla="*/ 344747 h 2830544"/>
                  <a:gd name="connsiteX63" fmla="*/ 233582 w 1140068"/>
                  <a:gd name="connsiteY63" fmla="*/ 325697 h 2830544"/>
                  <a:gd name="connsiteX64" fmla="*/ 287208 w 1140068"/>
                  <a:gd name="connsiteY64" fmla="*/ 266261 h 2830544"/>
                  <a:gd name="connsiteX65" fmla="*/ 206721 w 1140068"/>
                  <a:gd name="connsiteY65" fmla="*/ 247211 h 2830544"/>
                  <a:gd name="connsiteX66" fmla="*/ 260347 w 1140068"/>
                  <a:gd name="connsiteY66" fmla="*/ 187775 h 2830544"/>
                  <a:gd name="connsiteX67" fmla="*/ 179861 w 1140068"/>
                  <a:gd name="connsiteY67" fmla="*/ 168725 h 2830544"/>
                  <a:gd name="connsiteX68" fmla="*/ 233487 w 1140068"/>
                  <a:gd name="connsiteY68" fmla="*/ 109289 h 2830544"/>
                  <a:gd name="connsiteX69" fmla="*/ 153000 w 1140068"/>
                  <a:gd name="connsiteY69" fmla="*/ 90239 h 2830544"/>
                  <a:gd name="connsiteX70" fmla="*/ 218342 w 1140068"/>
                  <a:gd name="connsiteY70" fmla="*/ 17849 h 2830544"/>
                  <a:gd name="connsiteX71" fmla="*/ 68228 w 1140068"/>
                  <a:gd name="connsiteY71" fmla="*/ -58 h 2830544"/>
                  <a:gd name="connsiteX72" fmla="*/ -66 w 1140068"/>
                  <a:gd name="connsiteY72" fmla="*/ 74237 h 2830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1140068" h="2830544">
                    <a:moveTo>
                      <a:pt x="975198" y="2830487"/>
                    </a:moveTo>
                    <a:cubicBezTo>
                      <a:pt x="1059780" y="2772670"/>
                      <a:pt x="1146648" y="2712091"/>
                      <a:pt x="1139600" y="2709900"/>
                    </a:cubicBezTo>
                    <a:cubicBezTo>
                      <a:pt x="1138188" y="2707820"/>
                      <a:pt x="1137097" y="2705541"/>
                      <a:pt x="1136361" y="2703137"/>
                    </a:cubicBezTo>
                    <a:lnTo>
                      <a:pt x="1038825" y="2679896"/>
                    </a:lnTo>
                    <a:lnTo>
                      <a:pt x="1092451" y="2620555"/>
                    </a:lnTo>
                    <a:lnTo>
                      <a:pt x="1011965" y="2601505"/>
                    </a:lnTo>
                    <a:lnTo>
                      <a:pt x="1065591" y="2542165"/>
                    </a:lnTo>
                    <a:lnTo>
                      <a:pt x="985104" y="2523115"/>
                    </a:lnTo>
                    <a:lnTo>
                      <a:pt x="1038730" y="2463679"/>
                    </a:lnTo>
                    <a:lnTo>
                      <a:pt x="958244" y="2444629"/>
                    </a:lnTo>
                    <a:lnTo>
                      <a:pt x="1011870" y="2385193"/>
                    </a:lnTo>
                    <a:lnTo>
                      <a:pt x="931383" y="2366143"/>
                    </a:lnTo>
                    <a:lnTo>
                      <a:pt x="985104" y="2306707"/>
                    </a:lnTo>
                    <a:lnTo>
                      <a:pt x="904618" y="2287657"/>
                    </a:lnTo>
                    <a:lnTo>
                      <a:pt x="958244" y="2228221"/>
                    </a:lnTo>
                    <a:lnTo>
                      <a:pt x="877758" y="2209171"/>
                    </a:lnTo>
                    <a:lnTo>
                      <a:pt x="931383" y="2149735"/>
                    </a:lnTo>
                    <a:lnTo>
                      <a:pt x="850897" y="2130685"/>
                    </a:lnTo>
                    <a:lnTo>
                      <a:pt x="904523" y="2071248"/>
                    </a:lnTo>
                    <a:lnTo>
                      <a:pt x="824037" y="2052198"/>
                    </a:lnTo>
                    <a:lnTo>
                      <a:pt x="877662" y="1992763"/>
                    </a:lnTo>
                    <a:lnTo>
                      <a:pt x="797176" y="1973713"/>
                    </a:lnTo>
                    <a:lnTo>
                      <a:pt x="850897" y="1914277"/>
                    </a:lnTo>
                    <a:lnTo>
                      <a:pt x="770411" y="1895227"/>
                    </a:lnTo>
                    <a:lnTo>
                      <a:pt x="824037" y="1835790"/>
                    </a:lnTo>
                    <a:lnTo>
                      <a:pt x="743550" y="1816740"/>
                    </a:lnTo>
                    <a:lnTo>
                      <a:pt x="797176" y="1757305"/>
                    </a:lnTo>
                    <a:lnTo>
                      <a:pt x="716690" y="1738255"/>
                    </a:lnTo>
                    <a:lnTo>
                      <a:pt x="770316" y="1678819"/>
                    </a:lnTo>
                    <a:lnTo>
                      <a:pt x="689829" y="1659769"/>
                    </a:lnTo>
                    <a:lnTo>
                      <a:pt x="743455" y="1600332"/>
                    </a:lnTo>
                    <a:lnTo>
                      <a:pt x="662969" y="1581282"/>
                    </a:lnTo>
                    <a:lnTo>
                      <a:pt x="716690" y="1521847"/>
                    </a:lnTo>
                    <a:lnTo>
                      <a:pt x="636204" y="1502797"/>
                    </a:lnTo>
                    <a:lnTo>
                      <a:pt x="689829" y="1443361"/>
                    </a:lnTo>
                    <a:lnTo>
                      <a:pt x="609343" y="1424311"/>
                    </a:lnTo>
                    <a:lnTo>
                      <a:pt x="662969" y="1364874"/>
                    </a:lnTo>
                    <a:lnTo>
                      <a:pt x="582483" y="1345824"/>
                    </a:lnTo>
                    <a:lnTo>
                      <a:pt x="636108" y="1286389"/>
                    </a:lnTo>
                    <a:lnTo>
                      <a:pt x="555622" y="1267339"/>
                    </a:lnTo>
                    <a:lnTo>
                      <a:pt x="609248" y="1207903"/>
                    </a:lnTo>
                    <a:lnTo>
                      <a:pt x="528762" y="1188853"/>
                    </a:lnTo>
                    <a:lnTo>
                      <a:pt x="582483" y="1129416"/>
                    </a:lnTo>
                    <a:lnTo>
                      <a:pt x="501996" y="1110366"/>
                    </a:lnTo>
                    <a:lnTo>
                      <a:pt x="555622" y="1050931"/>
                    </a:lnTo>
                    <a:lnTo>
                      <a:pt x="475136" y="1031880"/>
                    </a:lnTo>
                    <a:lnTo>
                      <a:pt x="528762" y="972445"/>
                    </a:lnTo>
                    <a:lnTo>
                      <a:pt x="448275" y="953395"/>
                    </a:lnTo>
                    <a:lnTo>
                      <a:pt x="501901" y="893959"/>
                    </a:lnTo>
                    <a:lnTo>
                      <a:pt x="421415" y="874909"/>
                    </a:lnTo>
                    <a:lnTo>
                      <a:pt x="475041" y="815568"/>
                    </a:lnTo>
                    <a:lnTo>
                      <a:pt x="394554" y="796518"/>
                    </a:lnTo>
                    <a:lnTo>
                      <a:pt x="448275" y="737177"/>
                    </a:lnTo>
                    <a:lnTo>
                      <a:pt x="367789" y="718127"/>
                    </a:lnTo>
                    <a:lnTo>
                      <a:pt x="421415" y="658691"/>
                    </a:lnTo>
                    <a:lnTo>
                      <a:pt x="340928" y="639641"/>
                    </a:lnTo>
                    <a:lnTo>
                      <a:pt x="394554" y="580205"/>
                    </a:lnTo>
                    <a:lnTo>
                      <a:pt x="314068" y="561155"/>
                    </a:lnTo>
                    <a:lnTo>
                      <a:pt x="367694" y="501719"/>
                    </a:lnTo>
                    <a:lnTo>
                      <a:pt x="287208" y="482669"/>
                    </a:lnTo>
                    <a:lnTo>
                      <a:pt x="340833" y="423233"/>
                    </a:lnTo>
                    <a:lnTo>
                      <a:pt x="260347" y="404183"/>
                    </a:lnTo>
                    <a:lnTo>
                      <a:pt x="314068" y="344747"/>
                    </a:lnTo>
                    <a:lnTo>
                      <a:pt x="233582" y="325697"/>
                    </a:lnTo>
                    <a:lnTo>
                      <a:pt x="287208" y="266261"/>
                    </a:lnTo>
                    <a:lnTo>
                      <a:pt x="206721" y="247211"/>
                    </a:lnTo>
                    <a:lnTo>
                      <a:pt x="260347" y="187775"/>
                    </a:lnTo>
                    <a:lnTo>
                      <a:pt x="179861" y="168725"/>
                    </a:lnTo>
                    <a:lnTo>
                      <a:pt x="233487" y="109289"/>
                    </a:lnTo>
                    <a:lnTo>
                      <a:pt x="153000" y="90239"/>
                    </a:lnTo>
                    <a:lnTo>
                      <a:pt x="218342" y="17849"/>
                    </a:lnTo>
                    <a:lnTo>
                      <a:pt x="68228" y="-58"/>
                    </a:lnTo>
                    <a:lnTo>
                      <a:pt x="-66" y="74237"/>
                    </a:lnTo>
                    <a:close/>
                  </a:path>
                </a:pathLst>
              </a:custGeom>
              <a:solidFill>
                <a:srgbClr val="9FCEC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D68950FB-C5BD-421E-84B1-D8F0C420539B}"/>
                  </a:ext>
                </a:extLst>
              </p:cNvPr>
              <p:cNvSpPr/>
              <p:nvPr/>
            </p:nvSpPr>
            <p:spPr>
              <a:xfrm>
                <a:off x="2905601" y="1013649"/>
                <a:ext cx="1222724" cy="1467612"/>
              </a:xfrm>
              <a:custGeom>
                <a:avLst/>
                <a:gdLst>
                  <a:gd name="connsiteX0" fmla="*/ 1041302 w 1222724"/>
                  <a:gd name="connsiteY0" fmla="*/ 573823 h 1467612"/>
                  <a:gd name="connsiteX1" fmla="*/ 1019394 w 1222724"/>
                  <a:gd name="connsiteY1" fmla="*/ 747369 h 1467612"/>
                  <a:gd name="connsiteX2" fmla="*/ 639728 w 1222724"/>
                  <a:gd name="connsiteY2" fmla="*/ 1134179 h 1467612"/>
                  <a:gd name="connsiteX3" fmla="*/ 432178 w 1222724"/>
                  <a:gd name="connsiteY3" fmla="*/ 1193710 h 1467612"/>
                  <a:gd name="connsiteX4" fmla="*/ 49845 w 1222724"/>
                  <a:gd name="connsiteY4" fmla="*/ 540772 h 1467612"/>
                  <a:gd name="connsiteX5" fmla="*/ -66 w 1222724"/>
                  <a:gd name="connsiteY5" fmla="*/ 591921 h 1467612"/>
                  <a:gd name="connsiteX6" fmla="*/ 508283 w 1222724"/>
                  <a:gd name="connsiteY6" fmla="*/ 1467554 h 1467612"/>
                  <a:gd name="connsiteX7" fmla="*/ 898808 w 1222724"/>
                  <a:gd name="connsiteY7" fmla="*/ 1385449 h 1467612"/>
                  <a:gd name="connsiteX8" fmla="*/ 1222658 w 1222724"/>
                  <a:gd name="connsiteY8" fmla="*/ 753941 h 1467612"/>
                  <a:gd name="connsiteX9" fmla="*/ 762981 w 1222724"/>
                  <a:gd name="connsiteY9" fmla="*/ -58 h 1467612"/>
                  <a:gd name="connsiteX10" fmla="*/ 703164 w 1222724"/>
                  <a:gd name="connsiteY10" fmla="*/ 24231 h 1467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22724" h="1467612">
                    <a:moveTo>
                      <a:pt x="1041302" y="573823"/>
                    </a:moveTo>
                    <a:lnTo>
                      <a:pt x="1019394" y="747369"/>
                    </a:lnTo>
                    <a:lnTo>
                      <a:pt x="639728" y="1134179"/>
                    </a:lnTo>
                    <a:lnTo>
                      <a:pt x="432178" y="1193710"/>
                    </a:lnTo>
                    <a:lnTo>
                      <a:pt x="49845" y="540772"/>
                    </a:lnTo>
                    <a:lnTo>
                      <a:pt x="-66" y="591921"/>
                    </a:lnTo>
                    <a:lnTo>
                      <a:pt x="508283" y="1467554"/>
                    </a:lnTo>
                    <a:cubicBezTo>
                      <a:pt x="516665" y="1462792"/>
                      <a:pt x="898808" y="1385449"/>
                      <a:pt x="898808" y="1385449"/>
                    </a:cubicBezTo>
                    <a:lnTo>
                      <a:pt x="1222658" y="753941"/>
                    </a:lnTo>
                    <a:lnTo>
                      <a:pt x="762981" y="-58"/>
                    </a:lnTo>
                    <a:lnTo>
                      <a:pt x="703164" y="24231"/>
                    </a:lnTo>
                    <a:close/>
                  </a:path>
                </a:pathLst>
              </a:custGeom>
              <a:solidFill>
                <a:srgbClr val="8CC31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E0404DC0-7ABD-4658-B54B-E4F11373FA00}"/>
                  </a:ext>
                </a:extLst>
              </p:cNvPr>
              <p:cNvSpPr/>
              <p:nvPr/>
            </p:nvSpPr>
            <p:spPr>
              <a:xfrm>
                <a:off x="2956178" y="1037748"/>
                <a:ext cx="990790" cy="1169670"/>
              </a:xfrm>
              <a:custGeom>
                <a:avLst/>
                <a:gdLst>
                  <a:gd name="connsiteX0" fmla="*/ 587055 w 990790"/>
                  <a:gd name="connsiteY0" fmla="*/ 92716 h 1169670"/>
                  <a:gd name="connsiteX1" fmla="*/ 253680 w 990790"/>
                  <a:gd name="connsiteY1" fmla="*/ 246354 h 1169670"/>
                  <a:gd name="connsiteX2" fmla="*/ 97470 w 990790"/>
                  <a:gd name="connsiteY2" fmla="*/ 496004 h 1169670"/>
                  <a:gd name="connsiteX3" fmla="*/ -66 w 990790"/>
                  <a:gd name="connsiteY3" fmla="*/ 516483 h 1169670"/>
                  <a:gd name="connsiteX4" fmla="*/ -66 w 990790"/>
                  <a:gd name="connsiteY4" fmla="*/ 516483 h 1169670"/>
                  <a:gd name="connsiteX5" fmla="*/ 382267 w 990790"/>
                  <a:gd name="connsiteY5" fmla="*/ 1169612 h 1169670"/>
                  <a:gd name="connsiteX6" fmla="*/ 589150 w 990790"/>
                  <a:gd name="connsiteY6" fmla="*/ 1110081 h 1169670"/>
                  <a:gd name="connsiteX7" fmla="*/ 968817 w 990790"/>
                  <a:gd name="connsiteY7" fmla="*/ 723080 h 1169670"/>
                  <a:gd name="connsiteX8" fmla="*/ 990724 w 990790"/>
                  <a:gd name="connsiteY8" fmla="*/ 549535 h 1169670"/>
                  <a:gd name="connsiteX9" fmla="*/ 652587 w 990790"/>
                  <a:gd name="connsiteY9" fmla="*/ -58 h 1169670"/>
                  <a:gd name="connsiteX10" fmla="*/ 640395 w 990790"/>
                  <a:gd name="connsiteY10" fmla="*/ 5181 h 1169670"/>
                  <a:gd name="connsiteX11" fmla="*/ 587055 w 990790"/>
                  <a:gd name="connsiteY11" fmla="*/ 92716 h 1169670"/>
                  <a:gd name="connsiteX12" fmla="*/ 913953 w 990790"/>
                  <a:gd name="connsiteY12" fmla="*/ 547058 h 1169670"/>
                  <a:gd name="connsiteX13" fmla="*/ 900046 w 990790"/>
                  <a:gd name="connsiteY13" fmla="*/ 693076 h 1169670"/>
                  <a:gd name="connsiteX14" fmla="*/ 553622 w 990790"/>
                  <a:gd name="connsiteY14" fmla="*/ 1038262 h 1169670"/>
                  <a:gd name="connsiteX15" fmla="*/ 443608 w 990790"/>
                  <a:gd name="connsiteY15" fmla="*/ 1077315 h 1169670"/>
                  <a:gd name="connsiteX16" fmla="*/ 235963 w 990790"/>
                  <a:gd name="connsiteY16" fmla="*/ 722604 h 1169670"/>
                  <a:gd name="connsiteX17" fmla="*/ 763648 w 990790"/>
                  <a:gd name="connsiteY17" fmla="*/ 286549 h 116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90790" h="1169670">
                    <a:moveTo>
                      <a:pt x="587055" y="92716"/>
                    </a:moveTo>
                    <a:cubicBezTo>
                      <a:pt x="574196" y="88429"/>
                      <a:pt x="253680" y="246354"/>
                      <a:pt x="253680" y="246354"/>
                    </a:cubicBezTo>
                    <a:cubicBezTo>
                      <a:pt x="253680" y="246354"/>
                      <a:pt x="98994" y="489051"/>
                      <a:pt x="97470" y="496004"/>
                    </a:cubicBezTo>
                    <a:cubicBezTo>
                      <a:pt x="95946" y="502957"/>
                      <a:pt x="-66" y="516483"/>
                      <a:pt x="-66" y="516483"/>
                    </a:cubicBezTo>
                    <a:lnTo>
                      <a:pt x="-66" y="516483"/>
                    </a:lnTo>
                    <a:lnTo>
                      <a:pt x="382267" y="1169612"/>
                    </a:lnTo>
                    <a:lnTo>
                      <a:pt x="589150" y="1110081"/>
                    </a:lnTo>
                    <a:lnTo>
                      <a:pt x="968817" y="723080"/>
                    </a:lnTo>
                    <a:lnTo>
                      <a:pt x="990724" y="549535"/>
                    </a:lnTo>
                    <a:lnTo>
                      <a:pt x="652587" y="-58"/>
                    </a:lnTo>
                    <a:lnTo>
                      <a:pt x="640395" y="5181"/>
                    </a:lnTo>
                    <a:cubicBezTo>
                      <a:pt x="640395" y="5181"/>
                      <a:pt x="599913" y="96907"/>
                      <a:pt x="587055" y="92716"/>
                    </a:cubicBezTo>
                    <a:close/>
                    <a:moveTo>
                      <a:pt x="913953" y="547058"/>
                    </a:moveTo>
                    <a:lnTo>
                      <a:pt x="900046" y="693076"/>
                    </a:lnTo>
                    <a:lnTo>
                      <a:pt x="553622" y="1038262"/>
                    </a:lnTo>
                    <a:lnTo>
                      <a:pt x="443608" y="1077315"/>
                    </a:lnTo>
                    <a:lnTo>
                      <a:pt x="235963" y="722604"/>
                    </a:lnTo>
                    <a:lnTo>
                      <a:pt x="763648" y="286549"/>
                    </a:lnTo>
                    <a:close/>
                  </a:path>
                </a:pathLst>
              </a:custGeom>
              <a:solidFill>
                <a:srgbClr val="759E0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35891769-AA59-45EE-BE96-E368CEBACE74}"/>
                  </a:ext>
                </a:extLst>
              </p:cNvPr>
              <p:cNvSpPr/>
              <p:nvPr/>
            </p:nvSpPr>
            <p:spPr>
              <a:xfrm>
                <a:off x="4082415" y="2757963"/>
                <a:ext cx="1065466" cy="2530983"/>
              </a:xfrm>
              <a:custGeom>
                <a:avLst/>
                <a:gdLst>
                  <a:gd name="connsiteX0" fmla="*/ 1065400 w 1065466"/>
                  <a:gd name="connsiteY0" fmla="*/ 1032738 h 2530983"/>
                  <a:gd name="connsiteX1" fmla="*/ 973293 w 1065466"/>
                  <a:gd name="connsiteY1" fmla="*/ 1032738 h 2530983"/>
                  <a:gd name="connsiteX2" fmla="*/ 973293 w 1065466"/>
                  <a:gd name="connsiteY2" fmla="*/ 321601 h 2530983"/>
                  <a:gd name="connsiteX3" fmla="*/ 672303 w 1065466"/>
                  <a:gd name="connsiteY3" fmla="*/ -58 h 2530983"/>
                  <a:gd name="connsiteX4" fmla="*/ 371409 w 1065466"/>
                  <a:gd name="connsiteY4" fmla="*/ 321601 h 2530983"/>
                  <a:gd name="connsiteX5" fmla="*/ 371409 w 1065466"/>
                  <a:gd name="connsiteY5" fmla="*/ 1032738 h 2530983"/>
                  <a:gd name="connsiteX6" fmla="*/ -66 w 1065466"/>
                  <a:gd name="connsiteY6" fmla="*/ 1032738 h 2530983"/>
                  <a:gd name="connsiteX7" fmla="*/ -66 w 1065466"/>
                  <a:gd name="connsiteY7" fmla="*/ 2530925 h 2530983"/>
                  <a:gd name="connsiteX8" fmla="*/ 1065400 w 1065466"/>
                  <a:gd name="connsiteY8" fmla="*/ 2530925 h 253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65466" h="2530983">
                    <a:moveTo>
                      <a:pt x="1065400" y="1032738"/>
                    </a:moveTo>
                    <a:lnTo>
                      <a:pt x="973293" y="1032738"/>
                    </a:lnTo>
                    <a:lnTo>
                      <a:pt x="973293" y="321601"/>
                    </a:lnTo>
                    <a:cubicBezTo>
                      <a:pt x="973293" y="143960"/>
                      <a:pt x="838515" y="-58"/>
                      <a:pt x="672303" y="-58"/>
                    </a:cubicBezTo>
                    <a:cubicBezTo>
                      <a:pt x="506092" y="-58"/>
                      <a:pt x="371409" y="143960"/>
                      <a:pt x="371409" y="321601"/>
                    </a:cubicBezTo>
                    <a:lnTo>
                      <a:pt x="371409" y="1032738"/>
                    </a:lnTo>
                    <a:lnTo>
                      <a:pt x="-66" y="1032738"/>
                    </a:lnTo>
                    <a:lnTo>
                      <a:pt x="-66" y="2530925"/>
                    </a:lnTo>
                    <a:lnTo>
                      <a:pt x="1065400" y="2530925"/>
                    </a:lnTo>
                    <a:close/>
                  </a:path>
                </a:pathLst>
              </a:custGeom>
              <a:solidFill>
                <a:srgbClr val="E093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89641A94-062D-40DF-9DD1-5227B749D724}"/>
                  </a:ext>
                </a:extLst>
              </p:cNvPr>
              <p:cNvSpPr/>
              <p:nvPr/>
            </p:nvSpPr>
            <p:spPr>
              <a:xfrm>
                <a:off x="5287327" y="4029836"/>
                <a:ext cx="1662969" cy="1259109"/>
              </a:xfrm>
              <a:custGeom>
                <a:avLst/>
                <a:gdLst>
                  <a:gd name="connsiteX0" fmla="*/ 0 w 1662969"/>
                  <a:gd name="connsiteY0" fmla="*/ 0 h 1259109"/>
                  <a:gd name="connsiteX1" fmla="*/ 1662970 w 1662969"/>
                  <a:gd name="connsiteY1" fmla="*/ 0 h 1259109"/>
                  <a:gd name="connsiteX2" fmla="*/ 1662970 w 1662969"/>
                  <a:gd name="connsiteY2" fmla="*/ 1259110 h 1259109"/>
                  <a:gd name="connsiteX3" fmla="*/ 0 w 1662969"/>
                  <a:gd name="connsiteY3" fmla="*/ 1259110 h 1259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2969" h="1259109">
                    <a:moveTo>
                      <a:pt x="0" y="0"/>
                    </a:moveTo>
                    <a:lnTo>
                      <a:pt x="1662970" y="0"/>
                    </a:lnTo>
                    <a:lnTo>
                      <a:pt x="1662970" y="1259110"/>
                    </a:lnTo>
                    <a:lnTo>
                      <a:pt x="0" y="1259110"/>
                    </a:lnTo>
                    <a:close/>
                  </a:path>
                </a:pathLst>
              </a:custGeom>
              <a:solidFill>
                <a:srgbClr val="DE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41C289B5-FC5C-4BC6-97DD-C56DC982345C}"/>
                  </a:ext>
                </a:extLst>
              </p:cNvPr>
              <p:cNvSpPr/>
              <p:nvPr/>
            </p:nvSpPr>
            <p:spPr>
              <a:xfrm>
                <a:off x="4587906" y="2757963"/>
                <a:ext cx="197739" cy="154495"/>
              </a:xfrm>
              <a:custGeom>
                <a:avLst/>
                <a:gdLst>
                  <a:gd name="connsiteX0" fmla="*/ 0 w 197739"/>
                  <a:gd name="connsiteY0" fmla="*/ 0 h 154495"/>
                  <a:gd name="connsiteX1" fmla="*/ 197739 w 197739"/>
                  <a:gd name="connsiteY1" fmla="*/ 0 h 154495"/>
                  <a:gd name="connsiteX2" fmla="*/ 197739 w 197739"/>
                  <a:gd name="connsiteY2" fmla="*/ 154496 h 154495"/>
                  <a:gd name="connsiteX3" fmla="*/ 0 w 197739"/>
                  <a:gd name="connsiteY3" fmla="*/ 154496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739" h="154495">
                    <a:moveTo>
                      <a:pt x="0" y="0"/>
                    </a:moveTo>
                    <a:lnTo>
                      <a:pt x="197739" y="0"/>
                    </a:lnTo>
                    <a:lnTo>
                      <a:pt x="197739" y="154496"/>
                    </a:lnTo>
                    <a:lnTo>
                      <a:pt x="0" y="154496"/>
                    </a:lnTo>
                    <a:close/>
                  </a:path>
                </a:pathLst>
              </a:custGeom>
              <a:solidFill>
                <a:srgbClr val="E093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C285A00D-4DDD-4CB0-BA90-B621C5BAF83F}"/>
                  </a:ext>
                </a:extLst>
              </p:cNvPr>
              <p:cNvSpPr/>
              <p:nvPr/>
            </p:nvSpPr>
            <p:spPr>
              <a:xfrm>
                <a:off x="3942873" y="2757963"/>
                <a:ext cx="1344453" cy="2530983"/>
              </a:xfrm>
              <a:custGeom>
                <a:avLst/>
                <a:gdLst>
                  <a:gd name="connsiteX0" fmla="*/ 973388 w 1344453"/>
                  <a:gd name="connsiteY0" fmla="*/ 1032738 h 2530983"/>
                  <a:gd name="connsiteX1" fmla="*/ 973388 w 1344453"/>
                  <a:gd name="connsiteY1" fmla="*/ 321601 h 2530983"/>
                  <a:gd name="connsiteX2" fmla="*/ 672399 w 1344453"/>
                  <a:gd name="connsiteY2" fmla="*/ -58 h 2530983"/>
                  <a:gd name="connsiteX3" fmla="*/ 672399 w 1344453"/>
                  <a:gd name="connsiteY3" fmla="*/ -58 h 2530983"/>
                  <a:gd name="connsiteX4" fmla="*/ 371409 w 1344453"/>
                  <a:gd name="connsiteY4" fmla="*/ 321601 h 2530983"/>
                  <a:gd name="connsiteX5" fmla="*/ 371409 w 1344453"/>
                  <a:gd name="connsiteY5" fmla="*/ 1032738 h 2530983"/>
                  <a:gd name="connsiteX6" fmla="*/ -66 w 1344453"/>
                  <a:gd name="connsiteY6" fmla="*/ 1032738 h 2530983"/>
                  <a:gd name="connsiteX7" fmla="*/ -66 w 1344453"/>
                  <a:gd name="connsiteY7" fmla="*/ 2530925 h 2530983"/>
                  <a:gd name="connsiteX8" fmla="*/ 1344387 w 1344453"/>
                  <a:gd name="connsiteY8" fmla="*/ 2530925 h 2530983"/>
                  <a:gd name="connsiteX9" fmla="*/ 1344387 w 1344453"/>
                  <a:gd name="connsiteY9" fmla="*/ 1032738 h 253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44453" h="2530983">
                    <a:moveTo>
                      <a:pt x="973388" y="1032738"/>
                    </a:moveTo>
                    <a:lnTo>
                      <a:pt x="973388" y="321601"/>
                    </a:lnTo>
                    <a:cubicBezTo>
                      <a:pt x="973388" y="143960"/>
                      <a:pt x="838610" y="-58"/>
                      <a:pt x="672399" y="-58"/>
                    </a:cubicBezTo>
                    <a:lnTo>
                      <a:pt x="672399" y="-58"/>
                    </a:lnTo>
                    <a:cubicBezTo>
                      <a:pt x="506187" y="-58"/>
                      <a:pt x="371409" y="143960"/>
                      <a:pt x="371409" y="321601"/>
                    </a:cubicBezTo>
                    <a:lnTo>
                      <a:pt x="371409" y="1032738"/>
                    </a:lnTo>
                    <a:lnTo>
                      <a:pt x="-66" y="1032738"/>
                    </a:lnTo>
                    <a:lnTo>
                      <a:pt x="-66" y="2530925"/>
                    </a:lnTo>
                    <a:lnTo>
                      <a:pt x="1344387" y="2530925"/>
                    </a:lnTo>
                    <a:lnTo>
                      <a:pt x="1344387" y="1032738"/>
                    </a:lnTo>
                    <a:close/>
                  </a:path>
                </a:pathLst>
              </a:custGeom>
              <a:solidFill>
                <a:srgbClr val="BB5E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3E0F0917-7FA8-45E4-AFF2-A210858A6190}"/>
                  </a:ext>
                </a:extLst>
              </p:cNvPr>
              <p:cNvSpPr/>
              <p:nvPr/>
            </p:nvSpPr>
            <p:spPr>
              <a:xfrm>
                <a:off x="4445031" y="2910172"/>
                <a:ext cx="340613" cy="364045"/>
              </a:xfrm>
              <a:custGeom>
                <a:avLst/>
                <a:gdLst>
                  <a:gd name="connsiteX0" fmla="*/ 340614 w 340613"/>
                  <a:gd name="connsiteY0" fmla="*/ 182023 h 364045"/>
                  <a:gd name="connsiteX1" fmla="*/ 170307 w 340613"/>
                  <a:gd name="connsiteY1" fmla="*/ 364046 h 364045"/>
                  <a:gd name="connsiteX2" fmla="*/ 0 w 340613"/>
                  <a:gd name="connsiteY2" fmla="*/ 182023 h 364045"/>
                  <a:gd name="connsiteX3" fmla="*/ 170307 w 340613"/>
                  <a:gd name="connsiteY3" fmla="*/ 0 h 364045"/>
                  <a:gd name="connsiteX4" fmla="*/ 340614 w 340613"/>
                  <a:gd name="connsiteY4" fmla="*/ 182023 h 36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0613" h="364045">
                    <a:moveTo>
                      <a:pt x="340614" y="182023"/>
                    </a:moveTo>
                    <a:cubicBezTo>
                      <a:pt x="340614" y="282551"/>
                      <a:pt x="264365" y="364046"/>
                      <a:pt x="170307" y="364046"/>
                    </a:cubicBezTo>
                    <a:cubicBezTo>
                      <a:pt x="76249" y="364046"/>
                      <a:pt x="0" y="282551"/>
                      <a:pt x="0" y="182023"/>
                    </a:cubicBezTo>
                    <a:cubicBezTo>
                      <a:pt x="0" y="81494"/>
                      <a:pt x="76249" y="0"/>
                      <a:pt x="170307" y="0"/>
                    </a:cubicBezTo>
                    <a:cubicBezTo>
                      <a:pt x="264365" y="0"/>
                      <a:pt x="340614" y="81494"/>
                      <a:pt x="340614" y="182023"/>
                    </a:cubicBezTo>
                    <a:close/>
                  </a:path>
                </a:pathLst>
              </a:custGeom>
              <a:solidFill>
                <a:srgbClr val="DE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670C7699-4455-4F9A-AA00-61021C2CCBF2}"/>
                  </a:ext>
                </a:extLst>
              </p:cNvPr>
              <p:cNvSpPr/>
              <p:nvPr/>
            </p:nvSpPr>
            <p:spPr>
              <a:xfrm>
                <a:off x="6950297" y="3790759"/>
                <a:ext cx="129444" cy="1498187"/>
              </a:xfrm>
              <a:custGeom>
                <a:avLst/>
                <a:gdLst>
                  <a:gd name="connsiteX0" fmla="*/ 0 w 129444"/>
                  <a:gd name="connsiteY0" fmla="*/ 0 h 1498187"/>
                  <a:gd name="connsiteX1" fmla="*/ 129445 w 129444"/>
                  <a:gd name="connsiteY1" fmla="*/ 0 h 1498187"/>
                  <a:gd name="connsiteX2" fmla="*/ 129445 w 129444"/>
                  <a:gd name="connsiteY2" fmla="*/ 1498187 h 1498187"/>
                  <a:gd name="connsiteX3" fmla="*/ 0 w 129444"/>
                  <a:gd name="connsiteY3" fmla="*/ 1498187 h 1498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444" h="1498187">
                    <a:moveTo>
                      <a:pt x="0" y="0"/>
                    </a:moveTo>
                    <a:lnTo>
                      <a:pt x="129445" y="0"/>
                    </a:lnTo>
                    <a:lnTo>
                      <a:pt x="129445" y="1498187"/>
                    </a:lnTo>
                    <a:lnTo>
                      <a:pt x="0" y="1498187"/>
                    </a:lnTo>
                    <a:close/>
                  </a:path>
                </a:pathLst>
              </a:custGeom>
              <a:solidFill>
                <a:srgbClr val="E093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FB169358-E90B-4BEA-B388-EE759C359840}"/>
                  </a:ext>
                </a:extLst>
              </p:cNvPr>
              <p:cNvSpPr/>
              <p:nvPr/>
            </p:nvSpPr>
            <p:spPr>
              <a:xfrm>
                <a:off x="5287327" y="3790759"/>
                <a:ext cx="129444" cy="1498187"/>
              </a:xfrm>
              <a:custGeom>
                <a:avLst/>
                <a:gdLst>
                  <a:gd name="connsiteX0" fmla="*/ 0 w 129444"/>
                  <a:gd name="connsiteY0" fmla="*/ 0 h 1498187"/>
                  <a:gd name="connsiteX1" fmla="*/ 129445 w 129444"/>
                  <a:gd name="connsiteY1" fmla="*/ 0 h 1498187"/>
                  <a:gd name="connsiteX2" fmla="*/ 129445 w 129444"/>
                  <a:gd name="connsiteY2" fmla="*/ 1498187 h 1498187"/>
                  <a:gd name="connsiteX3" fmla="*/ 0 w 129444"/>
                  <a:gd name="connsiteY3" fmla="*/ 1498187 h 1498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444" h="1498187">
                    <a:moveTo>
                      <a:pt x="0" y="0"/>
                    </a:moveTo>
                    <a:lnTo>
                      <a:pt x="129445" y="0"/>
                    </a:lnTo>
                    <a:lnTo>
                      <a:pt x="129445" y="1498187"/>
                    </a:lnTo>
                    <a:lnTo>
                      <a:pt x="0" y="1498187"/>
                    </a:lnTo>
                    <a:close/>
                  </a:path>
                </a:pathLst>
              </a:custGeom>
              <a:solidFill>
                <a:srgbClr val="E093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EF91DBCD-A41B-40F8-AD3F-17555EC7D3D7}"/>
                  </a:ext>
                </a:extLst>
              </p:cNvPr>
              <p:cNvSpPr/>
              <p:nvPr/>
            </p:nvSpPr>
            <p:spPr>
              <a:xfrm>
                <a:off x="5416772" y="4029836"/>
                <a:ext cx="1533525" cy="52387"/>
              </a:xfrm>
              <a:custGeom>
                <a:avLst/>
                <a:gdLst>
                  <a:gd name="connsiteX0" fmla="*/ 0 w 1533525"/>
                  <a:gd name="connsiteY0" fmla="*/ 0 h 52387"/>
                  <a:gd name="connsiteX1" fmla="*/ 1533525 w 1533525"/>
                  <a:gd name="connsiteY1" fmla="*/ 0 h 52387"/>
                  <a:gd name="connsiteX2" fmla="*/ 1533525 w 1533525"/>
                  <a:gd name="connsiteY2" fmla="*/ 52387 h 52387"/>
                  <a:gd name="connsiteX3" fmla="*/ 0 w 1533525"/>
                  <a:gd name="connsiteY3" fmla="*/ 52387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3525" h="52387">
                    <a:moveTo>
                      <a:pt x="0" y="0"/>
                    </a:moveTo>
                    <a:lnTo>
                      <a:pt x="1533525" y="0"/>
                    </a:lnTo>
                    <a:lnTo>
                      <a:pt x="1533525" y="52387"/>
                    </a:lnTo>
                    <a:lnTo>
                      <a:pt x="0" y="52387"/>
                    </a:lnTo>
                    <a:close/>
                  </a:path>
                </a:pathLst>
              </a:custGeom>
              <a:solidFill>
                <a:srgbClr val="5E32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2F986269-B783-4244-88D1-AF84096F384D}"/>
                  </a:ext>
                </a:extLst>
              </p:cNvPr>
              <p:cNvSpPr/>
              <p:nvPr/>
            </p:nvSpPr>
            <p:spPr>
              <a:xfrm>
                <a:off x="3817189" y="4484274"/>
                <a:ext cx="332281" cy="472249"/>
              </a:xfrm>
              <a:custGeom>
                <a:avLst/>
                <a:gdLst>
                  <a:gd name="connsiteX0" fmla="*/ -17 w 332281"/>
                  <a:gd name="connsiteY0" fmla="*/ 363130 h 472249"/>
                  <a:gd name="connsiteX1" fmla="*/ 236965 w 332281"/>
                  <a:gd name="connsiteY1" fmla="*/ -58 h 472249"/>
                  <a:gd name="connsiteX2" fmla="*/ 332215 w 332281"/>
                  <a:gd name="connsiteY2" fmla="*/ 472191 h 472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2281" h="472249">
                    <a:moveTo>
                      <a:pt x="-17" y="363130"/>
                    </a:moveTo>
                    <a:cubicBezTo>
                      <a:pt x="-4018" y="331222"/>
                      <a:pt x="236965" y="-58"/>
                      <a:pt x="236965" y="-58"/>
                    </a:cubicBezTo>
                    <a:lnTo>
                      <a:pt x="332215" y="472191"/>
                    </a:lnTo>
                    <a:close/>
                  </a:path>
                </a:pathLst>
              </a:custGeom>
              <a:solidFill>
                <a:srgbClr val="637A8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26CF8C86-751A-4297-84BB-D6346493A972}"/>
                  </a:ext>
                </a:extLst>
              </p:cNvPr>
              <p:cNvSpPr/>
              <p:nvPr/>
            </p:nvSpPr>
            <p:spPr>
              <a:xfrm>
                <a:off x="3722274" y="4414075"/>
                <a:ext cx="166687" cy="145160"/>
              </a:xfrm>
              <a:custGeom>
                <a:avLst/>
                <a:gdLst>
                  <a:gd name="connsiteX0" fmla="*/ 134874 w 166687"/>
                  <a:gd name="connsiteY0" fmla="*/ 145161 h 145160"/>
                  <a:gd name="connsiteX1" fmla="*/ 0 w 166687"/>
                  <a:gd name="connsiteY1" fmla="*/ 53149 h 145160"/>
                  <a:gd name="connsiteX2" fmla="*/ 31814 w 166687"/>
                  <a:gd name="connsiteY2" fmla="*/ 0 h 145160"/>
                  <a:gd name="connsiteX3" fmla="*/ 166688 w 166687"/>
                  <a:gd name="connsiteY3" fmla="*/ 92011 h 145160"/>
                  <a:gd name="connsiteX4" fmla="*/ 134874 w 166687"/>
                  <a:gd name="connsiteY4" fmla="*/ 145161 h 145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687" h="145160">
                    <a:moveTo>
                      <a:pt x="134874" y="145161"/>
                    </a:moveTo>
                    <a:lnTo>
                      <a:pt x="0" y="53149"/>
                    </a:lnTo>
                    <a:lnTo>
                      <a:pt x="31814" y="0"/>
                    </a:lnTo>
                    <a:lnTo>
                      <a:pt x="166688" y="92011"/>
                    </a:lnTo>
                    <a:lnTo>
                      <a:pt x="134874" y="145161"/>
                    </a:lnTo>
                    <a:close/>
                  </a:path>
                </a:pathLst>
              </a:custGeom>
              <a:solidFill>
                <a:srgbClr val="7B8C9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86583F67-EFC6-4500-8A46-6CFC47B3D52E}"/>
                  </a:ext>
                </a:extLst>
              </p:cNvPr>
              <p:cNvSpPr/>
              <p:nvPr/>
            </p:nvSpPr>
            <p:spPr>
              <a:xfrm>
                <a:off x="3614642" y="4509610"/>
                <a:ext cx="114585" cy="94487"/>
              </a:xfrm>
              <a:custGeom>
                <a:avLst/>
                <a:gdLst>
                  <a:gd name="connsiteX0" fmla="*/ 95345 w 114585"/>
                  <a:gd name="connsiteY0" fmla="*/ 94488 h 94487"/>
                  <a:gd name="connsiteX1" fmla="*/ 0 w 114585"/>
                  <a:gd name="connsiteY1" fmla="*/ 35719 h 94487"/>
                  <a:gd name="connsiteX2" fmla="*/ 19240 w 114585"/>
                  <a:gd name="connsiteY2" fmla="*/ 0 h 94487"/>
                  <a:gd name="connsiteX3" fmla="*/ 114586 w 114585"/>
                  <a:gd name="connsiteY3" fmla="*/ 58864 h 94487"/>
                  <a:gd name="connsiteX4" fmla="*/ 95345 w 114585"/>
                  <a:gd name="connsiteY4" fmla="*/ 94488 h 94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585" h="94487">
                    <a:moveTo>
                      <a:pt x="95345" y="94488"/>
                    </a:moveTo>
                    <a:lnTo>
                      <a:pt x="0" y="35719"/>
                    </a:lnTo>
                    <a:lnTo>
                      <a:pt x="19240" y="0"/>
                    </a:lnTo>
                    <a:lnTo>
                      <a:pt x="114586" y="58864"/>
                    </a:lnTo>
                    <a:lnTo>
                      <a:pt x="95345" y="94488"/>
                    </a:lnTo>
                    <a:close/>
                  </a:path>
                </a:pathLst>
              </a:custGeom>
              <a:solidFill>
                <a:srgbClr val="5758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14F614F4-D3CF-4109-8A76-D664E2CB7342}"/>
                  </a:ext>
                </a:extLst>
              </p:cNvPr>
              <p:cNvSpPr/>
              <p:nvPr/>
            </p:nvSpPr>
            <p:spPr>
              <a:xfrm>
                <a:off x="3633025" y="4475606"/>
                <a:ext cx="114585" cy="94487"/>
              </a:xfrm>
              <a:custGeom>
                <a:avLst/>
                <a:gdLst>
                  <a:gd name="connsiteX0" fmla="*/ 95345 w 114585"/>
                  <a:gd name="connsiteY0" fmla="*/ 94488 h 94487"/>
                  <a:gd name="connsiteX1" fmla="*/ 0 w 114585"/>
                  <a:gd name="connsiteY1" fmla="*/ 35623 h 94487"/>
                  <a:gd name="connsiteX2" fmla="*/ 19241 w 114585"/>
                  <a:gd name="connsiteY2" fmla="*/ 0 h 94487"/>
                  <a:gd name="connsiteX3" fmla="*/ 114586 w 114585"/>
                  <a:gd name="connsiteY3" fmla="*/ 58864 h 94487"/>
                  <a:gd name="connsiteX4" fmla="*/ 95345 w 114585"/>
                  <a:gd name="connsiteY4" fmla="*/ 94488 h 94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585" h="94487">
                    <a:moveTo>
                      <a:pt x="95345" y="94488"/>
                    </a:moveTo>
                    <a:lnTo>
                      <a:pt x="0" y="35623"/>
                    </a:lnTo>
                    <a:lnTo>
                      <a:pt x="19241" y="0"/>
                    </a:lnTo>
                    <a:lnTo>
                      <a:pt x="114586" y="58864"/>
                    </a:lnTo>
                    <a:lnTo>
                      <a:pt x="95345" y="94488"/>
                    </a:lnTo>
                    <a:close/>
                  </a:path>
                </a:pathLst>
              </a:custGeom>
              <a:solidFill>
                <a:srgbClr val="8E90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39ECEFD2-9897-4CCD-9BCF-F9729AF6C53C}"/>
                  </a:ext>
                </a:extLst>
              </p:cNvPr>
              <p:cNvSpPr/>
              <p:nvPr/>
            </p:nvSpPr>
            <p:spPr>
              <a:xfrm>
                <a:off x="3651504" y="4441411"/>
                <a:ext cx="114585" cy="94487"/>
              </a:xfrm>
              <a:custGeom>
                <a:avLst/>
                <a:gdLst>
                  <a:gd name="connsiteX0" fmla="*/ 95345 w 114585"/>
                  <a:gd name="connsiteY0" fmla="*/ 94488 h 94487"/>
                  <a:gd name="connsiteX1" fmla="*/ 0 w 114585"/>
                  <a:gd name="connsiteY1" fmla="*/ 35623 h 94487"/>
                  <a:gd name="connsiteX2" fmla="*/ 19241 w 114585"/>
                  <a:gd name="connsiteY2" fmla="*/ 0 h 94487"/>
                  <a:gd name="connsiteX3" fmla="*/ 114586 w 114585"/>
                  <a:gd name="connsiteY3" fmla="*/ 58864 h 94487"/>
                  <a:gd name="connsiteX4" fmla="*/ 95345 w 114585"/>
                  <a:gd name="connsiteY4" fmla="*/ 94488 h 94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585" h="94487">
                    <a:moveTo>
                      <a:pt x="95345" y="94488"/>
                    </a:moveTo>
                    <a:lnTo>
                      <a:pt x="0" y="35623"/>
                    </a:lnTo>
                    <a:lnTo>
                      <a:pt x="19241" y="0"/>
                    </a:lnTo>
                    <a:lnTo>
                      <a:pt x="114586" y="58864"/>
                    </a:lnTo>
                    <a:lnTo>
                      <a:pt x="95345" y="94488"/>
                    </a:lnTo>
                    <a:close/>
                  </a:path>
                </a:pathLst>
              </a:custGeom>
              <a:solidFill>
                <a:srgbClr val="5758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09FE6E9D-19D9-41E9-9D39-0A23AE514E12}"/>
                  </a:ext>
                </a:extLst>
              </p:cNvPr>
              <p:cNvSpPr/>
              <p:nvPr/>
            </p:nvSpPr>
            <p:spPr>
              <a:xfrm>
                <a:off x="3669887" y="4407312"/>
                <a:ext cx="114585" cy="94488"/>
              </a:xfrm>
              <a:custGeom>
                <a:avLst/>
                <a:gdLst>
                  <a:gd name="connsiteX0" fmla="*/ 95345 w 114585"/>
                  <a:gd name="connsiteY0" fmla="*/ 94488 h 94488"/>
                  <a:gd name="connsiteX1" fmla="*/ 0 w 114585"/>
                  <a:gd name="connsiteY1" fmla="*/ 35719 h 94488"/>
                  <a:gd name="connsiteX2" fmla="*/ 19241 w 114585"/>
                  <a:gd name="connsiteY2" fmla="*/ 0 h 94488"/>
                  <a:gd name="connsiteX3" fmla="*/ 114586 w 114585"/>
                  <a:gd name="connsiteY3" fmla="*/ 58865 h 94488"/>
                  <a:gd name="connsiteX4" fmla="*/ 95345 w 114585"/>
                  <a:gd name="connsiteY4" fmla="*/ 94488 h 94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585" h="94488">
                    <a:moveTo>
                      <a:pt x="95345" y="94488"/>
                    </a:moveTo>
                    <a:lnTo>
                      <a:pt x="0" y="35719"/>
                    </a:lnTo>
                    <a:lnTo>
                      <a:pt x="19241" y="0"/>
                    </a:lnTo>
                    <a:lnTo>
                      <a:pt x="114586" y="58865"/>
                    </a:lnTo>
                    <a:lnTo>
                      <a:pt x="95345" y="94488"/>
                    </a:lnTo>
                    <a:close/>
                  </a:path>
                </a:pathLst>
              </a:custGeom>
              <a:solidFill>
                <a:srgbClr val="8E90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74873A3D-48FB-49D0-B9F8-E2A704532D59}"/>
                  </a:ext>
                </a:extLst>
              </p:cNvPr>
              <p:cNvSpPr/>
              <p:nvPr/>
            </p:nvSpPr>
            <p:spPr>
              <a:xfrm>
                <a:off x="3686841" y="4375975"/>
                <a:ext cx="114585" cy="94487"/>
              </a:xfrm>
              <a:custGeom>
                <a:avLst/>
                <a:gdLst>
                  <a:gd name="connsiteX0" fmla="*/ 95345 w 114585"/>
                  <a:gd name="connsiteY0" fmla="*/ 94488 h 94487"/>
                  <a:gd name="connsiteX1" fmla="*/ 0 w 114585"/>
                  <a:gd name="connsiteY1" fmla="*/ 35623 h 94487"/>
                  <a:gd name="connsiteX2" fmla="*/ 19240 w 114585"/>
                  <a:gd name="connsiteY2" fmla="*/ 0 h 94487"/>
                  <a:gd name="connsiteX3" fmla="*/ 114586 w 114585"/>
                  <a:gd name="connsiteY3" fmla="*/ 58864 h 94487"/>
                  <a:gd name="connsiteX4" fmla="*/ 95345 w 114585"/>
                  <a:gd name="connsiteY4" fmla="*/ 94488 h 94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585" h="94487">
                    <a:moveTo>
                      <a:pt x="95345" y="94488"/>
                    </a:moveTo>
                    <a:lnTo>
                      <a:pt x="0" y="35623"/>
                    </a:lnTo>
                    <a:lnTo>
                      <a:pt x="19240" y="0"/>
                    </a:lnTo>
                    <a:lnTo>
                      <a:pt x="114586" y="58864"/>
                    </a:lnTo>
                    <a:lnTo>
                      <a:pt x="95345" y="94488"/>
                    </a:lnTo>
                    <a:close/>
                  </a:path>
                </a:pathLst>
              </a:custGeom>
              <a:solidFill>
                <a:srgbClr val="5758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A31A1A0F-B0B7-4DA3-BBB2-D031333325B3}"/>
                  </a:ext>
                </a:extLst>
              </p:cNvPr>
              <p:cNvSpPr/>
              <p:nvPr/>
            </p:nvSpPr>
            <p:spPr>
              <a:xfrm>
                <a:off x="3705225" y="4341970"/>
                <a:ext cx="114585" cy="94392"/>
              </a:xfrm>
              <a:custGeom>
                <a:avLst/>
                <a:gdLst>
                  <a:gd name="connsiteX0" fmla="*/ 95345 w 114585"/>
                  <a:gd name="connsiteY0" fmla="*/ 94393 h 94392"/>
                  <a:gd name="connsiteX1" fmla="*/ 0 w 114585"/>
                  <a:gd name="connsiteY1" fmla="*/ 35623 h 94392"/>
                  <a:gd name="connsiteX2" fmla="*/ 19241 w 114585"/>
                  <a:gd name="connsiteY2" fmla="*/ 0 h 94392"/>
                  <a:gd name="connsiteX3" fmla="*/ 114586 w 114585"/>
                  <a:gd name="connsiteY3" fmla="*/ 58769 h 94392"/>
                  <a:gd name="connsiteX4" fmla="*/ 95345 w 114585"/>
                  <a:gd name="connsiteY4" fmla="*/ 94393 h 94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585" h="94392">
                    <a:moveTo>
                      <a:pt x="95345" y="94393"/>
                    </a:moveTo>
                    <a:lnTo>
                      <a:pt x="0" y="35623"/>
                    </a:lnTo>
                    <a:lnTo>
                      <a:pt x="19241" y="0"/>
                    </a:lnTo>
                    <a:lnTo>
                      <a:pt x="114586" y="58769"/>
                    </a:lnTo>
                    <a:lnTo>
                      <a:pt x="95345" y="94393"/>
                    </a:lnTo>
                    <a:close/>
                  </a:path>
                </a:pathLst>
              </a:custGeom>
              <a:solidFill>
                <a:srgbClr val="8E90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BCD242A5-6C3F-47B3-886A-BAAE9D1E156D}"/>
                  </a:ext>
                </a:extLst>
              </p:cNvPr>
              <p:cNvSpPr/>
              <p:nvPr/>
            </p:nvSpPr>
            <p:spPr>
              <a:xfrm>
                <a:off x="3723703" y="4307776"/>
                <a:ext cx="114585" cy="94392"/>
              </a:xfrm>
              <a:custGeom>
                <a:avLst/>
                <a:gdLst>
                  <a:gd name="connsiteX0" fmla="*/ 95345 w 114585"/>
                  <a:gd name="connsiteY0" fmla="*/ 94393 h 94392"/>
                  <a:gd name="connsiteX1" fmla="*/ 0 w 114585"/>
                  <a:gd name="connsiteY1" fmla="*/ 35623 h 94392"/>
                  <a:gd name="connsiteX2" fmla="*/ 19241 w 114585"/>
                  <a:gd name="connsiteY2" fmla="*/ 0 h 94392"/>
                  <a:gd name="connsiteX3" fmla="*/ 114586 w 114585"/>
                  <a:gd name="connsiteY3" fmla="*/ 58769 h 94392"/>
                  <a:gd name="connsiteX4" fmla="*/ 95345 w 114585"/>
                  <a:gd name="connsiteY4" fmla="*/ 94393 h 94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585" h="94392">
                    <a:moveTo>
                      <a:pt x="95345" y="94393"/>
                    </a:moveTo>
                    <a:lnTo>
                      <a:pt x="0" y="35623"/>
                    </a:lnTo>
                    <a:lnTo>
                      <a:pt x="19241" y="0"/>
                    </a:lnTo>
                    <a:lnTo>
                      <a:pt x="114586" y="58769"/>
                    </a:lnTo>
                    <a:lnTo>
                      <a:pt x="95345" y="94393"/>
                    </a:lnTo>
                    <a:close/>
                  </a:path>
                </a:pathLst>
              </a:custGeom>
              <a:solidFill>
                <a:srgbClr val="5758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3129C26E-AA0E-46A0-B1AF-4DFA5D63F0CC}"/>
                  </a:ext>
                </a:extLst>
              </p:cNvPr>
              <p:cNvSpPr/>
              <p:nvPr/>
            </p:nvSpPr>
            <p:spPr>
              <a:xfrm>
                <a:off x="3742086" y="4273676"/>
                <a:ext cx="114585" cy="94488"/>
              </a:xfrm>
              <a:custGeom>
                <a:avLst/>
                <a:gdLst>
                  <a:gd name="connsiteX0" fmla="*/ 95345 w 114585"/>
                  <a:gd name="connsiteY0" fmla="*/ 94488 h 94488"/>
                  <a:gd name="connsiteX1" fmla="*/ 0 w 114585"/>
                  <a:gd name="connsiteY1" fmla="*/ 35624 h 94488"/>
                  <a:gd name="connsiteX2" fmla="*/ 19241 w 114585"/>
                  <a:gd name="connsiteY2" fmla="*/ 0 h 94488"/>
                  <a:gd name="connsiteX3" fmla="*/ 114586 w 114585"/>
                  <a:gd name="connsiteY3" fmla="*/ 58864 h 94488"/>
                  <a:gd name="connsiteX4" fmla="*/ 95345 w 114585"/>
                  <a:gd name="connsiteY4" fmla="*/ 94488 h 94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585" h="94488">
                    <a:moveTo>
                      <a:pt x="95345" y="94488"/>
                    </a:moveTo>
                    <a:lnTo>
                      <a:pt x="0" y="35624"/>
                    </a:lnTo>
                    <a:lnTo>
                      <a:pt x="19241" y="0"/>
                    </a:lnTo>
                    <a:lnTo>
                      <a:pt x="114586" y="58864"/>
                    </a:lnTo>
                    <a:lnTo>
                      <a:pt x="95345" y="94488"/>
                    </a:lnTo>
                    <a:close/>
                  </a:path>
                </a:pathLst>
              </a:custGeom>
              <a:solidFill>
                <a:srgbClr val="8E90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36A033DA-BE5D-47F2-BD87-A8712E6ACDDD}"/>
                  </a:ext>
                </a:extLst>
              </p:cNvPr>
              <p:cNvSpPr/>
              <p:nvPr/>
            </p:nvSpPr>
            <p:spPr>
              <a:xfrm>
                <a:off x="4251197" y="4183291"/>
                <a:ext cx="682951" cy="978759"/>
              </a:xfrm>
              <a:custGeom>
                <a:avLst/>
                <a:gdLst>
                  <a:gd name="connsiteX0" fmla="*/ 480852 w 682951"/>
                  <a:gd name="connsiteY0" fmla="*/ 432941 h 978759"/>
                  <a:gd name="connsiteX1" fmla="*/ 372171 w 682951"/>
                  <a:gd name="connsiteY1" fmla="*/ 260729 h 978759"/>
                  <a:gd name="connsiteX2" fmla="*/ 329404 w 682951"/>
                  <a:gd name="connsiteY2" fmla="*/ 141953 h 978759"/>
                  <a:gd name="connsiteX3" fmla="*/ 328642 w 682951"/>
                  <a:gd name="connsiteY3" fmla="*/ 89470 h 978759"/>
                  <a:gd name="connsiteX4" fmla="*/ 182433 w 682951"/>
                  <a:gd name="connsiteY4" fmla="*/ 7269 h 978759"/>
                  <a:gd name="connsiteX5" fmla="*/ 28509 w 682951"/>
                  <a:gd name="connsiteY5" fmla="*/ 197769 h 978759"/>
                  <a:gd name="connsiteX6" fmla="*/ 136809 w 682951"/>
                  <a:gd name="connsiteY6" fmla="*/ 494187 h 978759"/>
                  <a:gd name="connsiteX7" fmla="*/ 273683 w 682951"/>
                  <a:gd name="connsiteY7" fmla="*/ 786319 h 978759"/>
                  <a:gd name="connsiteX8" fmla="*/ 28319 w 682951"/>
                  <a:gd name="connsiteY8" fmla="*/ 894332 h 978759"/>
                  <a:gd name="connsiteX9" fmla="*/ 49655 w 682951"/>
                  <a:gd name="connsiteY9" fmla="*/ 977009 h 978759"/>
                  <a:gd name="connsiteX10" fmla="*/ 190053 w 682951"/>
                  <a:gd name="connsiteY10" fmla="*/ 935671 h 978759"/>
                  <a:gd name="connsiteX11" fmla="*/ 541812 w 682951"/>
                  <a:gd name="connsiteY11" fmla="*/ 935671 h 978759"/>
                  <a:gd name="connsiteX12" fmla="*/ 602867 w 682951"/>
                  <a:gd name="connsiteY12" fmla="*/ 972628 h 978759"/>
                  <a:gd name="connsiteX13" fmla="*/ 480852 w 682951"/>
                  <a:gd name="connsiteY13" fmla="*/ 432941 h 978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82951" h="978759">
                    <a:moveTo>
                      <a:pt x="480852" y="432941"/>
                    </a:moveTo>
                    <a:cubicBezTo>
                      <a:pt x="444466" y="375791"/>
                      <a:pt x="406366" y="319404"/>
                      <a:pt x="372171" y="260729"/>
                    </a:cubicBezTo>
                    <a:cubicBezTo>
                      <a:pt x="350645" y="223772"/>
                      <a:pt x="332262" y="186434"/>
                      <a:pt x="329404" y="141953"/>
                    </a:cubicBezTo>
                    <a:cubicBezTo>
                      <a:pt x="328261" y="124427"/>
                      <a:pt x="332357" y="107091"/>
                      <a:pt x="328642" y="89470"/>
                    </a:cubicBezTo>
                    <a:cubicBezTo>
                      <a:pt x="312926" y="14889"/>
                      <a:pt x="246537" y="-15305"/>
                      <a:pt x="182433" y="7269"/>
                    </a:cubicBezTo>
                    <a:cubicBezTo>
                      <a:pt x="99434" y="36841"/>
                      <a:pt x="39991" y="110410"/>
                      <a:pt x="28509" y="197769"/>
                    </a:cubicBezTo>
                    <a:cubicBezTo>
                      <a:pt x="15270" y="310926"/>
                      <a:pt x="77087" y="407319"/>
                      <a:pt x="136809" y="494187"/>
                    </a:cubicBezTo>
                    <a:cubicBezTo>
                      <a:pt x="182052" y="559814"/>
                      <a:pt x="336834" y="699832"/>
                      <a:pt x="273683" y="786319"/>
                    </a:cubicBezTo>
                    <a:cubicBezTo>
                      <a:pt x="223200" y="855185"/>
                      <a:pt x="102233" y="872996"/>
                      <a:pt x="28319" y="894332"/>
                    </a:cubicBezTo>
                    <a:cubicBezTo>
                      <a:pt x="-21497" y="908715"/>
                      <a:pt x="-256" y="991488"/>
                      <a:pt x="49655" y="977009"/>
                    </a:cubicBezTo>
                    <a:cubicBezTo>
                      <a:pt x="90517" y="965103"/>
                      <a:pt x="141190" y="953292"/>
                      <a:pt x="190053" y="935671"/>
                    </a:cubicBezTo>
                    <a:lnTo>
                      <a:pt x="541812" y="935671"/>
                    </a:lnTo>
                    <a:cubicBezTo>
                      <a:pt x="545526" y="961293"/>
                      <a:pt x="572863" y="986439"/>
                      <a:pt x="602867" y="972628"/>
                    </a:cubicBezTo>
                    <a:cubicBezTo>
                      <a:pt x="814703" y="875187"/>
                      <a:pt x="546288" y="536288"/>
                      <a:pt x="480852" y="432941"/>
                    </a:cubicBezTo>
                    <a:close/>
                  </a:path>
                </a:pathLst>
              </a:custGeom>
              <a:solidFill>
                <a:srgbClr val="38200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B97AD129-0E58-422A-BBE5-6D4337DA239B}"/>
                  </a:ext>
                </a:extLst>
              </p:cNvPr>
              <p:cNvSpPr/>
              <p:nvPr/>
            </p:nvSpPr>
            <p:spPr>
              <a:xfrm>
                <a:off x="4251197" y="4326879"/>
                <a:ext cx="536829" cy="834695"/>
              </a:xfrm>
              <a:custGeom>
                <a:avLst/>
                <a:gdLst>
                  <a:gd name="connsiteX0" fmla="*/ 533430 w 536829"/>
                  <a:gd name="connsiteY0" fmla="*/ 732742 h 834695"/>
                  <a:gd name="connsiteX1" fmla="*/ 340549 w 536829"/>
                  <a:gd name="connsiteY1" fmla="*/ 299164 h 834695"/>
                  <a:gd name="connsiteX2" fmla="*/ 212437 w 536829"/>
                  <a:gd name="connsiteY2" fmla="*/ 108664 h 834695"/>
                  <a:gd name="connsiteX3" fmla="*/ 180052 w 536829"/>
                  <a:gd name="connsiteY3" fmla="*/ 72754 h 834695"/>
                  <a:gd name="connsiteX4" fmla="*/ 148239 w 536829"/>
                  <a:gd name="connsiteY4" fmla="*/ 41036 h 834695"/>
                  <a:gd name="connsiteX5" fmla="*/ 113853 w 536829"/>
                  <a:gd name="connsiteY5" fmla="*/ 16652 h 834695"/>
                  <a:gd name="connsiteX6" fmla="*/ 89088 w 536829"/>
                  <a:gd name="connsiteY6" fmla="*/ 2270 h 834695"/>
                  <a:gd name="connsiteX7" fmla="*/ 87183 w 536829"/>
                  <a:gd name="connsiteY7" fmla="*/ 1127 h 834695"/>
                  <a:gd name="connsiteX8" fmla="*/ 52703 w 536829"/>
                  <a:gd name="connsiteY8" fmla="*/ 3412 h 834695"/>
                  <a:gd name="connsiteX9" fmla="*/ 45178 w 536829"/>
                  <a:gd name="connsiteY9" fmla="*/ 5508 h 834695"/>
                  <a:gd name="connsiteX10" fmla="*/ 29271 w 536829"/>
                  <a:gd name="connsiteY10" fmla="*/ 47989 h 834695"/>
                  <a:gd name="connsiteX11" fmla="*/ 28509 w 536829"/>
                  <a:gd name="connsiteY11" fmla="*/ 53704 h 834695"/>
                  <a:gd name="connsiteX12" fmla="*/ 136809 w 536829"/>
                  <a:gd name="connsiteY12" fmla="*/ 350122 h 834695"/>
                  <a:gd name="connsiteX13" fmla="*/ 273683 w 536829"/>
                  <a:gd name="connsiteY13" fmla="*/ 642254 h 834695"/>
                  <a:gd name="connsiteX14" fmla="*/ 28319 w 536829"/>
                  <a:gd name="connsiteY14" fmla="*/ 750268 h 834695"/>
                  <a:gd name="connsiteX15" fmla="*/ 49655 w 536829"/>
                  <a:gd name="connsiteY15" fmla="*/ 832945 h 834695"/>
                  <a:gd name="connsiteX16" fmla="*/ 190053 w 536829"/>
                  <a:gd name="connsiteY16" fmla="*/ 791606 h 834695"/>
                  <a:gd name="connsiteX17" fmla="*/ 536763 w 536829"/>
                  <a:gd name="connsiteY17" fmla="*/ 791606 h 834695"/>
                  <a:gd name="connsiteX18" fmla="*/ 533430 w 536829"/>
                  <a:gd name="connsiteY18" fmla="*/ 732742 h 83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6829" h="834695">
                    <a:moveTo>
                      <a:pt x="533430" y="732742"/>
                    </a:moveTo>
                    <a:cubicBezTo>
                      <a:pt x="516856" y="575389"/>
                      <a:pt x="423511" y="438991"/>
                      <a:pt x="340549" y="299164"/>
                    </a:cubicBezTo>
                    <a:cubicBezTo>
                      <a:pt x="296162" y="224392"/>
                      <a:pt x="261491" y="165814"/>
                      <a:pt x="212437" y="108664"/>
                    </a:cubicBezTo>
                    <a:cubicBezTo>
                      <a:pt x="201960" y="96345"/>
                      <a:pt x="191165" y="84375"/>
                      <a:pt x="180052" y="72754"/>
                    </a:cubicBezTo>
                    <a:cubicBezTo>
                      <a:pt x="180814" y="73612"/>
                      <a:pt x="147382" y="41703"/>
                      <a:pt x="148239" y="41036"/>
                    </a:cubicBezTo>
                    <a:cubicBezTo>
                      <a:pt x="136999" y="32464"/>
                      <a:pt x="124902" y="25320"/>
                      <a:pt x="113853" y="16652"/>
                    </a:cubicBezTo>
                    <a:cubicBezTo>
                      <a:pt x="55275" y="-29068"/>
                      <a:pt x="138523" y="37417"/>
                      <a:pt x="89088" y="2270"/>
                    </a:cubicBezTo>
                    <a:lnTo>
                      <a:pt x="87183" y="1127"/>
                    </a:lnTo>
                    <a:cubicBezTo>
                      <a:pt x="75755" y="2667"/>
                      <a:pt x="64235" y="3430"/>
                      <a:pt x="52703" y="3412"/>
                    </a:cubicBezTo>
                    <a:lnTo>
                      <a:pt x="45178" y="5508"/>
                    </a:lnTo>
                    <a:cubicBezTo>
                      <a:pt x="36769" y="18303"/>
                      <a:pt x="31334" y="32819"/>
                      <a:pt x="29271" y="47989"/>
                    </a:cubicBezTo>
                    <a:cubicBezTo>
                      <a:pt x="29271" y="49895"/>
                      <a:pt x="28700" y="51799"/>
                      <a:pt x="28509" y="53704"/>
                    </a:cubicBezTo>
                    <a:cubicBezTo>
                      <a:pt x="15270" y="166862"/>
                      <a:pt x="77087" y="263254"/>
                      <a:pt x="136809" y="350122"/>
                    </a:cubicBezTo>
                    <a:cubicBezTo>
                      <a:pt x="182052" y="415750"/>
                      <a:pt x="336834" y="555767"/>
                      <a:pt x="273683" y="642254"/>
                    </a:cubicBezTo>
                    <a:cubicBezTo>
                      <a:pt x="223200" y="711120"/>
                      <a:pt x="102233" y="728932"/>
                      <a:pt x="28319" y="750268"/>
                    </a:cubicBezTo>
                    <a:cubicBezTo>
                      <a:pt x="-21497" y="764650"/>
                      <a:pt x="-256" y="847423"/>
                      <a:pt x="49655" y="832945"/>
                    </a:cubicBezTo>
                    <a:cubicBezTo>
                      <a:pt x="90517" y="821038"/>
                      <a:pt x="141190" y="809228"/>
                      <a:pt x="190053" y="791606"/>
                    </a:cubicBezTo>
                    <a:lnTo>
                      <a:pt x="536763" y="791606"/>
                    </a:lnTo>
                    <a:cubicBezTo>
                      <a:pt x="536573" y="771889"/>
                      <a:pt x="536001" y="752268"/>
                      <a:pt x="533430" y="732742"/>
                    </a:cubicBezTo>
                    <a:close/>
                  </a:path>
                </a:pathLst>
              </a:custGeom>
              <a:solidFill>
                <a:srgbClr val="FFFFFF">
                  <a:alpha val="7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2D0C8249-99E9-4D0C-A303-234C114A12F8}"/>
                  </a:ext>
                </a:extLst>
              </p:cNvPr>
              <p:cNvSpPr/>
              <p:nvPr/>
            </p:nvSpPr>
            <p:spPr>
              <a:xfrm>
                <a:off x="2755677" y="4553616"/>
                <a:ext cx="354520" cy="339280"/>
              </a:xfrm>
              <a:custGeom>
                <a:avLst/>
                <a:gdLst>
                  <a:gd name="connsiteX0" fmla="*/ 354521 w 354520"/>
                  <a:gd name="connsiteY0" fmla="*/ 169640 h 339280"/>
                  <a:gd name="connsiteX1" fmla="*/ 177260 w 354520"/>
                  <a:gd name="connsiteY1" fmla="*/ 339281 h 339280"/>
                  <a:gd name="connsiteX2" fmla="*/ 0 w 354520"/>
                  <a:gd name="connsiteY2" fmla="*/ 169640 h 339280"/>
                  <a:gd name="connsiteX3" fmla="*/ 177260 w 354520"/>
                  <a:gd name="connsiteY3" fmla="*/ 0 h 339280"/>
                  <a:gd name="connsiteX4" fmla="*/ 354521 w 354520"/>
                  <a:gd name="connsiteY4" fmla="*/ 169640 h 339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520" h="339280">
                    <a:moveTo>
                      <a:pt x="354521" y="169640"/>
                    </a:moveTo>
                    <a:cubicBezTo>
                      <a:pt x="354521" y="263330"/>
                      <a:pt x="275158" y="339281"/>
                      <a:pt x="177260" y="339281"/>
                    </a:cubicBezTo>
                    <a:cubicBezTo>
                      <a:pt x="79362" y="339281"/>
                      <a:pt x="0" y="263330"/>
                      <a:pt x="0" y="169640"/>
                    </a:cubicBezTo>
                    <a:cubicBezTo>
                      <a:pt x="0" y="75951"/>
                      <a:pt x="79362" y="0"/>
                      <a:pt x="177260" y="0"/>
                    </a:cubicBezTo>
                    <a:cubicBezTo>
                      <a:pt x="275158" y="0"/>
                      <a:pt x="354521" y="75951"/>
                      <a:pt x="354521" y="169640"/>
                    </a:cubicBezTo>
                    <a:close/>
                  </a:path>
                </a:pathLst>
              </a:custGeom>
              <a:solidFill>
                <a:srgbClr val="38200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B79B01ED-72C1-498B-B6E6-0BD4C84FC2ED}"/>
                  </a:ext>
                </a:extLst>
              </p:cNvPr>
              <p:cNvSpPr/>
              <p:nvPr/>
            </p:nvSpPr>
            <p:spPr>
              <a:xfrm>
                <a:off x="2852166" y="4794503"/>
                <a:ext cx="161639" cy="324135"/>
              </a:xfrm>
              <a:custGeom>
                <a:avLst/>
                <a:gdLst>
                  <a:gd name="connsiteX0" fmla="*/ 0 w 161639"/>
                  <a:gd name="connsiteY0" fmla="*/ 0 h 324135"/>
                  <a:gd name="connsiteX1" fmla="*/ 161639 w 161639"/>
                  <a:gd name="connsiteY1" fmla="*/ 0 h 324135"/>
                  <a:gd name="connsiteX2" fmla="*/ 161639 w 161639"/>
                  <a:gd name="connsiteY2" fmla="*/ 324136 h 324135"/>
                  <a:gd name="connsiteX3" fmla="*/ 0 w 161639"/>
                  <a:gd name="connsiteY3" fmla="*/ 324136 h 32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1639" h="324135">
                    <a:moveTo>
                      <a:pt x="0" y="0"/>
                    </a:moveTo>
                    <a:lnTo>
                      <a:pt x="161639" y="0"/>
                    </a:lnTo>
                    <a:lnTo>
                      <a:pt x="161639" y="324136"/>
                    </a:lnTo>
                    <a:lnTo>
                      <a:pt x="0" y="324136"/>
                    </a:lnTo>
                    <a:close/>
                  </a:path>
                </a:pathLst>
              </a:custGeom>
              <a:solidFill>
                <a:srgbClr val="38200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F3A004E0-52AB-4494-9DEC-B633802B0DE5}"/>
                  </a:ext>
                </a:extLst>
              </p:cNvPr>
              <p:cNvSpPr/>
              <p:nvPr/>
            </p:nvSpPr>
            <p:spPr>
              <a:xfrm>
                <a:off x="3775329" y="4047934"/>
                <a:ext cx="557688" cy="872585"/>
              </a:xfrm>
              <a:custGeom>
                <a:avLst/>
                <a:gdLst>
                  <a:gd name="connsiteX0" fmla="*/ 60960 w 557688"/>
                  <a:gd name="connsiteY0" fmla="*/ 872585 h 872585"/>
                  <a:gd name="connsiteX1" fmla="*/ 0 w 557688"/>
                  <a:gd name="connsiteY1" fmla="*/ 831056 h 872585"/>
                  <a:gd name="connsiteX2" fmla="*/ 496824 w 557688"/>
                  <a:gd name="connsiteY2" fmla="*/ 0 h 872585"/>
                  <a:gd name="connsiteX3" fmla="*/ 557689 w 557688"/>
                  <a:gd name="connsiteY3" fmla="*/ 41624 h 872585"/>
                  <a:gd name="connsiteX4" fmla="*/ 60960 w 557688"/>
                  <a:gd name="connsiteY4" fmla="*/ 872585 h 872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7688" h="872585">
                    <a:moveTo>
                      <a:pt x="60960" y="872585"/>
                    </a:moveTo>
                    <a:lnTo>
                      <a:pt x="0" y="831056"/>
                    </a:lnTo>
                    <a:lnTo>
                      <a:pt x="496824" y="0"/>
                    </a:lnTo>
                    <a:lnTo>
                      <a:pt x="557689" y="41624"/>
                    </a:lnTo>
                    <a:lnTo>
                      <a:pt x="60960" y="872585"/>
                    </a:lnTo>
                    <a:close/>
                  </a:path>
                </a:pathLst>
              </a:custGeom>
              <a:solidFill>
                <a:srgbClr val="637A8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FB5ADC3B-9F3F-47DC-8534-032C7B9DA800}"/>
                  </a:ext>
                </a:extLst>
              </p:cNvPr>
              <p:cNvSpPr/>
              <p:nvPr/>
            </p:nvSpPr>
            <p:spPr>
              <a:xfrm>
                <a:off x="3463194" y="4313014"/>
                <a:ext cx="557688" cy="872585"/>
              </a:xfrm>
              <a:custGeom>
                <a:avLst/>
                <a:gdLst>
                  <a:gd name="connsiteX0" fmla="*/ 60960 w 557688"/>
                  <a:gd name="connsiteY0" fmla="*/ 872585 h 872585"/>
                  <a:gd name="connsiteX1" fmla="*/ 0 w 557688"/>
                  <a:gd name="connsiteY1" fmla="*/ 830961 h 872585"/>
                  <a:gd name="connsiteX2" fmla="*/ 496824 w 557688"/>
                  <a:gd name="connsiteY2" fmla="*/ 0 h 872585"/>
                  <a:gd name="connsiteX3" fmla="*/ 557689 w 557688"/>
                  <a:gd name="connsiteY3" fmla="*/ 41529 h 872585"/>
                  <a:gd name="connsiteX4" fmla="*/ 60960 w 557688"/>
                  <a:gd name="connsiteY4" fmla="*/ 872585 h 872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7688" h="872585">
                    <a:moveTo>
                      <a:pt x="60960" y="872585"/>
                    </a:moveTo>
                    <a:lnTo>
                      <a:pt x="0" y="830961"/>
                    </a:lnTo>
                    <a:lnTo>
                      <a:pt x="496824" y="0"/>
                    </a:lnTo>
                    <a:lnTo>
                      <a:pt x="557689" y="41529"/>
                    </a:lnTo>
                    <a:lnTo>
                      <a:pt x="60960" y="872585"/>
                    </a:lnTo>
                    <a:close/>
                  </a:path>
                </a:pathLst>
              </a:custGeom>
              <a:solidFill>
                <a:srgbClr val="637A8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7D9D1087-6271-474A-BE1C-C0D1E57A0E8A}"/>
                  </a:ext>
                </a:extLst>
              </p:cNvPr>
              <p:cNvSpPr/>
              <p:nvPr/>
            </p:nvSpPr>
            <p:spPr>
              <a:xfrm>
                <a:off x="2659951" y="4777537"/>
                <a:ext cx="2314575" cy="516267"/>
              </a:xfrm>
              <a:custGeom>
                <a:avLst/>
                <a:gdLst>
                  <a:gd name="connsiteX0" fmla="*/ 2162680 w 2314575"/>
                  <a:gd name="connsiteY0" fmla="*/ 263129 h 516267"/>
                  <a:gd name="connsiteX1" fmla="*/ 1855594 w 2314575"/>
                  <a:gd name="connsiteY1" fmla="*/ 263129 h 516267"/>
                  <a:gd name="connsiteX2" fmla="*/ 1444019 w 2314575"/>
                  <a:gd name="connsiteY2" fmla="*/ 75392 h 516267"/>
                  <a:gd name="connsiteX3" fmla="*/ 796319 w 2314575"/>
                  <a:gd name="connsiteY3" fmla="*/ 56913 h 516267"/>
                  <a:gd name="connsiteX4" fmla="*/ 183004 w 2314575"/>
                  <a:gd name="connsiteY4" fmla="*/ 230363 h 516267"/>
                  <a:gd name="connsiteX5" fmla="*/ -66 w 2314575"/>
                  <a:gd name="connsiteY5" fmla="*/ 484586 h 516267"/>
                  <a:gd name="connsiteX6" fmla="*/ -66 w 2314575"/>
                  <a:gd name="connsiteY6" fmla="*/ 516209 h 516267"/>
                  <a:gd name="connsiteX7" fmla="*/ 2314509 w 2314575"/>
                  <a:gd name="connsiteY7" fmla="*/ 516209 h 516267"/>
                  <a:gd name="connsiteX8" fmla="*/ 2162680 w 2314575"/>
                  <a:gd name="connsiteY8" fmla="*/ 263129 h 516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14575" h="516267">
                    <a:moveTo>
                      <a:pt x="2162680" y="263129"/>
                    </a:moveTo>
                    <a:lnTo>
                      <a:pt x="1855594" y="263129"/>
                    </a:lnTo>
                    <a:lnTo>
                      <a:pt x="1444019" y="75392"/>
                    </a:lnTo>
                    <a:cubicBezTo>
                      <a:pt x="1239557" y="-18344"/>
                      <a:pt x="1005792" y="-25013"/>
                      <a:pt x="796319" y="56913"/>
                    </a:cubicBezTo>
                    <a:lnTo>
                      <a:pt x="183004" y="230363"/>
                    </a:lnTo>
                    <a:cubicBezTo>
                      <a:pt x="82325" y="258938"/>
                      <a:pt x="-66" y="373238"/>
                      <a:pt x="-66" y="484586"/>
                    </a:cubicBezTo>
                    <a:lnTo>
                      <a:pt x="-66" y="516209"/>
                    </a:lnTo>
                    <a:lnTo>
                      <a:pt x="2314509" y="516209"/>
                    </a:lnTo>
                    <a:cubicBezTo>
                      <a:pt x="2314699" y="426769"/>
                      <a:pt x="2246691" y="263129"/>
                      <a:pt x="2162680" y="263129"/>
                    </a:cubicBezTo>
                    <a:close/>
                  </a:path>
                </a:pathLst>
              </a:custGeom>
              <a:solidFill>
                <a:srgbClr val="7B8C9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CC37D488-3A23-4616-BCDD-68D9DA1F1E2F}"/>
                  </a:ext>
                </a:extLst>
              </p:cNvPr>
              <p:cNvSpPr/>
              <p:nvPr/>
            </p:nvSpPr>
            <p:spPr>
              <a:xfrm>
                <a:off x="2792075" y="4599313"/>
                <a:ext cx="223651" cy="223672"/>
              </a:xfrm>
              <a:custGeom>
                <a:avLst/>
                <a:gdLst>
                  <a:gd name="connsiteX0" fmla="*/ 223473 w 223651"/>
                  <a:gd name="connsiteY0" fmla="*/ 106836 h 223672"/>
                  <a:gd name="connsiteX1" fmla="*/ 116712 w 223651"/>
                  <a:gd name="connsiteY1" fmla="*/ 223502 h 223672"/>
                  <a:gd name="connsiteX2" fmla="*/ 45 w 223651"/>
                  <a:gd name="connsiteY2" fmla="*/ 116741 h 223672"/>
                  <a:gd name="connsiteX3" fmla="*/ 106806 w 223651"/>
                  <a:gd name="connsiteY3" fmla="*/ 75 h 223672"/>
                  <a:gd name="connsiteX4" fmla="*/ 111840 w 223651"/>
                  <a:gd name="connsiteY4" fmla="*/ -35 h 223672"/>
                  <a:gd name="connsiteX5" fmla="*/ 223473 w 223651"/>
                  <a:gd name="connsiteY5" fmla="*/ 106836 h 22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3651" h="223672">
                    <a:moveTo>
                      <a:pt x="223473" y="106836"/>
                    </a:moveTo>
                    <a:cubicBezTo>
                      <a:pt x="226208" y="168533"/>
                      <a:pt x="178410" y="220767"/>
                      <a:pt x="116712" y="223502"/>
                    </a:cubicBezTo>
                    <a:cubicBezTo>
                      <a:pt x="55014" y="226238"/>
                      <a:pt x="2781" y="178439"/>
                      <a:pt x="45" y="116741"/>
                    </a:cubicBezTo>
                    <a:cubicBezTo>
                      <a:pt x="-2690" y="55044"/>
                      <a:pt x="45108" y="2810"/>
                      <a:pt x="106806" y="75"/>
                    </a:cubicBezTo>
                    <a:cubicBezTo>
                      <a:pt x="108483" y="0"/>
                      <a:pt x="110161" y="-36"/>
                      <a:pt x="111840" y="-35"/>
                    </a:cubicBezTo>
                    <a:cubicBezTo>
                      <a:pt x="172142" y="-1259"/>
                      <a:pt x="222068" y="46537"/>
                      <a:pt x="223473" y="106836"/>
                    </a:cubicBezTo>
                    <a:close/>
                  </a:path>
                </a:pathLst>
              </a:custGeom>
              <a:solidFill>
                <a:srgbClr val="FFFFFF">
                  <a:alpha val="18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0C3A603D-514E-4AFF-AB81-9519274FDE2F}"/>
                  </a:ext>
                </a:extLst>
              </p:cNvPr>
              <p:cNvSpPr/>
              <p:nvPr/>
            </p:nvSpPr>
            <p:spPr>
              <a:xfrm>
                <a:off x="3754278" y="3233737"/>
                <a:ext cx="480536" cy="550164"/>
              </a:xfrm>
              <a:custGeom>
                <a:avLst/>
                <a:gdLst>
                  <a:gd name="connsiteX0" fmla="*/ 9173 w 480536"/>
                  <a:gd name="connsiteY0" fmla="*/ 179964 h 550164"/>
                  <a:gd name="connsiteX1" fmla="*/ 316354 w 480536"/>
                  <a:gd name="connsiteY1" fmla="*/ 550106 h 550164"/>
                  <a:gd name="connsiteX2" fmla="*/ 459705 w 480536"/>
                  <a:gd name="connsiteY2" fmla="*/ 550106 h 550164"/>
                  <a:gd name="connsiteX3" fmla="*/ 441513 w 480536"/>
                  <a:gd name="connsiteY3" fmla="*/ 509815 h 550164"/>
                  <a:gd name="connsiteX4" fmla="*/ 477898 w 480536"/>
                  <a:gd name="connsiteY4" fmla="*/ 13087 h 550164"/>
                  <a:gd name="connsiteX5" fmla="*/ 480470 w 480536"/>
                  <a:gd name="connsiteY5" fmla="*/ -58 h 550164"/>
                  <a:gd name="connsiteX6" fmla="*/ -66 w 480536"/>
                  <a:gd name="connsiteY6" fmla="*/ 171392 h 550164"/>
                  <a:gd name="connsiteX7" fmla="*/ 9173 w 480536"/>
                  <a:gd name="connsiteY7" fmla="*/ 179964 h 550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0536" h="550164">
                    <a:moveTo>
                      <a:pt x="9173" y="179964"/>
                    </a:moveTo>
                    <a:cubicBezTo>
                      <a:pt x="149381" y="271786"/>
                      <a:pt x="279397" y="369417"/>
                      <a:pt x="316354" y="550106"/>
                    </a:cubicBezTo>
                    <a:lnTo>
                      <a:pt x="459705" y="550106"/>
                    </a:lnTo>
                    <a:cubicBezTo>
                      <a:pt x="453356" y="536708"/>
                      <a:pt x="447291" y="523277"/>
                      <a:pt x="441513" y="509815"/>
                    </a:cubicBezTo>
                    <a:cubicBezTo>
                      <a:pt x="367217" y="340270"/>
                      <a:pt x="416843" y="177393"/>
                      <a:pt x="477898" y="13087"/>
                    </a:cubicBezTo>
                    <a:cubicBezTo>
                      <a:pt x="479525" y="8891"/>
                      <a:pt x="480396" y="4441"/>
                      <a:pt x="480470" y="-58"/>
                    </a:cubicBezTo>
                    <a:lnTo>
                      <a:pt x="-66" y="171392"/>
                    </a:lnTo>
                    <a:cubicBezTo>
                      <a:pt x="2485" y="174771"/>
                      <a:pt x="5613" y="177672"/>
                      <a:pt x="9173" y="179964"/>
                    </a:cubicBezTo>
                    <a:close/>
                  </a:path>
                </a:pathLst>
              </a:custGeom>
              <a:solidFill>
                <a:srgbClr val="36912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8B5B9CFD-72DE-44F3-ADEB-393D63DCDAC9}"/>
                  </a:ext>
                </a:extLst>
              </p:cNvPr>
              <p:cNvSpPr/>
              <p:nvPr/>
            </p:nvSpPr>
            <p:spPr>
              <a:xfrm>
                <a:off x="3753326" y="3318223"/>
                <a:ext cx="388620" cy="465677"/>
              </a:xfrm>
              <a:custGeom>
                <a:avLst/>
                <a:gdLst>
                  <a:gd name="connsiteX0" fmla="*/ 9363 w 388620"/>
                  <a:gd name="connsiteY0" fmla="*/ 95763 h 465677"/>
                  <a:gd name="connsiteX1" fmla="*/ 316449 w 388620"/>
                  <a:gd name="connsiteY1" fmla="*/ 465619 h 465677"/>
                  <a:gd name="connsiteX2" fmla="*/ 388554 w 388620"/>
                  <a:gd name="connsiteY2" fmla="*/ 465619 h 465677"/>
                  <a:gd name="connsiteX3" fmla="*/ 243297 w 388620"/>
                  <a:gd name="connsiteY3" fmla="*/ -58 h 465677"/>
                  <a:gd name="connsiteX4" fmla="*/ -66 w 388620"/>
                  <a:gd name="connsiteY4" fmla="*/ 86905 h 465677"/>
                  <a:gd name="connsiteX5" fmla="*/ 9363 w 388620"/>
                  <a:gd name="connsiteY5" fmla="*/ 95763 h 465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8620" h="465677">
                    <a:moveTo>
                      <a:pt x="9363" y="95763"/>
                    </a:moveTo>
                    <a:cubicBezTo>
                      <a:pt x="149476" y="187489"/>
                      <a:pt x="279492" y="285025"/>
                      <a:pt x="316449" y="465619"/>
                    </a:cubicBezTo>
                    <a:lnTo>
                      <a:pt x="388554" y="465619"/>
                    </a:lnTo>
                    <a:lnTo>
                      <a:pt x="243297" y="-58"/>
                    </a:lnTo>
                    <a:lnTo>
                      <a:pt x="-66" y="86905"/>
                    </a:lnTo>
                    <a:cubicBezTo>
                      <a:pt x="2516" y="90403"/>
                      <a:pt x="5711" y="93404"/>
                      <a:pt x="9363" y="95763"/>
                    </a:cubicBezTo>
                    <a:close/>
                  </a:path>
                </a:pathLst>
              </a:custGeom>
              <a:solidFill>
                <a:srgbClr val="2467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695A7987-B808-4345-BBF7-9034C4AE4284}"/>
                  </a:ext>
                </a:extLst>
              </p:cNvPr>
              <p:cNvSpPr/>
              <p:nvPr/>
            </p:nvSpPr>
            <p:spPr>
              <a:xfrm>
                <a:off x="3662933" y="2941033"/>
                <a:ext cx="571690" cy="463581"/>
              </a:xfrm>
              <a:custGeom>
                <a:avLst/>
                <a:gdLst>
                  <a:gd name="connsiteX0" fmla="*/ 480536 w 571690"/>
                  <a:gd name="connsiteY0" fmla="*/ 0 h 463581"/>
                  <a:gd name="connsiteX1" fmla="*/ 0 w 571690"/>
                  <a:gd name="connsiteY1" fmla="*/ 171164 h 463581"/>
                  <a:gd name="connsiteX2" fmla="*/ 91154 w 571690"/>
                  <a:gd name="connsiteY2" fmla="*/ 463582 h 463581"/>
                  <a:gd name="connsiteX3" fmla="*/ 571691 w 571690"/>
                  <a:gd name="connsiteY3" fmla="*/ 292513 h 463581"/>
                  <a:gd name="connsiteX4" fmla="*/ 480536 w 571690"/>
                  <a:gd name="connsiteY4" fmla="*/ 0 h 463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690" h="463581">
                    <a:moveTo>
                      <a:pt x="480536" y="0"/>
                    </a:moveTo>
                    <a:lnTo>
                      <a:pt x="0" y="171164"/>
                    </a:lnTo>
                    <a:lnTo>
                      <a:pt x="91154" y="463582"/>
                    </a:lnTo>
                    <a:lnTo>
                      <a:pt x="571691" y="292513"/>
                    </a:lnTo>
                    <a:lnTo>
                      <a:pt x="480536" y="0"/>
                    </a:lnTo>
                    <a:close/>
                  </a:path>
                </a:pathLst>
              </a:custGeom>
              <a:solidFill>
                <a:srgbClr val="CDCE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6939A6B5-3936-4791-9B65-349F1782C997}"/>
                  </a:ext>
                </a:extLst>
              </p:cNvPr>
              <p:cNvSpPr/>
              <p:nvPr/>
            </p:nvSpPr>
            <p:spPr>
              <a:xfrm>
                <a:off x="3677697" y="2988468"/>
                <a:ext cx="492061" cy="208025"/>
              </a:xfrm>
              <a:custGeom>
                <a:avLst/>
                <a:gdLst>
                  <a:gd name="connsiteX0" fmla="*/ 480536 w 492061"/>
                  <a:gd name="connsiteY0" fmla="*/ 0 h 208025"/>
                  <a:gd name="connsiteX1" fmla="*/ 0 w 492061"/>
                  <a:gd name="connsiteY1" fmla="*/ 171164 h 208025"/>
                  <a:gd name="connsiteX2" fmla="*/ 11525 w 492061"/>
                  <a:gd name="connsiteY2" fmla="*/ 208026 h 208025"/>
                  <a:gd name="connsiteX3" fmla="*/ 492062 w 492061"/>
                  <a:gd name="connsiteY3" fmla="*/ 36957 h 208025"/>
                  <a:gd name="connsiteX4" fmla="*/ 480536 w 492061"/>
                  <a:gd name="connsiteY4" fmla="*/ 0 h 20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2061" h="208025">
                    <a:moveTo>
                      <a:pt x="480536" y="0"/>
                    </a:moveTo>
                    <a:lnTo>
                      <a:pt x="0" y="171164"/>
                    </a:lnTo>
                    <a:lnTo>
                      <a:pt x="11525" y="208026"/>
                    </a:lnTo>
                    <a:lnTo>
                      <a:pt x="492062" y="36957"/>
                    </a:lnTo>
                    <a:lnTo>
                      <a:pt x="480536" y="0"/>
                    </a:lnTo>
                    <a:close/>
                  </a:path>
                </a:pathLst>
              </a:custGeom>
              <a:solidFill>
                <a:srgbClr val="B5B8B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B373AC2A-3FC6-44F9-A22A-D1CEA94187A9}"/>
                  </a:ext>
                </a:extLst>
              </p:cNvPr>
              <p:cNvSpPr/>
              <p:nvPr/>
            </p:nvSpPr>
            <p:spPr>
              <a:xfrm>
                <a:off x="3710463" y="3093624"/>
                <a:ext cx="506063" cy="252888"/>
              </a:xfrm>
              <a:custGeom>
                <a:avLst/>
                <a:gdLst>
                  <a:gd name="connsiteX0" fmla="*/ 480536 w 506063"/>
                  <a:gd name="connsiteY0" fmla="*/ 0 h 252888"/>
                  <a:gd name="connsiteX1" fmla="*/ 0 w 506063"/>
                  <a:gd name="connsiteY1" fmla="*/ 171164 h 252888"/>
                  <a:gd name="connsiteX2" fmla="*/ 25527 w 506063"/>
                  <a:gd name="connsiteY2" fmla="*/ 252889 h 252888"/>
                  <a:gd name="connsiteX3" fmla="*/ 506063 w 506063"/>
                  <a:gd name="connsiteY3" fmla="*/ 81725 h 252888"/>
                  <a:gd name="connsiteX4" fmla="*/ 480536 w 506063"/>
                  <a:gd name="connsiteY4" fmla="*/ 0 h 252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6063" h="252888">
                    <a:moveTo>
                      <a:pt x="480536" y="0"/>
                    </a:moveTo>
                    <a:lnTo>
                      <a:pt x="0" y="171164"/>
                    </a:lnTo>
                    <a:lnTo>
                      <a:pt x="25527" y="252889"/>
                    </a:lnTo>
                    <a:lnTo>
                      <a:pt x="506063" y="81725"/>
                    </a:lnTo>
                    <a:lnTo>
                      <a:pt x="480536" y="0"/>
                    </a:lnTo>
                    <a:close/>
                  </a:path>
                </a:pathLst>
              </a:custGeom>
              <a:solidFill>
                <a:srgbClr val="B5B8B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4EA09CB7-7B78-4C2F-B4E7-334E88F2107A}"/>
                  </a:ext>
                </a:extLst>
              </p:cNvPr>
              <p:cNvSpPr/>
              <p:nvPr/>
            </p:nvSpPr>
            <p:spPr>
              <a:xfrm>
                <a:off x="3594354" y="2676429"/>
                <a:ext cx="550545" cy="440626"/>
              </a:xfrm>
              <a:custGeom>
                <a:avLst/>
                <a:gdLst>
                  <a:gd name="connsiteX0" fmla="*/ 0 w 550545"/>
                  <a:gd name="connsiteY0" fmla="*/ 156210 h 440626"/>
                  <a:gd name="connsiteX1" fmla="*/ 70009 w 550545"/>
                  <a:gd name="connsiteY1" fmla="*/ 440626 h 440626"/>
                  <a:gd name="connsiteX2" fmla="*/ 550545 w 550545"/>
                  <a:gd name="connsiteY2" fmla="*/ 269462 h 440626"/>
                  <a:gd name="connsiteX3" fmla="*/ 438531 w 550545"/>
                  <a:gd name="connsiteY3" fmla="*/ 0 h 440626"/>
                  <a:gd name="connsiteX4" fmla="*/ 0 w 550545"/>
                  <a:gd name="connsiteY4" fmla="*/ 156210 h 440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0545" h="440626">
                    <a:moveTo>
                      <a:pt x="0" y="156210"/>
                    </a:moveTo>
                    <a:lnTo>
                      <a:pt x="70009" y="440626"/>
                    </a:lnTo>
                    <a:lnTo>
                      <a:pt x="550545" y="269462"/>
                    </a:lnTo>
                    <a:lnTo>
                      <a:pt x="438531" y="0"/>
                    </a:lnTo>
                    <a:lnTo>
                      <a:pt x="0" y="156210"/>
                    </a:lnTo>
                    <a:close/>
                  </a:path>
                </a:pathLst>
              </a:custGeom>
              <a:solidFill>
                <a:srgbClr val="CDAA7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269" name="Graphic 4">
                <a:extLst>
                  <a:ext uri="{FF2B5EF4-FFF2-40B4-BE49-F238E27FC236}">
                    <a16:creationId xmlns:a16="http://schemas.microsoft.com/office/drawing/2014/main" id="{1B5B6FB7-1EEE-4EBD-9A6B-DEFBA1DA4B4E}"/>
                  </a:ext>
                </a:extLst>
              </p:cNvPr>
              <p:cNvGrpSpPr/>
              <p:nvPr/>
            </p:nvGrpSpPr>
            <p:grpSpPr>
              <a:xfrm>
                <a:off x="3594354" y="2711100"/>
                <a:ext cx="430434" cy="405955"/>
                <a:chOff x="3594354" y="2711100"/>
                <a:chExt cx="430434" cy="405955"/>
              </a:xfrm>
              <a:solidFill>
                <a:srgbClr val="38200D"/>
              </a:solidFill>
            </p:grpSpPr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DF15526A-9481-4958-AB6D-9F8841A525B9}"/>
                    </a:ext>
                  </a:extLst>
                </p:cNvPr>
                <p:cNvSpPr/>
                <p:nvPr/>
              </p:nvSpPr>
              <p:spPr>
                <a:xfrm>
                  <a:off x="3645312" y="2795206"/>
                  <a:ext cx="144113" cy="298418"/>
                </a:xfrm>
                <a:custGeom>
                  <a:avLst/>
                  <a:gdLst>
                    <a:gd name="connsiteX0" fmla="*/ 0 w 144113"/>
                    <a:gd name="connsiteY0" fmla="*/ 19240 h 298418"/>
                    <a:gd name="connsiteX1" fmla="*/ 84772 w 144113"/>
                    <a:gd name="connsiteY1" fmla="*/ 298418 h 298418"/>
                    <a:gd name="connsiteX2" fmla="*/ 144113 w 144113"/>
                    <a:gd name="connsiteY2" fmla="*/ 277273 h 298418"/>
                    <a:gd name="connsiteX3" fmla="*/ 54102 w 144113"/>
                    <a:gd name="connsiteY3" fmla="*/ 0 h 298418"/>
                    <a:gd name="connsiteX4" fmla="*/ 0 w 144113"/>
                    <a:gd name="connsiteY4" fmla="*/ 19240 h 298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113" h="298418">
                      <a:moveTo>
                        <a:pt x="0" y="19240"/>
                      </a:moveTo>
                      <a:lnTo>
                        <a:pt x="84772" y="298418"/>
                      </a:lnTo>
                      <a:lnTo>
                        <a:pt x="144113" y="277273"/>
                      </a:lnTo>
                      <a:lnTo>
                        <a:pt x="54102" y="0"/>
                      </a:lnTo>
                      <a:lnTo>
                        <a:pt x="0" y="19240"/>
                      </a:lnTo>
                      <a:close/>
                    </a:path>
                  </a:pathLst>
                </a:custGeom>
                <a:solidFill>
                  <a:srgbClr val="38200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0FAB25B5-F402-4992-B6F0-E58E3F65A4CF}"/>
                    </a:ext>
                  </a:extLst>
                </p:cNvPr>
                <p:cNvSpPr/>
                <p:nvPr/>
              </p:nvSpPr>
              <p:spPr>
                <a:xfrm>
                  <a:off x="3594354" y="2825971"/>
                  <a:ext cx="107061" cy="291083"/>
                </a:xfrm>
                <a:custGeom>
                  <a:avLst/>
                  <a:gdLst>
                    <a:gd name="connsiteX0" fmla="*/ 0 w 107061"/>
                    <a:gd name="connsiteY0" fmla="*/ 6667 h 291083"/>
                    <a:gd name="connsiteX1" fmla="*/ 70009 w 107061"/>
                    <a:gd name="connsiteY1" fmla="*/ 291084 h 291083"/>
                    <a:gd name="connsiteX2" fmla="*/ 107061 w 107061"/>
                    <a:gd name="connsiteY2" fmla="*/ 277844 h 291083"/>
                    <a:gd name="connsiteX3" fmla="*/ 18669 w 107061"/>
                    <a:gd name="connsiteY3" fmla="*/ 0 h 291083"/>
                    <a:gd name="connsiteX4" fmla="*/ 0 w 107061"/>
                    <a:gd name="connsiteY4" fmla="*/ 6667 h 291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061" h="291083">
                      <a:moveTo>
                        <a:pt x="0" y="6667"/>
                      </a:moveTo>
                      <a:lnTo>
                        <a:pt x="70009" y="291084"/>
                      </a:lnTo>
                      <a:lnTo>
                        <a:pt x="107061" y="277844"/>
                      </a:lnTo>
                      <a:lnTo>
                        <a:pt x="18669" y="0"/>
                      </a:lnTo>
                      <a:lnTo>
                        <a:pt x="0" y="6667"/>
                      </a:lnTo>
                      <a:close/>
                    </a:path>
                  </a:pathLst>
                </a:custGeom>
                <a:solidFill>
                  <a:srgbClr val="38200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3A9CF2F1-E109-40F6-89F6-CB5463515F5C}"/>
                    </a:ext>
                  </a:extLst>
                </p:cNvPr>
                <p:cNvSpPr/>
                <p:nvPr/>
              </p:nvSpPr>
              <p:spPr>
                <a:xfrm>
                  <a:off x="3772662" y="2763202"/>
                  <a:ext cx="104298" cy="284511"/>
                </a:xfrm>
                <a:custGeom>
                  <a:avLst/>
                  <a:gdLst>
                    <a:gd name="connsiteX0" fmla="*/ 0 w 104298"/>
                    <a:gd name="connsiteY0" fmla="*/ 5905 h 284511"/>
                    <a:gd name="connsiteX1" fmla="*/ 86201 w 104298"/>
                    <a:gd name="connsiteY1" fmla="*/ 284512 h 284511"/>
                    <a:gd name="connsiteX2" fmla="*/ 104299 w 104298"/>
                    <a:gd name="connsiteY2" fmla="*/ 278130 h 284511"/>
                    <a:gd name="connsiteX3" fmla="*/ 16574 w 104298"/>
                    <a:gd name="connsiteY3" fmla="*/ 0 h 284511"/>
                    <a:gd name="connsiteX4" fmla="*/ 0 w 104298"/>
                    <a:gd name="connsiteY4" fmla="*/ 5905 h 2845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298" h="284511">
                      <a:moveTo>
                        <a:pt x="0" y="5905"/>
                      </a:moveTo>
                      <a:lnTo>
                        <a:pt x="86201" y="284512"/>
                      </a:lnTo>
                      <a:lnTo>
                        <a:pt x="104299" y="278130"/>
                      </a:lnTo>
                      <a:lnTo>
                        <a:pt x="16574" y="0"/>
                      </a:lnTo>
                      <a:lnTo>
                        <a:pt x="0" y="5905"/>
                      </a:lnTo>
                      <a:close/>
                    </a:path>
                  </a:pathLst>
                </a:custGeom>
                <a:solidFill>
                  <a:srgbClr val="38200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AFCF9163-3B3F-477B-80CC-DD74698702CE}"/>
                    </a:ext>
                  </a:extLst>
                </p:cNvPr>
                <p:cNvSpPr/>
                <p:nvPr/>
              </p:nvSpPr>
              <p:spPr>
                <a:xfrm>
                  <a:off x="3835717" y="2738151"/>
                  <a:ext cx="112204" cy="287274"/>
                </a:xfrm>
                <a:custGeom>
                  <a:avLst/>
                  <a:gdLst>
                    <a:gd name="connsiteX0" fmla="*/ 0 w 112204"/>
                    <a:gd name="connsiteY0" fmla="*/ 8572 h 287274"/>
                    <a:gd name="connsiteX1" fmla="*/ 85916 w 112204"/>
                    <a:gd name="connsiteY1" fmla="*/ 287274 h 287274"/>
                    <a:gd name="connsiteX2" fmla="*/ 112204 w 112204"/>
                    <a:gd name="connsiteY2" fmla="*/ 277939 h 287274"/>
                    <a:gd name="connsiteX3" fmla="*/ 24003 w 112204"/>
                    <a:gd name="connsiteY3" fmla="*/ 0 h 287274"/>
                    <a:gd name="connsiteX4" fmla="*/ 0 w 112204"/>
                    <a:gd name="connsiteY4" fmla="*/ 8572 h 2872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204" h="287274">
                      <a:moveTo>
                        <a:pt x="0" y="8572"/>
                      </a:moveTo>
                      <a:lnTo>
                        <a:pt x="85916" y="287274"/>
                      </a:lnTo>
                      <a:lnTo>
                        <a:pt x="112204" y="277939"/>
                      </a:lnTo>
                      <a:lnTo>
                        <a:pt x="24003" y="0"/>
                      </a:lnTo>
                      <a:lnTo>
                        <a:pt x="0" y="8572"/>
                      </a:lnTo>
                      <a:close/>
                    </a:path>
                  </a:pathLst>
                </a:custGeom>
                <a:solidFill>
                  <a:srgbClr val="38200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68" name="Freeform: Shape 367">
                  <a:extLst>
                    <a:ext uri="{FF2B5EF4-FFF2-40B4-BE49-F238E27FC236}">
                      <a16:creationId xmlns:a16="http://schemas.microsoft.com/office/drawing/2014/main" id="{5C230374-A4F7-4137-816A-55123FB6A2A7}"/>
                    </a:ext>
                  </a:extLst>
                </p:cNvPr>
                <p:cNvSpPr/>
                <p:nvPr/>
              </p:nvSpPr>
              <p:spPr>
                <a:xfrm>
                  <a:off x="3895153" y="2711100"/>
                  <a:ext cx="129635" cy="293369"/>
                </a:xfrm>
                <a:custGeom>
                  <a:avLst/>
                  <a:gdLst>
                    <a:gd name="connsiteX0" fmla="*/ 0 w 129635"/>
                    <a:gd name="connsiteY0" fmla="*/ 14383 h 293369"/>
                    <a:gd name="connsiteX1" fmla="*/ 85344 w 129635"/>
                    <a:gd name="connsiteY1" fmla="*/ 293370 h 293369"/>
                    <a:gd name="connsiteX2" fmla="*/ 129635 w 129635"/>
                    <a:gd name="connsiteY2" fmla="*/ 277559 h 293369"/>
                    <a:gd name="connsiteX3" fmla="*/ 40481 w 129635"/>
                    <a:gd name="connsiteY3" fmla="*/ 0 h 293369"/>
                    <a:gd name="connsiteX4" fmla="*/ 0 w 129635"/>
                    <a:gd name="connsiteY4" fmla="*/ 14383 h 293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9635" h="293369">
                      <a:moveTo>
                        <a:pt x="0" y="14383"/>
                      </a:moveTo>
                      <a:lnTo>
                        <a:pt x="85344" y="293370"/>
                      </a:lnTo>
                      <a:lnTo>
                        <a:pt x="129635" y="277559"/>
                      </a:lnTo>
                      <a:lnTo>
                        <a:pt x="40481" y="0"/>
                      </a:lnTo>
                      <a:lnTo>
                        <a:pt x="0" y="14383"/>
                      </a:lnTo>
                      <a:close/>
                    </a:path>
                  </a:pathLst>
                </a:custGeom>
                <a:solidFill>
                  <a:srgbClr val="38200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105000D2-0BB1-492B-84B9-C06476FA01E9}"/>
                  </a:ext>
                </a:extLst>
              </p:cNvPr>
              <p:cNvSpPr/>
              <p:nvPr/>
            </p:nvSpPr>
            <p:spPr>
              <a:xfrm>
                <a:off x="6650352" y="4035361"/>
                <a:ext cx="313842" cy="828022"/>
              </a:xfrm>
              <a:custGeom>
                <a:avLst/>
                <a:gdLst>
                  <a:gd name="connsiteX0" fmla="*/ 181483 w 313842"/>
                  <a:gd name="connsiteY0" fmla="*/ -58 h 828022"/>
                  <a:gd name="connsiteX1" fmla="*/ 183293 w 313842"/>
                  <a:gd name="connsiteY1" fmla="*/ 86429 h 828022"/>
                  <a:gd name="connsiteX2" fmla="*/ 183293 w 313842"/>
                  <a:gd name="connsiteY2" fmla="*/ 151008 h 828022"/>
                  <a:gd name="connsiteX3" fmla="*/ 182436 w 313842"/>
                  <a:gd name="connsiteY3" fmla="*/ 168058 h 828022"/>
                  <a:gd name="connsiteX4" fmla="*/ 182436 w 313842"/>
                  <a:gd name="connsiteY4" fmla="*/ 171392 h 828022"/>
                  <a:gd name="connsiteX5" fmla="*/ 182436 w 313842"/>
                  <a:gd name="connsiteY5" fmla="*/ 173392 h 828022"/>
                  <a:gd name="connsiteX6" fmla="*/ 178721 w 313842"/>
                  <a:gd name="connsiteY6" fmla="*/ 211969 h 828022"/>
                  <a:gd name="connsiteX7" fmla="*/ 7271 w 313842"/>
                  <a:gd name="connsiteY7" fmla="*/ 726890 h 828022"/>
                  <a:gd name="connsiteX8" fmla="*/ 122714 w 313842"/>
                  <a:gd name="connsiteY8" fmla="*/ 791184 h 828022"/>
                  <a:gd name="connsiteX9" fmla="*/ 305785 w 313842"/>
                  <a:gd name="connsiteY9" fmla="*/ 241115 h 828022"/>
                  <a:gd name="connsiteX10" fmla="*/ 312642 w 313842"/>
                  <a:gd name="connsiteY10" fmla="*/ -58 h 828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3842" h="828022">
                    <a:moveTo>
                      <a:pt x="181483" y="-58"/>
                    </a:moveTo>
                    <a:cubicBezTo>
                      <a:pt x="182150" y="28517"/>
                      <a:pt x="182626" y="57092"/>
                      <a:pt x="183293" y="86429"/>
                    </a:cubicBezTo>
                    <a:cubicBezTo>
                      <a:pt x="183293" y="107955"/>
                      <a:pt x="183959" y="129482"/>
                      <a:pt x="183293" y="151008"/>
                    </a:cubicBezTo>
                    <a:cubicBezTo>
                      <a:pt x="183293" y="156628"/>
                      <a:pt x="182721" y="162343"/>
                      <a:pt x="182436" y="168058"/>
                    </a:cubicBezTo>
                    <a:cubicBezTo>
                      <a:pt x="182436" y="169392"/>
                      <a:pt x="182436" y="170439"/>
                      <a:pt x="182436" y="171392"/>
                    </a:cubicBezTo>
                    <a:cubicBezTo>
                      <a:pt x="182369" y="172057"/>
                      <a:pt x="182369" y="172727"/>
                      <a:pt x="182436" y="173392"/>
                    </a:cubicBezTo>
                    <a:cubicBezTo>
                      <a:pt x="181293" y="186092"/>
                      <a:pt x="180054" y="198951"/>
                      <a:pt x="178721" y="211969"/>
                    </a:cubicBezTo>
                    <a:cubicBezTo>
                      <a:pt x="159195" y="396182"/>
                      <a:pt x="84233" y="562203"/>
                      <a:pt x="7271" y="726890"/>
                    </a:cubicBezTo>
                    <a:cubicBezTo>
                      <a:pt x="-30067" y="807090"/>
                      <a:pt x="85376" y="871289"/>
                      <a:pt x="122714" y="791184"/>
                    </a:cubicBezTo>
                    <a:cubicBezTo>
                      <a:pt x="203486" y="617829"/>
                      <a:pt x="285306" y="435711"/>
                      <a:pt x="305785" y="241115"/>
                    </a:cubicBezTo>
                    <a:cubicBezTo>
                      <a:pt x="313117" y="160947"/>
                      <a:pt x="315407" y="80397"/>
                      <a:pt x="312642" y="-58"/>
                    </a:cubicBezTo>
                    <a:close/>
                  </a:path>
                </a:pathLst>
              </a:custGeom>
              <a:solidFill>
                <a:srgbClr val="262323">
                  <a:alpha val="34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441EA85F-A1F3-403B-9D42-97EAED3D6350}"/>
                  </a:ext>
                </a:extLst>
              </p:cNvPr>
              <p:cNvSpPr/>
              <p:nvPr/>
            </p:nvSpPr>
            <p:spPr>
              <a:xfrm>
                <a:off x="6753225" y="3271837"/>
                <a:ext cx="149637" cy="444531"/>
              </a:xfrm>
              <a:custGeom>
                <a:avLst/>
                <a:gdLst>
                  <a:gd name="connsiteX0" fmla="*/ 88611 w 149637"/>
                  <a:gd name="connsiteY0" fmla="*/ 237019 h 444531"/>
                  <a:gd name="connsiteX1" fmla="*/ 137094 w 149637"/>
                  <a:gd name="connsiteY1" fmla="*/ 190442 h 444531"/>
                  <a:gd name="connsiteX2" fmla="*/ 149571 w 149637"/>
                  <a:gd name="connsiteY2" fmla="*/ -58 h 444531"/>
                  <a:gd name="connsiteX3" fmla="*/ 110423 w 149637"/>
                  <a:gd name="connsiteY3" fmla="*/ 26231 h 444531"/>
                  <a:gd name="connsiteX4" fmla="*/ 10602 w 149637"/>
                  <a:gd name="connsiteY4" fmla="*/ 228542 h 444531"/>
                  <a:gd name="connsiteX5" fmla="*/ -66 w 149637"/>
                  <a:gd name="connsiteY5" fmla="*/ 405897 h 444531"/>
                  <a:gd name="connsiteX6" fmla="*/ 98136 w 149637"/>
                  <a:gd name="connsiteY6" fmla="*/ 444474 h 444531"/>
                  <a:gd name="connsiteX7" fmla="*/ 124139 w 149637"/>
                  <a:gd name="connsiteY7" fmla="*/ 331603 h 444531"/>
                  <a:gd name="connsiteX8" fmla="*/ 88611 w 149637"/>
                  <a:gd name="connsiteY8" fmla="*/ 237019 h 444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637" h="444531">
                    <a:moveTo>
                      <a:pt x="88611" y="237019"/>
                    </a:moveTo>
                    <a:cubicBezTo>
                      <a:pt x="96145" y="214476"/>
                      <a:pt x="114266" y="197067"/>
                      <a:pt x="137094" y="190442"/>
                    </a:cubicBezTo>
                    <a:lnTo>
                      <a:pt x="149571" y="-58"/>
                    </a:lnTo>
                    <a:lnTo>
                      <a:pt x="110423" y="26231"/>
                    </a:lnTo>
                    <a:lnTo>
                      <a:pt x="10602" y="228542"/>
                    </a:lnTo>
                    <a:lnTo>
                      <a:pt x="-66" y="405897"/>
                    </a:lnTo>
                    <a:lnTo>
                      <a:pt x="98136" y="444474"/>
                    </a:lnTo>
                    <a:lnTo>
                      <a:pt x="124139" y="331603"/>
                    </a:lnTo>
                    <a:cubicBezTo>
                      <a:pt x="91518" y="312361"/>
                      <a:pt x="76725" y="272979"/>
                      <a:pt x="88611" y="237019"/>
                    </a:cubicBezTo>
                    <a:close/>
                  </a:path>
                </a:pathLst>
              </a:custGeom>
              <a:solidFill>
                <a:srgbClr val="7B8C9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390CAE59-3A4A-4F56-A366-D7383F756931}"/>
                  </a:ext>
                </a:extLst>
              </p:cNvPr>
              <p:cNvSpPr/>
              <p:nvPr/>
            </p:nvSpPr>
            <p:spPr>
              <a:xfrm>
                <a:off x="6867239" y="3348037"/>
                <a:ext cx="244125" cy="413766"/>
              </a:xfrm>
              <a:custGeom>
                <a:avLst/>
                <a:gdLst>
                  <a:gd name="connsiteX0" fmla="*/ 132617 w 244125"/>
                  <a:gd name="connsiteY0" fmla="*/ 222827 h 413766"/>
                  <a:gd name="connsiteX1" fmla="*/ 123854 w 244125"/>
                  <a:gd name="connsiteY1" fmla="*/ 153866 h 413766"/>
                  <a:gd name="connsiteX2" fmla="*/ 229772 w 244125"/>
                  <a:gd name="connsiteY2" fmla="*/ -58 h 413766"/>
                  <a:gd name="connsiteX3" fmla="*/ 244059 w 244125"/>
                  <a:gd name="connsiteY3" fmla="*/ 47567 h 413766"/>
                  <a:gd name="connsiteX4" fmla="*/ 197482 w 244125"/>
                  <a:gd name="connsiteY4" fmla="*/ 270833 h 413766"/>
                  <a:gd name="connsiteX5" fmla="*/ 98136 w 244125"/>
                  <a:gd name="connsiteY5" fmla="*/ 413708 h 413766"/>
                  <a:gd name="connsiteX6" fmla="*/ -66 w 244125"/>
                  <a:gd name="connsiteY6" fmla="*/ 375132 h 413766"/>
                  <a:gd name="connsiteX7" fmla="*/ 48511 w 244125"/>
                  <a:gd name="connsiteY7" fmla="*/ 271214 h 413766"/>
                  <a:gd name="connsiteX8" fmla="*/ 132617 w 244125"/>
                  <a:gd name="connsiteY8" fmla="*/ 222827 h 413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4125" h="413766">
                    <a:moveTo>
                      <a:pt x="132617" y="222827"/>
                    </a:moveTo>
                    <a:cubicBezTo>
                      <a:pt x="140342" y="199704"/>
                      <a:pt x="137117" y="174322"/>
                      <a:pt x="123854" y="153866"/>
                    </a:cubicBezTo>
                    <a:lnTo>
                      <a:pt x="229772" y="-58"/>
                    </a:lnTo>
                    <a:lnTo>
                      <a:pt x="244059" y="47567"/>
                    </a:lnTo>
                    <a:lnTo>
                      <a:pt x="197482" y="270833"/>
                    </a:lnTo>
                    <a:lnTo>
                      <a:pt x="98136" y="413708"/>
                    </a:lnTo>
                    <a:lnTo>
                      <a:pt x="-66" y="375132"/>
                    </a:lnTo>
                    <a:lnTo>
                      <a:pt x="48511" y="271214"/>
                    </a:lnTo>
                    <a:cubicBezTo>
                      <a:pt x="84806" y="279042"/>
                      <a:pt x="121140" y="258139"/>
                      <a:pt x="132617" y="222827"/>
                    </a:cubicBezTo>
                    <a:close/>
                  </a:path>
                </a:pathLst>
              </a:custGeom>
              <a:solidFill>
                <a:srgbClr val="7B8C9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8D0A9ED-14B2-47B3-9D64-2614B37A8C79}"/>
                  </a:ext>
                </a:extLst>
              </p:cNvPr>
              <p:cNvSpPr/>
              <p:nvPr/>
            </p:nvSpPr>
            <p:spPr>
              <a:xfrm>
                <a:off x="6762940" y="3619499"/>
                <a:ext cx="184213" cy="196786"/>
              </a:xfrm>
              <a:custGeom>
                <a:avLst/>
                <a:gdLst>
                  <a:gd name="connsiteX0" fmla="*/ 184213 w 184213"/>
                  <a:gd name="connsiteY0" fmla="*/ 98393 h 196786"/>
                  <a:gd name="connsiteX1" fmla="*/ 92106 w 184213"/>
                  <a:gd name="connsiteY1" fmla="*/ 196786 h 196786"/>
                  <a:gd name="connsiteX2" fmla="*/ 0 w 184213"/>
                  <a:gd name="connsiteY2" fmla="*/ 98393 h 196786"/>
                  <a:gd name="connsiteX3" fmla="*/ 92106 w 184213"/>
                  <a:gd name="connsiteY3" fmla="*/ 0 h 196786"/>
                  <a:gd name="connsiteX4" fmla="*/ 184213 w 184213"/>
                  <a:gd name="connsiteY4" fmla="*/ 98393 h 196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213" h="196786">
                    <a:moveTo>
                      <a:pt x="184213" y="98393"/>
                    </a:moveTo>
                    <a:cubicBezTo>
                      <a:pt x="184213" y="152734"/>
                      <a:pt x="142976" y="196786"/>
                      <a:pt x="92106" y="196786"/>
                    </a:cubicBezTo>
                    <a:cubicBezTo>
                      <a:pt x="41237" y="196786"/>
                      <a:pt x="0" y="152734"/>
                      <a:pt x="0" y="98393"/>
                    </a:cubicBezTo>
                    <a:cubicBezTo>
                      <a:pt x="0" y="44052"/>
                      <a:pt x="41237" y="0"/>
                      <a:pt x="92106" y="0"/>
                    </a:cubicBezTo>
                    <a:cubicBezTo>
                      <a:pt x="142976" y="0"/>
                      <a:pt x="184213" y="44052"/>
                      <a:pt x="184213" y="98393"/>
                    </a:cubicBezTo>
                    <a:close/>
                  </a:path>
                </a:pathLst>
              </a:custGeom>
              <a:solidFill>
                <a:srgbClr val="7B8C9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54FDEC99-576F-4645-A0BD-694F5D45E47B}"/>
                  </a:ext>
                </a:extLst>
              </p:cNvPr>
              <p:cNvSpPr/>
              <p:nvPr/>
            </p:nvSpPr>
            <p:spPr>
              <a:xfrm>
                <a:off x="6428422" y="3701319"/>
                <a:ext cx="388394" cy="323850"/>
              </a:xfrm>
              <a:custGeom>
                <a:avLst/>
                <a:gdLst>
                  <a:gd name="connsiteX0" fmla="*/ 388173 w 388394"/>
                  <a:gd name="connsiteY0" fmla="*/ 34042 h 323850"/>
                  <a:gd name="connsiteX1" fmla="*/ 301114 w 388394"/>
                  <a:gd name="connsiteY1" fmla="*/ -58 h 323850"/>
                  <a:gd name="connsiteX2" fmla="*/ 62989 w 388394"/>
                  <a:gd name="connsiteY2" fmla="*/ 237114 h 323850"/>
                  <a:gd name="connsiteX3" fmla="*/ -66 w 388394"/>
                  <a:gd name="connsiteY3" fmla="*/ 323792 h 323850"/>
                  <a:gd name="connsiteX4" fmla="*/ 126997 w 388394"/>
                  <a:gd name="connsiteY4" fmla="*/ 323792 h 323850"/>
                  <a:gd name="connsiteX5" fmla="*/ 134046 w 388394"/>
                  <a:gd name="connsiteY5" fmla="*/ 318839 h 323850"/>
                  <a:gd name="connsiteX6" fmla="*/ 143095 w 388394"/>
                  <a:gd name="connsiteY6" fmla="*/ 307600 h 323850"/>
                  <a:gd name="connsiteX7" fmla="*/ 164145 w 388394"/>
                  <a:gd name="connsiteY7" fmla="*/ 282549 h 323850"/>
                  <a:gd name="connsiteX8" fmla="*/ 165287 w 388394"/>
                  <a:gd name="connsiteY8" fmla="*/ 281311 h 323850"/>
                  <a:gd name="connsiteX9" fmla="*/ 167193 w 388394"/>
                  <a:gd name="connsiteY9" fmla="*/ 279310 h 323850"/>
                  <a:gd name="connsiteX10" fmla="*/ 176718 w 388394"/>
                  <a:gd name="connsiteY10" fmla="*/ 268738 h 323850"/>
                  <a:gd name="connsiteX11" fmla="*/ 214818 w 388394"/>
                  <a:gd name="connsiteY11" fmla="*/ 231209 h 323850"/>
                  <a:gd name="connsiteX12" fmla="*/ 367218 w 388394"/>
                  <a:gd name="connsiteY12" fmla="*/ 86905 h 323850"/>
                  <a:gd name="connsiteX13" fmla="*/ 388173 w 388394"/>
                  <a:gd name="connsiteY13" fmla="*/ 34042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8394" h="323850">
                    <a:moveTo>
                      <a:pt x="388173" y="34042"/>
                    </a:moveTo>
                    <a:lnTo>
                      <a:pt x="301114" y="-58"/>
                    </a:lnTo>
                    <a:cubicBezTo>
                      <a:pt x="220533" y="77476"/>
                      <a:pt x="135570" y="149389"/>
                      <a:pt x="62989" y="237114"/>
                    </a:cubicBezTo>
                    <a:cubicBezTo>
                      <a:pt x="40304" y="264757"/>
                      <a:pt x="19249" y="293698"/>
                      <a:pt x="-66" y="323792"/>
                    </a:cubicBezTo>
                    <a:lnTo>
                      <a:pt x="126997" y="323792"/>
                    </a:lnTo>
                    <a:cubicBezTo>
                      <a:pt x="129379" y="322173"/>
                      <a:pt x="131665" y="320363"/>
                      <a:pt x="134046" y="318839"/>
                    </a:cubicBezTo>
                    <a:lnTo>
                      <a:pt x="143095" y="307600"/>
                    </a:lnTo>
                    <a:cubicBezTo>
                      <a:pt x="150048" y="299218"/>
                      <a:pt x="157096" y="290836"/>
                      <a:pt x="164145" y="282549"/>
                    </a:cubicBezTo>
                    <a:lnTo>
                      <a:pt x="165287" y="281311"/>
                    </a:lnTo>
                    <a:lnTo>
                      <a:pt x="167193" y="279310"/>
                    </a:lnTo>
                    <a:cubicBezTo>
                      <a:pt x="170431" y="275786"/>
                      <a:pt x="173575" y="272262"/>
                      <a:pt x="176718" y="268738"/>
                    </a:cubicBezTo>
                    <a:cubicBezTo>
                      <a:pt x="189005" y="255688"/>
                      <a:pt x="201864" y="243401"/>
                      <a:pt x="214818" y="231209"/>
                    </a:cubicBezTo>
                    <a:cubicBezTo>
                      <a:pt x="265871" y="183584"/>
                      <a:pt x="317116" y="135959"/>
                      <a:pt x="367218" y="86905"/>
                    </a:cubicBezTo>
                    <a:cubicBezTo>
                      <a:pt x="381835" y="73358"/>
                      <a:pt x="389539" y="53925"/>
                      <a:pt x="388173" y="34042"/>
                    </a:cubicBezTo>
                    <a:close/>
                  </a:path>
                </a:pathLst>
              </a:custGeom>
              <a:solidFill>
                <a:srgbClr val="7B8C9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87F949A8-3747-46A3-9B4F-BF781CA92E3B}"/>
                  </a:ext>
                </a:extLst>
              </p:cNvPr>
              <p:cNvSpPr/>
              <p:nvPr/>
            </p:nvSpPr>
            <p:spPr>
              <a:xfrm>
                <a:off x="6408991" y="3790759"/>
                <a:ext cx="299275" cy="234410"/>
              </a:xfrm>
              <a:custGeom>
                <a:avLst/>
                <a:gdLst>
                  <a:gd name="connsiteX0" fmla="*/ 175384 w 299275"/>
                  <a:gd name="connsiteY0" fmla="*/ 234352 h 234410"/>
                  <a:gd name="connsiteX1" fmla="*/ 299209 w 299275"/>
                  <a:gd name="connsiteY1" fmla="*/ 99859 h 234410"/>
                  <a:gd name="connsiteX2" fmla="*/ 208626 w 299275"/>
                  <a:gd name="connsiteY2" fmla="*/ -58 h 234410"/>
                  <a:gd name="connsiteX3" fmla="*/ -66 w 299275"/>
                  <a:gd name="connsiteY3" fmla="*/ 234352 h 234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275" h="234410">
                    <a:moveTo>
                      <a:pt x="175384" y="234352"/>
                    </a:moveTo>
                    <a:cubicBezTo>
                      <a:pt x="216723" y="189775"/>
                      <a:pt x="257966" y="145103"/>
                      <a:pt x="299209" y="99859"/>
                    </a:cubicBezTo>
                    <a:cubicBezTo>
                      <a:pt x="269110" y="66395"/>
                      <a:pt x="238916" y="33089"/>
                      <a:pt x="208626" y="-58"/>
                    </a:cubicBezTo>
                    <a:cubicBezTo>
                      <a:pt x="138332" y="77380"/>
                      <a:pt x="64703" y="151771"/>
                      <a:pt x="-66" y="234352"/>
                    </a:cubicBezTo>
                    <a:close/>
                  </a:path>
                </a:pathLst>
              </a:custGeom>
              <a:solidFill>
                <a:srgbClr val="000E9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C1CC2670-04CF-41F0-BFB5-6666D4D953BB}"/>
                  </a:ext>
                </a:extLst>
              </p:cNvPr>
              <p:cNvSpPr/>
              <p:nvPr/>
            </p:nvSpPr>
            <p:spPr>
              <a:xfrm>
                <a:off x="6845807" y="3758754"/>
                <a:ext cx="156189" cy="924765"/>
              </a:xfrm>
              <a:custGeom>
                <a:avLst/>
                <a:gdLst>
                  <a:gd name="connsiteX0" fmla="*/ 155953 w 156189"/>
                  <a:gd name="connsiteY0" fmla="*/ 379799 h 924765"/>
                  <a:gd name="connsiteX1" fmla="*/ 117853 w 156189"/>
                  <a:gd name="connsiteY1" fmla="*/ 34137 h 924765"/>
                  <a:gd name="connsiteX2" fmla="*/ 30795 w 156189"/>
                  <a:gd name="connsiteY2" fmla="*/ -58 h 924765"/>
                  <a:gd name="connsiteX3" fmla="*/ 14507 w 156189"/>
                  <a:gd name="connsiteY3" fmla="*/ 54425 h 924765"/>
                  <a:gd name="connsiteX4" fmla="*/ 43558 w 156189"/>
                  <a:gd name="connsiteY4" fmla="*/ 270071 h 924765"/>
                  <a:gd name="connsiteX5" fmla="*/ 49845 w 156189"/>
                  <a:gd name="connsiteY5" fmla="*/ 325126 h 924765"/>
                  <a:gd name="connsiteX6" fmla="*/ 50892 w 156189"/>
                  <a:gd name="connsiteY6" fmla="*/ 339889 h 924765"/>
                  <a:gd name="connsiteX7" fmla="*/ 50892 w 156189"/>
                  <a:gd name="connsiteY7" fmla="*/ 342747 h 924765"/>
                  <a:gd name="connsiteX8" fmla="*/ 50892 w 156189"/>
                  <a:gd name="connsiteY8" fmla="*/ 344461 h 924765"/>
                  <a:gd name="connsiteX9" fmla="*/ 51845 w 156189"/>
                  <a:gd name="connsiteY9" fmla="*/ 378085 h 924765"/>
                  <a:gd name="connsiteX10" fmla="*/ 51845 w 156189"/>
                  <a:gd name="connsiteY10" fmla="*/ 390848 h 924765"/>
                  <a:gd name="connsiteX11" fmla="*/ 8411 w 156189"/>
                  <a:gd name="connsiteY11" fmla="*/ 906817 h 924765"/>
                  <a:gd name="connsiteX12" fmla="*/ -66 w 156189"/>
                  <a:gd name="connsiteY12" fmla="*/ 921390 h 924765"/>
                  <a:gd name="connsiteX13" fmla="*/ 65942 w 156189"/>
                  <a:gd name="connsiteY13" fmla="*/ 882338 h 924765"/>
                  <a:gd name="connsiteX14" fmla="*/ 155953 w 156189"/>
                  <a:gd name="connsiteY14" fmla="*/ 379799 h 92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6189" h="924765">
                    <a:moveTo>
                      <a:pt x="155953" y="379799"/>
                    </a:moveTo>
                    <a:cubicBezTo>
                      <a:pt x="153667" y="262546"/>
                      <a:pt x="132521" y="149008"/>
                      <a:pt x="117853" y="34137"/>
                    </a:cubicBezTo>
                    <a:lnTo>
                      <a:pt x="30795" y="-58"/>
                    </a:lnTo>
                    <a:cubicBezTo>
                      <a:pt x="17505" y="14761"/>
                      <a:pt x="11531" y="34743"/>
                      <a:pt x="14507" y="54425"/>
                    </a:cubicBezTo>
                    <a:cubicBezTo>
                      <a:pt x="23365" y="126529"/>
                      <a:pt x="33557" y="198253"/>
                      <a:pt x="43558" y="270071"/>
                    </a:cubicBezTo>
                    <a:cubicBezTo>
                      <a:pt x="46035" y="288359"/>
                      <a:pt x="48416" y="306647"/>
                      <a:pt x="49845" y="325126"/>
                    </a:cubicBezTo>
                    <a:cubicBezTo>
                      <a:pt x="49845" y="330079"/>
                      <a:pt x="50511" y="334651"/>
                      <a:pt x="50892" y="339889"/>
                    </a:cubicBezTo>
                    <a:cubicBezTo>
                      <a:pt x="50892" y="341032"/>
                      <a:pt x="50892" y="341889"/>
                      <a:pt x="50892" y="342747"/>
                    </a:cubicBezTo>
                    <a:lnTo>
                      <a:pt x="50892" y="344461"/>
                    </a:lnTo>
                    <a:cubicBezTo>
                      <a:pt x="50892" y="355605"/>
                      <a:pt x="51654" y="366845"/>
                      <a:pt x="51845" y="378085"/>
                    </a:cubicBezTo>
                    <a:cubicBezTo>
                      <a:pt x="51845" y="382371"/>
                      <a:pt x="51845" y="386562"/>
                      <a:pt x="51845" y="390848"/>
                    </a:cubicBezTo>
                    <a:cubicBezTo>
                      <a:pt x="118520" y="554583"/>
                      <a:pt x="76896" y="747464"/>
                      <a:pt x="8411" y="906817"/>
                    </a:cubicBezTo>
                    <a:cubicBezTo>
                      <a:pt x="6207" y="912011"/>
                      <a:pt x="3359" y="916907"/>
                      <a:pt x="-66" y="921390"/>
                    </a:cubicBezTo>
                    <a:cubicBezTo>
                      <a:pt x="24508" y="930915"/>
                      <a:pt x="55083" y="920533"/>
                      <a:pt x="65942" y="882338"/>
                    </a:cubicBezTo>
                    <a:cubicBezTo>
                      <a:pt x="113091" y="720127"/>
                      <a:pt x="159287" y="549820"/>
                      <a:pt x="155953" y="379799"/>
                    </a:cubicBezTo>
                    <a:close/>
                  </a:path>
                </a:pathLst>
              </a:custGeom>
              <a:solidFill>
                <a:srgbClr val="7B8C9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0EA124D3-8E71-4FAA-8683-8AA10BB3534B}"/>
                  </a:ext>
                </a:extLst>
              </p:cNvPr>
              <p:cNvSpPr/>
              <p:nvPr/>
            </p:nvSpPr>
            <p:spPr>
              <a:xfrm>
                <a:off x="6730387" y="3939158"/>
                <a:ext cx="282257" cy="987119"/>
              </a:xfrm>
              <a:custGeom>
                <a:avLst/>
                <a:gdLst>
                  <a:gd name="connsiteX0" fmla="*/ 264897 w 282257"/>
                  <a:gd name="connsiteY0" fmla="*/ -58 h 987119"/>
                  <a:gd name="connsiteX1" fmla="*/ 280232 w 282257"/>
                  <a:gd name="connsiteY1" fmla="*/ 387800 h 987119"/>
                  <a:gd name="connsiteX2" fmla="*/ 124213 w 282257"/>
                  <a:gd name="connsiteY2" fmla="*/ 947203 h 987119"/>
                  <a:gd name="connsiteX3" fmla="*/ 5817 w 282257"/>
                  <a:gd name="connsiteY3" fmla="*/ 889482 h 987119"/>
                  <a:gd name="connsiteX4" fmla="*/ 151645 w 282257"/>
                  <a:gd name="connsiteY4" fmla="*/ 365607 h 987119"/>
                  <a:gd name="connsiteX5" fmla="*/ 153454 w 282257"/>
                  <a:gd name="connsiteY5" fmla="*/ 326745 h 987119"/>
                  <a:gd name="connsiteX6" fmla="*/ 153454 w 282257"/>
                  <a:gd name="connsiteY6" fmla="*/ 324745 h 987119"/>
                  <a:gd name="connsiteX7" fmla="*/ 153454 w 282257"/>
                  <a:gd name="connsiteY7" fmla="*/ 321506 h 987119"/>
                  <a:gd name="connsiteX8" fmla="*/ 153454 w 282257"/>
                  <a:gd name="connsiteY8" fmla="*/ 304361 h 987119"/>
                  <a:gd name="connsiteX9" fmla="*/ 150502 w 282257"/>
                  <a:gd name="connsiteY9" fmla="*/ 239972 h 987119"/>
                  <a:gd name="connsiteX10" fmla="*/ 135167 w 282257"/>
                  <a:gd name="connsiteY10" fmla="*/ 13277 h 987119"/>
                  <a:gd name="connsiteX11" fmla="*/ 264897 w 282257"/>
                  <a:gd name="connsiteY11" fmla="*/ -58 h 987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2257" h="987119">
                    <a:moveTo>
                      <a:pt x="264897" y="-58"/>
                    </a:moveTo>
                    <a:cubicBezTo>
                      <a:pt x="272898" y="129196"/>
                      <a:pt x="287471" y="258260"/>
                      <a:pt x="280232" y="387800"/>
                    </a:cubicBezTo>
                    <a:cubicBezTo>
                      <a:pt x="269183" y="583253"/>
                      <a:pt x="196412" y="769657"/>
                      <a:pt x="124213" y="947203"/>
                    </a:cubicBezTo>
                    <a:cubicBezTo>
                      <a:pt x="90875" y="1029404"/>
                      <a:pt x="-27616" y="971682"/>
                      <a:pt x="5817" y="889482"/>
                    </a:cubicBezTo>
                    <a:cubicBezTo>
                      <a:pt x="74397" y="720794"/>
                      <a:pt x="141167" y="550868"/>
                      <a:pt x="151645" y="365607"/>
                    </a:cubicBezTo>
                    <a:cubicBezTo>
                      <a:pt x="152407" y="352653"/>
                      <a:pt x="152978" y="339699"/>
                      <a:pt x="153454" y="326745"/>
                    </a:cubicBezTo>
                    <a:cubicBezTo>
                      <a:pt x="153454" y="325983"/>
                      <a:pt x="153454" y="325316"/>
                      <a:pt x="153454" y="324745"/>
                    </a:cubicBezTo>
                    <a:lnTo>
                      <a:pt x="153454" y="321506"/>
                    </a:lnTo>
                    <a:cubicBezTo>
                      <a:pt x="153454" y="315791"/>
                      <a:pt x="153454" y="310076"/>
                      <a:pt x="153454" y="304361"/>
                    </a:cubicBezTo>
                    <a:cubicBezTo>
                      <a:pt x="153454" y="282835"/>
                      <a:pt x="151931" y="261403"/>
                      <a:pt x="150502" y="239972"/>
                    </a:cubicBezTo>
                    <a:cubicBezTo>
                      <a:pt x="145168" y="164344"/>
                      <a:pt x="139643" y="88905"/>
                      <a:pt x="135167" y="13277"/>
                    </a:cubicBezTo>
                    <a:cubicBezTo>
                      <a:pt x="178346" y="8768"/>
                      <a:pt x="221590" y="4323"/>
                      <a:pt x="264897" y="-58"/>
                    </a:cubicBezTo>
                    <a:close/>
                  </a:path>
                </a:pathLst>
              </a:custGeom>
              <a:solidFill>
                <a:srgbClr val="000E9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05EB00A4-4E57-4119-8F69-0A62ADEBA215}"/>
                  </a:ext>
                </a:extLst>
              </p:cNvPr>
              <p:cNvSpPr/>
              <p:nvPr/>
            </p:nvSpPr>
            <p:spPr>
              <a:xfrm>
                <a:off x="6806764" y="3666569"/>
                <a:ext cx="96697" cy="102520"/>
              </a:xfrm>
              <a:custGeom>
                <a:avLst/>
                <a:gdLst>
                  <a:gd name="connsiteX0" fmla="*/ 93460 w 96697"/>
                  <a:gd name="connsiteY0" fmla="*/ 68982 h 102520"/>
                  <a:gd name="connsiteX1" fmla="*/ 33831 w 96697"/>
                  <a:gd name="connsiteY1" fmla="*/ 100297 h 102520"/>
                  <a:gd name="connsiteX2" fmla="*/ 31642 w 96697"/>
                  <a:gd name="connsiteY2" fmla="*/ 99557 h 102520"/>
                  <a:gd name="connsiteX3" fmla="*/ 3067 w 96697"/>
                  <a:gd name="connsiteY3" fmla="*/ 33454 h 102520"/>
                  <a:gd name="connsiteX4" fmla="*/ 62675 w 96697"/>
                  <a:gd name="connsiteY4" fmla="*/ 2098 h 102520"/>
                  <a:gd name="connsiteX5" fmla="*/ 64980 w 96697"/>
                  <a:gd name="connsiteY5" fmla="*/ 2879 h 102520"/>
                  <a:gd name="connsiteX6" fmla="*/ 93460 w 96697"/>
                  <a:gd name="connsiteY6" fmla="*/ 68982 h 102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6697" h="102520">
                    <a:moveTo>
                      <a:pt x="93460" y="68982"/>
                    </a:moveTo>
                    <a:cubicBezTo>
                      <a:pt x="85641" y="94096"/>
                      <a:pt x="58944" y="108116"/>
                      <a:pt x="33831" y="100297"/>
                    </a:cubicBezTo>
                    <a:cubicBezTo>
                      <a:pt x="33095" y="100069"/>
                      <a:pt x="32366" y="99822"/>
                      <a:pt x="31642" y="99557"/>
                    </a:cubicBezTo>
                    <a:cubicBezTo>
                      <a:pt x="6154" y="88528"/>
                      <a:pt x="-6361" y="59577"/>
                      <a:pt x="3067" y="33454"/>
                    </a:cubicBezTo>
                    <a:cubicBezTo>
                      <a:pt x="10869" y="8335"/>
                      <a:pt x="37556" y="-5704"/>
                      <a:pt x="62675" y="2098"/>
                    </a:cubicBezTo>
                    <a:cubicBezTo>
                      <a:pt x="63450" y="2338"/>
                      <a:pt x="64218" y="2599"/>
                      <a:pt x="64980" y="2879"/>
                    </a:cubicBezTo>
                    <a:cubicBezTo>
                      <a:pt x="90467" y="13908"/>
                      <a:pt x="102951" y="42883"/>
                      <a:pt x="93460" y="68982"/>
                    </a:cubicBezTo>
                    <a:close/>
                  </a:path>
                </a:pathLst>
              </a:custGeom>
              <a:solidFill>
                <a:srgbClr val="59657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B961AD52-BAC3-45B1-9F0F-C450EE009B1F}"/>
                  </a:ext>
                </a:extLst>
              </p:cNvPr>
              <p:cNvSpPr/>
              <p:nvPr/>
            </p:nvSpPr>
            <p:spPr>
              <a:xfrm>
                <a:off x="6846760" y="4579524"/>
                <a:ext cx="230695" cy="711612"/>
              </a:xfrm>
              <a:custGeom>
                <a:avLst/>
                <a:gdLst>
                  <a:gd name="connsiteX0" fmla="*/ 230629 w 230695"/>
                  <a:gd name="connsiteY0" fmla="*/ -58 h 711612"/>
                  <a:gd name="connsiteX1" fmla="*/ 203864 w 230695"/>
                  <a:gd name="connsiteY1" fmla="*/ -58 h 711612"/>
                  <a:gd name="connsiteX2" fmla="*/ 31367 w 230695"/>
                  <a:gd name="connsiteY2" fmla="*/ 164058 h 711612"/>
                  <a:gd name="connsiteX3" fmla="*/ 31367 w 230695"/>
                  <a:gd name="connsiteY3" fmla="*/ 319315 h 711612"/>
                  <a:gd name="connsiteX4" fmla="*/ 53750 w 230695"/>
                  <a:gd name="connsiteY4" fmla="*/ 319315 h 711612"/>
                  <a:gd name="connsiteX5" fmla="*/ -66 w 230695"/>
                  <a:gd name="connsiteY5" fmla="*/ 711555 h 711612"/>
                  <a:gd name="connsiteX6" fmla="*/ 230629 w 230695"/>
                  <a:gd name="connsiteY6" fmla="*/ 711555 h 711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0695" h="711612">
                    <a:moveTo>
                      <a:pt x="230629" y="-58"/>
                    </a:moveTo>
                    <a:lnTo>
                      <a:pt x="203864" y="-58"/>
                    </a:lnTo>
                    <a:cubicBezTo>
                      <a:pt x="108614" y="-58"/>
                      <a:pt x="31367" y="73475"/>
                      <a:pt x="31367" y="164058"/>
                    </a:cubicBezTo>
                    <a:lnTo>
                      <a:pt x="31367" y="319315"/>
                    </a:lnTo>
                    <a:lnTo>
                      <a:pt x="53750" y="319315"/>
                    </a:lnTo>
                    <a:lnTo>
                      <a:pt x="-66" y="711555"/>
                    </a:lnTo>
                    <a:lnTo>
                      <a:pt x="230629" y="711555"/>
                    </a:lnTo>
                    <a:close/>
                  </a:path>
                </a:pathLst>
              </a:custGeom>
              <a:solidFill>
                <a:srgbClr val="262323">
                  <a:alpha val="34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69FA5E6F-8305-42D4-A29B-042DCFA55229}"/>
                  </a:ext>
                </a:extLst>
              </p:cNvPr>
              <p:cNvSpPr/>
              <p:nvPr/>
            </p:nvSpPr>
            <p:spPr>
              <a:xfrm>
                <a:off x="7082789" y="4773738"/>
                <a:ext cx="1482090" cy="516921"/>
              </a:xfrm>
              <a:custGeom>
                <a:avLst/>
                <a:gdLst>
                  <a:gd name="connsiteX0" fmla="*/ 1482090 w 1482090"/>
                  <a:gd name="connsiteY0" fmla="*/ 516922 h 516921"/>
                  <a:gd name="connsiteX1" fmla="*/ 1411129 w 1482090"/>
                  <a:gd name="connsiteY1" fmla="*/ 0 h 516921"/>
                  <a:gd name="connsiteX2" fmla="*/ 0 w 1482090"/>
                  <a:gd name="connsiteY2" fmla="*/ 0 h 516921"/>
                  <a:gd name="connsiteX3" fmla="*/ 0 w 1482090"/>
                  <a:gd name="connsiteY3" fmla="*/ 516922 h 516921"/>
                  <a:gd name="connsiteX4" fmla="*/ 1482090 w 1482090"/>
                  <a:gd name="connsiteY4" fmla="*/ 516922 h 516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2090" h="516921">
                    <a:moveTo>
                      <a:pt x="1482090" y="516922"/>
                    </a:moveTo>
                    <a:lnTo>
                      <a:pt x="1411129" y="0"/>
                    </a:lnTo>
                    <a:lnTo>
                      <a:pt x="0" y="0"/>
                    </a:lnTo>
                    <a:lnTo>
                      <a:pt x="0" y="516922"/>
                    </a:lnTo>
                    <a:lnTo>
                      <a:pt x="1482090" y="516922"/>
                    </a:lnTo>
                    <a:close/>
                  </a:path>
                </a:pathLst>
              </a:custGeom>
              <a:solidFill>
                <a:srgbClr val="C6E3E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6A6A27CA-9338-47CC-81E3-9DA2725E36C9}"/>
                  </a:ext>
                </a:extLst>
              </p:cNvPr>
              <p:cNvSpPr/>
              <p:nvPr/>
            </p:nvSpPr>
            <p:spPr>
              <a:xfrm>
                <a:off x="6907910" y="4773738"/>
                <a:ext cx="849249" cy="516921"/>
              </a:xfrm>
              <a:custGeom>
                <a:avLst/>
                <a:gdLst>
                  <a:gd name="connsiteX0" fmla="*/ 0 w 849249"/>
                  <a:gd name="connsiteY0" fmla="*/ 516922 h 516921"/>
                  <a:gd name="connsiteX1" fmla="*/ 70961 w 849249"/>
                  <a:gd name="connsiteY1" fmla="*/ 0 h 516921"/>
                  <a:gd name="connsiteX2" fmla="*/ 555403 w 849249"/>
                  <a:gd name="connsiteY2" fmla="*/ 0 h 516921"/>
                  <a:gd name="connsiteX3" fmla="*/ 849249 w 849249"/>
                  <a:gd name="connsiteY3" fmla="*/ 516922 h 516921"/>
                  <a:gd name="connsiteX4" fmla="*/ 0 w 849249"/>
                  <a:gd name="connsiteY4" fmla="*/ 516922 h 516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249" h="516921">
                    <a:moveTo>
                      <a:pt x="0" y="516922"/>
                    </a:moveTo>
                    <a:lnTo>
                      <a:pt x="70961" y="0"/>
                    </a:lnTo>
                    <a:lnTo>
                      <a:pt x="555403" y="0"/>
                    </a:lnTo>
                    <a:lnTo>
                      <a:pt x="849249" y="516922"/>
                    </a:lnTo>
                    <a:lnTo>
                      <a:pt x="0" y="516922"/>
                    </a:lnTo>
                    <a:close/>
                  </a:path>
                </a:pathLst>
              </a:custGeom>
              <a:solidFill>
                <a:srgbClr val="9FCEC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81FCE2C8-C11C-4460-A7F2-AA5F4AC5CAB5}"/>
                  </a:ext>
                </a:extLst>
              </p:cNvPr>
              <p:cNvSpPr/>
              <p:nvPr/>
            </p:nvSpPr>
            <p:spPr>
              <a:xfrm>
                <a:off x="6938867" y="4579524"/>
                <a:ext cx="1590103" cy="319373"/>
              </a:xfrm>
              <a:custGeom>
                <a:avLst/>
                <a:gdLst>
                  <a:gd name="connsiteX0" fmla="*/ 1590037 w 1590103"/>
                  <a:gd name="connsiteY0" fmla="*/ 319315 h 319373"/>
                  <a:gd name="connsiteX1" fmla="*/ 1590037 w 1590103"/>
                  <a:gd name="connsiteY1" fmla="*/ 164058 h 319373"/>
                  <a:gd name="connsiteX2" fmla="*/ 1417539 w 1590103"/>
                  <a:gd name="connsiteY2" fmla="*/ -58 h 319373"/>
                  <a:gd name="connsiteX3" fmla="*/ 172431 w 1590103"/>
                  <a:gd name="connsiteY3" fmla="*/ -58 h 319373"/>
                  <a:gd name="connsiteX4" fmla="*/ -66 w 1590103"/>
                  <a:gd name="connsiteY4" fmla="*/ 164058 h 319373"/>
                  <a:gd name="connsiteX5" fmla="*/ -66 w 1590103"/>
                  <a:gd name="connsiteY5" fmla="*/ 319315 h 319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90103" h="319373">
                    <a:moveTo>
                      <a:pt x="1590037" y="319315"/>
                    </a:moveTo>
                    <a:lnTo>
                      <a:pt x="1590037" y="164058"/>
                    </a:lnTo>
                    <a:cubicBezTo>
                      <a:pt x="1590037" y="73475"/>
                      <a:pt x="1512884" y="-58"/>
                      <a:pt x="1417539" y="-58"/>
                    </a:cubicBezTo>
                    <a:lnTo>
                      <a:pt x="172431" y="-58"/>
                    </a:lnTo>
                    <a:cubicBezTo>
                      <a:pt x="77181" y="-58"/>
                      <a:pt x="-66" y="73475"/>
                      <a:pt x="-66" y="164058"/>
                    </a:cubicBezTo>
                    <a:lnTo>
                      <a:pt x="-66" y="319315"/>
                    </a:lnTo>
                    <a:close/>
                  </a:path>
                </a:pathLst>
              </a:custGeom>
              <a:solidFill>
                <a:srgbClr val="CD0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1B2B4E6C-E192-44DB-BC48-621FF1542094}"/>
                  </a:ext>
                </a:extLst>
              </p:cNvPr>
              <p:cNvSpPr/>
              <p:nvPr/>
            </p:nvSpPr>
            <p:spPr>
              <a:xfrm>
                <a:off x="7578470" y="3887628"/>
                <a:ext cx="311372" cy="789527"/>
              </a:xfrm>
              <a:custGeom>
                <a:avLst/>
                <a:gdLst>
                  <a:gd name="connsiteX0" fmla="*/ 155572 w 311372"/>
                  <a:gd name="connsiteY0" fmla="*/ -58 h 789527"/>
                  <a:gd name="connsiteX1" fmla="*/ -66 w 311372"/>
                  <a:gd name="connsiteY1" fmla="*/ 166248 h 789527"/>
                  <a:gd name="connsiteX2" fmla="*/ -66 w 311372"/>
                  <a:gd name="connsiteY2" fmla="*/ 789469 h 789527"/>
                  <a:gd name="connsiteX3" fmla="*/ 311306 w 311372"/>
                  <a:gd name="connsiteY3" fmla="*/ 789469 h 789527"/>
                  <a:gd name="connsiteX4" fmla="*/ 311306 w 311372"/>
                  <a:gd name="connsiteY4" fmla="*/ 166248 h 789527"/>
                  <a:gd name="connsiteX5" fmla="*/ 155572 w 311372"/>
                  <a:gd name="connsiteY5" fmla="*/ -58 h 789527"/>
                  <a:gd name="connsiteX6" fmla="*/ 228153 w 311372"/>
                  <a:gd name="connsiteY6" fmla="*/ 272738 h 789527"/>
                  <a:gd name="connsiteX7" fmla="*/ 160083 w 311372"/>
                  <a:gd name="connsiteY7" fmla="*/ 349924 h 789527"/>
                  <a:gd name="connsiteX8" fmla="*/ 82897 w 311372"/>
                  <a:gd name="connsiteY8" fmla="*/ 281854 h 789527"/>
                  <a:gd name="connsiteX9" fmla="*/ 82897 w 311372"/>
                  <a:gd name="connsiteY9" fmla="*/ 272738 h 789527"/>
                  <a:gd name="connsiteX10" fmla="*/ 82897 w 311372"/>
                  <a:gd name="connsiteY10" fmla="*/ 166248 h 789527"/>
                  <a:gd name="connsiteX11" fmla="*/ 150967 w 311372"/>
                  <a:gd name="connsiteY11" fmla="*/ 89062 h 789527"/>
                  <a:gd name="connsiteX12" fmla="*/ 228153 w 311372"/>
                  <a:gd name="connsiteY12" fmla="*/ 157133 h 789527"/>
                  <a:gd name="connsiteX13" fmla="*/ 228153 w 311372"/>
                  <a:gd name="connsiteY13" fmla="*/ 166248 h 789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11372" h="789527">
                    <a:moveTo>
                      <a:pt x="155572" y="-58"/>
                    </a:moveTo>
                    <a:cubicBezTo>
                      <a:pt x="69847" y="-58"/>
                      <a:pt x="-66" y="74428"/>
                      <a:pt x="-66" y="166248"/>
                    </a:cubicBezTo>
                    <a:lnTo>
                      <a:pt x="-66" y="789469"/>
                    </a:lnTo>
                    <a:lnTo>
                      <a:pt x="311306" y="789469"/>
                    </a:lnTo>
                    <a:lnTo>
                      <a:pt x="311306" y="166248"/>
                    </a:lnTo>
                    <a:cubicBezTo>
                      <a:pt x="311306" y="74428"/>
                      <a:pt x="241583" y="-58"/>
                      <a:pt x="155572" y="-58"/>
                    </a:cubicBezTo>
                    <a:close/>
                    <a:moveTo>
                      <a:pt x="228153" y="272738"/>
                    </a:moveTo>
                    <a:cubicBezTo>
                      <a:pt x="230670" y="312850"/>
                      <a:pt x="200194" y="347407"/>
                      <a:pt x="160083" y="349924"/>
                    </a:cubicBezTo>
                    <a:cubicBezTo>
                      <a:pt x="119971" y="352441"/>
                      <a:pt x="85414" y="321965"/>
                      <a:pt x="82897" y="281854"/>
                    </a:cubicBezTo>
                    <a:cubicBezTo>
                      <a:pt x="82706" y="278818"/>
                      <a:pt x="82706" y="275774"/>
                      <a:pt x="82897" y="272738"/>
                    </a:cubicBezTo>
                    <a:lnTo>
                      <a:pt x="82897" y="166248"/>
                    </a:lnTo>
                    <a:cubicBezTo>
                      <a:pt x="80379" y="126137"/>
                      <a:pt x="110855" y="91580"/>
                      <a:pt x="150967" y="89062"/>
                    </a:cubicBezTo>
                    <a:cubicBezTo>
                      <a:pt x="191078" y="86545"/>
                      <a:pt x="225636" y="117021"/>
                      <a:pt x="228153" y="157133"/>
                    </a:cubicBezTo>
                    <a:cubicBezTo>
                      <a:pt x="228344" y="160168"/>
                      <a:pt x="228344" y="163213"/>
                      <a:pt x="228153" y="166248"/>
                    </a:cubicBezTo>
                    <a:close/>
                  </a:path>
                </a:pathLst>
              </a:custGeom>
              <a:solidFill>
                <a:srgbClr val="CD0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29A97C22-CD9B-4DF2-924F-CDC4B527C1FE}"/>
                  </a:ext>
                </a:extLst>
              </p:cNvPr>
              <p:cNvSpPr/>
              <p:nvPr/>
            </p:nvSpPr>
            <p:spPr>
              <a:xfrm>
                <a:off x="6014847" y="5044725"/>
                <a:ext cx="1111377" cy="248697"/>
              </a:xfrm>
              <a:custGeom>
                <a:avLst/>
                <a:gdLst>
                  <a:gd name="connsiteX0" fmla="*/ 1097023 w 1111377"/>
                  <a:gd name="connsiteY0" fmla="*/ 248640 h 248697"/>
                  <a:gd name="connsiteX1" fmla="*/ 1111311 w 1111377"/>
                  <a:gd name="connsiteY1" fmla="*/ 174345 h 248697"/>
                  <a:gd name="connsiteX2" fmla="*/ 985200 w 1111377"/>
                  <a:gd name="connsiteY2" fmla="*/ -58 h 248697"/>
                  <a:gd name="connsiteX3" fmla="*/ 861375 w 1111377"/>
                  <a:gd name="connsiteY3" fmla="*/ -58 h 248697"/>
                  <a:gd name="connsiteX4" fmla="*/ 850992 w 1111377"/>
                  <a:gd name="connsiteY4" fmla="*/ -58 h 248697"/>
                  <a:gd name="connsiteX5" fmla="*/ 259776 w 1111377"/>
                  <a:gd name="connsiteY5" fmla="*/ 24612 h 248697"/>
                  <a:gd name="connsiteX6" fmla="*/ 255394 w 1111377"/>
                  <a:gd name="connsiteY6" fmla="*/ 33470 h 248697"/>
                  <a:gd name="connsiteX7" fmla="*/ 103661 w 1111377"/>
                  <a:gd name="connsiteY7" fmla="*/ 33470 h 248697"/>
                  <a:gd name="connsiteX8" fmla="*/ -66 w 1111377"/>
                  <a:gd name="connsiteY8" fmla="*/ 248259 h 248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11377" h="248697">
                    <a:moveTo>
                      <a:pt x="1097023" y="248640"/>
                    </a:moveTo>
                    <a:cubicBezTo>
                      <a:pt x="1106514" y="225022"/>
                      <a:pt x="1111365" y="199797"/>
                      <a:pt x="1111311" y="174345"/>
                    </a:cubicBezTo>
                    <a:cubicBezTo>
                      <a:pt x="1111311" y="87286"/>
                      <a:pt x="1056923" y="15087"/>
                      <a:pt x="985200" y="-58"/>
                    </a:cubicBezTo>
                    <a:lnTo>
                      <a:pt x="861375" y="-58"/>
                    </a:lnTo>
                    <a:lnTo>
                      <a:pt x="850992" y="-58"/>
                    </a:lnTo>
                    <a:lnTo>
                      <a:pt x="259776" y="24612"/>
                    </a:lnTo>
                    <a:lnTo>
                      <a:pt x="255394" y="33470"/>
                    </a:lnTo>
                    <a:lnTo>
                      <a:pt x="103661" y="33470"/>
                    </a:lnTo>
                    <a:lnTo>
                      <a:pt x="-66" y="248259"/>
                    </a:lnTo>
                    <a:close/>
                  </a:path>
                </a:pathLst>
              </a:custGeom>
              <a:solidFill>
                <a:srgbClr val="262323">
                  <a:alpha val="34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FD9D444B-55D4-443C-9C47-41082D0FCAFA}"/>
                  </a:ext>
                </a:extLst>
              </p:cNvPr>
              <p:cNvSpPr/>
              <p:nvPr/>
            </p:nvSpPr>
            <p:spPr>
              <a:xfrm>
                <a:off x="6080950" y="5068442"/>
                <a:ext cx="917447" cy="208121"/>
              </a:xfrm>
              <a:custGeom>
                <a:avLst/>
                <a:gdLst>
                  <a:gd name="connsiteX0" fmla="*/ 0 w 917447"/>
                  <a:gd name="connsiteY0" fmla="*/ 208121 h 208121"/>
                  <a:gd name="connsiteX1" fmla="*/ 917448 w 917447"/>
                  <a:gd name="connsiteY1" fmla="*/ 208121 h 208121"/>
                  <a:gd name="connsiteX2" fmla="*/ 917448 w 917447"/>
                  <a:gd name="connsiteY2" fmla="*/ 0 h 208121"/>
                  <a:gd name="connsiteX3" fmla="*/ 108394 w 917447"/>
                  <a:gd name="connsiteY3" fmla="*/ 0 h 208121"/>
                  <a:gd name="connsiteX4" fmla="*/ 0 w 917447"/>
                  <a:gd name="connsiteY4" fmla="*/ 208121 h 208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7447" h="208121">
                    <a:moveTo>
                      <a:pt x="0" y="208121"/>
                    </a:moveTo>
                    <a:lnTo>
                      <a:pt x="917448" y="208121"/>
                    </a:lnTo>
                    <a:lnTo>
                      <a:pt x="917448" y="0"/>
                    </a:lnTo>
                    <a:lnTo>
                      <a:pt x="108394" y="0"/>
                    </a:lnTo>
                    <a:lnTo>
                      <a:pt x="0" y="2081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B006E429-68DE-43E1-A155-8F2406C2C618}"/>
                  </a:ext>
                </a:extLst>
              </p:cNvPr>
              <p:cNvSpPr/>
              <p:nvPr/>
            </p:nvSpPr>
            <p:spPr>
              <a:xfrm>
                <a:off x="6313741" y="5052535"/>
                <a:ext cx="692943" cy="144970"/>
              </a:xfrm>
              <a:custGeom>
                <a:avLst/>
                <a:gdLst>
                  <a:gd name="connsiteX0" fmla="*/ 643062 w 692943"/>
                  <a:gd name="connsiteY0" fmla="*/ 92049 h 144970"/>
                  <a:gd name="connsiteX1" fmla="*/ 643919 w 692943"/>
                  <a:gd name="connsiteY1" fmla="*/ 96049 h 144970"/>
                  <a:gd name="connsiteX2" fmla="*/ 656492 w 692943"/>
                  <a:gd name="connsiteY2" fmla="*/ 90048 h 144970"/>
                  <a:gd name="connsiteX3" fmla="*/ 692877 w 692943"/>
                  <a:gd name="connsiteY3" fmla="*/ 91954 h 144970"/>
                  <a:gd name="connsiteX4" fmla="*/ 678875 w 692943"/>
                  <a:gd name="connsiteY4" fmla="*/ -58 h 144970"/>
                  <a:gd name="connsiteX5" fmla="*/ 633155 w 692943"/>
                  <a:gd name="connsiteY5" fmla="*/ -58 h 144970"/>
                  <a:gd name="connsiteX6" fmla="*/ 622678 w 692943"/>
                  <a:gd name="connsiteY6" fmla="*/ -58 h 144970"/>
                  <a:gd name="connsiteX7" fmla="*/ 31556 w 692943"/>
                  <a:gd name="connsiteY7" fmla="*/ 22802 h 144970"/>
                  <a:gd name="connsiteX8" fmla="*/ -66 w 692943"/>
                  <a:gd name="connsiteY8" fmla="*/ 81857 h 144970"/>
                  <a:gd name="connsiteX9" fmla="*/ 43463 w 692943"/>
                  <a:gd name="connsiteY9" fmla="*/ 144913 h 144970"/>
                  <a:gd name="connsiteX10" fmla="*/ 57369 w 692943"/>
                  <a:gd name="connsiteY10" fmla="*/ 144913 h 144970"/>
                  <a:gd name="connsiteX11" fmla="*/ 57369 w 692943"/>
                  <a:gd name="connsiteY11" fmla="*/ 91858 h 144970"/>
                  <a:gd name="connsiteX12" fmla="*/ 76419 w 692943"/>
                  <a:gd name="connsiteY12" fmla="*/ 72808 h 144970"/>
                  <a:gd name="connsiteX13" fmla="*/ 100518 w 692943"/>
                  <a:gd name="connsiteY13" fmla="*/ 72808 h 144970"/>
                  <a:gd name="connsiteX14" fmla="*/ 119568 w 692943"/>
                  <a:gd name="connsiteY14" fmla="*/ 91858 h 144970"/>
                  <a:gd name="connsiteX15" fmla="*/ 138618 w 692943"/>
                  <a:gd name="connsiteY15" fmla="*/ 72808 h 144970"/>
                  <a:gd name="connsiteX16" fmla="*/ 165764 w 692943"/>
                  <a:gd name="connsiteY16" fmla="*/ 72808 h 144970"/>
                  <a:gd name="connsiteX17" fmla="*/ 184814 w 692943"/>
                  <a:gd name="connsiteY17" fmla="*/ 91858 h 144970"/>
                  <a:gd name="connsiteX18" fmla="*/ 203864 w 692943"/>
                  <a:gd name="connsiteY18" fmla="*/ 72808 h 144970"/>
                  <a:gd name="connsiteX19" fmla="*/ 231010 w 692943"/>
                  <a:gd name="connsiteY19" fmla="*/ 72808 h 144970"/>
                  <a:gd name="connsiteX20" fmla="*/ 250060 w 692943"/>
                  <a:gd name="connsiteY20" fmla="*/ 91858 h 144970"/>
                  <a:gd name="connsiteX21" fmla="*/ 269110 w 692943"/>
                  <a:gd name="connsiteY21" fmla="*/ 72808 h 144970"/>
                  <a:gd name="connsiteX22" fmla="*/ 296256 w 692943"/>
                  <a:gd name="connsiteY22" fmla="*/ 72808 h 144970"/>
                  <a:gd name="connsiteX23" fmla="*/ 315306 w 692943"/>
                  <a:gd name="connsiteY23" fmla="*/ 91858 h 144970"/>
                  <a:gd name="connsiteX24" fmla="*/ 334356 w 692943"/>
                  <a:gd name="connsiteY24" fmla="*/ 72808 h 144970"/>
                  <a:gd name="connsiteX25" fmla="*/ 361407 w 692943"/>
                  <a:gd name="connsiteY25" fmla="*/ 72808 h 144970"/>
                  <a:gd name="connsiteX26" fmla="*/ 380457 w 692943"/>
                  <a:gd name="connsiteY26" fmla="*/ 91858 h 144970"/>
                  <a:gd name="connsiteX27" fmla="*/ 399507 w 692943"/>
                  <a:gd name="connsiteY27" fmla="*/ 72808 h 144970"/>
                  <a:gd name="connsiteX28" fmla="*/ 426558 w 692943"/>
                  <a:gd name="connsiteY28" fmla="*/ 72808 h 144970"/>
                  <a:gd name="connsiteX29" fmla="*/ 445608 w 692943"/>
                  <a:gd name="connsiteY29" fmla="*/ 91858 h 144970"/>
                  <a:gd name="connsiteX30" fmla="*/ 464658 w 692943"/>
                  <a:gd name="connsiteY30" fmla="*/ 72808 h 144970"/>
                  <a:gd name="connsiteX31" fmla="*/ 491805 w 692943"/>
                  <a:gd name="connsiteY31" fmla="*/ 72808 h 144970"/>
                  <a:gd name="connsiteX32" fmla="*/ 510855 w 692943"/>
                  <a:gd name="connsiteY32" fmla="*/ 91858 h 144970"/>
                  <a:gd name="connsiteX33" fmla="*/ 529905 w 692943"/>
                  <a:gd name="connsiteY33" fmla="*/ 72808 h 144970"/>
                  <a:gd name="connsiteX34" fmla="*/ 557051 w 692943"/>
                  <a:gd name="connsiteY34" fmla="*/ 72808 h 144970"/>
                  <a:gd name="connsiteX35" fmla="*/ 576101 w 692943"/>
                  <a:gd name="connsiteY35" fmla="*/ 91858 h 144970"/>
                  <a:gd name="connsiteX36" fmla="*/ 595151 w 692943"/>
                  <a:gd name="connsiteY36" fmla="*/ 72808 h 144970"/>
                  <a:gd name="connsiteX37" fmla="*/ 622297 w 692943"/>
                  <a:gd name="connsiteY37" fmla="*/ 72808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692943" h="144970">
                    <a:moveTo>
                      <a:pt x="643062" y="92049"/>
                    </a:moveTo>
                    <a:lnTo>
                      <a:pt x="643919" y="96049"/>
                    </a:lnTo>
                    <a:cubicBezTo>
                      <a:pt x="647856" y="93557"/>
                      <a:pt x="652078" y="91542"/>
                      <a:pt x="656492" y="90048"/>
                    </a:cubicBezTo>
                    <a:cubicBezTo>
                      <a:pt x="668481" y="86497"/>
                      <a:pt x="681325" y="87169"/>
                      <a:pt x="692877" y="91954"/>
                    </a:cubicBezTo>
                    <a:cubicBezTo>
                      <a:pt x="687639" y="61378"/>
                      <a:pt x="682686" y="30708"/>
                      <a:pt x="678875" y="-58"/>
                    </a:cubicBezTo>
                    <a:lnTo>
                      <a:pt x="633155" y="-58"/>
                    </a:lnTo>
                    <a:lnTo>
                      <a:pt x="622678" y="-58"/>
                    </a:lnTo>
                    <a:lnTo>
                      <a:pt x="31556" y="22802"/>
                    </a:lnTo>
                    <a:lnTo>
                      <a:pt x="-66" y="81857"/>
                    </a:lnTo>
                    <a:cubicBezTo>
                      <a:pt x="15173" y="102336"/>
                      <a:pt x="30223" y="123005"/>
                      <a:pt x="43463" y="144913"/>
                    </a:cubicBezTo>
                    <a:lnTo>
                      <a:pt x="57369" y="144913"/>
                    </a:lnTo>
                    <a:lnTo>
                      <a:pt x="57369" y="91858"/>
                    </a:lnTo>
                    <a:lnTo>
                      <a:pt x="76419" y="72808"/>
                    </a:lnTo>
                    <a:lnTo>
                      <a:pt x="100518" y="72808"/>
                    </a:lnTo>
                    <a:lnTo>
                      <a:pt x="119568" y="91858"/>
                    </a:lnTo>
                    <a:lnTo>
                      <a:pt x="138618" y="72808"/>
                    </a:lnTo>
                    <a:lnTo>
                      <a:pt x="165764" y="72808"/>
                    </a:lnTo>
                    <a:lnTo>
                      <a:pt x="184814" y="91858"/>
                    </a:lnTo>
                    <a:lnTo>
                      <a:pt x="203864" y="72808"/>
                    </a:lnTo>
                    <a:lnTo>
                      <a:pt x="231010" y="72808"/>
                    </a:lnTo>
                    <a:lnTo>
                      <a:pt x="250060" y="91858"/>
                    </a:lnTo>
                    <a:lnTo>
                      <a:pt x="269110" y="72808"/>
                    </a:lnTo>
                    <a:lnTo>
                      <a:pt x="296256" y="72808"/>
                    </a:lnTo>
                    <a:lnTo>
                      <a:pt x="315306" y="91858"/>
                    </a:lnTo>
                    <a:lnTo>
                      <a:pt x="334356" y="72808"/>
                    </a:lnTo>
                    <a:lnTo>
                      <a:pt x="361407" y="72808"/>
                    </a:lnTo>
                    <a:lnTo>
                      <a:pt x="380457" y="91858"/>
                    </a:lnTo>
                    <a:lnTo>
                      <a:pt x="399507" y="72808"/>
                    </a:lnTo>
                    <a:lnTo>
                      <a:pt x="426558" y="72808"/>
                    </a:lnTo>
                    <a:lnTo>
                      <a:pt x="445608" y="91858"/>
                    </a:lnTo>
                    <a:lnTo>
                      <a:pt x="464658" y="72808"/>
                    </a:lnTo>
                    <a:lnTo>
                      <a:pt x="491805" y="72808"/>
                    </a:lnTo>
                    <a:lnTo>
                      <a:pt x="510855" y="91858"/>
                    </a:lnTo>
                    <a:lnTo>
                      <a:pt x="529905" y="72808"/>
                    </a:lnTo>
                    <a:lnTo>
                      <a:pt x="557051" y="72808"/>
                    </a:lnTo>
                    <a:lnTo>
                      <a:pt x="576101" y="91858"/>
                    </a:lnTo>
                    <a:lnTo>
                      <a:pt x="595151" y="72808"/>
                    </a:lnTo>
                    <a:lnTo>
                      <a:pt x="622297" y="72808"/>
                    </a:lnTo>
                    <a:close/>
                  </a:path>
                </a:pathLst>
              </a:custGeom>
              <a:solidFill>
                <a:srgbClr val="5758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801CBC08-01BE-4F72-8A7E-451352FF3C0D}"/>
                  </a:ext>
                </a:extLst>
              </p:cNvPr>
              <p:cNvSpPr/>
              <p:nvPr/>
            </p:nvSpPr>
            <p:spPr>
              <a:xfrm>
                <a:off x="6901052" y="5037010"/>
                <a:ext cx="296323" cy="249269"/>
              </a:xfrm>
              <a:custGeom>
                <a:avLst/>
                <a:gdLst>
                  <a:gd name="connsiteX0" fmla="*/ 169765 w 296323"/>
                  <a:gd name="connsiteY0" fmla="*/ -58 h 249269"/>
                  <a:gd name="connsiteX1" fmla="*/ 113757 w 296323"/>
                  <a:gd name="connsiteY1" fmla="*/ -58 h 249269"/>
                  <a:gd name="connsiteX2" fmla="*/ 37557 w 296323"/>
                  <a:gd name="connsiteY2" fmla="*/ 41090 h 249269"/>
                  <a:gd name="connsiteX3" fmla="*/ 92707 w 296323"/>
                  <a:gd name="connsiteY3" fmla="*/ 41090 h 249269"/>
                  <a:gd name="connsiteX4" fmla="*/ 92707 w 296323"/>
                  <a:gd name="connsiteY4" fmla="*/ 224636 h 249269"/>
                  <a:gd name="connsiteX5" fmla="*/ -66 w 296323"/>
                  <a:gd name="connsiteY5" fmla="*/ 224636 h 249269"/>
                  <a:gd name="connsiteX6" fmla="*/ 11745 w 296323"/>
                  <a:gd name="connsiteY6" fmla="*/ 249211 h 249269"/>
                  <a:gd name="connsiteX7" fmla="*/ 272444 w 296323"/>
                  <a:gd name="connsiteY7" fmla="*/ 249211 h 249269"/>
                  <a:gd name="connsiteX8" fmla="*/ 296257 w 296323"/>
                  <a:gd name="connsiteY8" fmla="*/ 161772 h 249269"/>
                  <a:gd name="connsiteX9" fmla="*/ 169765 w 296323"/>
                  <a:gd name="connsiteY9" fmla="*/ -58 h 249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323" h="249269">
                    <a:moveTo>
                      <a:pt x="169765" y="-58"/>
                    </a:moveTo>
                    <a:lnTo>
                      <a:pt x="113757" y="-58"/>
                    </a:lnTo>
                    <a:cubicBezTo>
                      <a:pt x="84853" y="5837"/>
                      <a:pt x="58340" y="20154"/>
                      <a:pt x="37557" y="41090"/>
                    </a:cubicBezTo>
                    <a:lnTo>
                      <a:pt x="92707" y="41090"/>
                    </a:lnTo>
                    <a:lnTo>
                      <a:pt x="92707" y="224636"/>
                    </a:lnTo>
                    <a:lnTo>
                      <a:pt x="-66" y="224636"/>
                    </a:lnTo>
                    <a:cubicBezTo>
                      <a:pt x="3194" y="233136"/>
                      <a:pt x="7144" y="241355"/>
                      <a:pt x="11745" y="249211"/>
                    </a:cubicBezTo>
                    <a:lnTo>
                      <a:pt x="272444" y="249211"/>
                    </a:lnTo>
                    <a:cubicBezTo>
                      <a:pt x="288081" y="222728"/>
                      <a:pt x="296306" y="192526"/>
                      <a:pt x="296257" y="161772"/>
                    </a:cubicBezTo>
                    <a:cubicBezTo>
                      <a:pt x="295971" y="81000"/>
                      <a:pt x="241488" y="13944"/>
                      <a:pt x="169765" y="-58"/>
                    </a:cubicBezTo>
                    <a:close/>
                  </a:path>
                </a:pathLst>
              </a:custGeom>
              <a:solidFill>
                <a:srgbClr val="4E4F4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3179D0B1-116A-4DCB-B3FF-DD9BF3E8F155}"/>
                  </a:ext>
                </a:extLst>
              </p:cNvPr>
              <p:cNvSpPr/>
              <p:nvPr/>
            </p:nvSpPr>
            <p:spPr>
              <a:xfrm>
                <a:off x="6281642" y="5037105"/>
                <a:ext cx="794766" cy="248888"/>
              </a:xfrm>
              <a:custGeom>
                <a:avLst/>
                <a:gdLst>
                  <a:gd name="connsiteX0" fmla="*/ 783270 w 794766"/>
                  <a:gd name="connsiteY0" fmla="*/ 197967 h 248888"/>
                  <a:gd name="connsiteX1" fmla="*/ 783270 w 794766"/>
                  <a:gd name="connsiteY1" fmla="*/ 197967 h 248888"/>
                  <a:gd name="connsiteX2" fmla="*/ 755551 w 794766"/>
                  <a:gd name="connsiteY2" fmla="*/ 72999 h 248888"/>
                  <a:gd name="connsiteX3" fmla="*/ 755551 w 794766"/>
                  <a:gd name="connsiteY3" fmla="*/ 72999 h 248888"/>
                  <a:gd name="connsiteX4" fmla="*/ 739359 w 794766"/>
                  <a:gd name="connsiteY4" fmla="*/ -58 h 248888"/>
                  <a:gd name="connsiteX5" fmla="*/ 665255 w 794766"/>
                  <a:gd name="connsiteY5" fmla="*/ -58 h 248888"/>
                  <a:gd name="connsiteX6" fmla="*/ 654777 w 794766"/>
                  <a:gd name="connsiteY6" fmla="*/ -58 h 248888"/>
                  <a:gd name="connsiteX7" fmla="*/ 654777 w 794766"/>
                  <a:gd name="connsiteY7" fmla="*/ -58 h 248888"/>
                  <a:gd name="connsiteX8" fmla="*/ 63656 w 794766"/>
                  <a:gd name="connsiteY8" fmla="*/ 22802 h 248888"/>
                  <a:gd name="connsiteX9" fmla="*/ -66 w 794766"/>
                  <a:gd name="connsiteY9" fmla="*/ 141769 h 248888"/>
                  <a:gd name="connsiteX10" fmla="*/ 63656 w 794766"/>
                  <a:gd name="connsiteY10" fmla="*/ 248831 h 248888"/>
                  <a:gd name="connsiteX11" fmla="*/ 794700 w 794766"/>
                  <a:gd name="connsiteY11" fmla="*/ 248831 h 248888"/>
                  <a:gd name="connsiteX12" fmla="*/ 643061 w 794766"/>
                  <a:gd name="connsiteY12" fmla="*/ 197967 h 248888"/>
                  <a:gd name="connsiteX13" fmla="*/ 626774 w 794766"/>
                  <a:gd name="connsiteY13" fmla="*/ 181965 h 248888"/>
                  <a:gd name="connsiteX14" fmla="*/ 610581 w 794766"/>
                  <a:gd name="connsiteY14" fmla="*/ 197967 h 248888"/>
                  <a:gd name="connsiteX15" fmla="*/ 576005 w 794766"/>
                  <a:gd name="connsiteY15" fmla="*/ 197967 h 248888"/>
                  <a:gd name="connsiteX16" fmla="*/ 559717 w 794766"/>
                  <a:gd name="connsiteY16" fmla="*/ 181965 h 248888"/>
                  <a:gd name="connsiteX17" fmla="*/ 543906 w 794766"/>
                  <a:gd name="connsiteY17" fmla="*/ 197967 h 248888"/>
                  <a:gd name="connsiteX18" fmla="*/ 509330 w 794766"/>
                  <a:gd name="connsiteY18" fmla="*/ 197967 h 248888"/>
                  <a:gd name="connsiteX19" fmla="*/ 493042 w 794766"/>
                  <a:gd name="connsiteY19" fmla="*/ 181965 h 248888"/>
                  <a:gd name="connsiteX20" fmla="*/ 476755 w 794766"/>
                  <a:gd name="connsiteY20" fmla="*/ 197967 h 248888"/>
                  <a:gd name="connsiteX21" fmla="*/ 442179 w 794766"/>
                  <a:gd name="connsiteY21" fmla="*/ 197967 h 248888"/>
                  <a:gd name="connsiteX22" fmla="*/ 425891 w 794766"/>
                  <a:gd name="connsiteY22" fmla="*/ 181965 h 248888"/>
                  <a:gd name="connsiteX23" fmla="*/ 409699 w 794766"/>
                  <a:gd name="connsiteY23" fmla="*/ 197967 h 248888"/>
                  <a:gd name="connsiteX24" fmla="*/ 375124 w 794766"/>
                  <a:gd name="connsiteY24" fmla="*/ 197967 h 248888"/>
                  <a:gd name="connsiteX25" fmla="*/ 358836 w 794766"/>
                  <a:gd name="connsiteY25" fmla="*/ 181965 h 248888"/>
                  <a:gd name="connsiteX26" fmla="*/ 342548 w 794766"/>
                  <a:gd name="connsiteY26" fmla="*/ 197967 h 248888"/>
                  <a:gd name="connsiteX27" fmla="*/ 307972 w 794766"/>
                  <a:gd name="connsiteY27" fmla="*/ 197967 h 248888"/>
                  <a:gd name="connsiteX28" fmla="*/ 291684 w 794766"/>
                  <a:gd name="connsiteY28" fmla="*/ 181965 h 248888"/>
                  <a:gd name="connsiteX29" fmla="*/ 275396 w 794766"/>
                  <a:gd name="connsiteY29" fmla="*/ 197967 h 248888"/>
                  <a:gd name="connsiteX30" fmla="*/ 240821 w 794766"/>
                  <a:gd name="connsiteY30" fmla="*/ 197967 h 248888"/>
                  <a:gd name="connsiteX31" fmla="*/ 224533 w 794766"/>
                  <a:gd name="connsiteY31" fmla="*/ 181965 h 248888"/>
                  <a:gd name="connsiteX32" fmla="*/ 208341 w 794766"/>
                  <a:gd name="connsiteY32" fmla="*/ 197967 h 248888"/>
                  <a:gd name="connsiteX33" fmla="*/ 173765 w 794766"/>
                  <a:gd name="connsiteY33" fmla="*/ 197967 h 248888"/>
                  <a:gd name="connsiteX34" fmla="*/ 157477 w 794766"/>
                  <a:gd name="connsiteY34" fmla="*/ 181965 h 248888"/>
                  <a:gd name="connsiteX35" fmla="*/ 141189 w 794766"/>
                  <a:gd name="connsiteY35" fmla="*/ 197967 h 248888"/>
                  <a:gd name="connsiteX36" fmla="*/ 109661 w 794766"/>
                  <a:gd name="connsiteY36" fmla="*/ 197967 h 248888"/>
                  <a:gd name="connsiteX37" fmla="*/ 93374 w 794766"/>
                  <a:gd name="connsiteY37" fmla="*/ 181965 h 248888"/>
                  <a:gd name="connsiteX38" fmla="*/ 89945 w 794766"/>
                  <a:gd name="connsiteY38" fmla="*/ 185298 h 248888"/>
                  <a:gd name="connsiteX39" fmla="*/ 89945 w 794766"/>
                  <a:gd name="connsiteY39" fmla="*/ 92049 h 248888"/>
                  <a:gd name="connsiteX40" fmla="*/ 108995 w 794766"/>
                  <a:gd name="connsiteY40" fmla="*/ 72999 h 248888"/>
                  <a:gd name="connsiteX41" fmla="*/ 133093 w 794766"/>
                  <a:gd name="connsiteY41" fmla="*/ 72999 h 248888"/>
                  <a:gd name="connsiteX42" fmla="*/ 152143 w 794766"/>
                  <a:gd name="connsiteY42" fmla="*/ 92049 h 248888"/>
                  <a:gd name="connsiteX43" fmla="*/ 171193 w 794766"/>
                  <a:gd name="connsiteY43" fmla="*/ 72999 h 248888"/>
                  <a:gd name="connsiteX44" fmla="*/ 198339 w 794766"/>
                  <a:gd name="connsiteY44" fmla="*/ 72999 h 248888"/>
                  <a:gd name="connsiteX45" fmla="*/ 217389 w 794766"/>
                  <a:gd name="connsiteY45" fmla="*/ 92049 h 248888"/>
                  <a:gd name="connsiteX46" fmla="*/ 236439 w 794766"/>
                  <a:gd name="connsiteY46" fmla="*/ 72999 h 248888"/>
                  <a:gd name="connsiteX47" fmla="*/ 263586 w 794766"/>
                  <a:gd name="connsiteY47" fmla="*/ 72999 h 248888"/>
                  <a:gd name="connsiteX48" fmla="*/ 282636 w 794766"/>
                  <a:gd name="connsiteY48" fmla="*/ 92049 h 248888"/>
                  <a:gd name="connsiteX49" fmla="*/ 301686 w 794766"/>
                  <a:gd name="connsiteY49" fmla="*/ 72999 h 248888"/>
                  <a:gd name="connsiteX50" fmla="*/ 328832 w 794766"/>
                  <a:gd name="connsiteY50" fmla="*/ 72999 h 248888"/>
                  <a:gd name="connsiteX51" fmla="*/ 347882 w 794766"/>
                  <a:gd name="connsiteY51" fmla="*/ 92049 h 248888"/>
                  <a:gd name="connsiteX52" fmla="*/ 366932 w 794766"/>
                  <a:gd name="connsiteY52" fmla="*/ 72999 h 248888"/>
                  <a:gd name="connsiteX53" fmla="*/ 393983 w 794766"/>
                  <a:gd name="connsiteY53" fmla="*/ 72999 h 248888"/>
                  <a:gd name="connsiteX54" fmla="*/ 413033 w 794766"/>
                  <a:gd name="connsiteY54" fmla="*/ 92049 h 248888"/>
                  <a:gd name="connsiteX55" fmla="*/ 432083 w 794766"/>
                  <a:gd name="connsiteY55" fmla="*/ 72999 h 248888"/>
                  <a:gd name="connsiteX56" fmla="*/ 459133 w 794766"/>
                  <a:gd name="connsiteY56" fmla="*/ 72999 h 248888"/>
                  <a:gd name="connsiteX57" fmla="*/ 478183 w 794766"/>
                  <a:gd name="connsiteY57" fmla="*/ 92049 h 248888"/>
                  <a:gd name="connsiteX58" fmla="*/ 497233 w 794766"/>
                  <a:gd name="connsiteY58" fmla="*/ 72999 h 248888"/>
                  <a:gd name="connsiteX59" fmla="*/ 524380 w 794766"/>
                  <a:gd name="connsiteY59" fmla="*/ 72999 h 248888"/>
                  <a:gd name="connsiteX60" fmla="*/ 543430 w 794766"/>
                  <a:gd name="connsiteY60" fmla="*/ 92049 h 248888"/>
                  <a:gd name="connsiteX61" fmla="*/ 562480 w 794766"/>
                  <a:gd name="connsiteY61" fmla="*/ 72999 h 248888"/>
                  <a:gd name="connsiteX62" fmla="*/ 589626 w 794766"/>
                  <a:gd name="connsiteY62" fmla="*/ 72999 h 248888"/>
                  <a:gd name="connsiteX63" fmla="*/ 608676 w 794766"/>
                  <a:gd name="connsiteY63" fmla="*/ 92049 h 248888"/>
                  <a:gd name="connsiteX64" fmla="*/ 627726 w 794766"/>
                  <a:gd name="connsiteY64" fmla="*/ 72999 h 248888"/>
                  <a:gd name="connsiteX65" fmla="*/ 654873 w 794766"/>
                  <a:gd name="connsiteY65" fmla="*/ 72999 h 248888"/>
                  <a:gd name="connsiteX66" fmla="*/ 673923 w 794766"/>
                  <a:gd name="connsiteY66" fmla="*/ 92049 h 248888"/>
                  <a:gd name="connsiteX67" fmla="*/ 694211 w 794766"/>
                  <a:gd name="connsiteY67" fmla="*/ 183584 h 248888"/>
                  <a:gd name="connsiteX68" fmla="*/ 692687 w 794766"/>
                  <a:gd name="connsiteY68" fmla="*/ 182060 h 248888"/>
                  <a:gd name="connsiteX69" fmla="*/ 677256 w 794766"/>
                  <a:gd name="connsiteY69" fmla="*/ 197967 h 248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794766" h="248888">
                    <a:moveTo>
                      <a:pt x="783270" y="197967"/>
                    </a:moveTo>
                    <a:lnTo>
                      <a:pt x="783270" y="197967"/>
                    </a:lnTo>
                    <a:lnTo>
                      <a:pt x="755551" y="72999"/>
                    </a:lnTo>
                    <a:lnTo>
                      <a:pt x="755551" y="72999"/>
                    </a:lnTo>
                    <a:lnTo>
                      <a:pt x="739359" y="-58"/>
                    </a:lnTo>
                    <a:lnTo>
                      <a:pt x="665255" y="-58"/>
                    </a:lnTo>
                    <a:lnTo>
                      <a:pt x="654777" y="-58"/>
                    </a:lnTo>
                    <a:lnTo>
                      <a:pt x="654777" y="-58"/>
                    </a:lnTo>
                    <a:lnTo>
                      <a:pt x="63656" y="22802"/>
                    </a:lnTo>
                    <a:lnTo>
                      <a:pt x="-66" y="141769"/>
                    </a:lnTo>
                    <a:lnTo>
                      <a:pt x="63656" y="248831"/>
                    </a:lnTo>
                    <a:lnTo>
                      <a:pt x="794700" y="248831"/>
                    </a:lnTo>
                    <a:close/>
                    <a:moveTo>
                      <a:pt x="643061" y="197967"/>
                    </a:moveTo>
                    <a:lnTo>
                      <a:pt x="626774" y="181965"/>
                    </a:lnTo>
                    <a:lnTo>
                      <a:pt x="610581" y="197967"/>
                    </a:lnTo>
                    <a:lnTo>
                      <a:pt x="576005" y="197967"/>
                    </a:lnTo>
                    <a:lnTo>
                      <a:pt x="559717" y="181965"/>
                    </a:lnTo>
                    <a:lnTo>
                      <a:pt x="543906" y="197967"/>
                    </a:lnTo>
                    <a:lnTo>
                      <a:pt x="509330" y="197967"/>
                    </a:lnTo>
                    <a:lnTo>
                      <a:pt x="493042" y="181965"/>
                    </a:lnTo>
                    <a:lnTo>
                      <a:pt x="476755" y="197967"/>
                    </a:lnTo>
                    <a:lnTo>
                      <a:pt x="442179" y="197967"/>
                    </a:lnTo>
                    <a:lnTo>
                      <a:pt x="425891" y="181965"/>
                    </a:lnTo>
                    <a:lnTo>
                      <a:pt x="409699" y="197967"/>
                    </a:lnTo>
                    <a:lnTo>
                      <a:pt x="375124" y="197967"/>
                    </a:lnTo>
                    <a:lnTo>
                      <a:pt x="358836" y="181965"/>
                    </a:lnTo>
                    <a:lnTo>
                      <a:pt x="342548" y="197967"/>
                    </a:lnTo>
                    <a:lnTo>
                      <a:pt x="307972" y="197967"/>
                    </a:lnTo>
                    <a:lnTo>
                      <a:pt x="291684" y="181965"/>
                    </a:lnTo>
                    <a:lnTo>
                      <a:pt x="275396" y="197967"/>
                    </a:lnTo>
                    <a:lnTo>
                      <a:pt x="240821" y="197967"/>
                    </a:lnTo>
                    <a:lnTo>
                      <a:pt x="224533" y="181965"/>
                    </a:lnTo>
                    <a:lnTo>
                      <a:pt x="208341" y="197967"/>
                    </a:lnTo>
                    <a:lnTo>
                      <a:pt x="173765" y="197967"/>
                    </a:lnTo>
                    <a:lnTo>
                      <a:pt x="157477" y="181965"/>
                    </a:lnTo>
                    <a:lnTo>
                      <a:pt x="141189" y="197967"/>
                    </a:lnTo>
                    <a:lnTo>
                      <a:pt x="109661" y="197967"/>
                    </a:lnTo>
                    <a:lnTo>
                      <a:pt x="93374" y="181965"/>
                    </a:lnTo>
                    <a:lnTo>
                      <a:pt x="89945" y="185298"/>
                    </a:lnTo>
                    <a:lnTo>
                      <a:pt x="89945" y="92049"/>
                    </a:lnTo>
                    <a:lnTo>
                      <a:pt x="108995" y="72999"/>
                    </a:lnTo>
                    <a:lnTo>
                      <a:pt x="133093" y="72999"/>
                    </a:lnTo>
                    <a:lnTo>
                      <a:pt x="152143" y="92049"/>
                    </a:lnTo>
                    <a:lnTo>
                      <a:pt x="171193" y="72999"/>
                    </a:lnTo>
                    <a:lnTo>
                      <a:pt x="198339" y="72999"/>
                    </a:lnTo>
                    <a:lnTo>
                      <a:pt x="217389" y="92049"/>
                    </a:lnTo>
                    <a:lnTo>
                      <a:pt x="236439" y="72999"/>
                    </a:lnTo>
                    <a:lnTo>
                      <a:pt x="263586" y="72999"/>
                    </a:lnTo>
                    <a:lnTo>
                      <a:pt x="282636" y="92049"/>
                    </a:lnTo>
                    <a:lnTo>
                      <a:pt x="301686" y="72999"/>
                    </a:lnTo>
                    <a:lnTo>
                      <a:pt x="328832" y="72999"/>
                    </a:lnTo>
                    <a:lnTo>
                      <a:pt x="347882" y="92049"/>
                    </a:lnTo>
                    <a:lnTo>
                      <a:pt x="366932" y="72999"/>
                    </a:lnTo>
                    <a:lnTo>
                      <a:pt x="393983" y="72999"/>
                    </a:lnTo>
                    <a:lnTo>
                      <a:pt x="413033" y="92049"/>
                    </a:lnTo>
                    <a:lnTo>
                      <a:pt x="432083" y="72999"/>
                    </a:lnTo>
                    <a:lnTo>
                      <a:pt x="459133" y="72999"/>
                    </a:lnTo>
                    <a:lnTo>
                      <a:pt x="478183" y="92049"/>
                    </a:lnTo>
                    <a:lnTo>
                      <a:pt x="497233" y="72999"/>
                    </a:lnTo>
                    <a:lnTo>
                      <a:pt x="524380" y="72999"/>
                    </a:lnTo>
                    <a:lnTo>
                      <a:pt x="543430" y="92049"/>
                    </a:lnTo>
                    <a:lnTo>
                      <a:pt x="562480" y="72999"/>
                    </a:lnTo>
                    <a:lnTo>
                      <a:pt x="589626" y="72999"/>
                    </a:lnTo>
                    <a:lnTo>
                      <a:pt x="608676" y="92049"/>
                    </a:lnTo>
                    <a:lnTo>
                      <a:pt x="627726" y="72999"/>
                    </a:lnTo>
                    <a:lnTo>
                      <a:pt x="654873" y="72999"/>
                    </a:lnTo>
                    <a:lnTo>
                      <a:pt x="673923" y="92049"/>
                    </a:lnTo>
                    <a:lnTo>
                      <a:pt x="694211" y="183584"/>
                    </a:lnTo>
                    <a:lnTo>
                      <a:pt x="692687" y="182060"/>
                    </a:lnTo>
                    <a:lnTo>
                      <a:pt x="677256" y="197967"/>
                    </a:lnTo>
                    <a:close/>
                  </a:path>
                </a:pathLst>
              </a:custGeom>
              <a:solidFill>
                <a:srgbClr val="A1001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3ED4DEA7-3DBF-4486-A8B1-57457F93301D}"/>
                  </a:ext>
                </a:extLst>
              </p:cNvPr>
              <p:cNvSpPr/>
              <p:nvPr/>
            </p:nvSpPr>
            <p:spPr>
              <a:xfrm>
                <a:off x="6679025" y="5080825"/>
                <a:ext cx="160115" cy="186213"/>
              </a:xfrm>
              <a:custGeom>
                <a:avLst/>
                <a:gdLst>
                  <a:gd name="connsiteX0" fmla="*/ 114110 w 160115"/>
                  <a:gd name="connsiteY0" fmla="*/ 0 h 186213"/>
                  <a:gd name="connsiteX1" fmla="*/ 160115 w 160115"/>
                  <a:gd name="connsiteY1" fmla="*/ 0 h 186213"/>
                  <a:gd name="connsiteX2" fmla="*/ 160115 w 160115"/>
                  <a:gd name="connsiteY2" fmla="*/ 186214 h 186213"/>
                  <a:gd name="connsiteX3" fmla="*/ 114110 w 160115"/>
                  <a:gd name="connsiteY3" fmla="*/ 186214 h 186213"/>
                  <a:gd name="connsiteX4" fmla="*/ 46006 w 160115"/>
                  <a:gd name="connsiteY4" fmla="*/ 186214 h 186213"/>
                  <a:gd name="connsiteX5" fmla="*/ 46006 w 160115"/>
                  <a:gd name="connsiteY5" fmla="*/ 0 h 186213"/>
                  <a:gd name="connsiteX6" fmla="*/ 0 w 160115"/>
                  <a:gd name="connsiteY6" fmla="*/ 0 h 186213"/>
                  <a:gd name="connsiteX7" fmla="*/ 46006 w 160115"/>
                  <a:gd name="connsiteY7" fmla="*/ 0 h 186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115" h="186213">
                    <a:moveTo>
                      <a:pt x="114110" y="0"/>
                    </a:moveTo>
                    <a:cubicBezTo>
                      <a:pt x="139518" y="0"/>
                      <a:pt x="160115" y="0"/>
                      <a:pt x="160115" y="0"/>
                    </a:cubicBezTo>
                    <a:lnTo>
                      <a:pt x="160115" y="186214"/>
                    </a:lnTo>
                    <a:cubicBezTo>
                      <a:pt x="160115" y="186214"/>
                      <a:pt x="139518" y="186214"/>
                      <a:pt x="114110" y="186214"/>
                    </a:cubicBezTo>
                    <a:lnTo>
                      <a:pt x="46006" y="186214"/>
                    </a:lnTo>
                    <a:lnTo>
                      <a:pt x="46006" y="0"/>
                    </a:lnTo>
                    <a:cubicBezTo>
                      <a:pt x="20597" y="0"/>
                      <a:pt x="0" y="0"/>
                      <a:pt x="0" y="0"/>
                    </a:cubicBezTo>
                    <a:cubicBezTo>
                      <a:pt x="0" y="0"/>
                      <a:pt x="20598" y="0"/>
                      <a:pt x="46006" y="0"/>
                    </a:cubicBezTo>
                    <a:close/>
                  </a:path>
                </a:pathLst>
              </a:custGeom>
              <a:solidFill>
                <a:srgbClr val="414E4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24FDA641-7C35-440C-94A1-615E5620B639}"/>
                  </a:ext>
                </a:extLst>
              </p:cNvPr>
              <p:cNvSpPr/>
              <p:nvPr/>
            </p:nvSpPr>
            <p:spPr>
              <a:xfrm>
                <a:off x="6699112" y="5091493"/>
                <a:ext cx="33833" cy="175545"/>
              </a:xfrm>
              <a:custGeom>
                <a:avLst/>
                <a:gdLst>
                  <a:gd name="connsiteX0" fmla="*/ 16803 w 33833"/>
                  <a:gd name="connsiteY0" fmla="*/ 175487 h 175545"/>
                  <a:gd name="connsiteX1" fmla="*/ 16803 w 33833"/>
                  <a:gd name="connsiteY1" fmla="*/ 175487 h 175545"/>
                  <a:gd name="connsiteX2" fmla="*/ -56 w 33833"/>
                  <a:gd name="connsiteY2" fmla="*/ 157390 h 175545"/>
                  <a:gd name="connsiteX3" fmla="*/ -56 w 33833"/>
                  <a:gd name="connsiteY3" fmla="*/ 18039 h 175545"/>
                  <a:gd name="connsiteX4" fmla="*/ 16803 w 33833"/>
                  <a:gd name="connsiteY4" fmla="*/ -58 h 175545"/>
                  <a:gd name="connsiteX5" fmla="*/ 16803 w 33833"/>
                  <a:gd name="connsiteY5" fmla="*/ -58 h 175545"/>
                  <a:gd name="connsiteX6" fmla="*/ 33758 w 33833"/>
                  <a:gd name="connsiteY6" fmla="*/ 18021 h 175545"/>
                  <a:gd name="connsiteX7" fmla="*/ 33758 w 33833"/>
                  <a:gd name="connsiteY7" fmla="*/ 18039 h 175545"/>
                  <a:gd name="connsiteX8" fmla="*/ 33758 w 33833"/>
                  <a:gd name="connsiteY8" fmla="*/ 157390 h 175545"/>
                  <a:gd name="connsiteX9" fmla="*/ 16822 w 33833"/>
                  <a:gd name="connsiteY9" fmla="*/ 175487 h 175545"/>
                  <a:gd name="connsiteX10" fmla="*/ 16804 w 33833"/>
                  <a:gd name="connsiteY10" fmla="*/ 175488 h 175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3833" h="175545">
                    <a:moveTo>
                      <a:pt x="16803" y="175487"/>
                    </a:moveTo>
                    <a:lnTo>
                      <a:pt x="16803" y="175487"/>
                    </a:lnTo>
                    <a:cubicBezTo>
                      <a:pt x="7159" y="175126"/>
                      <a:pt x="-378" y="167035"/>
                      <a:pt x="-56" y="157390"/>
                    </a:cubicBezTo>
                    <a:lnTo>
                      <a:pt x="-56" y="18039"/>
                    </a:lnTo>
                    <a:cubicBezTo>
                      <a:pt x="-378" y="8394"/>
                      <a:pt x="7159" y="304"/>
                      <a:pt x="16803" y="-58"/>
                    </a:cubicBezTo>
                    <a:lnTo>
                      <a:pt x="16803" y="-58"/>
                    </a:lnTo>
                    <a:cubicBezTo>
                      <a:pt x="26477" y="252"/>
                      <a:pt x="34068" y="8346"/>
                      <a:pt x="33758" y="18021"/>
                    </a:cubicBezTo>
                    <a:cubicBezTo>
                      <a:pt x="33758" y="18027"/>
                      <a:pt x="33758" y="18033"/>
                      <a:pt x="33758" y="18039"/>
                    </a:cubicBezTo>
                    <a:lnTo>
                      <a:pt x="33758" y="157390"/>
                    </a:lnTo>
                    <a:cubicBezTo>
                      <a:pt x="34078" y="167064"/>
                      <a:pt x="26496" y="175166"/>
                      <a:pt x="16822" y="175487"/>
                    </a:cubicBezTo>
                    <a:cubicBezTo>
                      <a:pt x="16816" y="175487"/>
                      <a:pt x="16810" y="175488"/>
                      <a:pt x="16804" y="175488"/>
                    </a:cubicBezTo>
                    <a:close/>
                  </a:path>
                </a:pathLst>
              </a:custGeom>
              <a:solidFill>
                <a:srgbClr val="6A6C7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23678B66-E335-48FE-9399-813A05B7E417}"/>
                  </a:ext>
                </a:extLst>
              </p:cNvPr>
              <p:cNvSpPr/>
              <p:nvPr/>
            </p:nvSpPr>
            <p:spPr>
              <a:xfrm>
                <a:off x="6742053" y="5091112"/>
                <a:ext cx="33868" cy="175927"/>
              </a:xfrm>
              <a:custGeom>
                <a:avLst/>
                <a:gdLst>
                  <a:gd name="connsiteX0" fmla="*/ 16820 w 33868"/>
                  <a:gd name="connsiteY0" fmla="*/ 175868 h 175927"/>
                  <a:gd name="connsiteX1" fmla="*/ 16820 w 33868"/>
                  <a:gd name="connsiteY1" fmla="*/ 175868 h 175927"/>
                  <a:gd name="connsiteX2" fmla="*/ -39 w 33868"/>
                  <a:gd name="connsiteY2" fmla="*/ 157771 h 175927"/>
                  <a:gd name="connsiteX3" fmla="*/ -39 w 33868"/>
                  <a:gd name="connsiteY3" fmla="*/ 18421 h 175927"/>
                  <a:gd name="connsiteX4" fmla="*/ 16496 w 33868"/>
                  <a:gd name="connsiteY4" fmla="*/ -43 h 175927"/>
                  <a:gd name="connsiteX5" fmla="*/ 16819 w 33868"/>
                  <a:gd name="connsiteY5" fmla="*/ -58 h 175927"/>
                  <a:gd name="connsiteX6" fmla="*/ 16820 w 33868"/>
                  <a:gd name="connsiteY6" fmla="*/ -58 h 175927"/>
                  <a:gd name="connsiteX7" fmla="*/ 33775 w 33868"/>
                  <a:gd name="connsiteY7" fmla="*/ 18021 h 175927"/>
                  <a:gd name="connsiteX8" fmla="*/ 33775 w 33868"/>
                  <a:gd name="connsiteY8" fmla="*/ 18039 h 175927"/>
                  <a:gd name="connsiteX9" fmla="*/ 33775 w 33868"/>
                  <a:gd name="connsiteY9" fmla="*/ 157391 h 175927"/>
                  <a:gd name="connsiteX10" fmla="*/ 17236 w 33868"/>
                  <a:gd name="connsiteY10" fmla="*/ 175851 h 175927"/>
                  <a:gd name="connsiteX11" fmla="*/ 16821 w 33868"/>
                  <a:gd name="connsiteY11" fmla="*/ 175869 h 175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3868" h="175927">
                    <a:moveTo>
                      <a:pt x="16820" y="175868"/>
                    </a:moveTo>
                    <a:lnTo>
                      <a:pt x="16820" y="175868"/>
                    </a:lnTo>
                    <a:cubicBezTo>
                      <a:pt x="7176" y="175507"/>
                      <a:pt x="-361" y="167416"/>
                      <a:pt x="-39" y="157771"/>
                    </a:cubicBezTo>
                    <a:lnTo>
                      <a:pt x="-39" y="18421"/>
                    </a:lnTo>
                    <a:cubicBezTo>
                      <a:pt x="-572" y="8756"/>
                      <a:pt x="6831" y="489"/>
                      <a:pt x="16496" y="-43"/>
                    </a:cubicBezTo>
                    <a:cubicBezTo>
                      <a:pt x="16604" y="-49"/>
                      <a:pt x="16711" y="-54"/>
                      <a:pt x="16819" y="-58"/>
                    </a:cubicBezTo>
                    <a:lnTo>
                      <a:pt x="16820" y="-58"/>
                    </a:lnTo>
                    <a:cubicBezTo>
                      <a:pt x="26494" y="252"/>
                      <a:pt x="34085" y="8346"/>
                      <a:pt x="33775" y="18021"/>
                    </a:cubicBezTo>
                    <a:cubicBezTo>
                      <a:pt x="33775" y="18027"/>
                      <a:pt x="33775" y="18033"/>
                      <a:pt x="33775" y="18039"/>
                    </a:cubicBezTo>
                    <a:lnTo>
                      <a:pt x="33775" y="157391"/>
                    </a:lnTo>
                    <a:cubicBezTo>
                      <a:pt x="34306" y="167055"/>
                      <a:pt x="26901" y="175320"/>
                      <a:pt x="17236" y="175851"/>
                    </a:cubicBezTo>
                    <a:cubicBezTo>
                      <a:pt x="17098" y="175859"/>
                      <a:pt x="16959" y="175864"/>
                      <a:pt x="16821" y="175869"/>
                    </a:cubicBezTo>
                    <a:close/>
                  </a:path>
                </a:pathLst>
              </a:custGeom>
              <a:solidFill>
                <a:srgbClr val="6A6C7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5DFAC812-C31D-456F-AA1F-A44B84E60EB9}"/>
                  </a:ext>
                </a:extLst>
              </p:cNvPr>
              <p:cNvSpPr/>
              <p:nvPr/>
            </p:nvSpPr>
            <p:spPr>
              <a:xfrm>
                <a:off x="6785219" y="5091493"/>
                <a:ext cx="33833" cy="175545"/>
              </a:xfrm>
              <a:custGeom>
                <a:avLst/>
                <a:gdLst>
                  <a:gd name="connsiteX0" fmla="*/ 16803 w 33833"/>
                  <a:gd name="connsiteY0" fmla="*/ 175487 h 175545"/>
                  <a:gd name="connsiteX1" fmla="*/ 16803 w 33833"/>
                  <a:gd name="connsiteY1" fmla="*/ 175487 h 175545"/>
                  <a:gd name="connsiteX2" fmla="*/ -56 w 33833"/>
                  <a:gd name="connsiteY2" fmla="*/ 157390 h 175545"/>
                  <a:gd name="connsiteX3" fmla="*/ -56 w 33833"/>
                  <a:gd name="connsiteY3" fmla="*/ 18039 h 175545"/>
                  <a:gd name="connsiteX4" fmla="*/ 16803 w 33833"/>
                  <a:gd name="connsiteY4" fmla="*/ -58 h 175545"/>
                  <a:gd name="connsiteX5" fmla="*/ 16803 w 33833"/>
                  <a:gd name="connsiteY5" fmla="*/ -58 h 175545"/>
                  <a:gd name="connsiteX6" fmla="*/ 33758 w 33833"/>
                  <a:gd name="connsiteY6" fmla="*/ 18021 h 175545"/>
                  <a:gd name="connsiteX7" fmla="*/ 33758 w 33833"/>
                  <a:gd name="connsiteY7" fmla="*/ 18039 h 175545"/>
                  <a:gd name="connsiteX8" fmla="*/ 33757 w 33833"/>
                  <a:gd name="connsiteY8" fmla="*/ 157390 h 175545"/>
                  <a:gd name="connsiteX9" fmla="*/ 16822 w 33833"/>
                  <a:gd name="connsiteY9" fmla="*/ 175487 h 175545"/>
                  <a:gd name="connsiteX10" fmla="*/ 16803 w 33833"/>
                  <a:gd name="connsiteY10" fmla="*/ 175488 h 175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3833" h="175545">
                    <a:moveTo>
                      <a:pt x="16803" y="175487"/>
                    </a:moveTo>
                    <a:lnTo>
                      <a:pt x="16803" y="175487"/>
                    </a:lnTo>
                    <a:cubicBezTo>
                      <a:pt x="7159" y="175126"/>
                      <a:pt x="-378" y="167035"/>
                      <a:pt x="-56" y="157390"/>
                    </a:cubicBezTo>
                    <a:lnTo>
                      <a:pt x="-56" y="18039"/>
                    </a:lnTo>
                    <a:cubicBezTo>
                      <a:pt x="-378" y="8394"/>
                      <a:pt x="7159" y="304"/>
                      <a:pt x="16803" y="-58"/>
                    </a:cubicBezTo>
                    <a:lnTo>
                      <a:pt x="16803" y="-58"/>
                    </a:lnTo>
                    <a:cubicBezTo>
                      <a:pt x="26477" y="252"/>
                      <a:pt x="34068" y="8346"/>
                      <a:pt x="33758" y="18021"/>
                    </a:cubicBezTo>
                    <a:cubicBezTo>
                      <a:pt x="33758" y="18027"/>
                      <a:pt x="33758" y="18033"/>
                      <a:pt x="33758" y="18039"/>
                    </a:cubicBezTo>
                    <a:lnTo>
                      <a:pt x="33757" y="157390"/>
                    </a:lnTo>
                    <a:cubicBezTo>
                      <a:pt x="34077" y="167064"/>
                      <a:pt x="26495" y="175166"/>
                      <a:pt x="16822" y="175487"/>
                    </a:cubicBezTo>
                    <a:cubicBezTo>
                      <a:pt x="16815" y="175487"/>
                      <a:pt x="16809" y="175488"/>
                      <a:pt x="16803" y="175488"/>
                    </a:cubicBezTo>
                    <a:close/>
                  </a:path>
                </a:pathLst>
              </a:custGeom>
              <a:solidFill>
                <a:srgbClr val="6A6C7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C6534C62-DA2C-4103-B67A-5EF2C4511DB5}"/>
                  </a:ext>
                </a:extLst>
              </p:cNvPr>
              <p:cNvSpPr/>
              <p:nvPr/>
            </p:nvSpPr>
            <p:spPr>
              <a:xfrm>
                <a:off x="4702206" y="1026889"/>
                <a:ext cx="1117949" cy="3008471"/>
              </a:xfrm>
              <a:custGeom>
                <a:avLst/>
                <a:gdLst>
                  <a:gd name="connsiteX0" fmla="*/ 1037177 w 1117949"/>
                  <a:gd name="connsiteY0" fmla="*/ 3002947 h 3008471"/>
                  <a:gd name="connsiteX1" fmla="*/ 0 w 1117949"/>
                  <a:gd name="connsiteY1" fmla="*/ 0 h 3008471"/>
                  <a:gd name="connsiteX2" fmla="*/ 70294 w 1117949"/>
                  <a:gd name="connsiteY2" fmla="*/ 17050 h 3008471"/>
                  <a:gd name="connsiteX3" fmla="*/ 1117949 w 1117949"/>
                  <a:gd name="connsiteY3" fmla="*/ 3008471 h 3008471"/>
                  <a:gd name="connsiteX4" fmla="*/ 1037177 w 1117949"/>
                  <a:gd name="connsiteY4" fmla="*/ 3002947 h 3008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949" h="3008471">
                    <a:moveTo>
                      <a:pt x="1037177" y="3002947"/>
                    </a:moveTo>
                    <a:lnTo>
                      <a:pt x="0" y="0"/>
                    </a:lnTo>
                    <a:lnTo>
                      <a:pt x="70294" y="17050"/>
                    </a:lnTo>
                    <a:lnTo>
                      <a:pt x="1117949" y="3008471"/>
                    </a:lnTo>
                    <a:lnTo>
                      <a:pt x="1037177" y="3002947"/>
                    </a:lnTo>
                    <a:close/>
                  </a:path>
                </a:pathLst>
              </a:custGeom>
              <a:solidFill>
                <a:srgbClr val="B1341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A74A72AC-2BF1-4342-9B68-C00A986C1831}"/>
                  </a:ext>
                </a:extLst>
              </p:cNvPr>
              <p:cNvSpPr/>
              <p:nvPr/>
            </p:nvSpPr>
            <p:spPr>
              <a:xfrm>
                <a:off x="4655153" y="890587"/>
                <a:ext cx="117347" cy="153352"/>
              </a:xfrm>
              <a:custGeom>
                <a:avLst/>
                <a:gdLst>
                  <a:gd name="connsiteX0" fmla="*/ 47054 w 117347"/>
                  <a:gd name="connsiteY0" fmla="*/ 136303 h 153352"/>
                  <a:gd name="connsiteX1" fmla="*/ 0 w 117347"/>
                  <a:gd name="connsiteY1" fmla="*/ 0 h 153352"/>
                  <a:gd name="connsiteX2" fmla="*/ 68104 w 117347"/>
                  <a:gd name="connsiteY2" fmla="*/ 18098 h 153352"/>
                  <a:gd name="connsiteX3" fmla="*/ 117348 w 117347"/>
                  <a:gd name="connsiteY3" fmla="*/ 153353 h 153352"/>
                  <a:gd name="connsiteX4" fmla="*/ 47054 w 117347"/>
                  <a:gd name="connsiteY4" fmla="*/ 136303 h 153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347" h="153352">
                    <a:moveTo>
                      <a:pt x="47054" y="136303"/>
                    </a:moveTo>
                    <a:lnTo>
                      <a:pt x="0" y="0"/>
                    </a:lnTo>
                    <a:lnTo>
                      <a:pt x="68104" y="18098"/>
                    </a:lnTo>
                    <a:lnTo>
                      <a:pt x="117348" y="153353"/>
                    </a:lnTo>
                    <a:lnTo>
                      <a:pt x="47054" y="136303"/>
                    </a:lnTo>
                    <a:close/>
                  </a:path>
                </a:pathLst>
              </a:custGeom>
              <a:solidFill>
                <a:srgbClr val="41536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31A7C0FC-137F-454E-AEE8-4FF934CED3CD}"/>
                  </a:ext>
                </a:extLst>
              </p:cNvPr>
              <p:cNvSpPr/>
              <p:nvPr/>
            </p:nvSpPr>
            <p:spPr>
              <a:xfrm>
                <a:off x="6158388" y="3434333"/>
                <a:ext cx="127825" cy="197358"/>
              </a:xfrm>
              <a:custGeom>
                <a:avLst/>
                <a:gdLst>
                  <a:gd name="connsiteX0" fmla="*/ 83629 w 127825"/>
                  <a:gd name="connsiteY0" fmla="*/ 197358 h 197358"/>
                  <a:gd name="connsiteX1" fmla="*/ 0 w 127825"/>
                  <a:gd name="connsiteY1" fmla="*/ 172974 h 197358"/>
                  <a:gd name="connsiteX2" fmla="*/ 44196 w 127825"/>
                  <a:gd name="connsiteY2" fmla="*/ 0 h 197358"/>
                  <a:gd name="connsiteX3" fmla="*/ 127826 w 127825"/>
                  <a:gd name="connsiteY3" fmla="*/ 24384 h 197358"/>
                  <a:gd name="connsiteX4" fmla="*/ 83629 w 127825"/>
                  <a:gd name="connsiteY4" fmla="*/ 197358 h 197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825" h="197358">
                    <a:moveTo>
                      <a:pt x="83629" y="197358"/>
                    </a:moveTo>
                    <a:lnTo>
                      <a:pt x="0" y="172974"/>
                    </a:lnTo>
                    <a:lnTo>
                      <a:pt x="44196" y="0"/>
                    </a:lnTo>
                    <a:lnTo>
                      <a:pt x="127826" y="24384"/>
                    </a:lnTo>
                    <a:lnTo>
                      <a:pt x="83629" y="197358"/>
                    </a:lnTo>
                    <a:close/>
                  </a:path>
                </a:pathLst>
              </a:custGeom>
              <a:solidFill>
                <a:srgbClr val="9FCEC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294A8AAA-9F9A-4745-BA0D-AA126EDD0242}"/>
                  </a:ext>
                </a:extLst>
              </p:cNvPr>
              <p:cNvSpPr/>
              <p:nvPr/>
            </p:nvSpPr>
            <p:spPr>
              <a:xfrm>
                <a:off x="6134766" y="2825971"/>
                <a:ext cx="342709" cy="757523"/>
              </a:xfrm>
              <a:custGeom>
                <a:avLst/>
                <a:gdLst>
                  <a:gd name="connsiteX0" fmla="*/ 161258 w 342709"/>
                  <a:gd name="connsiteY0" fmla="*/ 757523 h 757523"/>
                  <a:gd name="connsiteX1" fmla="*/ 0 w 342709"/>
                  <a:gd name="connsiteY1" fmla="*/ 710470 h 757523"/>
                  <a:gd name="connsiteX2" fmla="*/ 181451 w 342709"/>
                  <a:gd name="connsiteY2" fmla="*/ 0 h 757523"/>
                  <a:gd name="connsiteX3" fmla="*/ 342709 w 342709"/>
                  <a:gd name="connsiteY3" fmla="*/ 47054 h 757523"/>
                  <a:gd name="connsiteX4" fmla="*/ 161258 w 342709"/>
                  <a:gd name="connsiteY4" fmla="*/ 757523 h 757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709" h="757523">
                    <a:moveTo>
                      <a:pt x="161258" y="757523"/>
                    </a:moveTo>
                    <a:lnTo>
                      <a:pt x="0" y="710470"/>
                    </a:lnTo>
                    <a:lnTo>
                      <a:pt x="181451" y="0"/>
                    </a:lnTo>
                    <a:lnTo>
                      <a:pt x="342709" y="47054"/>
                    </a:lnTo>
                    <a:lnTo>
                      <a:pt x="161258" y="757523"/>
                    </a:lnTo>
                    <a:close/>
                  </a:path>
                </a:pathLst>
              </a:custGeom>
              <a:solidFill>
                <a:srgbClr val="9FCEC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215B3AF3-2949-44DD-838A-4503E32E2202}"/>
                  </a:ext>
                </a:extLst>
              </p:cNvPr>
              <p:cNvSpPr/>
              <p:nvPr/>
            </p:nvSpPr>
            <p:spPr>
              <a:xfrm>
                <a:off x="6293739" y="2830448"/>
                <a:ext cx="182594" cy="130683"/>
              </a:xfrm>
              <a:custGeom>
                <a:avLst/>
                <a:gdLst>
                  <a:gd name="connsiteX0" fmla="*/ 161258 w 182594"/>
                  <a:gd name="connsiteY0" fmla="*/ 130683 h 130683"/>
                  <a:gd name="connsiteX1" fmla="*/ 0 w 182594"/>
                  <a:gd name="connsiteY1" fmla="*/ 83629 h 130683"/>
                  <a:gd name="connsiteX2" fmla="*/ 21336 w 182594"/>
                  <a:gd name="connsiteY2" fmla="*/ 0 h 130683"/>
                  <a:gd name="connsiteX3" fmla="*/ 182594 w 182594"/>
                  <a:gd name="connsiteY3" fmla="*/ 47054 h 130683"/>
                  <a:gd name="connsiteX4" fmla="*/ 161258 w 182594"/>
                  <a:gd name="connsiteY4" fmla="*/ 130683 h 13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594" h="130683">
                    <a:moveTo>
                      <a:pt x="161258" y="130683"/>
                    </a:moveTo>
                    <a:lnTo>
                      <a:pt x="0" y="83629"/>
                    </a:lnTo>
                    <a:lnTo>
                      <a:pt x="21336" y="0"/>
                    </a:lnTo>
                    <a:lnTo>
                      <a:pt x="182594" y="47054"/>
                    </a:lnTo>
                    <a:lnTo>
                      <a:pt x="161258" y="130683"/>
                    </a:lnTo>
                    <a:close/>
                  </a:path>
                </a:pathLst>
              </a:custGeom>
              <a:solidFill>
                <a:srgbClr val="C6E3E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9492DF6E-7AE1-41C8-AE2A-DD96E5EAAC16}"/>
                  </a:ext>
                </a:extLst>
              </p:cNvPr>
              <p:cNvSpPr/>
              <p:nvPr/>
            </p:nvSpPr>
            <p:spPr>
              <a:xfrm>
                <a:off x="5977985" y="3651312"/>
                <a:ext cx="315182" cy="378809"/>
              </a:xfrm>
              <a:custGeom>
                <a:avLst/>
                <a:gdLst>
                  <a:gd name="connsiteX0" fmla="*/ 234696 w 315182"/>
                  <a:gd name="connsiteY0" fmla="*/ 378809 h 378809"/>
                  <a:gd name="connsiteX1" fmla="*/ 315183 w 315182"/>
                  <a:gd name="connsiteY1" fmla="*/ 63722 h 378809"/>
                  <a:gd name="connsiteX2" fmla="*/ 96774 w 315182"/>
                  <a:gd name="connsiteY2" fmla="*/ 0 h 378809"/>
                  <a:gd name="connsiteX3" fmla="*/ 0 w 315182"/>
                  <a:gd name="connsiteY3" fmla="*/ 378809 h 378809"/>
                  <a:gd name="connsiteX4" fmla="*/ 234696 w 315182"/>
                  <a:gd name="connsiteY4" fmla="*/ 378809 h 37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182" h="378809">
                    <a:moveTo>
                      <a:pt x="234696" y="378809"/>
                    </a:moveTo>
                    <a:lnTo>
                      <a:pt x="315183" y="63722"/>
                    </a:lnTo>
                    <a:lnTo>
                      <a:pt x="96774" y="0"/>
                    </a:lnTo>
                    <a:lnTo>
                      <a:pt x="0" y="378809"/>
                    </a:lnTo>
                    <a:lnTo>
                      <a:pt x="234696" y="378809"/>
                    </a:lnTo>
                    <a:close/>
                  </a:path>
                </a:pathLst>
              </a:custGeom>
              <a:solidFill>
                <a:srgbClr val="81DF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9D716BC9-41DA-405A-89CD-81A69F777DB3}"/>
                  </a:ext>
                </a:extLst>
              </p:cNvPr>
              <p:cNvSpPr/>
              <p:nvPr/>
            </p:nvSpPr>
            <p:spPr>
              <a:xfrm>
                <a:off x="6025240" y="3589400"/>
                <a:ext cx="257449" cy="440626"/>
              </a:xfrm>
              <a:custGeom>
                <a:avLst/>
                <a:gdLst>
                  <a:gd name="connsiteX0" fmla="*/ 151084 w 257449"/>
                  <a:gd name="connsiteY0" fmla="*/ 440569 h 440626"/>
                  <a:gd name="connsiteX1" fmla="*/ 163943 w 257449"/>
                  <a:gd name="connsiteY1" fmla="*/ 411994 h 440626"/>
                  <a:gd name="connsiteX2" fmla="*/ 257384 w 257449"/>
                  <a:gd name="connsiteY2" fmla="*/ 46996 h 440626"/>
                  <a:gd name="connsiteX3" fmla="*/ 96125 w 257449"/>
                  <a:gd name="connsiteY3" fmla="*/ -58 h 440626"/>
                  <a:gd name="connsiteX4" fmla="*/ 2780 w 257449"/>
                  <a:gd name="connsiteY4" fmla="*/ 365416 h 440626"/>
                  <a:gd name="connsiteX5" fmla="*/ 16972 w 257449"/>
                  <a:gd name="connsiteY5" fmla="*/ 440569 h 440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7449" h="440626">
                    <a:moveTo>
                      <a:pt x="151084" y="440569"/>
                    </a:moveTo>
                    <a:cubicBezTo>
                      <a:pt x="157042" y="431887"/>
                      <a:pt x="161397" y="422210"/>
                      <a:pt x="163943" y="411994"/>
                    </a:cubicBezTo>
                    <a:lnTo>
                      <a:pt x="257384" y="46996"/>
                    </a:lnTo>
                    <a:lnTo>
                      <a:pt x="96125" y="-58"/>
                    </a:lnTo>
                    <a:lnTo>
                      <a:pt x="2780" y="365416"/>
                    </a:lnTo>
                    <a:cubicBezTo>
                      <a:pt x="-3896" y="391331"/>
                      <a:pt x="1305" y="418873"/>
                      <a:pt x="16972" y="440569"/>
                    </a:cubicBezTo>
                    <a:close/>
                  </a:path>
                </a:pathLst>
              </a:custGeom>
              <a:solidFill>
                <a:srgbClr val="81DF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D42DDFE9-B14E-49E0-B366-1C72916C2B0C}"/>
                  </a:ext>
                </a:extLst>
              </p:cNvPr>
              <p:cNvSpPr/>
              <p:nvPr/>
            </p:nvSpPr>
            <p:spPr>
              <a:xfrm>
                <a:off x="6047898" y="3706262"/>
                <a:ext cx="165183" cy="323859"/>
              </a:xfrm>
              <a:custGeom>
                <a:avLst/>
                <a:gdLst>
                  <a:gd name="connsiteX0" fmla="*/ 94898 w 165183"/>
                  <a:gd name="connsiteY0" fmla="*/ 323707 h 323859"/>
                  <a:gd name="connsiteX1" fmla="*/ 163763 w 165183"/>
                  <a:gd name="connsiteY1" fmla="*/ 54054 h 323859"/>
                  <a:gd name="connsiteX2" fmla="*/ 138141 w 165183"/>
                  <a:gd name="connsiteY2" fmla="*/ 6429 h 323859"/>
                  <a:gd name="connsiteX3" fmla="*/ 120234 w 165183"/>
                  <a:gd name="connsiteY3" fmla="*/ 1190 h 323859"/>
                  <a:gd name="connsiteX4" fmla="*/ 75781 w 165183"/>
                  <a:gd name="connsiteY4" fmla="*/ 26839 h 323859"/>
                  <a:gd name="connsiteX5" fmla="*/ 75372 w 165183"/>
                  <a:gd name="connsiteY5" fmla="*/ 28527 h 323859"/>
                  <a:gd name="connsiteX6" fmla="*/ -66 w 165183"/>
                  <a:gd name="connsiteY6" fmla="*/ 323802 h 323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5183" h="323859">
                    <a:moveTo>
                      <a:pt x="94898" y="323707"/>
                    </a:moveTo>
                    <a:lnTo>
                      <a:pt x="163763" y="54054"/>
                    </a:lnTo>
                    <a:cubicBezTo>
                      <a:pt x="169168" y="33900"/>
                      <a:pt x="157937" y="13025"/>
                      <a:pt x="138141" y="6429"/>
                    </a:cubicBezTo>
                    <a:lnTo>
                      <a:pt x="120234" y="1190"/>
                    </a:lnTo>
                    <a:cubicBezTo>
                      <a:pt x="100876" y="-4002"/>
                      <a:pt x="80974" y="7481"/>
                      <a:pt x="75781" y="26839"/>
                    </a:cubicBezTo>
                    <a:cubicBezTo>
                      <a:pt x="75631" y="27399"/>
                      <a:pt x="75495" y="27961"/>
                      <a:pt x="75372" y="28527"/>
                    </a:cubicBezTo>
                    <a:lnTo>
                      <a:pt x="-66" y="323802"/>
                    </a:lnTo>
                    <a:close/>
                  </a:path>
                </a:pathLst>
              </a:custGeom>
              <a:solidFill>
                <a:srgbClr val="56C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08FA1CFC-F3C7-427C-A41B-B1EACF4C4D41}"/>
                  </a:ext>
                </a:extLst>
              </p:cNvPr>
              <p:cNvSpPr/>
              <p:nvPr/>
            </p:nvSpPr>
            <p:spPr>
              <a:xfrm>
                <a:off x="6164008" y="3740031"/>
                <a:ext cx="122205" cy="289995"/>
              </a:xfrm>
              <a:custGeom>
                <a:avLst/>
                <a:gdLst>
                  <a:gd name="connsiteX0" fmla="*/ 48511 w 122205"/>
                  <a:gd name="connsiteY0" fmla="*/ 289938 h 289995"/>
                  <a:gd name="connsiteX1" fmla="*/ 122139 w 122205"/>
                  <a:gd name="connsiteY1" fmla="*/ 1616 h 289995"/>
                  <a:gd name="connsiteX2" fmla="*/ 65433 w 122205"/>
                  <a:gd name="connsiteY2" fmla="*/ 33787 h 289995"/>
                  <a:gd name="connsiteX3" fmla="*/ 64989 w 122205"/>
                  <a:gd name="connsiteY3" fmla="*/ 35525 h 289995"/>
                  <a:gd name="connsiteX4" fmla="*/ -66 w 122205"/>
                  <a:gd name="connsiteY4" fmla="*/ 289938 h 289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205" h="289995">
                    <a:moveTo>
                      <a:pt x="48511" y="289938"/>
                    </a:moveTo>
                    <a:lnTo>
                      <a:pt x="122139" y="1616"/>
                    </a:lnTo>
                    <a:cubicBezTo>
                      <a:pt x="97596" y="-5159"/>
                      <a:pt x="72208" y="9244"/>
                      <a:pt x="65433" y="33787"/>
                    </a:cubicBezTo>
                    <a:cubicBezTo>
                      <a:pt x="65274" y="34364"/>
                      <a:pt x="65126" y="34943"/>
                      <a:pt x="64989" y="35525"/>
                    </a:cubicBezTo>
                    <a:lnTo>
                      <a:pt x="-66" y="289938"/>
                    </a:lnTo>
                    <a:close/>
                  </a:path>
                </a:pathLst>
              </a:custGeom>
              <a:solidFill>
                <a:srgbClr val="56C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742FD25F-9DC2-4818-BDFB-F282FDA9D2E7}"/>
                  </a:ext>
                </a:extLst>
              </p:cNvPr>
              <p:cNvSpPr/>
              <p:nvPr/>
            </p:nvSpPr>
            <p:spPr>
              <a:xfrm>
                <a:off x="5978461" y="3678078"/>
                <a:ext cx="124885" cy="352425"/>
              </a:xfrm>
              <a:custGeom>
                <a:avLst/>
                <a:gdLst>
                  <a:gd name="connsiteX0" fmla="*/ 48225 w 124885"/>
                  <a:gd name="connsiteY0" fmla="*/ 351891 h 352425"/>
                  <a:gd name="connsiteX1" fmla="*/ 123187 w 124885"/>
                  <a:gd name="connsiteY1" fmla="*/ 60426 h 352425"/>
                  <a:gd name="connsiteX2" fmla="*/ 89850 w 124885"/>
                  <a:gd name="connsiteY2" fmla="*/ -58 h 352425"/>
                  <a:gd name="connsiteX3" fmla="*/ -66 w 124885"/>
                  <a:gd name="connsiteY3" fmla="*/ 352367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4885" h="352425">
                    <a:moveTo>
                      <a:pt x="48225" y="351891"/>
                    </a:moveTo>
                    <a:lnTo>
                      <a:pt x="123187" y="60426"/>
                    </a:lnTo>
                    <a:cubicBezTo>
                      <a:pt x="129913" y="34609"/>
                      <a:pt x="115270" y="8041"/>
                      <a:pt x="89850" y="-58"/>
                    </a:cubicBezTo>
                    <a:lnTo>
                      <a:pt x="-66" y="352367"/>
                    </a:lnTo>
                    <a:close/>
                  </a:path>
                </a:pathLst>
              </a:custGeom>
              <a:solidFill>
                <a:srgbClr val="56C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EA4CD20D-35A1-465E-B607-0F7353990C5C}"/>
                  </a:ext>
                </a:extLst>
              </p:cNvPr>
              <p:cNvSpPr/>
              <p:nvPr/>
            </p:nvSpPr>
            <p:spPr>
              <a:xfrm>
                <a:off x="6027515" y="3606926"/>
                <a:ext cx="312610" cy="119538"/>
              </a:xfrm>
              <a:custGeom>
                <a:avLst/>
                <a:gdLst>
                  <a:gd name="connsiteX0" fmla="*/ 312611 w 312610"/>
                  <a:gd name="connsiteY0" fmla="*/ 88868 h 119538"/>
                  <a:gd name="connsiteX1" fmla="*/ 7811 w 312610"/>
                  <a:gd name="connsiteY1" fmla="*/ 0 h 119538"/>
                  <a:gd name="connsiteX2" fmla="*/ 0 w 312610"/>
                  <a:gd name="connsiteY2" fmla="*/ 30575 h 119538"/>
                  <a:gd name="connsiteX3" fmla="*/ 304800 w 312610"/>
                  <a:gd name="connsiteY3" fmla="*/ 119539 h 119538"/>
                  <a:gd name="connsiteX4" fmla="*/ 312611 w 312610"/>
                  <a:gd name="connsiteY4" fmla="*/ 88868 h 119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2610" h="119538">
                    <a:moveTo>
                      <a:pt x="312611" y="88868"/>
                    </a:moveTo>
                    <a:lnTo>
                      <a:pt x="7811" y="0"/>
                    </a:lnTo>
                    <a:lnTo>
                      <a:pt x="0" y="30575"/>
                    </a:lnTo>
                    <a:lnTo>
                      <a:pt x="304800" y="119539"/>
                    </a:lnTo>
                    <a:lnTo>
                      <a:pt x="312611" y="88868"/>
                    </a:lnTo>
                    <a:close/>
                  </a:path>
                </a:pathLst>
              </a:custGeom>
              <a:solidFill>
                <a:srgbClr val="81DF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F59F50E3-8441-427B-8BDA-9EC96C1DD63A}"/>
                  </a:ext>
                </a:extLst>
              </p:cNvPr>
              <p:cNvSpPr/>
              <p:nvPr/>
            </p:nvSpPr>
            <p:spPr>
              <a:xfrm>
                <a:off x="2930641" y="4777644"/>
                <a:ext cx="548101" cy="518064"/>
              </a:xfrm>
              <a:custGeom>
                <a:avLst/>
                <a:gdLst>
                  <a:gd name="connsiteX0" fmla="*/ 546869 w 548101"/>
                  <a:gd name="connsiteY0" fmla="*/ 180060 h 518064"/>
                  <a:gd name="connsiteX1" fmla="*/ 528867 w 548101"/>
                  <a:gd name="connsiteY1" fmla="*/ 134245 h 518064"/>
                  <a:gd name="connsiteX2" fmla="*/ 539916 w 548101"/>
                  <a:gd name="connsiteY2" fmla="*/ 97383 h 518064"/>
                  <a:gd name="connsiteX3" fmla="*/ 480194 w 548101"/>
                  <a:gd name="connsiteY3" fmla="*/ 33565 h 518064"/>
                  <a:gd name="connsiteX4" fmla="*/ 454096 w 548101"/>
                  <a:gd name="connsiteY4" fmla="*/ 40042 h 518064"/>
                  <a:gd name="connsiteX5" fmla="*/ 405518 w 548101"/>
                  <a:gd name="connsiteY5" fmla="*/ 8800 h 518064"/>
                  <a:gd name="connsiteX6" fmla="*/ 375394 w 548101"/>
                  <a:gd name="connsiteY6" fmla="*/ 19771 h 518064"/>
                  <a:gd name="connsiteX7" fmla="*/ 375229 w 548101"/>
                  <a:gd name="connsiteY7" fmla="*/ 20135 h 518064"/>
                  <a:gd name="connsiteX8" fmla="*/ 302267 w 548101"/>
                  <a:gd name="connsiteY8" fmla="*/ -58 h 518064"/>
                  <a:gd name="connsiteX9" fmla="*/ 301696 w 548101"/>
                  <a:gd name="connsiteY9" fmla="*/ 40709 h 518064"/>
                  <a:gd name="connsiteX10" fmla="*/ 287599 w 548101"/>
                  <a:gd name="connsiteY10" fmla="*/ 72999 h 518064"/>
                  <a:gd name="connsiteX11" fmla="*/ 247022 w 548101"/>
                  <a:gd name="connsiteY11" fmla="*/ 92049 h 518064"/>
                  <a:gd name="connsiteX12" fmla="*/ 226448 w 548101"/>
                  <a:gd name="connsiteY12" fmla="*/ 121958 h 518064"/>
                  <a:gd name="connsiteX13" fmla="*/ 202541 w 548101"/>
                  <a:gd name="connsiteY13" fmla="*/ 131482 h 518064"/>
                  <a:gd name="connsiteX14" fmla="*/ 184919 w 548101"/>
                  <a:gd name="connsiteY14" fmla="*/ 148056 h 518064"/>
                  <a:gd name="connsiteX15" fmla="*/ 12803 w 548101"/>
                  <a:gd name="connsiteY15" fmla="*/ 200062 h 518064"/>
                  <a:gd name="connsiteX16" fmla="*/ -56 w 548101"/>
                  <a:gd name="connsiteY16" fmla="*/ 288359 h 518064"/>
                  <a:gd name="connsiteX17" fmla="*/ -56 w 548101"/>
                  <a:gd name="connsiteY17" fmla="*/ 288359 h 518064"/>
                  <a:gd name="connsiteX18" fmla="*/ 105672 w 548101"/>
                  <a:gd name="connsiteY18" fmla="*/ 518007 h 518064"/>
                  <a:gd name="connsiteX19" fmla="*/ 542678 w 548101"/>
                  <a:gd name="connsiteY19" fmla="*/ 518007 h 518064"/>
                  <a:gd name="connsiteX20" fmla="*/ 542678 w 548101"/>
                  <a:gd name="connsiteY20" fmla="*/ 288359 h 518064"/>
                  <a:gd name="connsiteX21" fmla="*/ 533153 w 548101"/>
                  <a:gd name="connsiteY21" fmla="*/ 213207 h 518064"/>
                  <a:gd name="connsiteX22" fmla="*/ 546869 w 548101"/>
                  <a:gd name="connsiteY22" fmla="*/ 180060 h 518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8101" h="518064">
                    <a:moveTo>
                      <a:pt x="546869" y="180060"/>
                    </a:moveTo>
                    <a:cubicBezTo>
                      <a:pt x="542137" y="164319"/>
                      <a:pt x="536116" y="148996"/>
                      <a:pt x="528867" y="134245"/>
                    </a:cubicBezTo>
                    <a:cubicBezTo>
                      <a:pt x="536130" y="123327"/>
                      <a:pt x="539976" y="110495"/>
                      <a:pt x="539916" y="97383"/>
                    </a:cubicBezTo>
                    <a:cubicBezTo>
                      <a:pt x="540987" y="63291"/>
                      <a:pt x="514282" y="34756"/>
                      <a:pt x="480194" y="33565"/>
                    </a:cubicBezTo>
                    <a:cubicBezTo>
                      <a:pt x="471100" y="33584"/>
                      <a:pt x="462145" y="35807"/>
                      <a:pt x="454096" y="40042"/>
                    </a:cubicBezTo>
                    <a:cubicBezTo>
                      <a:pt x="439150" y="27807"/>
                      <a:pt x="422851" y="17324"/>
                      <a:pt x="405518" y="8800"/>
                    </a:cubicBezTo>
                    <a:cubicBezTo>
                      <a:pt x="394170" y="3511"/>
                      <a:pt x="380683" y="8423"/>
                      <a:pt x="375394" y="19771"/>
                    </a:cubicBezTo>
                    <a:cubicBezTo>
                      <a:pt x="375338" y="19892"/>
                      <a:pt x="375283" y="20013"/>
                      <a:pt x="375229" y="20135"/>
                    </a:cubicBezTo>
                    <a:cubicBezTo>
                      <a:pt x="352038" y="9842"/>
                      <a:pt x="327451" y="3037"/>
                      <a:pt x="302267" y="-58"/>
                    </a:cubicBezTo>
                    <a:cubicBezTo>
                      <a:pt x="310812" y="12255"/>
                      <a:pt x="310583" y="28640"/>
                      <a:pt x="301696" y="40709"/>
                    </a:cubicBezTo>
                    <a:cubicBezTo>
                      <a:pt x="305282" y="53456"/>
                      <a:pt x="299385" y="66963"/>
                      <a:pt x="287599" y="72999"/>
                    </a:cubicBezTo>
                    <a:cubicBezTo>
                      <a:pt x="274410" y="80043"/>
                      <a:pt x="260866" y="86401"/>
                      <a:pt x="247022" y="92049"/>
                    </a:cubicBezTo>
                    <a:cubicBezTo>
                      <a:pt x="245781" y="104899"/>
                      <a:pt x="238005" y="116203"/>
                      <a:pt x="226448" y="121958"/>
                    </a:cubicBezTo>
                    <a:cubicBezTo>
                      <a:pt x="218638" y="125291"/>
                      <a:pt x="210637" y="128434"/>
                      <a:pt x="202541" y="131482"/>
                    </a:cubicBezTo>
                    <a:cubicBezTo>
                      <a:pt x="200826" y="144531"/>
                      <a:pt x="196826" y="143865"/>
                      <a:pt x="184919" y="148056"/>
                    </a:cubicBezTo>
                    <a:cubicBezTo>
                      <a:pt x="132627" y="167106"/>
                      <a:pt x="69095" y="190918"/>
                      <a:pt x="12803" y="200062"/>
                    </a:cubicBezTo>
                    <a:cubicBezTo>
                      <a:pt x="4270" y="228718"/>
                      <a:pt x="-62" y="258460"/>
                      <a:pt x="-56" y="288359"/>
                    </a:cubicBezTo>
                    <a:lnTo>
                      <a:pt x="-56" y="288359"/>
                    </a:lnTo>
                    <a:cubicBezTo>
                      <a:pt x="-795" y="376838"/>
                      <a:pt x="37969" y="461037"/>
                      <a:pt x="105672" y="518007"/>
                    </a:cubicBezTo>
                    <a:lnTo>
                      <a:pt x="542678" y="518007"/>
                    </a:lnTo>
                    <a:lnTo>
                      <a:pt x="542678" y="288359"/>
                    </a:lnTo>
                    <a:cubicBezTo>
                      <a:pt x="542594" y="263013"/>
                      <a:pt x="539395" y="237773"/>
                      <a:pt x="533153" y="213207"/>
                    </a:cubicBezTo>
                    <a:cubicBezTo>
                      <a:pt x="544955" y="206761"/>
                      <a:pt x="550666" y="192960"/>
                      <a:pt x="546869" y="180060"/>
                    </a:cubicBezTo>
                    <a:close/>
                  </a:path>
                </a:pathLst>
              </a:custGeom>
              <a:solidFill>
                <a:srgbClr val="262323">
                  <a:alpha val="34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F2798E7-132E-4001-8FEF-77A7FE798D1C}"/>
                  </a:ext>
                </a:extLst>
              </p:cNvPr>
              <p:cNvSpPr/>
              <p:nvPr/>
            </p:nvSpPr>
            <p:spPr>
              <a:xfrm>
                <a:off x="3019329" y="4711540"/>
                <a:ext cx="602456" cy="580072"/>
              </a:xfrm>
              <a:custGeom>
                <a:avLst/>
                <a:gdLst>
                  <a:gd name="connsiteX0" fmla="*/ 594579 w 602456"/>
                  <a:gd name="connsiteY0" fmla="*/ 580014 h 580072"/>
                  <a:gd name="connsiteX1" fmla="*/ 595341 w 602456"/>
                  <a:gd name="connsiteY1" fmla="*/ 548296 h 580072"/>
                  <a:gd name="connsiteX2" fmla="*/ 602390 w 602456"/>
                  <a:gd name="connsiteY2" fmla="*/ 541058 h 580072"/>
                  <a:gd name="connsiteX3" fmla="*/ 542954 w 602456"/>
                  <a:gd name="connsiteY3" fmla="*/ 541058 h 580072"/>
                  <a:gd name="connsiteX4" fmla="*/ 542954 w 602456"/>
                  <a:gd name="connsiteY4" fmla="*/ 289978 h 580072"/>
                  <a:gd name="connsiteX5" fmla="*/ 533429 w 602456"/>
                  <a:gd name="connsiteY5" fmla="*/ 214826 h 580072"/>
                  <a:gd name="connsiteX6" fmla="*/ 546764 w 602456"/>
                  <a:gd name="connsiteY6" fmla="*/ 182060 h 580072"/>
                  <a:gd name="connsiteX7" fmla="*/ 528857 w 602456"/>
                  <a:gd name="connsiteY7" fmla="*/ 136149 h 580072"/>
                  <a:gd name="connsiteX8" fmla="*/ 539810 w 602456"/>
                  <a:gd name="connsiteY8" fmla="*/ 99383 h 580072"/>
                  <a:gd name="connsiteX9" fmla="*/ 480089 w 602456"/>
                  <a:gd name="connsiteY9" fmla="*/ 35470 h 580072"/>
                  <a:gd name="connsiteX10" fmla="*/ 454085 w 602456"/>
                  <a:gd name="connsiteY10" fmla="*/ 41947 h 580072"/>
                  <a:gd name="connsiteX11" fmla="*/ 405508 w 602456"/>
                  <a:gd name="connsiteY11" fmla="*/ 10705 h 580072"/>
                  <a:gd name="connsiteX12" fmla="*/ 375262 w 602456"/>
                  <a:gd name="connsiteY12" fmla="*/ 21735 h 580072"/>
                  <a:gd name="connsiteX13" fmla="*/ 375123 w 602456"/>
                  <a:gd name="connsiteY13" fmla="*/ 22040 h 580072"/>
                  <a:gd name="connsiteX14" fmla="*/ 271301 w 602456"/>
                  <a:gd name="connsiteY14" fmla="*/ -58 h 580072"/>
                  <a:gd name="connsiteX15" fmla="*/ -66 w 602456"/>
                  <a:gd name="connsiteY15" fmla="*/ 289978 h 580072"/>
                  <a:gd name="connsiteX16" fmla="*/ -66 w 602456"/>
                  <a:gd name="connsiteY16" fmla="*/ 289978 h 580072"/>
                  <a:gd name="connsiteX17" fmla="*/ 271301 w 602456"/>
                  <a:gd name="connsiteY17" fmla="*/ 580014 h 580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456" h="580072">
                    <a:moveTo>
                      <a:pt x="594579" y="580014"/>
                    </a:moveTo>
                    <a:cubicBezTo>
                      <a:pt x="586814" y="570757"/>
                      <a:pt x="587140" y="557170"/>
                      <a:pt x="595341" y="548296"/>
                    </a:cubicBezTo>
                    <a:cubicBezTo>
                      <a:pt x="597627" y="545725"/>
                      <a:pt x="600009" y="543343"/>
                      <a:pt x="602390" y="541058"/>
                    </a:cubicBezTo>
                    <a:lnTo>
                      <a:pt x="542954" y="541058"/>
                    </a:lnTo>
                    <a:lnTo>
                      <a:pt x="542954" y="289978"/>
                    </a:lnTo>
                    <a:cubicBezTo>
                      <a:pt x="542869" y="264632"/>
                      <a:pt x="539670" y="239392"/>
                      <a:pt x="533429" y="214826"/>
                    </a:cubicBezTo>
                    <a:cubicBezTo>
                      <a:pt x="545083" y="208450"/>
                      <a:pt x="550654" y="194762"/>
                      <a:pt x="546764" y="182060"/>
                    </a:cubicBezTo>
                    <a:cubicBezTo>
                      <a:pt x="542106" y="166277"/>
                      <a:pt x="536115" y="150918"/>
                      <a:pt x="528857" y="136149"/>
                    </a:cubicBezTo>
                    <a:cubicBezTo>
                      <a:pt x="536031" y="125232"/>
                      <a:pt x="539840" y="112447"/>
                      <a:pt x="539810" y="99383"/>
                    </a:cubicBezTo>
                    <a:cubicBezTo>
                      <a:pt x="540934" y="65255"/>
                      <a:pt x="514215" y="36660"/>
                      <a:pt x="480089" y="35470"/>
                    </a:cubicBezTo>
                    <a:cubicBezTo>
                      <a:pt x="471025" y="35501"/>
                      <a:pt x="462104" y="37723"/>
                      <a:pt x="454085" y="41947"/>
                    </a:cubicBezTo>
                    <a:cubicBezTo>
                      <a:pt x="439101" y="29765"/>
                      <a:pt x="422808" y="19286"/>
                      <a:pt x="405508" y="10705"/>
                    </a:cubicBezTo>
                    <a:cubicBezTo>
                      <a:pt x="394110" y="5399"/>
                      <a:pt x="380568" y="10338"/>
                      <a:pt x="375262" y="21735"/>
                    </a:cubicBezTo>
                    <a:cubicBezTo>
                      <a:pt x="375215" y="21837"/>
                      <a:pt x="375169" y="21938"/>
                      <a:pt x="375123" y="22040"/>
                    </a:cubicBezTo>
                    <a:cubicBezTo>
                      <a:pt x="342446" y="7480"/>
                      <a:pt x="307074" y="-48"/>
                      <a:pt x="271301" y="-58"/>
                    </a:cubicBezTo>
                    <a:cubicBezTo>
                      <a:pt x="121377" y="-58"/>
                      <a:pt x="-66" y="129768"/>
                      <a:pt x="-66" y="289978"/>
                    </a:cubicBezTo>
                    <a:lnTo>
                      <a:pt x="-66" y="289978"/>
                    </a:lnTo>
                    <a:cubicBezTo>
                      <a:pt x="-66" y="450094"/>
                      <a:pt x="121377" y="580014"/>
                      <a:pt x="271301" y="580014"/>
                    </a:cubicBezTo>
                    <a:close/>
                  </a:path>
                </a:pathLst>
              </a:custGeom>
              <a:solidFill>
                <a:srgbClr val="9B49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FEFF3816-ABEC-495C-ACA9-83BCD62CB15B}"/>
                  </a:ext>
                </a:extLst>
              </p:cNvPr>
              <p:cNvSpPr/>
              <p:nvPr/>
            </p:nvSpPr>
            <p:spPr>
              <a:xfrm>
                <a:off x="3465162" y="4720092"/>
                <a:ext cx="175821" cy="209094"/>
              </a:xfrm>
              <a:custGeom>
                <a:avLst/>
                <a:gdLst>
                  <a:gd name="connsiteX0" fmla="*/ 149509 w 175821"/>
                  <a:gd name="connsiteY0" fmla="*/ 209037 h 209094"/>
                  <a:gd name="connsiteX1" fmla="*/ 149509 w 175821"/>
                  <a:gd name="connsiteY1" fmla="*/ 209037 h 209094"/>
                  <a:gd name="connsiteX2" fmla="*/ 175729 w 175821"/>
                  <a:gd name="connsiteY2" fmla="*/ 180444 h 209094"/>
                  <a:gd name="connsiteX3" fmla="*/ 174465 w 175821"/>
                  <a:gd name="connsiteY3" fmla="*/ 173318 h 209094"/>
                  <a:gd name="connsiteX4" fmla="*/ 33114 w 175821"/>
                  <a:gd name="connsiteY4" fmla="*/ 1868 h 209094"/>
                  <a:gd name="connsiteX5" fmla="*/ 1854 w 175821"/>
                  <a:gd name="connsiteY5" fmla="*/ 14393 h 209094"/>
                  <a:gd name="connsiteX6" fmla="*/ -33 w 175821"/>
                  <a:gd name="connsiteY6" fmla="*/ 25014 h 209094"/>
                  <a:gd name="connsiteX7" fmla="*/ -34 w 175821"/>
                  <a:gd name="connsiteY7" fmla="*/ 25014 h 209094"/>
                  <a:gd name="connsiteX8" fmla="*/ 149509 w 175821"/>
                  <a:gd name="connsiteY8" fmla="*/ 209037 h 209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5821" h="209094">
                    <a:moveTo>
                      <a:pt x="149509" y="209037"/>
                    </a:moveTo>
                    <a:lnTo>
                      <a:pt x="149509" y="209037"/>
                    </a:lnTo>
                    <a:cubicBezTo>
                      <a:pt x="164645" y="208381"/>
                      <a:pt x="176384" y="195580"/>
                      <a:pt x="175729" y="180444"/>
                    </a:cubicBezTo>
                    <a:cubicBezTo>
                      <a:pt x="175624" y="178023"/>
                      <a:pt x="175199" y="175627"/>
                      <a:pt x="174465" y="173318"/>
                    </a:cubicBezTo>
                    <a:cubicBezTo>
                      <a:pt x="153194" y="99022"/>
                      <a:pt x="101990" y="36915"/>
                      <a:pt x="33114" y="1868"/>
                    </a:cubicBezTo>
                    <a:cubicBezTo>
                      <a:pt x="21023" y="-3306"/>
                      <a:pt x="7027" y="2302"/>
                      <a:pt x="1854" y="14393"/>
                    </a:cubicBezTo>
                    <a:cubicBezTo>
                      <a:pt x="420" y="17742"/>
                      <a:pt x="-225" y="21376"/>
                      <a:pt x="-33" y="25014"/>
                    </a:cubicBezTo>
                    <a:lnTo>
                      <a:pt x="-34" y="25014"/>
                    </a:lnTo>
                    <a:cubicBezTo>
                      <a:pt x="78382" y="56233"/>
                      <a:pt x="134990" y="125894"/>
                      <a:pt x="149509" y="209037"/>
                    </a:cubicBezTo>
                    <a:close/>
                  </a:path>
                </a:pathLst>
              </a:custGeom>
              <a:solidFill>
                <a:srgbClr val="38200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D333C041-F2BC-413E-890B-E7A7822C3335}"/>
                  </a:ext>
                </a:extLst>
              </p:cNvPr>
              <p:cNvSpPr/>
              <p:nvPr/>
            </p:nvSpPr>
            <p:spPr>
              <a:xfrm>
                <a:off x="3513148" y="4747069"/>
                <a:ext cx="119530" cy="119636"/>
              </a:xfrm>
              <a:custGeom>
                <a:avLst/>
                <a:gdLst>
                  <a:gd name="connsiteX0" fmla="*/ 119430 w 119530"/>
                  <a:gd name="connsiteY0" fmla="*/ 63855 h 119636"/>
                  <a:gd name="connsiteX1" fmla="*/ 55657 w 119530"/>
                  <a:gd name="connsiteY1" fmla="*/ 119436 h 119636"/>
                  <a:gd name="connsiteX2" fmla="*/ 76 w 119530"/>
                  <a:gd name="connsiteY2" fmla="*/ 55663 h 119636"/>
                  <a:gd name="connsiteX3" fmla="*/ 59708 w 119530"/>
                  <a:gd name="connsiteY3" fmla="*/ -58 h 119636"/>
                  <a:gd name="connsiteX4" fmla="*/ 119430 w 119530"/>
                  <a:gd name="connsiteY4" fmla="*/ 63855 h 119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530" h="119636">
                    <a:moveTo>
                      <a:pt x="119430" y="63855"/>
                    </a:moveTo>
                    <a:cubicBezTo>
                      <a:pt x="117168" y="96813"/>
                      <a:pt x="88616" y="121698"/>
                      <a:pt x="55657" y="119436"/>
                    </a:cubicBezTo>
                    <a:cubicBezTo>
                      <a:pt x="22699" y="117174"/>
                      <a:pt x="-2186" y="88622"/>
                      <a:pt x="76" y="55663"/>
                    </a:cubicBezTo>
                    <a:cubicBezTo>
                      <a:pt x="2228" y="24308"/>
                      <a:pt x="28279" y="-34"/>
                      <a:pt x="59708" y="-58"/>
                    </a:cubicBezTo>
                    <a:cubicBezTo>
                      <a:pt x="93834" y="1132"/>
                      <a:pt x="120554" y="29727"/>
                      <a:pt x="119430" y="63855"/>
                    </a:cubicBezTo>
                    <a:close/>
                  </a:path>
                </a:pathLst>
              </a:custGeom>
              <a:solidFill>
                <a:srgbClr val="38200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B51B3B26-4FC9-4CED-8BF3-C1D4908372FF}"/>
                  </a:ext>
                </a:extLst>
              </p:cNvPr>
              <p:cNvSpPr/>
              <p:nvPr/>
            </p:nvSpPr>
            <p:spPr>
              <a:xfrm>
                <a:off x="3556825" y="5252656"/>
                <a:ext cx="400526" cy="19431"/>
              </a:xfrm>
              <a:custGeom>
                <a:avLst/>
                <a:gdLst>
                  <a:gd name="connsiteX0" fmla="*/ 0 w 400526"/>
                  <a:gd name="connsiteY0" fmla="*/ 0 h 19431"/>
                  <a:gd name="connsiteX1" fmla="*/ 400526 w 400526"/>
                  <a:gd name="connsiteY1" fmla="*/ 0 h 19431"/>
                  <a:gd name="connsiteX2" fmla="*/ 400526 w 400526"/>
                  <a:gd name="connsiteY2" fmla="*/ 19431 h 19431"/>
                  <a:gd name="connsiteX3" fmla="*/ 0 w 400526"/>
                  <a:gd name="connsiteY3" fmla="*/ 19431 h 19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0526" h="19431">
                    <a:moveTo>
                      <a:pt x="0" y="0"/>
                    </a:moveTo>
                    <a:lnTo>
                      <a:pt x="400526" y="0"/>
                    </a:lnTo>
                    <a:lnTo>
                      <a:pt x="400526" y="19431"/>
                    </a:lnTo>
                    <a:lnTo>
                      <a:pt x="0" y="19431"/>
                    </a:lnTo>
                    <a:close/>
                  </a:path>
                </a:pathLst>
              </a:custGeom>
              <a:solidFill>
                <a:srgbClr val="8E90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CAB3C45E-9708-489D-A3E0-96732389E01E}"/>
                  </a:ext>
                </a:extLst>
              </p:cNvPr>
              <p:cNvSpPr/>
              <p:nvPr/>
            </p:nvSpPr>
            <p:spPr>
              <a:xfrm>
                <a:off x="3556825" y="5272182"/>
                <a:ext cx="400526" cy="19431"/>
              </a:xfrm>
              <a:custGeom>
                <a:avLst/>
                <a:gdLst>
                  <a:gd name="connsiteX0" fmla="*/ 0 w 400526"/>
                  <a:gd name="connsiteY0" fmla="*/ 0 h 19431"/>
                  <a:gd name="connsiteX1" fmla="*/ 400526 w 400526"/>
                  <a:gd name="connsiteY1" fmla="*/ 0 h 19431"/>
                  <a:gd name="connsiteX2" fmla="*/ 400526 w 400526"/>
                  <a:gd name="connsiteY2" fmla="*/ 19431 h 19431"/>
                  <a:gd name="connsiteX3" fmla="*/ 0 w 400526"/>
                  <a:gd name="connsiteY3" fmla="*/ 19431 h 19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0526" h="19431">
                    <a:moveTo>
                      <a:pt x="0" y="0"/>
                    </a:moveTo>
                    <a:lnTo>
                      <a:pt x="400526" y="0"/>
                    </a:lnTo>
                    <a:lnTo>
                      <a:pt x="400526" y="19431"/>
                    </a:lnTo>
                    <a:lnTo>
                      <a:pt x="0" y="19431"/>
                    </a:lnTo>
                    <a:close/>
                  </a:path>
                </a:pathLst>
              </a:custGeom>
              <a:solidFill>
                <a:srgbClr val="E6940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C8BB3B92-B939-4A35-A070-0407761A4C58}"/>
                  </a:ext>
                </a:extLst>
              </p:cNvPr>
              <p:cNvSpPr/>
              <p:nvPr/>
            </p:nvSpPr>
            <p:spPr>
              <a:xfrm>
                <a:off x="3858387" y="5234844"/>
                <a:ext cx="117062" cy="19431"/>
              </a:xfrm>
              <a:custGeom>
                <a:avLst/>
                <a:gdLst>
                  <a:gd name="connsiteX0" fmla="*/ 0 w 117062"/>
                  <a:gd name="connsiteY0" fmla="*/ 0 h 19431"/>
                  <a:gd name="connsiteX1" fmla="*/ 117062 w 117062"/>
                  <a:gd name="connsiteY1" fmla="*/ 0 h 19431"/>
                  <a:gd name="connsiteX2" fmla="*/ 117062 w 117062"/>
                  <a:gd name="connsiteY2" fmla="*/ 19431 h 19431"/>
                  <a:gd name="connsiteX3" fmla="*/ 0 w 117062"/>
                  <a:gd name="connsiteY3" fmla="*/ 19431 h 19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062" h="19431">
                    <a:moveTo>
                      <a:pt x="0" y="0"/>
                    </a:moveTo>
                    <a:lnTo>
                      <a:pt x="117062" y="0"/>
                    </a:lnTo>
                    <a:lnTo>
                      <a:pt x="117062" y="19431"/>
                    </a:lnTo>
                    <a:lnTo>
                      <a:pt x="0" y="19431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1A33546D-D376-49A4-9E4F-2E3221F96412}"/>
                  </a:ext>
                </a:extLst>
              </p:cNvPr>
              <p:cNvSpPr/>
              <p:nvPr/>
            </p:nvSpPr>
            <p:spPr>
              <a:xfrm rot="5400000">
                <a:off x="3924823" y="5267276"/>
                <a:ext cx="82867" cy="18192"/>
              </a:xfrm>
              <a:custGeom>
                <a:avLst/>
                <a:gdLst>
                  <a:gd name="connsiteX0" fmla="*/ -66 w 82867"/>
                  <a:gd name="connsiteY0" fmla="*/ -58 h 18192"/>
                  <a:gd name="connsiteX1" fmla="*/ 82801 w 82867"/>
                  <a:gd name="connsiteY1" fmla="*/ -58 h 18192"/>
                  <a:gd name="connsiteX2" fmla="*/ 82801 w 82867"/>
                  <a:gd name="connsiteY2" fmla="*/ 18134 h 18192"/>
                  <a:gd name="connsiteX3" fmla="*/ -66 w 82867"/>
                  <a:gd name="connsiteY3" fmla="*/ 18134 h 1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867" h="18192">
                    <a:moveTo>
                      <a:pt x="-66" y="-58"/>
                    </a:moveTo>
                    <a:lnTo>
                      <a:pt x="82801" y="-58"/>
                    </a:lnTo>
                    <a:lnTo>
                      <a:pt x="82801" y="18134"/>
                    </a:lnTo>
                    <a:lnTo>
                      <a:pt x="-66" y="18134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D4411280-121A-4B15-B410-60654010B9F1}"/>
                  </a:ext>
                </a:extLst>
              </p:cNvPr>
              <p:cNvSpPr/>
              <p:nvPr/>
            </p:nvSpPr>
            <p:spPr>
              <a:xfrm>
                <a:off x="3566350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FE518DFF-6499-45CD-9DC7-CDDC30C030D4}"/>
                  </a:ext>
                </a:extLst>
              </p:cNvPr>
              <p:cNvSpPr/>
              <p:nvPr/>
            </p:nvSpPr>
            <p:spPr>
              <a:xfrm>
                <a:off x="3566350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649A1ADF-60A1-473E-9C86-21CCA695C33D}"/>
                  </a:ext>
                </a:extLst>
              </p:cNvPr>
              <p:cNvSpPr/>
              <p:nvPr/>
            </p:nvSpPr>
            <p:spPr>
              <a:xfrm>
                <a:off x="3591591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F810A0A0-859E-46EC-80BB-F8F33ADABB90}"/>
                  </a:ext>
                </a:extLst>
              </p:cNvPr>
              <p:cNvSpPr/>
              <p:nvPr/>
            </p:nvSpPr>
            <p:spPr>
              <a:xfrm>
                <a:off x="3579590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37406EB6-A7C7-4DFA-96E0-EF317BF18196}"/>
                  </a:ext>
                </a:extLst>
              </p:cNvPr>
              <p:cNvSpPr/>
              <p:nvPr/>
            </p:nvSpPr>
            <p:spPr>
              <a:xfrm>
                <a:off x="3591591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2DAAE50A-4F8A-42A0-A7A1-60E176E4C14E}"/>
                  </a:ext>
                </a:extLst>
              </p:cNvPr>
              <p:cNvSpPr/>
              <p:nvPr/>
            </p:nvSpPr>
            <p:spPr>
              <a:xfrm>
                <a:off x="3616833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8DA0DAE1-EEE5-4A99-8DAA-8C49DB406780}"/>
                  </a:ext>
                </a:extLst>
              </p:cNvPr>
              <p:cNvSpPr/>
              <p:nvPr/>
            </p:nvSpPr>
            <p:spPr>
              <a:xfrm>
                <a:off x="3604831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C90C1088-8342-41CC-B9E0-CF340314DC8E}"/>
                  </a:ext>
                </a:extLst>
              </p:cNvPr>
              <p:cNvSpPr/>
              <p:nvPr/>
            </p:nvSpPr>
            <p:spPr>
              <a:xfrm>
                <a:off x="3616833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C14C4980-6DA3-4808-91D3-4D6703E5FDBA}"/>
                  </a:ext>
                </a:extLst>
              </p:cNvPr>
              <p:cNvSpPr/>
              <p:nvPr/>
            </p:nvSpPr>
            <p:spPr>
              <a:xfrm>
                <a:off x="3642074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3EA112C6-00D9-4891-9047-500E846CCE40}"/>
                  </a:ext>
                </a:extLst>
              </p:cNvPr>
              <p:cNvSpPr/>
              <p:nvPr/>
            </p:nvSpPr>
            <p:spPr>
              <a:xfrm>
                <a:off x="3630072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262FAC05-E4D9-4ED2-9E29-5712F4D5671C}"/>
                  </a:ext>
                </a:extLst>
              </p:cNvPr>
              <p:cNvSpPr/>
              <p:nvPr/>
            </p:nvSpPr>
            <p:spPr>
              <a:xfrm>
                <a:off x="3642074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149D78DE-29DD-412C-BBF7-7D8558CA67A7}"/>
                  </a:ext>
                </a:extLst>
              </p:cNvPr>
              <p:cNvSpPr/>
              <p:nvPr/>
            </p:nvSpPr>
            <p:spPr>
              <a:xfrm>
                <a:off x="3667315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ECF6237D-BE67-48D4-9EC8-AB953772AAED}"/>
                  </a:ext>
                </a:extLst>
              </p:cNvPr>
              <p:cNvSpPr/>
              <p:nvPr/>
            </p:nvSpPr>
            <p:spPr>
              <a:xfrm>
                <a:off x="3655314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876692E9-557C-43EF-BDC4-CC7F97136E32}"/>
                  </a:ext>
                </a:extLst>
              </p:cNvPr>
              <p:cNvSpPr/>
              <p:nvPr/>
            </p:nvSpPr>
            <p:spPr>
              <a:xfrm>
                <a:off x="3667315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A5B709C3-3CED-4558-BBD6-5B2C4E30676E}"/>
                  </a:ext>
                </a:extLst>
              </p:cNvPr>
              <p:cNvSpPr/>
              <p:nvPr/>
            </p:nvSpPr>
            <p:spPr>
              <a:xfrm>
                <a:off x="3692556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E5BC4F3A-C036-4424-8585-0D82EC0ECBF1}"/>
                  </a:ext>
                </a:extLst>
              </p:cNvPr>
              <p:cNvSpPr/>
              <p:nvPr/>
            </p:nvSpPr>
            <p:spPr>
              <a:xfrm>
                <a:off x="3680555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407E0ADA-4C50-4453-BDC3-9119E0BEA91D}"/>
                  </a:ext>
                </a:extLst>
              </p:cNvPr>
              <p:cNvSpPr/>
              <p:nvPr/>
            </p:nvSpPr>
            <p:spPr>
              <a:xfrm>
                <a:off x="3692556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15A00962-B3B3-4488-8116-12BCAF9F817F}"/>
                  </a:ext>
                </a:extLst>
              </p:cNvPr>
              <p:cNvSpPr/>
              <p:nvPr/>
            </p:nvSpPr>
            <p:spPr>
              <a:xfrm>
                <a:off x="3717798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7322D312-EDCF-4E95-A771-8D6E025FDA3F}"/>
                  </a:ext>
                </a:extLst>
              </p:cNvPr>
              <p:cNvSpPr/>
              <p:nvPr/>
            </p:nvSpPr>
            <p:spPr>
              <a:xfrm>
                <a:off x="3705701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559DD257-082A-4482-8B74-7DC6040D8B23}"/>
                  </a:ext>
                </a:extLst>
              </p:cNvPr>
              <p:cNvSpPr/>
              <p:nvPr/>
            </p:nvSpPr>
            <p:spPr>
              <a:xfrm>
                <a:off x="3717798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53BD6277-30A2-4A3A-90C4-F9E59F6D29C9}"/>
                  </a:ext>
                </a:extLst>
              </p:cNvPr>
              <p:cNvSpPr/>
              <p:nvPr/>
            </p:nvSpPr>
            <p:spPr>
              <a:xfrm>
                <a:off x="3742944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FD5E30F9-7641-4237-A1F4-734AF458A900}"/>
                  </a:ext>
                </a:extLst>
              </p:cNvPr>
              <p:cNvSpPr/>
              <p:nvPr/>
            </p:nvSpPr>
            <p:spPr>
              <a:xfrm>
                <a:off x="3730942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460DA18C-0033-4F4D-93BB-1DDDAFC92DE3}"/>
                  </a:ext>
                </a:extLst>
              </p:cNvPr>
              <p:cNvSpPr/>
              <p:nvPr/>
            </p:nvSpPr>
            <p:spPr>
              <a:xfrm>
                <a:off x="3742944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BB0D5EAF-5587-4F1D-8694-CD14DDE8D59C}"/>
                  </a:ext>
                </a:extLst>
              </p:cNvPr>
              <p:cNvSpPr/>
              <p:nvPr/>
            </p:nvSpPr>
            <p:spPr>
              <a:xfrm>
                <a:off x="3768185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47C948E6-A29C-4BE8-BD72-04177C86C997}"/>
                  </a:ext>
                </a:extLst>
              </p:cNvPr>
              <p:cNvSpPr/>
              <p:nvPr/>
            </p:nvSpPr>
            <p:spPr>
              <a:xfrm>
                <a:off x="3756183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DEFD1055-264A-45D6-8DFC-475EBB09D712}"/>
                  </a:ext>
                </a:extLst>
              </p:cNvPr>
              <p:cNvSpPr/>
              <p:nvPr/>
            </p:nvSpPr>
            <p:spPr>
              <a:xfrm>
                <a:off x="3768185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D9D42088-2D3D-4377-A106-648648031968}"/>
                  </a:ext>
                </a:extLst>
              </p:cNvPr>
              <p:cNvSpPr/>
              <p:nvPr/>
            </p:nvSpPr>
            <p:spPr>
              <a:xfrm>
                <a:off x="3793426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F7648EFB-F5EA-449A-92A1-D69BF61FCAE8}"/>
                  </a:ext>
                </a:extLst>
              </p:cNvPr>
              <p:cNvSpPr/>
              <p:nvPr/>
            </p:nvSpPr>
            <p:spPr>
              <a:xfrm>
                <a:off x="3781425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1DE5F9CF-D238-41F3-9687-B2C443E1806E}"/>
                  </a:ext>
                </a:extLst>
              </p:cNvPr>
              <p:cNvSpPr/>
              <p:nvPr/>
            </p:nvSpPr>
            <p:spPr>
              <a:xfrm>
                <a:off x="3793426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621FDF1E-9239-4E96-86D3-F2D1A5C6E314}"/>
                  </a:ext>
                </a:extLst>
              </p:cNvPr>
              <p:cNvSpPr/>
              <p:nvPr/>
            </p:nvSpPr>
            <p:spPr>
              <a:xfrm>
                <a:off x="3818667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6684607-A25D-44D6-BE2D-3D99FA02EF8E}"/>
                  </a:ext>
                </a:extLst>
              </p:cNvPr>
              <p:cNvSpPr/>
              <p:nvPr/>
            </p:nvSpPr>
            <p:spPr>
              <a:xfrm>
                <a:off x="3806666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A330E9DA-2EE9-4FF9-BE2E-001F4342AAAE}"/>
                  </a:ext>
                </a:extLst>
              </p:cNvPr>
              <p:cNvSpPr/>
              <p:nvPr/>
            </p:nvSpPr>
            <p:spPr>
              <a:xfrm>
                <a:off x="3818667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43A207B2-6E32-43B6-843B-C7BBAA308446}"/>
                  </a:ext>
                </a:extLst>
              </p:cNvPr>
              <p:cNvSpPr/>
              <p:nvPr/>
            </p:nvSpPr>
            <p:spPr>
              <a:xfrm>
                <a:off x="3843909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2BE2F287-595E-4DB6-9665-380B554C1CA8}"/>
                  </a:ext>
                </a:extLst>
              </p:cNvPr>
              <p:cNvSpPr/>
              <p:nvPr/>
            </p:nvSpPr>
            <p:spPr>
              <a:xfrm>
                <a:off x="3831907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DDBF1BF3-2735-4532-90A0-2A7C6C483B0A}"/>
                  </a:ext>
                </a:extLst>
              </p:cNvPr>
              <p:cNvSpPr/>
              <p:nvPr/>
            </p:nvSpPr>
            <p:spPr>
              <a:xfrm>
                <a:off x="3843909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EC02B48B-CBF9-41F9-882C-FC4CF0580E93}"/>
                  </a:ext>
                </a:extLst>
              </p:cNvPr>
              <p:cNvSpPr/>
              <p:nvPr/>
            </p:nvSpPr>
            <p:spPr>
              <a:xfrm>
                <a:off x="3869150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B35D3C46-5401-4B27-A99F-93A2E0865E8A}"/>
                  </a:ext>
                </a:extLst>
              </p:cNvPr>
              <p:cNvSpPr/>
              <p:nvPr/>
            </p:nvSpPr>
            <p:spPr>
              <a:xfrm>
                <a:off x="3857148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29EC8EDA-8C10-41DA-B405-429A23FF1575}"/>
                  </a:ext>
                </a:extLst>
              </p:cNvPr>
              <p:cNvSpPr/>
              <p:nvPr/>
            </p:nvSpPr>
            <p:spPr>
              <a:xfrm>
                <a:off x="3869150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806D02-1ACC-4BC1-AF0E-B70B489932FA}"/>
                  </a:ext>
                </a:extLst>
              </p:cNvPr>
              <p:cNvSpPr/>
              <p:nvPr/>
            </p:nvSpPr>
            <p:spPr>
              <a:xfrm>
                <a:off x="3894391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6A0D6779-9DCC-447E-AFC5-6E3F29EEBCDC}"/>
                  </a:ext>
                </a:extLst>
              </p:cNvPr>
              <p:cNvSpPr/>
              <p:nvPr/>
            </p:nvSpPr>
            <p:spPr>
              <a:xfrm>
                <a:off x="3882294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DF059FA5-4CE5-4D88-869F-5F903CBEB639}"/>
                  </a:ext>
                </a:extLst>
              </p:cNvPr>
              <p:cNvSpPr/>
              <p:nvPr/>
            </p:nvSpPr>
            <p:spPr>
              <a:xfrm>
                <a:off x="3894391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FA0CDAB4-BCCC-48DC-82BD-55256BA46F3F}"/>
                  </a:ext>
                </a:extLst>
              </p:cNvPr>
              <p:cNvSpPr/>
              <p:nvPr/>
            </p:nvSpPr>
            <p:spPr>
              <a:xfrm>
                <a:off x="3919537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F2342D86-F5E5-4ED6-A818-8FD1532452B2}"/>
                  </a:ext>
                </a:extLst>
              </p:cNvPr>
              <p:cNvSpPr/>
              <p:nvPr/>
            </p:nvSpPr>
            <p:spPr>
              <a:xfrm>
                <a:off x="3907536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518C05C4-7F52-4D46-9F2F-4463164D9AC9}"/>
                  </a:ext>
                </a:extLst>
              </p:cNvPr>
              <p:cNvSpPr/>
              <p:nvPr/>
            </p:nvSpPr>
            <p:spPr>
              <a:xfrm>
                <a:off x="3919537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7D87B965-37A5-445D-A252-1751EFEBF395}"/>
                  </a:ext>
                </a:extLst>
              </p:cNvPr>
              <p:cNvSpPr/>
              <p:nvPr/>
            </p:nvSpPr>
            <p:spPr>
              <a:xfrm>
                <a:off x="3944778" y="5271325"/>
                <a:ext cx="6572" cy="20193"/>
              </a:xfrm>
              <a:custGeom>
                <a:avLst/>
                <a:gdLst>
                  <a:gd name="connsiteX0" fmla="*/ 0 w 6572"/>
                  <a:gd name="connsiteY0" fmla="*/ 0 h 20193"/>
                  <a:gd name="connsiteX1" fmla="*/ 6572 w 6572"/>
                  <a:gd name="connsiteY1" fmla="*/ 0 h 20193"/>
                  <a:gd name="connsiteX2" fmla="*/ 6572 w 6572"/>
                  <a:gd name="connsiteY2" fmla="*/ 20193 h 20193"/>
                  <a:gd name="connsiteX3" fmla="*/ 0 w 6572"/>
                  <a:gd name="connsiteY3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" h="20193">
                    <a:moveTo>
                      <a:pt x="0" y="0"/>
                    </a:moveTo>
                    <a:lnTo>
                      <a:pt x="6572" y="0"/>
                    </a:lnTo>
                    <a:lnTo>
                      <a:pt x="6572" y="20193"/>
                    </a:lnTo>
                    <a:lnTo>
                      <a:pt x="0" y="20193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2539C473-A7FC-42A9-954A-81661473380C}"/>
                  </a:ext>
                </a:extLst>
              </p:cNvPr>
              <p:cNvSpPr/>
              <p:nvPr/>
            </p:nvSpPr>
            <p:spPr>
              <a:xfrm>
                <a:off x="3932777" y="5277040"/>
                <a:ext cx="5429" cy="14477"/>
              </a:xfrm>
              <a:custGeom>
                <a:avLst/>
                <a:gdLst>
                  <a:gd name="connsiteX0" fmla="*/ 0 w 5429"/>
                  <a:gd name="connsiteY0" fmla="*/ 0 h 14477"/>
                  <a:gd name="connsiteX1" fmla="*/ 5429 w 5429"/>
                  <a:gd name="connsiteY1" fmla="*/ 0 h 14477"/>
                  <a:gd name="connsiteX2" fmla="*/ 5429 w 5429"/>
                  <a:gd name="connsiteY2" fmla="*/ 14478 h 14477"/>
                  <a:gd name="connsiteX3" fmla="*/ 0 w 5429"/>
                  <a:gd name="connsiteY3" fmla="*/ 14478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29" h="14477">
                    <a:moveTo>
                      <a:pt x="0" y="0"/>
                    </a:moveTo>
                    <a:lnTo>
                      <a:pt x="5429" y="0"/>
                    </a:lnTo>
                    <a:lnTo>
                      <a:pt x="5429" y="14478"/>
                    </a:lnTo>
                    <a:lnTo>
                      <a:pt x="0" y="14478"/>
                    </a:ln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F3A1715A-3FBB-418A-9F6D-0CC4054849A3}"/>
                  </a:ext>
                </a:extLst>
              </p:cNvPr>
              <p:cNvSpPr/>
              <p:nvPr/>
            </p:nvSpPr>
            <p:spPr>
              <a:xfrm>
                <a:off x="3092767" y="4711540"/>
                <a:ext cx="542734" cy="580072"/>
              </a:xfrm>
              <a:custGeom>
                <a:avLst/>
                <a:gdLst>
                  <a:gd name="connsiteX0" fmla="*/ -66 w 542734"/>
                  <a:gd name="connsiteY0" fmla="*/ 289978 h 580072"/>
                  <a:gd name="connsiteX1" fmla="*/ -66 w 542734"/>
                  <a:gd name="connsiteY1" fmla="*/ 289978 h 580072"/>
                  <a:gd name="connsiteX2" fmla="*/ 271301 w 542734"/>
                  <a:gd name="connsiteY2" fmla="*/ 580014 h 580072"/>
                  <a:gd name="connsiteX3" fmla="*/ 542668 w 542734"/>
                  <a:gd name="connsiteY3" fmla="*/ 580014 h 580072"/>
                  <a:gd name="connsiteX4" fmla="*/ 542668 w 542734"/>
                  <a:gd name="connsiteY4" fmla="*/ 289978 h 580072"/>
                  <a:gd name="connsiteX5" fmla="*/ 271301 w 542734"/>
                  <a:gd name="connsiteY5" fmla="*/ -58 h 580072"/>
                  <a:gd name="connsiteX6" fmla="*/ 271301 w 542734"/>
                  <a:gd name="connsiteY6" fmla="*/ -58 h 580072"/>
                  <a:gd name="connsiteX7" fmla="*/ -66 w 542734"/>
                  <a:gd name="connsiteY7" fmla="*/ 289978 h 580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2734" h="580072">
                    <a:moveTo>
                      <a:pt x="-66" y="289978"/>
                    </a:moveTo>
                    <a:lnTo>
                      <a:pt x="-66" y="289978"/>
                    </a:lnTo>
                    <a:cubicBezTo>
                      <a:pt x="-66" y="450094"/>
                      <a:pt x="121377" y="580014"/>
                      <a:pt x="271301" y="580014"/>
                    </a:cubicBezTo>
                    <a:lnTo>
                      <a:pt x="542668" y="580014"/>
                    </a:lnTo>
                    <a:lnTo>
                      <a:pt x="542668" y="289978"/>
                    </a:lnTo>
                    <a:cubicBezTo>
                      <a:pt x="542668" y="129768"/>
                      <a:pt x="421129" y="-58"/>
                      <a:pt x="271301" y="-58"/>
                    </a:cubicBezTo>
                    <a:lnTo>
                      <a:pt x="271301" y="-58"/>
                    </a:lnTo>
                    <a:cubicBezTo>
                      <a:pt x="121377" y="-58"/>
                      <a:pt x="-66" y="129768"/>
                      <a:pt x="-66" y="289978"/>
                    </a:cubicBezTo>
                    <a:close/>
                  </a:path>
                </a:pathLst>
              </a:custGeom>
              <a:solidFill>
                <a:srgbClr val="DE7C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70C1C672-75B4-481F-B579-0717D01C8511}"/>
                  </a:ext>
                </a:extLst>
              </p:cNvPr>
              <p:cNvSpPr/>
              <p:nvPr/>
            </p:nvSpPr>
            <p:spPr>
              <a:xfrm>
                <a:off x="3159537" y="4782978"/>
                <a:ext cx="409193" cy="437197"/>
              </a:xfrm>
              <a:custGeom>
                <a:avLst/>
                <a:gdLst>
                  <a:gd name="connsiteX0" fmla="*/ 409194 w 409193"/>
                  <a:gd name="connsiteY0" fmla="*/ 218599 h 437197"/>
                  <a:gd name="connsiteX1" fmla="*/ 204597 w 409193"/>
                  <a:gd name="connsiteY1" fmla="*/ 437198 h 437197"/>
                  <a:gd name="connsiteX2" fmla="*/ 0 w 409193"/>
                  <a:gd name="connsiteY2" fmla="*/ 218599 h 437197"/>
                  <a:gd name="connsiteX3" fmla="*/ 204597 w 409193"/>
                  <a:gd name="connsiteY3" fmla="*/ 0 h 437197"/>
                  <a:gd name="connsiteX4" fmla="*/ 409194 w 409193"/>
                  <a:gd name="connsiteY4" fmla="*/ 218599 h 437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193" h="437197">
                    <a:moveTo>
                      <a:pt x="409194" y="218599"/>
                    </a:moveTo>
                    <a:cubicBezTo>
                      <a:pt x="409194" y="339328"/>
                      <a:pt x="317593" y="437198"/>
                      <a:pt x="204597" y="437198"/>
                    </a:cubicBezTo>
                    <a:cubicBezTo>
                      <a:pt x="91601" y="437198"/>
                      <a:pt x="0" y="339328"/>
                      <a:pt x="0" y="218599"/>
                    </a:cubicBezTo>
                    <a:cubicBezTo>
                      <a:pt x="0" y="97870"/>
                      <a:pt x="91601" y="0"/>
                      <a:pt x="204597" y="0"/>
                    </a:cubicBezTo>
                    <a:cubicBezTo>
                      <a:pt x="317593" y="0"/>
                      <a:pt x="409194" y="97870"/>
                      <a:pt x="409194" y="218599"/>
                    </a:cubicBez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3901114D-55BB-4021-BFD4-91F5291A2FCC}"/>
                  </a:ext>
                </a:extLst>
              </p:cNvPr>
              <p:cNvSpPr/>
              <p:nvPr/>
            </p:nvSpPr>
            <p:spPr>
              <a:xfrm>
                <a:off x="7493793" y="3486706"/>
                <a:ext cx="1401260" cy="1362185"/>
              </a:xfrm>
              <a:custGeom>
                <a:avLst/>
                <a:gdLst>
                  <a:gd name="connsiteX0" fmla="*/ 1198655 w 1401260"/>
                  <a:gd name="connsiteY0" fmla="*/ 388672 h 1362185"/>
                  <a:gd name="connsiteX1" fmla="*/ 624487 w 1401260"/>
                  <a:gd name="connsiteY1" fmla="*/ 51773 h 1362185"/>
                  <a:gd name="connsiteX2" fmla="*/ 92231 w 1401260"/>
                  <a:gd name="connsiteY2" fmla="*/ 216746 h 1362185"/>
                  <a:gd name="connsiteX3" fmla="*/ -66 w 1401260"/>
                  <a:gd name="connsiteY3" fmla="*/ 396006 h 1362185"/>
                  <a:gd name="connsiteX4" fmla="*/ 76705 w 1401260"/>
                  <a:gd name="connsiteY4" fmla="*/ 434106 h 1362185"/>
                  <a:gd name="connsiteX5" fmla="*/ 166050 w 1401260"/>
                  <a:gd name="connsiteY5" fmla="*/ 260561 h 1362185"/>
                  <a:gd name="connsiteX6" fmla="*/ 583816 w 1401260"/>
                  <a:gd name="connsiteY6" fmla="*/ 131021 h 1362185"/>
                  <a:gd name="connsiteX7" fmla="*/ 1157602 w 1401260"/>
                  <a:gd name="connsiteY7" fmla="*/ 468396 h 1362185"/>
                  <a:gd name="connsiteX8" fmla="*/ 1278855 w 1401260"/>
                  <a:gd name="connsiteY8" fmla="*/ 914833 h 1362185"/>
                  <a:gd name="connsiteX9" fmla="*/ 1070448 w 1401260"/>
                  <a:gd name="connsiteY9" fmla="*/ 1318598 h 1362185"/>
                  <a:gd name="connsiteX10" fmla="*/ 1144362 w 1401260"/>
                  <a:gd name="connsiteY10" fmla="*/ 1362127 h 1362185"/>
                  <a:gd name="connsiteX11" fmla="*/ 1352674 w 1401260"/>
                  <a:gd name="connsiteY11" fmla="*/ 957410 h 1362185"/>
                  <a:gd name="connsiteX12" fmla="*/ 1198655 w 1401260"/>
                  <a:gd name="connsiteY12" fmla="*/ 388672 h 1362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01260" h="1362185">
                    <a:moveTo>
                      <a:pt x="1198655" y="388672"/>
                    </a:moveTo>
                    <a:lnTo>
                      <a:pt x="624487" y="51773"/>
                    </a:lnTo>
                    <a:cubicBezTo>
                      <a:pt x="435131" y="-59575"/>
                      <a:pt x="195862" y="14435"/>
                      <a:pt x="92231" y="216746"/>
                    </a:cubicBezTo>
                    <a:lnTo>
                      <a:pt x="-66" y="396006"/>
                    </a:lnTo>
                    <a:cubicBezTo>
                      <a:pt x="26706" y="406170"/>
                      <a:pt x="52419" y="418931"/>
                      <a:pt x="76705" y="434106"/>
                    </a:cubicBezTo>
                    <a:lnTo>
                      <a:pt x="166050" y="260561"/>
                    </a:lnTo>
                    <a:cubicBezTo>
                      <a:pt x="247869" y="101779"/>
                      <a:pt x="435226" y="43676"/>
                      <a:pt x="583816" y="131021"/>
                    </a:cubicBezTo>
                    <a:lnTo>
                      <a:pt x="1157602" y="468396"/>
                    </a:lnTo>
                    <a:cubicBezTo>
                      <a:pt x="1306192" y="555836"/>
                      <a:pt x="1360580" y="756051"/>
                      <a:pt x="1278855" y="914833"/>
                    </a:cubicBezTo>
                    <a:lnTo>
                      <a:pt x="1070448" y="1318598"/>
                    </a:lnTo>
                    <a:lnTo>
                      <a:pt x="1144362" y="1362127"/>
                    </a:lnTo>
                    <a:lnTo>
                      <a:pt x="1352674" y="957410"/>
                    </a:lnTo>
                    <a:cubicBezTo>
                      <a:pt x="1456877" y="755194"/>
                      <a:pt x="1387631" y="500019"/>
                      <a:pt x="1198655" y="388672"/>
                    </a:cubicBez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8FE182D1-C8C5-4D07-AF19-17E481DF002E}"/>
                  </a:ext>
                </a:extLst>
              </p:cNvPr>
              <p:cNvSpPr/>
              <p:nvPr/>
            </p:nvSpPr>
            <p:spPr>
              <a:xfrm>
                <a:off x="7916490" y="4578871"/>
                <a:ext cx="716956" cy="712754"/>
              </a:xfrm>
              <a:custGeom>
                <a:avLst/>
                <a:gdLst>
                  <a:gd name="connsiteX0" fmla="*/ 696138 w 716956"/>
                  <a:gd name="connsiteY0" fmla="*/ 242053 h 712754"/>
                  <a:gd name="connsiteX1" fmla="*/ 558883 w 716956"/>
                  <a:gd name="connsiteY1" fmla="*/ 129468 h 712754"/>
                  <a:gd name="connsiteX2" fmla="*/ 550882 w 716956"/>
                  <a:gd name="connsiteY2" fmla="*/ 74032 h 712754"/>
                  <a:gd name="connsiteX3" fmla="*/ 531070 w 716956"/>
                  <a:gd name="connsiteY3" fmla="*/ 26407 h 712754"/>
                  <a:gd name="connsiteX4" fmla="*/ 409341 w 716956"/>
                  <a:gd name="connsiteY4" fmla="*/ 404 h 712754"/>
                  <a:gd name="connsiteX5" fmla="*/ 9291 w 716956"/>
                  <a:gd name="connsiteY5" fmla="*/ 516183 h 712754"/>
                  <a:gd name="connsiteX6" fmla="*/ 14244 w 716956"/>
                  <a:gd name="connsiteY6" fmla="*/ 576381 h 712754"/>
                  <a:gd name="connsiteX7" fmla="*/ 97301 w 716956"/>
                  <a:gd name="connsiteY7" fmla="*/ 650866 h 712754"/>
                  <a:gd name="connsiteX8" fmla="*/ 151135 w 716956"/>
                  <a:gd name="connsiteY8" fmla="*/ 648591 h 712754"/>
                  <a:gd name="connsiteX9" fmla="*/ 153594 w 716956"/>
                  <a:gd name="connsiteY9" fmla="*/ 645628 h 712754"/>
                  <a:gd name="connsiteX10" fmla="*/ 179883 w 716956"/>
                  <a:gd name="connsiteY10" fmla="*/ 612195 h 712754"/>
                  <a:gd name="connsiteX11" fmla="*/ 348476 w 716956"/>
                  <a:gd name="connsiteY11" fmla="*/ 706397 h 712754"/>
                  <a:gd name="connsiteX12" fmla="*/ 419913 w 716956"/>
                  <a:gd name="connsiteY12" fmla="*/ 689348 h 712754"/>
                  <a:gd name="connsiteX13" fmla="*/ 701853 w 716956"/>
                  <a:gd name="connsiteY13" fmla="*/ 330160 h 712754"/>
                  <a:gd name="connsiteX14" fmla="*/ 696138 w 716956"/>
                  <a:gd name="connsiteY14" fmla="*/ 242053 h 712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16956" h="712754">
                    <a:moveTo>
                      <a:pt x="696138" y="242053"/>
                    </a:moveTo>
                    <a:lnTo>
                      <a:pt x="558883" y="129468"/>
                    </a:lnTo>
                    <a:cubicBezTo>
                      <a:pt x="569570" y="111404"/>
                      <a:pt x="566240" y="88337"/>
                      <a:pt x="550882" y="74032"/>
                    </a:cubicBezTo>
                    <a:lnTo>
                      <a:pt x="531070" y="26407"/>
                    </a:lnTo>
                    <a:cubicBezTo>
                      <a:pt x="493541" y="-5692"/>
                      <a:pt x="409341" y="404"/>
                      <a:pt x="409341" y="404"/>
                    </a:cubicBezTo>
                    <a:lnTo>
                      <a:pt x="9291" y="516183"/>
                    </a:lnTo>
                    <a:cubicBezTo>
                      <a:pt x="-4883" y="534508"/>
                      <a:pt x="-2735" y="560619"/>
                      <a:pt x="14244" y="576381"/>
                    </a:cubicBezTo>
                    <a:lnTo>
                      <a:pt x="97301" y="650866"/>
                    </a:lnTo>
                    <a:cubicBezTo>
                      <a:pt x="112795" y="665104"/>
                      <a:pt x="136897" y="664085"/>
                      <a:pt x="151135" y="648591"/>
                    </a:cubicBezTo>
                    <a:cubicBezTo>
                      <a:pt x="152004" y="647646"/>
                      <a:pt x="152825" y="646656"/>
                      <a:pt x="153594" y="645628"/>
                    </a:cubicBezTo>
                    <a:lnTo>
                      <a:pt x="179883" y="612195"/>
                    </a:lnTo>
                    <a:lnTo>
                      <a:pt x="348476" y="706397"/>
                    </a:lnTo>
                    <a:cubicBezTo>
                      <a:pt x="373222" y="719213"/>
                      <a:pt x="403622" y="711957"/>
                      <a:pt x="419913" y="689348"/>
                    </a:cubicBezTo>
                    <a:lnTo>
                      <a:pt x="701853" y="330160"/>
                    </a:lnTo>
                    <a:cubicBezTo>
                      <a:pt x="724046" y="302632"/>
                      <a:pt x="721284" y="262532"/>
                      <a:pt x="696138" y="242053"/>
                    </a:cubicBezTo>
                    <a:close/>
                  </a:path>
                </a:pathLst>
              </a:custGeom>
              <a:solidFill>
                <a:srgbClr val="262323">
                  <a:alpha val="34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983FCB24-F7CC-4DAF-8763-BC3541B4CC24}"/>
                  </a:ext>
                </a:extLst>
              </p:cNvPr>
              <p:cNvSpPr/>
              <p:nvPr/>
            </p:nvSpPr>
            <p:spPr>
              <a:xfrm>
                <a:off x="8213502" y="4699634"/>
                <a:ext cx="548958" cy="592201"/>
              </a:xfrm>
              <a:custGeom>
                <a:avLst/>
                <a:gdLst>
                  <a:gd name="connsiteX0" fmla="*/ 380076 w 548958"/>
                  <a:gd name="connsiteY0" fmla="*/ -58 h 592201"/>
                  <a:gd name="connsiteX1" fmla="*/ 528094 w 548958"/>
                  <a:gd name="connsiteY1" fmla="*/ 121291 h 592201"/>
                  <a:gd name="connsiteX2" fmla="*/ 534286 w 548958"/>
                  <a:gd name="connsiteY2" fmla="*/ 209587 h 592201"/>
                  <a:gd name="connsiteX3" fmla="*/ 252251 w 548958"/>
                  <a:gd name="connsiteY3" fmla="*/ 568775 h 592201"/>
                  <a:gd name="connsiteX4" fmla="*/ 180909 w 548958"/>
                  <a:gd name="connsiteY4" fmla="*/ 585825 h 592201"/>
                  <a:gd name="connsiteX5" fmla="*/ -66 w 548958"/>
                  <a:gd name="connsiteY5" fmla="*/ 484479 h 592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8958" h="592201">
                    <a:moveTo>
                      <a:pt x="380076" y="-58"/>
                    </a:moveTo>
                    <a:lnTo>
                      <a:pt x="528094" y="121291"/>
                    </a:lnTo>
                    <a:cubicBezTo>
                      <a:pt x="553145" y="141769"/>
                      <a:pt x="556003" y="181965"/>
                      <a:pt x="534286" y="209587"/>
                    </a:cubicBezTo>
                    <a:lnTo>
                      <a:pt x="252251" y="568775"/>
                    </a:lnTo>
                    <a:cubicBezTo>
                      <a:pt x="236017" y="591407"/>
                      <a:pt x="205620" y="598671"/>
                      <a:pt x="180909" y="585825"/>
                    </a:cubicBezTo>
                    <a:lnTo>
                      <a:pt x="-66" y="484479"/>
                    </a:lnTo>
                    <a:close/>
                  </a:path>
                </a:pathLst>
              </a:custGeom>
              <a:solidFill>
                <a:srgbClr val="00ADE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7719B710-AB61-4271-8B6C-CD9B4ABD73C9}"/>
                  </a:ext>
                </a:extLst>
              </p:cNvPr>
              <p:cNvSpPr/>
              <p:nvPr/>
            </p:nvSpPr>
            <p:spPr>
              <a:xfrm>
                <a:off x="8045928" y="4568430"/>
                <a:ext cx="564755" cy="671602"/>
              </a:xfrm>
              <a:custGeom>
                <a:avLst/>
                <a:gdLst>
                  <a:gd name="connsiteX0" fmla="*/ 14155 w 564755"/>
                  <a:gd name="connsiteY0" fmla="*/ 587013 h 671602"/>
                  <a:gd name="connsiteX1" fmla="*/ 97309 w 564755"/>
                  <a:gd name="connsiteY1" fmla="*/ 661498 h 671602"/>
                  <a:gd name="connsiteX2" fmla="*/ 151142 w 564755"/>
                  <a:gd name="connsiteY2" fmla="*/ 659223 h 671602"/>
                  <a:gd name="connsiteX3" fmla="*/ 153601 w 564755"/>
                  <a:gd name="connsiteY3" fmla="*/ 656260 h 671602"/>
                  <a:gd name="connsiteX4" fmla="*/ 555365 w 564755"/>
                  <a:gd name="connsiteY4" fmla="*/ 144672 h 671602"/>
                  <a:gd name="connsiteX5" fmla="*/ 550412 w 564755"/>
                  <a:gd name="connsiteY5" fmla="*/ 84474 h 671602"/>
                  <a:gd name="connsiteX6" fmla="*/ 467259 w 564755"/>
                  <a:gd name="connsiteY6" fmla="*/ 9988 h 671602"/>
                  <a:gd name="connsiteX7" fmla="*/ 413426 w 564755"/>
                  <a:gd name="connsiteY7" fmla="*/ 12263 h 671602"/>
                  <a:gd name="connsiteX8" fmla="*/ 410967 w 564755"/>
                  <a:gd name="connsiteY8" fmla="*/ 15227 h 671602"/>
                  <a:gd name="connsiteX9" fmla="*/ 9297 w 564755"/>
                  <a:gd name="connsiteY9" fmla="*/ 526815 h 671602"/>
                  <a:gd name="connsiteX10" fmla="*/ 14155 w 564755"/>
                  <a:gd name="connsiteY10" fmla="*/ 587013 h 671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64755" h="671602">
                    <a:moveTo>
                      <a:pt x="14155" y="587013"/>
                    </a:moveTo>
                    <a:lnTo>
                      <a:pt x="97309" y="661498"/>
                    </a:lnTo>
                    <a:cubicBezTo>
                      <a:pt x="112802" y="675736"/>
                      <a:pt x="136904" y="674717"/>
                      <a:pt x="151142" y="659223"/>
                    </a:cubicBezTo>
                    <a:cubicBezTo>
                      <a:pt x="152011" y="658278"/>
                      <a:pt x="152832" y="657288"/>
                      <a:pt x="153601" y="656260"/>
                    </a:cubicBezTo>
                    <a:lnTo>
                      <a:pt x="555365" y="144672"/>
                    </a:lnTo>
                    <a:cubicBezTo>
                      <a:pt x="569493" y="126333"/>
                      <a:pt x="567347" y="100257"/>
                      <a:pt x="550412" y="84474"/>
                    </a:cubicBezTo>
                    <a:lnTo>
                      <a:pt x="467259" y="9988"/>
                    </a:lnTo>
                    <a:cubicBezTo>
                      <a:pt x="451765" y="-4250"/>
                      <a:pt x="427663" y="-3231"/>
                      <a:pt x="413426" y="12263"/>
                    </a:cubicBezTo>
                    <a:cubicBezTo>
                      <a:pt x="412557" y="13209"/>
                      <a:pt x="411736" y="14198"/>
                      <a:pt x="410967" y="15227"/>
                    </a:cubicBezTo>
                    <a:lnTo>
                      <a:pt x="9297" y="526815"/>
                    </a:lnTo>
                    <a:cubicBezTo>
                      <a:pt x="-4854" y="545129"/>
                      <a:pt x="-2750" y="571204"/>
                      <a:pt x="14155" y="587013"/>
                    </a:cubicBezTo>
                    <a:close/>
                  </a:path>
                </a:pathLst>
              </a:custGeom>
              <a:solidFill>
                <a:srgbClr val="392F3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1F28AED-6D5B-41DF-840F-56FDCF4F836E}"/>
                </a:ext>
              </a:extLst>
            </p:cNvPr>
            <p:cNvSpPr txBox="1"/>
            <p:nvPr/>
          </p:nvSpPr>
          <p:spPr>
            <a:xfrm>
              <a:off x="3548023" y="4701276"/>
              <a:ext cx="1422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Maintenance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931CB7E-4A58-A7D6-3BC6-1DB8FA3C7E6C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How many stages are there in the software development lifecycle? 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This video specifies four. 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But if you research this question on the internet or read a textbook, you will find a dozen different answers.</a:t>
            </a:r>
          </a:p>
        </p:txBody>
      </p:sp>
    </p:spTree>
    <p:extLst>
      <p:ext uri="{BB962C8B-B14F-4D97-AF65-F5344CB8AC3E}">
        <p14:creationId xmlns:p14="http://schemas.microsoft.com/office/powerpoint/2010/main" val="192901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30212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SDLC: Five-stage version</a:t>
            </a:r>
          </a:p>
        </p:txBody>
      </p:sp>
      <p:sp>
        <p:nvSpPr>
          <p:cNvPr id="3" name="Фигура">
            <a:extLst>
              <a:ext uri="{FF2B5EF4-FFF2-40B4-BE49-F238E27FC236}">
                <a16:creationId xmlns:a16="http://schemas.microsoft.com/office/drawing/2014/main" id="{DA3ED83B-76B0-402E-BFA6-45796FC7146D}"/>
              </a:ext>
            </a:extLst>
          </p:cNvPr>
          <p:cNvSpPr/>
          <p:nvPr/>
        </p:nvSpPr>
        <p:spPr bwMode="auto">
          <a:xfrm>
            <a:off x="2175065" y="1269562"/>
            <a:ext cx="2217463" cy="1984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7" h="21535" extrusionOk="0">
                <a:moveTo>
                  <a:pt x="20269" y="22"/>
                </a:moveTo>
                <a:cubicBezTo>
                  <a:pt x="20667" y="-65"/>
                  <a:pt x="21075" y="107"/>
                  <a:pt x="21322" y="466"/>
                </a:cubicBezTo>
                <a:cubicBezTo>
                  <a:pt x="21492" y="714"/>
                  <a:pt x="21566" y="1028"/>
                  <a:pt x="21527" y="1338"/>
                </a:cubicBezTo>
                <a:lnTo>
                  <a:pt x="21527" y="12909"/>
                </a:lnTo>
                <a:lnTo>
                  <a:pt x="10833" y="21535"/>
                </a:lnTo>
                <a:lnTo>
                  <a:pt x="764" y="18139"/>
                </a:lnTo>
                <a:cubicBezTo>
                  <a:pt x="485" y="18074"/>
                  <a:pt x="246" y="17874"/>
                  <a:pt x="112" y="17592"/>
                </a:cubicBezTo>
                <a:cubicBezTo>
                  <a:pt x="-12" y="17331"/>
                  <a:pt x="-34" y="17024"/>
                  <a:pt x="52" y="16744"/>
                </a:cubicBezTo>
                <a:cubicBezTo>
                  <a:pt x="1773" y="12106"/>
                  <a:pt x="4604" y="8088"/>
                  <a:pt x="8236" y="5131"/>
                </a:cubicBezTo>
                <a:cubicBezTo>
                  <a:pt x="11766" y="2257"/>
                  <a:pt x="15921" y="493"/>
                  <a:pt x="20269" y="2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lIns="25394" tIns="25394" rIns="25394" bIns="25394" anchor="ctr"/>
          <a:lstStyle/>
          <a:p>
            <a:pPr algn="ctr">
              <a:defRPr sz="3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 kern="0" dirty="0">
              <a:solidFill>
                <a:srgbClr val="000000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  <a:sym typeface="Helvetica Light"/>
            </a:endParaRPr>
          </a:p>
        </p:txBody>
      </p:sp>
      <p:sp>
        <p:nvSpPr>
          <p:cNvPr id="170" name="Фигура">
            <a:extLst>
              <a:ext uri="{FF2B5EF4-FFF2-40B4-BE49-F238E27FC236}">
                <a16:creationId xmlns:a16="http://schemas.microsoft.com/office/drawing/2014/main" id="{460C4D46-79A3-4935-8EBD-BBB646A1DFCD}"/>
              </a:ext>
            </a:extLst>
          </p:cNvPr>
          <p:cNvSpPr>
            <a:spLocks/>
          </p:cNvSpPr>
          <p:nvPr/>
        </p:nvSpPr>
        <p:spPr bwMode="auto">
          <a:xfrm>
            <a:off x="4531415" y="1267860"/>
            <a:ext cx="2215432" cy="1987044"/>
          </a:xfrm>
          <a:custGeom>
            <a:avLst/>
            <a:gdLst>
              <a:gd name="T0" fmla="*/ 2065800 w 21537"/>
              <a:gd name="T1" fmla="*/ 1852735 h 21535"/>
              <a:gd name="T2" fmla="*/ 2065800 w 21537"/>
              <a:gd name="T3" fmla="*/ 1852735 h 21535"/>
              <a:gd name="T4" fmla="*/ 2065800 w 21537"/>
              <a:gd name="T5" fmla="*/ 1852735 h 21535"/>
              <a:gd name="T6" fmla="*/ 2065800 w 21537"/>
              <a:gd name="T7" fmla="*/ 1852735 h 21535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37" h="21535" extrusionOk="0">
                <a:moveTo>
                  <a:pt x="1268" y="22"/>
                </a:moveTo>
                <a:cubicBezTo>
                  <a:pt x="870" y="-65"/>
                  <a:pt x="462" y="107"/>
                  <a:pt x="215" y="466"/>
                </a:cubicBezTo>
                <a:cubicBezTo>
                  <a:pt x="45" y="714"/>
                  <a:pt x="-29" y="1028"/>
                  <a:pt x="10" y="1338"/>
                </a:cubicBezTo>
                <a:lnTo>
                  <a:pt x="10" y="12909"/>
                </a:lnTo>
                <a:lnTo>
                  <a:pt x="10704" y="21535"/>
                </a:lnTo>
                <a:lnTo>
                  <a:pt x="20773" y="18139"/>
                </a:lnTo>
                <a:cubicBezTo>
                  <a:pt x="21052" y="18074"/>
                  <a:pt x="21291" y="17874"/>
                  <a:pt x="21425" y="17592"/>
                </a:cubicBezTo>
                <a:cubicBezTo>
                  <a:pt x="21549" y="17331"/>
                  <a:pt x="21571" y="17024"/>
                  <a:pt x="21485" y="16744"/>
                </a:cubicBezTo>
                <a:cubicBezTo>
                  <a:pt x="19764" y="12106"/>
                  <a:pt x="16933" y="8088"/>
                  <a:pt x="13301" y="5131"/>
                </a:cubicBezTo>
                <a:cubicBezTo>
                  <a:pt x="9771" y="2257"/>
                  <a:pt x="5616" y="493"/>
                  <a:pt x="1268" y="2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lIns="25394" tIns="25394" rIns="25394" bIns="25394"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380" name="Фигура">
            <a:extLst>
              <a:ext uri="{FF2B5EF4-FFF2-40B4-BE49-F238E27FC236}">
                <a16:creationId xmlns:a16="http://schemas.microsoft.com/office/drawing/2014/main" id="{49F70E97-ECFA-463E-8B38-764B729A1B87}"/>
              </a:ext>
            </a:extLst>
          </p:cNvPr>
          <p:cNvSpPr/>
          <p:nvPr/>
        </p:nvSpPr>
        <p:spPr bwMode="auto">
          <a:xfrm>
            <a:off x="2020435" y="3061114"/>
            <a:ext cx="1645435" cy="2569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41" h="21525" extrusionOk="0">
                <a:moveTo>
                  <a:pt x="15783" y="2999"/>
                </a:moveTo>
                <a:lnTo>
                  <a:pt x="2517" y="69"/>
                </a:lnTo>
                <a:cubicBezTo>
                  <a:pt x="2166" y="-36"/>
                  <a:pt x="1758" y="-20"/>
                  <a:pt x="1428" y="110"/>
                </a:cubicBezTo>
                <a:cubicBezTo>
                  <a:pt x="1175" y="211"/>
                  <a:pt x="991" y="371"/>
                  <a:pt x="915" y="558"/>
                </a:cubicBezTo>
                <a:cubicBezTo>
                  <a:pt x="-459" y="4227"/>
                  <a:pt x="-283" y="8070"/>
                  <a:pt x="1424" y="11678"/>
                </a:cubicBezTo>
                <a:cubicBezTo>
                  <a:pt x="3187" y="15403"/>
                  <a:pt x="6510" y="18732"/>
                  <a:pt x="11019" y="21291"/>
                </a:cubicBezTo>
                <a:cubicBezTo>
                  <a:pt x="11327" y="21483"/>
                  <a:pt x="11761" y="21564"/>
                  <a:pt x="12179" y="21506"/>
                </a:cubicBezTo>
                <a:cubicBezTo>
                  <a:pt x="12481" y="21464"/>
                  <a:pt x="12749" y="21352"/>
                  <a:pt x="12933" y="21191"/>
                </a:cubicBezTo>
                <a:lnTo>
                  <a:pt x="21141" y="13551"/>
                </a:lnTo>
                <a:lnTo>
                  <a:pt x="15783" y="2999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miter lim="400000"/>
          </a:ln>
          <a:effectLst/>
        </p:spPr>
        <p:txBody>
          <a:bodyPr lIns="25394" tIns="25394" rIns="25394" bIns="25394" anchor="ctr"/>
          <a:lstStyle/>
          <a:p>
            <a:pPr algn="ctr">
              <a:defRPr sz="3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 kern="0" dirty="0">
              <a:solidFill>
                <a:srgbClr val="000000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  <a:sym typeface="Helvetica Light"/>
            </a:endParaRPr>
          </a:p>
        </p:txBody>
      </p:sp>
      <p:sp>
        <p:nvSpPr>
          <p:cNvPr id="382" name="Фигура">
            <a:extLst>
              <a:ext uri="{FF2B5EF4-FFF2-40B4-BE49-F238E27FC236}">
                <a16:creationId xmlns:a16="http://schemas.microsoft.com/office/drawing/2014/main" id="{37C2E3BF-37A1-4ABB-96C1-E30E27998C3D}"/>
              </a:ext>
            </a:extLst>
          </p:cNvPr>
          <p:cNvSpPr>
            <a:spLocks/>
          </p:cNvSpPr>
          <p:nvPr/>
        </p:nvSpPr>
        <p:spPr bwMode="auto">
          <a:xfrm>
            <a:off x="5257378" y="3058692"/>
            <a:ext cx="1649156" cy="2573222"/>
          </a:xfrm>
          <a:custGeom>
            <a:avLst/>
            <a:gdLst>
              <a:gd name="T0" fmla="*/ 1537770 w 21141"/>
              <a:gd name="T1" fmla="*/ 2399292 h 21525"/>
              <a:gd name="T2" fmla="*/ 1537770 w 21141"/>
              <a:gd name="T3" fmla="*/ 2399292 h 21525"/>
              <a:gd name="T4" fmla="*/ 1537770 w 21141"/>
              <a:gd name="T5" fmla="*/ 2399292 h 21525"/>
              <a:gd name="T6" fmla="*/ 1537770 w 21141"/>
              <a:gd name="T7" fmla="*/ 2399292 h 21525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141" h="21525" extrusionOk="0">
                <a:moveTo>
                  <a:pt x="5358" y="2999"/>
                </a:moveTo>
                <a:lnTo>
                  <a:pt x="18624" y="69"/>
                </a:lnTo>
                <a:cubicBezTo>
                  <a:pt x="18975" y="-36"/>
                  <a:pt x="19383" y="-20"/>
                  <a:pt x="19713" y="110"/>
                </a:cubicBezTo>
                <a:cubicBezTo>
                  <a:pt x="19966" y="211"/>
                  <a:pt x="20150" y="371"/>
                  <a:pt x="20226" y="558"/>
                </a:cubicBezTo>
                <a:cubicBezTo>
                  <a:pt x="21600" y="4227"/>
                  <a:pt x="21424" y="8070"/>
                  <a:pt x="19717" y="11678"/>
                </a:cubicBezTo>
                <a:cubicBezTo>
                  <a:pt x="17954" y="15403"/>
                  <a:pt x="14631" y="18732"/>
                  <a:pt x="10122" y="21291"/>
                </a:cubicBezTo>
                <a:cubicBezTo>
                  <a:pt x="9814" y="21483"/>
                  <a:pt x="9380" y="21564"/>
                  <a:pt x="8962" y="21506"/>
                </a:cubicBezTo>
                <a:cubicBezTo>
                  <a:pt x="8660" y="21464"/>
                  <a:pt x="8392" y="21352"/>
                  <a:pt x="8208" y="21191"/>
                </a:cubicBezTo>
                <a:lnTo>
                  <a:pt x="0" y="13551"/>
                </a:lnTo>
                <a:lnTo>
                  <a:pt x="5358" y="299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25394" tIns="25394" rIns="25394" bIns="25394"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384" name="Фигура">
            <a:extLst>
              <a:ext uri="{FF2B5EF4-FFF2-40B4-BE49-F238E27FC236}">
                <a16:creationId xmlns:a16="http://schemas.microsoft.com/office/drawing/2014/main" id="{8758CF0A-B5B5-4FEA-8BF9-F33DE075BBC6}"/>
              </a:ext>
            </a:extLst>
          </p:cNvPr>
          <p:cNvSpPr/>
          <p:nvPr/>
        </p:nvSpPr>
        <p:spPr bwMode="auto">
          <a:xfrm>
            <a:off x="3147468" y="4802738"/>
            <a:ext cx="2664361" cy="1389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6" h="21520" extrusionOk="0">
                <a:moveTo>
                  <a:pt x="407" y="15716"/>
                </a:moveTo>
                <a:cubicBezTo>
                  <a:pt x="208" y="15427"/>
                  <a:pt x="70" y="15008"/>
                  <a:pt x="21" y="14538"/>
                </a:cubicBezTo>
                <a:cubicBezTo>
                  <a:pt x="-31" y="14048"/>
                  <a:pt x="17" y="13538"/>
                  <a:pt x="154" y="13113"/>
                </a:cubicBezTo>
                <a:lnTo>
                  <a:pt x="5162" y="0"/>
                </a:lnTo>
                <a:lnTo>
                  <a:pt x="16379" y="0"/>
                </a:lnTo>
                <a:lnTo>
                  <a:pt x="21322" y="13249"/>
                </a:lnTo>
                <a:cubicBezTo>
                  <a:pt x="21490" y="13641"/>
                  <a:pt x="21569" y="14146"/>
                  <a:pt x="21541" y="14651"/>
                </a:cubicBezTo>
                <a:cubicBezTo>
                  <a:pt x="21512" y="15169"/>
                  <a:pt x="21373" y="15642"/>
                  <a:pt x="21156" y="15957"/>
                </a:cubicBezTo>
                <a:cubicBezTo>
                  <a:pt x="18132" y="19518"/>
                  <a:pt x="14660" y="21440"/>
                  <a:pt x="11111" y="21517"/>
                </a:cubicBezTo>
                <a:cubicBezTo>
                  <a:pt x="7326" y="21600"/>
                  <a:pt x="3609" y="19585"/>
                  <a:pt x="407" y="15716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lIns="25394" tIns="25394" rIns="25394" bIns="25394" anchor="ctr"/>
          <a:lstStyle/>
          <a:p>
            <a:pPr algn="ctr">
              <a:defRPr sz="3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 kern="0" dirty="0">
              <a:solidFill>
                <a:srgbClr val="000000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  <a:sym typeface="Helvetica Light"/>
            </a:endParaRPr>
          </a:p>
        </p:txBody>
      </p:sp>
      <p:sp>
        <p:nvSpPr>
          <p:cNvPr id="386" name="Линия">
            <a:extLst>
              <a:ext uri="{FF2B5EF4-FFF2-40B4-BE49-F238E27FC236}">
                <a16:creationId xmlns:a16="http://schemas.microsoft.com/office/drawing/2014/main" id="{C909D78D-4230-4815-BE06-EE9F40E82B72}"/>
              </a:ext>
            </a:extLst>
          </p:cNvPr>
          <p:cNvSpPr/>
          <p:nvPr/>
        </p:nvSpPr>
        <p:spPr bwMode="auto">
          <a:xfrm flipV="1">
            <a:off x="3589202" y="2710349"/>
            <a:ext cx="796755" cy="581392"/>
          </a:xfrm>
          <a:prstGeom prst="line">
            <a:avLst/>
          </a:prstGeom>
          <a:noFill/>
          <a:ln w="38100" cap="flat">
            <a:solidFill>
              <a:schemeClr val="bg1">
                <a:lumMod val="75000"/>
              </a:schemeClr>
            </a:solidFill>
            <a:prstDash val="solid"/>
            <a:miter lim="400000"/>
            <a:tailEnd type="triangle" w="med" len="med"/>
          </a:ln>
          <a:effectLst/>
        </p:spPr>
        <p:txBody>
          <a:bodyPr lIns="0" tIns="0" rIns="0" bIns="0" anchor="ctr"/>
          <a:lstStyle/>
          <a:p>
            <a:pPr defTabSz="228532"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600" kern="0" dirty="0">
              <a:solidFill>
                <a:srgbClr val="000000"/>
              </a:solidFill>
              <a:latin typeface="Lato Light" panose="020F0502020204030203" pitchFamily="34" charset="0"/>
              <a:ea typeface="+mj-ea"/>
              <a:cs typeface="+mj-cs"/>
              <a:sym typeface="Helvetica"/>
            </a:endParaRPr>
          </a:p>
        </p:txBody>
      </p:sp>
      <p:sp>
        <p:nvSpPr>
          <p:cNvPr id="388" name="Линия">
            <a:extLst>
              <a:ext uri="{FF2B5EF4-FFF2-40B4-BE49-F238E27FC236}">
                <a16:creationId xmlns:a16="http://schemas.microsoft.com/office/drawing/2014/main" id="{013DCF4D-938E-4A74-812A-2DA9F7F65CA1}"/>
              </a:ext>
            </a:extLst>
          </p:cNvPr>
          <p:cNvSpPr/>
          <p:nvPr/>
        </p:nvSpPr>
        <p:spPr bwMode="auto">
          <a:xfrm>
            <a:off x="4580123" y="2724834"/>
            <a:ext cx="801011" cy="583096"/>
          </a:xfrm>
          <a:prstGeom prst="line">
            <a:avLst/>
          </a:prstGeom>
          <a:noFill/>
          <a:ln w="38100" cap="flat">
            <a:solidFill>
              <a:schemeClr val="bg1">
                <a:lumMod val="75000"/>
              </a:schemeClr>
            </a:solidFill>
            <a:prstDash val="solid"/>
            <a:miter lim="400000"/>
            <a:tailEnd type="triangle" w="med" len="med"/>
          </a:ln>
          <a:effectLst/>
        </p:spPr>
        <p:txBody>
          <a:bodyPr lIns="0" tIns="0" rIns="0" bIns="0" anchor="ctr"/>
          <a:lstStyle/>
          <a:p>
            <a:pPr defTabSz="228532"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600" kern="0" dirty="0">
              <a:solidFill>
                <a:srgbClr val="000000"/>
              </a:solidFill>
              <a:latin typeface="Lato Light" panose="020F0502020204030203" pitchFamily="34" charset="0"/>
              <a:ea typeface="+mj-ea"/>
              <a:cs typeface="+mj-cs"/>
              <a:sym typeface="Helvetica"/>
            </a:endParaRPr>
          </a:p>
        </p:txBody>
      </p:sp>
      <p:sp>
        <p:nvSpPr>
          <p:cNvPr id="390" name="Линия">
            <a:extLst>
              <a:ext uri="{FF2B5EF4-FFF2-40B4-BE49-F238E27FC236}">
                <a16:creationId xmlns:a16="http://schemas.microsoft.com/office/drawing/2014/main" id="{A0F835BC-F607-4B56-B265-5139916C6F0F}"/>
              </a:ext>
            </a:extLst>
          </p:cNvPr>
          <p:cNvSpPr/>
          <p:nvPr/>
        </p:nvSpPr>
        <p:spPr bwMode="auto">
          <a:xfrm>
            <a:off x="3470838" y="3478218"/>
            <a:ext cx="322618" cy="990836"/>
          </a:xfrm>
          <a:prstGeom prst="line">
            <a:avLst/>
          </a:prstGeom>
          <a:noFill/>
          <a:ln w="38100" cap="flat">
            <a:solidFill>
              <a:schemeClr val="bg1">
                <a:lumMod val="75000"/>
              </a:schemeClr>
            </a:solidFill>
            <a:prstDash val="solid"/>
            <a:miter lim="400000"/>
            <a:headEnd type="triangle" w="med" len="med"/>
          </a:ln>
          <a:effectLst/>
        </p:spPr>
        <p:txBody>
          <a:bodyPr lIns="0" tIns="0" rIns="0" bIns="0" anchor="ctr"/>
          <a:lstStyle/>
          <a:p>
            <a:pPr defTabSz="228532"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600" kern="0" dirty="0">
              <a:solidFill>
                <a:srgbClr val="000000"/>
              </a:solidFill>
              <a:latin typeface="Lato Light" panose="020F0502020204030203" pitchFamily="34" charset="0"/>
              <a:ea typeface="+mj-ea"/>
              <a:cs typeface="+mj-cs"/>
              <a:sym typeface="Helvetica"/>
            </a:endParaRPr>
          </a:p>
        </p:txBody>
      </p:sp>
      <p:sp>
        <p:nvSpPr>
          <p:cNvPr id="392" name="Линия">
            <a:extLst>
              <a:ext uri="{FF2B5EF4-FFF2-40B4-BE49-F238E27FC236}">
                <a16:creationId xmlns:a16="http://schemas.microsoft.com/office/drawing/2014/main" id="{609AA0C2-EDD5-40AF-AA38-BCD1CE400AB4}"/>
              </a:ext>
            </a:extLst>
          </p:cNvPr>
          <p:cNvSpPr/>
          <p:nvPr/>
        </p:nvSpPr>
        <p:spPr bwMode="auto">
          <a:xfrm flipV="1">
            <a:off x="5135084" y="3477395"/>
            <a:ext cx="319213" cy="1003605"/>
          </a:xfrm>
          <a:prstGeom prst="line">
            <a:avLst/>
          </a:prstGeom>
          <a:noFill/>
          <a:ln w="38100" cap="flat">
            <a:solidFill>
              <a:schemeClr val="bg1">
                <a:lumMod val="75000"/>
              </a:schemeClr>
            </a:solidFill>
            <a:prstDash val="solid"/>
            <a:miter lim="400000"/>
            <a:headEnd type="triangle" w="med" len="med"/>
          </a:ln>
          <a:effectLst/>
        </p:spPr>
        <p:txBody>
          <a:bodyPr lIns="0" tIns="0" rIns="0" bIns="0" anchor="ctr"/>
          <a:lstStyle/>
          <a:p>
            <a:pPr defTabSz="228532"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600" kern="0" dirty="0">
              <a:solidFill>
                <a:srgbClr val="000000"/>
              </a:solidFill>
              <a:latin typeface="Lato Light" panose="020F0502020204030203" pitchFamily="34" charset="0"/>
              <a:ea typeface="+mj-ea"/>
              <a:cs typeface="+mj-cs"/>
              <a:sym typeface="Helvetica"/>
            </a:endParaRPr>
          </a:p>
        </p:txBody>
      </p:sp>
      <p:sp>
        <p:nvSpPr>
          <p:cNvPr id="394" name="Линия">
            <a:extLst>
              <a:ext uri="{FF2B5EF4-FFF2-40B4-BE49-F238E27FC236}">
                <a16:creationId xmlns:a16="http://schemas.microsoft.com/office/drawing/2014/main" id="{F467803A-0410-49FC-AF02-443F0449F6BF}"/>
              </a:ext>
            </a:extLst>
          </p:cNvPr>
          <p:cNvSpPr/>
          <p:nvPr/>
        </p:nvSpPr>
        <p:spPr bwMode="auto">
          <a:xfrm>
            <a:off x="3973165" y="4600201"/>
            <a:ext cx="1009563" cy="0"/>
          </a:xfrm>
          <a:prstGeom prst="line">
            <a:avLst/>
          </a:prstGeom>
          <a:noFill/>
          <a:ln w="38100" cap="flat">
            <a:solidFill>
              <a:schemeClr val="bg1">
                <a:lumMod val="75000"/>
              </a:schemeClr>
            </a:solidFill>
            <a:prstDash val="solid"/>
            <a:miter lim="400000"/>
            <a:headEnd type="triangle" w="med" len="med"/>
          </a:ln>
          <a:effectLst/>
        </p:spPr>
        <p:txBody>
          <a:bodyPr lIns="0" tIns="0" rIns="0" bIns="0" anchor="ctr"/>
          <a:lstStyle/>
          <a:p>
            <a:pPr defTabSz="228532"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600" kern="0" dirty="0">
              <a:solidFill>
                <a:srgbClr val="000000"/>
              </a:solidFill>
              <a:latin typeface="Lato Light" panose="020F0502020204030203" pitchFamily="34" charset="0"/>
              <a:ea typeface="+mj-ea"/>
              <a:cs typeface="+mj-cs"/>
              <a:sym typeface="Helvetica"/>
            </a:endParaRPr>
          </a:p>
        </p:txBody>
      </p:sp>
      <p:sp>
        <p:nvSpPr>
          <p:cNvPr id="396" name="Freeform 802">
            <a:extLst>
              <a:ext uri="{FF2B5EF4-FFF2-40B4-BE49-F238E27FC236}">
                <a16:creationId xmlns:a16="http://schemas.microsoft.com/office/drawing/2014/main" id="{E4304A71-5893-4151-9035-552E75B02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869" y="1993113"/>
            <a:ext cx="586164" cy="583096"/>
          </a:xfrm>
          <a:custGeom>
            <a:avLst/>
            <a:gdLst/>
            <a:ahLst/>
            <a:cxnLst/>
            <a:rect l="0" t="0" r="r" b="b"/>
            <a:pathLst>
              <a:path w="302852" h="301266">
                <a:moveTo>
                  <a:pt x="268012" y="261937"/>
                </a:moveTo>
                <a:lnTo>
                  <a:pt x="274569" y="261937"/>
                </a:lnTo>
                <a:cubicBezTo>
                  <a:pt x="276984" y="261937"/>
                  <a:pt x="279055" y="264054"/>
                  <a:pt x="279055" y="266523"/>
                </a:cubicBezTo>
                <a:cubicBezTo>
                  <a:pt x="279055" y="268993"/>
                  <a:pt x="276984" y="271109"/>
                  <a:pt x="274569" y="271109"/>
                </a:cubicBezTo>
                <a:lnTo>
                  <a:pt x="268012" y="271109"/>
                </a:lnTo>
                <a:cubicBezTo>
                  <a:pt x="265596" y="271109"/>
                  <a:pt x="263525" y="268993"/>
                  <a:pt x="263525" y="266523"/>
                </a:cubicBezTo>
                <a:cubicBezTo>
                  <a:pt x="263525" y="264054"/>
                  <a:pt x="265596" y="261937"/>
                  <a:pt x="268012" y="261937"/>
                </a:cubicBezTo>
                <a:close/>
                <a:moveTo>
                  <a:pt x="227013" y="261937"/>
                </a:moveTo>
                <a:lnTo>
                  <a:pt x="240934" y="261937"/>
                </a:lnTo>
                <a:cubicBezTo>
                  <a:pt x="243864" y="261937"/>
                  <a:pt x="245696" y="264054"/>
                  <a:pt x="245696" y="266523"/>
                </a:cubicBezTo>
                <a:cubicBezTo>
                  <a:pt x="245696" y="268993"/>
                  <a:pt x="243864" y="271109"/>
                  <a:pt x="240934" y="271109"/>
                </a:cubicBezTo>
                <a:lnTo>
                  <a:pt x="227013" y="271109"/>
                </a:lnTo>
                <a:cubicBezTo>
                  <a:pt x="224448" y="271109"/>
                  <a:pt x="222250" y="268993"/>
                  <a:pt x="222250" y="266523"/>
                </a:cubicBezTo>
                <a:cubicBezTo>
                  <a:pt x="222250" y="264054"/>
                  <a:pt x="224448" y="261937"/>
                  <a:pt x="227013" y="261937"/>
                </a:cubicBezTo>
                <a:close/>
                <a:moveTo>
                  <a:pt x="104712" y="261937"/>
                </a:moveTo>
                <a:lnTo>
                  <a:pt x="196550" y="261937"/>
                </a:lnTo>
                <a:cubicBezTo>
                  <a:pt x="199443" y="261937"/>
                  <a:pt x="201251" y="264054"/>
                  <a:pt x="201251" y="266523"/>
                </a:cubicBezTo>
                <a:cubicBezTo>
                  <a:pt x="201251" y="268993"/>
                  <a:pt x="199443" y="271109"/>
                  <a:pt x="196550" y="271109"/>
                </a:cubicBezTo>
                <a:lnTo>
                  <a:pt x="104712" y="271109"/>
                </a:lnTo>
                <a:cubicBezTo>
                  <a:pt x="102181" y="271109"/>
                  <a:pt x="100012" y="268993"/>
                  <a:pt x="100012" y="266523"/>
                </a:cubicBezTo>
                <a:cubicBezTo>
                  <a:pt x="100012" y="264054"/>
                  <a:pt x="102181" y="261937"/>
                  <a:pt x="104712" y="261937"/>
                </a:cubicBezTo>
                <a:close/>
                <a:moveTo>
                  <a:pt x="61912" y="261937"/>
                </a:moveTo>
                <a:lnTo>
                  <a:pt x="75833" y="261937"/>
                </a:lnTo>
                <a:cubicBezTo>
                  <a:pt x="78764" y="261937"/>
                  <a:pt x="80595" y="264054"/>
                  <a:pt x="80595" y="266523"/>
                </a:cubicBezTo>
                <a:cubicBezTo>
                  <a:pt x="80595" y="268993"/>
                  <a:pt x="78764" y="271109"/>
                  <a:pt x="75833" y="271109"/>
                </a:cubicBezTo>
                <a:lnTo>
                  <a:pt x="61912" y="271109"/>
                </a:lnTo>
                <a:cubicBezTo>
                  <a:pt x="59348" y="271109"/>
                  <a:pt x="57150" y="268993"/>
                  <a:pt x="57150" y="266523"/>
                </a:cubicBezTo>
                <a:cubicBezTo>
                  <a:pt x="57150" y="264054"/>
                  <a:pt x="59348" y="261937"/>
                  <a:pt x="61912" y="261937"/>
                </a:cubicBezTo>
                <a:close/>
                <a:moveTo>
                  <a:pt x="26711" y="261937"/>
                </a:moveTo>
                <a:lnTo>
                  <a:pt x="33268" y="261937"/>
                </a:lnTo>
                <a:cubicBezTo>
                  <a:pt x="35684" y="261937"/>
                  <a:pt x="37755" y="264054"/>
                  <a:pt x="37755" y="266523"/>
                </a:cubicBezTo>
                <a:cubicBezTo>
                  <a:pt x="37755" y="268993"/>
                  <a:pt x="35684" y="271109"/>
                  <a:pt x="33268" y="271109"/>
                </a:cubicBezTo>
                <a:lnTo>
                  <a:pt x="26711" y="271109"/>
                </a:lnTo>
                <a:cubicBezTo>
                  <a:pt x="24295" y="271109"/>
                  <a:pt x="22225" y="268993"/>
                  <a:pt x="22225" y="266523"/>
                </a:cubicBezTo>
                <a:cubicBezTo>
                  <a:pt x="22225" y="264054"/>
                  <a:pt x="24295" y="261937"/>
                  <a:pt x="26711" y="261937"/>
                </a:cubicBezTo>
                <a:close/>
                <a:moveTo>
                  <a:pt x="264746" y="230187"/>
                </a:moveTo>
                <a:lnTo>
                  <a:pt x="274271" y="230187"/>
                </a:lnTo>
                <a:cubicBezTo>
                  <a:pt x="276836" y="230187"/>
                  <a:pt x="279034" y="232304"/>
                  <a:pt x="279034" y="234773"/>
                </a:cubicBezTo>
                <a:cubicBezTo>
                  <a:pt x="279034" y="237243"/>
                  <a:pt x="276836" y="239359"/>
                  <a:pt x="274271" y="239359"/>
                </a:cubicBezTo>
                <a:lnTo>
                  <a:pt x="264746" y="239359"/>
                </a:lnTo>
                <a:cubicBezTo>
                  <a:pt x="262182" y="239359"/>
                  <a:pt x="260350" y="237243"/>
                  <a:pt x="260350" y="234773"/>
                </a:cubicBezTo>
                <a:cubicBezTo>
                  <a:pt x="260350" y="232304"/>
                  <a:pt x="262182" y="230187"/>
                  <a:pt x="264746" y="230187"/>
                </a:cubicBezTo>
                <a:close/>
                <a:moveTo>
                  <a:pt x="223361" y="230187"/>
                </a:moveTo>
                <a:lnTo>
                  <a:pt x="242650" y="230187"/>
                </a:lnTo>
                <a:cubicBezTo>
                  <a:pt x="245150" y="230187"/>
                  <a:pt x="247293" y="232304"/>
                  <a:pt x="247293" y="234773"/>
                </a:cubicBezTo>
                <a:cubicBezTo>
                  <a:pt x="247293" y="237243"/>
                  <a:pt x="245150" y="239359"/>
                  <a:pt x="242650" y="239359"/>
                </a:cubicBezTo>
                <a:lnTo>
                  <a:pt x="223361" y="239359"/>
                </a:lnTo>
                <a:cubicBezTo>
                  <a:pt x="220861" y="239359"/>
                  <a:pt x="219075" y="237243"/>
                  <a:pt x="219075" y="234773"/>
                </a:cubicBezTo>
                <a:cubicBezTo>
                  <a:pt x="219075" y="232304"/>
                  <a:pt x="220861" y="230187"/>
                  <a:pt x="223361" y="230187"/>
                </a:cubicBezTo>
                <a:close/>
                <a:moveTo>
                  <a:pt x="182086" y="230187"/>
                </a:moveTo>
                <a:lnTo>
                  <a:pt x="201732" y="230187"/>
                </a:lnTo>
                <a:cubicBezTo>
                  <a:pt x="203875" y="230187"/>
                  <a:pt x="206018" y="232304"/>
                  <a:pt x="206018" y="234773"/>
                </a:cubicBezTo>
                <a:cubicBezTo>
                  <a:pt x="206018" y="237243"/>
                  <a:pt x="203875" y="239359"/>
                  <a:pt x="201732" y="239359"/>
                </a:cubicBezTo>
                <a:lnTo>
                  <a:pt x="182086" y="239359"/>
                </a:lnTo>
                <a:cubicBezTo>
                  <a:pt x="179586" y="239359"/>
                  <a:pt x="177800" y="237243"/>
                  <a:pt x="177800" y="234773"/>
                </a:cubicBezTo>
                <a:cubicBezTo>
                  <a:pt x="177800" y="232304"/>
                  <a:pt x="179586" y="230187"/>
                  <a:pt x="182086" y="230187"/>
                </a:cubicBezTo>
                <a:close/>
                <a:moveTo>
                  <a:pt x="140811" y="230187"/>
                </a:moveTo>
                <a:lnTo>
                  <a:pt x="160457" y="230187"/>
                </a:lnTo>
                <a:cubicBezTo>
                  <a:pt x="162957" y="230187"/>
                  <a:pt x="164743" y="232304"/>
                  <a:pt x="164743" y="234773"/>
                </a:cubicBezTo>
                <a:cubicBezTo>
                  <a:pt x="164743" y="237243"/>
                  <a:pt x="162957" y="239359"/>
                  <a:pt x="160457" y="239359"/>
                </a:cubicBezTo>
                <a:lnTo>
                  <a:pt x="140811" y="239359"/>
                </a:lnTo>
                <a:cubicBezTo>
                  <a:pt x="138311" y="239359"/>
                  <a:pt x="136525" y="237243"/>
                  <a:pt x="136525" y="234773"/>
                </a:cubicBezTo>
                <a:cubicBezTo>
                  <a:pt x="136525" y="232304"/>
                  <a:pt x="138311" y="230187"/>
                  <a:pt x="140811" y="230187"/>
                </a:cubicBezTo>
                <a:close/>
                <a:moveTo>
                  <a:pt x="99536" y="230187"/>
                </a:moveTo>
                <a:lnTo>
                  <a:pt x="119181" y="230187"/>
                </a:lnTo>
                <a:cubicBezTo>
                  <a:pt x="121682" y="230187"/>
                  <a:pt x="123468" y="232304"/>
                  <a:pt x="123468" y="234773"/>
                </a:cubicBezTo>
                <a:cubicBezTo>
                  <a:pt x="123468" y="237243"/>
                  <a:pt x="121682" y="239359"/>
                  <a:pt x="119181" y="239359"/>
                </a:cubicBezTo>
                <a:lnTo>
                  <a:pt x="99536" y="239359"/>
                </a:lnTo>
                <a:cubicBezTo>
                  <a:pt x="97036" y="239359"/>
                  <a:pt x="95250" y="237243"/>
                  <a:pt x="95250" y="234773"/>
                </a:cubicBezTo>
                <a:cubicBezTo>
                  <a:pt x="95250" y="232304"/>
                  <a:pt x="97036" y="230187"/>
                  <a:pt x="99536" y="230187"/>
                </a:cubicBezTo>
                <a:close/>
                <a:moveTo>
                  <a:pt x="58561" y="230187"/>
                </a:moveTo>
                <a:lnTo>
                  <a:pt x="77964" y="230187"/>
                </a:lnTo>
                <a:cubicBezTo>
                  <a:pt x="80080" y="230187"/>
                  <a:pt x="82197" y="232304"/>
                  <a:pt x="82197" y="234773"/>
                </a:cubicBezTo>
                <a:cubicBezTo>
                  <a:pt x="82197" y="237243"/>
                  <a:pt x="80080" y="239359"/>
                  <a:pt x="77964" y="239359"/>
                </a:cubicBezTo>
                <a:lnTo>
                  <a:pt x="58561" y="239359"/>
                </a:lnTo>
                <a:cubicBezTo>
                  <a:pt x="56091" y="239359"/>
                  <a:pt x="53975" y="237243"/>
                  <a:pt x="53975" y="234773"/>
                </a:cubicBezTo>
                <a:cubicBezTo>
                  <a:pt x="53975" y="232304"/>
                  <a:pt x="56091" y="230187"/>
                  <a:pt x="58561" y="230187"/>
                </a:cubicBezTo>
                <a:close/>
                <a:moveTo>
                  <a:pt x="26987" y="230187"/>
                </a:moveTo>
                <a:lnTo>
                  <a:pt x="36146" y="230187"/>
                </a:lnTo>
                <a:cubicBezTo>
                  <a:pt x="38710" y="230187"/>
                  <a:pt x="40908" y="232304"/>
                  <a:pt x="40908" y="234773"/>
                </a:cubicBezTo>
                <a:cubicBezTo>
                  <a:pt x="40908" y="237243"/>
                  <a:pt x="38710" y="239359"/>
                  <a:pt x="36146" y="239359"/>
                </a:cubicBezTo>
                <a:lnTo>
                  <a:pt x="26987" y="239359"/>
                </a:lnTo>
                <a:cubicBezTo>
                  <a:pt x="24423" y="239359"/>
                  <a:pt x="22225" y="237243"/>
                  <a:pt x="22225" y="234773"/>
                </a:cubicBezTo>
                <a:cubicBezTo>
                  <a:pt x="22225" y="232304"/>
                  <a:pt x="24423" y="230187"/>
                  <a:pt x="26987" y="230187"/>
                </a:cubicBezTo>
                <a:close/>
                <a:moveTo>
                  <a:pt x="268012" y="200025"/>
                </a:moveTo>
                <a:lnTo>
                  <a:pt x="274569" y="200025"/>
                </a:lnTo>
                <a:cubicBezTo>
                  <a:pt x="276984" y="200025"/>
                  <a:pt x="279055" y="201857"/>
                  <a:pt x="279055" y="204421"/>
                </a:cubicBezTo>
                <a:cubicBezTo>
                  <a:pt x="279055" y="206986"/>
                  <a:pt x="276984" y="209184"/>
                  <a:pt x="274569" y="209184"/>
                </a:cubicBezTo>
                <a:lnTo>
                  <a:pt x="268012" y="209184"/>
                </a:lnTo>
                <a:cubicBezTo>
                  <a:pt x="265596" y="209184"/>
                  <a:pt x="263525" y="206986"/>
                  <a:pt x="263525" y="204421"/>
                </a:cubicBezTo>
                <a:cubicBezTo>
                  <a:pt x="263525" y="201857"/>
                  <a:pt x="265596" y="200025"/>
                  <a:pt x="268012" y="200025"/>
                </a:cubicBezTo>
                <a:close/>
                <a:moveTo>
                  <a:pt x="231598" y="200025"/>
                </a:moveTo>
                <a:lnTo>
                  <a:pt x="244651" y="200025"/>
                </a:lnTo>
                <a:cubicBezTo>
                  <a:pt x="247121" y="200025"/>
                  <a:pt x="248884" y="201857"/>
                  <a:pt x="248884" y="204421"/>
                </a:cubicBezTo>
                <a:cubicBezTo>
                  <a:pt x="248884" y="206986"/>
                  <a:pt x="247121" y="209184"/>
                  <a:pt x="244651" y="209184"/>
                </a:cubicBezTo>
                <a:lnTo>
                  <a:pt x="231598" y="209184"/>
                </a:lnTo>
                <a:cubicBezTo>
                  <a:pt x="229129" y="209184"/>
                  <a:pt x="227012" y="206986"/>
                  <a:pt x="227012" y="204421"/>
                </a:cubicBezTo>
                <a:cubicBezTo>
                  <a:pt x="227012" y="201857"/>
                  <a:pt x="229129" y="200025"/>
                  <a:pt x="231598" y="200025"/>
                </a:cubicBezTo>
                <a:close/>
                <a:moveTo>
                  <a:pt x="196924" y="200025"/>
                </a:moveTo>
                <a:lnTo>
                  <a:pt x="210691" y="200025"/>
                </a:lnTo>
                <a:cubicBezTo>
                  <a:pt x="213296" y="200025"/>
                  <a:pt x="215528" y="201857"/>
                  <a:pt x="215528" y="204421"/>
                </a:cubicBezTo>
                <a:cubicBezTo>
                  <a:pt x="215528" y="206986"/>
                  <a:pt x="213296" y="209184"/>
                  <a:pt x="210691" y="209184"/>
                </a:cubicBezTo>
                <a:lnTo>
                  <a:pt x="196924" y="209184"/>
                </a:lnTo>
                <a:cubicBezTo>
                  <a:pt x="194320" y="209184"/>
                  <a:pt x="192087" y="206986"/>
                  <a:pt x="192087" y="204421"/>
                </a:cubicBezTo>
                <a:cubicBezTo>
                  <a:pt x="192087" y="201857"/>
                  <a:pt x="194320" y="200025"/>
                  <a:pt x="196924" y="200025"/>
                </a:cubicBezTo>
                <a:close/>
                <a:moveTo>
                  <a:pt x="161999" y="200025"/>
                </a:moveTo>
                <a:lnTo>
                  <a:pt x="175766" y="200025"/>
                </a:lnTo>
                <a:cubicBezTo>
                  <a:pt x="178371" y="200025"/>
                  <a:pt x="180603" y="201857"/>
                  <a:pt x="180603" y="204421"/>
                </a:cubicBezTo>
                <a:cubicBezTo>
                  <a:pt x="180603" y="206986"/>
                  <a:pt x="178371" y="209184"/>
                  <a:pt x="175766" y="209184"/>
                </a:cubicBezTo>
                <a:lnTo>
                  <a:pt x="161999" y="209184"/>
                </a:lnTo>
                <a:cubicBezTo>
                  <a:pt x="159395" y="209184"/>
                  <a:pt x="157162" y="206986"/>
                  <a:pt x="157162" y="204421"/>
                </a:cubicBezTo>
                <a:cubicBezTo>
                  <a:pt x="157162" y="201857"/>
                  <a:pt x="159395" y="200025"/>
                  <a:pt x="161999" y="200025"/>
                </a:cubicBezTo>
                <a:close/>
                <a:moveTo>
                  <a:pt x="126823" y="200025"/>
                </a:moveTo>
                <a:lnTo>
                  <a:pt x="139876" y="200025"/>
                </a:lnTo>
                <a:cubicBezTo>
                  <a:pt x="142346" y="200025"/>
                  <a:pt x="144109" y="201857"/>
                  <a:pt x="144109" y="204421"/>
                </a:cubicBezTo>
                <a:cubicBezTo>
                  <a:pt x="144109" y="206986"/>
                  <a:pt x="142346" y="209184"/>
                  <a:pt x="139876" y="209184"/>
                </a:cubicBezTo>
                <a:lnTo>
                  <a:pt x="126823" y="209184"/>
                </a:lnTo>
                <a:cubicBezTo>
                  <a:pt x="124354" y="209184"/>
                  <a:pt x="122237" y="206986"/>
                  <a:pt x="122237" y="204421"/>
                </a:cubicBezTo>
                <a:cubicBezTo>
                  <a:pt x="122237" y="201857"/>
                  <a:pt x="124354" y="200025"/>
                  <a:pt x="126823" y="200025"/>
                </a:cubicBezTo>
                <a:close/>
                <a:moveTo>
                  <a:pt x="91898" y="200025"/>
                </a:moveTo>
                <a:lnTo>
                  <a:pt x="104951" y="200025"/>
                </a:lnTo>
                <a:cubicBezTo>
                  <a:pt x="107420" y="200025"/>
                  <a:pt x="109184" y="201857"/>
                  <a:pt x="109184" y="204421"/>
                </a:cubicBezTo>
                <a:cubicBezTo>
                  <a:pt x="109184" y="206986"/>
                  <a:pt x="107420" y="209184"/>
                  <a:pt x="104951" y="209184"/>
                </a:cubicBezTo>
                <a:lnTo>
                  <a:pt x="91898" y="209184"/>
                </a:lnTo>
                <a:cubicBezTo>
                  <a:pt x="89428" y="209184"/>
                  <a:pt x="87312" y="206986"/>
                  <a:pt x="87312" y="204421"/>
                </a:cubicBezTo>
                <a:cubicBezTo>
                  <a:pt x="87312" y="201857"/>
                  <a:pt x="89428" y="200025"/>
                  <a:pt x="91898" y="200025"/>
                </a:cubicBezTo>
                <a:close/>
                <a:moveTo>
                  <a:pt x="56688" y="200025"/>
                </a:moveTo>
                <a:lnTo>
                  <a:pt x="69952" y="200025"/>
                </a:lnTo>
                <a:cubicBezTo>
                  <a:pt x="72461" y="200025"/>
                  <a:pt x="74253" y="201857"/>
                  <a:pt x="74253" y="204421"/>
                </a:cubicBezTo>
                <a:cubicBezTo>
                  <a:pt x="74253" y="206986"/>
                  <a:pt x="72461" y="209184"/>
                  <a:pt x="69952" y="209184"/>
                </a:cubicBezTo>
                <a:lnTo>
                  <a:pt x="56688" y="209184"/>
                </a:lnTo>
                <a:cubicBezTo>
                  <a:pt x="54179" y="209184"/>
                  <a:pt x="52387" y="206986"/>
                  <a:pt x="52387" y="204421"/>
                </a:cubicBezTo>
                <a:cubicBezTo>
                  <a:pt x="52387" y="201857"/>
                  <a:pt x="54179" y="200025"/>
                  <a:pt x="56688" y="200025"/>
                </a:cubicBezTo>
                <a:close/>
                <a:moveTo>
                  <a:pt x="26711" y="200025"/>
                </a:moveTo>
                <a:lnTo>
                  <a:pt x="33268" y="200025"/>
                </a:lnTo>
                <a:cubicBezTo>
                  <a:pt x="35684" y="200025"/>
                  <a:pt x="37755" y="201857"/>
                  <a:pt x="37755" y="204421"/>
                </a:cubicBezTo>
                <a:cubicBezTo>
                  <a:pt x="37755" y="206986"/>
                  <a:pt x="35684" y="209184"/>
                  <a:pt x="33268" y="209184"/>
                </a:cubicBezTo>
                <a:lnTo>
                  <a:pt x="26711" y="209184"/>
                </a:lnTo>
                <a:cubicBezTo>
                  <a:pt x="24295" y="209184"/>
                  <a:pt x="22225" y="206986"/>
                  <a:pt x="22225" y="204421"/>
                </a:cubicBezTo>
                <a:cubicBezTo>
                  <a:pt x="22225" y="201857"/>
                  <a:pt x="24295" y="200025"/>
                  <a:pt x="26711" y="200025"/>
                </a:cubicBezTo>
                <a:close/>
                <a:moveTo>
                  <a:pt x="13700" y="177743"/>
                </a:moveTo>
                <a:cubicBezTo>
                  <a:pt x="11537" y="177743"/>
                  <a:pt x="9374" y="179898"/>
                  <a:pt x="9374" y="182411"/>
                </a:cubicBezTo>
                <a:lnTo>
                  <a:pt x="9374" y="287621"/>
                </a:lnTo>
                <a:cubicBezTo>
                  <a:pt x="9374" y="290135"/>
                  <a:pt x="11537" y="291930"/>
                  <a:pt x="13700" y="291930"/>
                </a:cubicBezTo>
                <a:lnTo>
                  <a:pt x="289151" y="291930"/>
                </a:lnTo>
                <a:cubicBezTo>
                  <a:pt x="291675" y="291930"/>
                  <a:pt x="293838" y="290135"/>
                  <a:pt x="293838" y="287621"/>
                </a:cubicBezTo>
                <a:lnTo>
                  <a:pt x="293838" y="182411"/>
                </a:lnTo>
                <a:cubicBezTo>
                  <a:pt x="293838" y="179898"/>
                  <a:pt x="291675" y="177743"/>
                  <a:pt x="289151" y="177743"/>
                </a:cubicBezTo>
                <a:lnTo>
                  <a:pt x="13700" y="177743"/>
                </a:lnTo>
                <a:close/>
                <a:moveTo>
                  <a:pt x="200255" y="37069"/>
                </a:moveTo>
                <a:cubicBezTo>
                  <a:pt x="202073" y="34925"/>
                  <a:pt x="204981" y="34925"/>
                  <a:pt x="206799" y="37069"/>
                </a:cubicBezTo>
                <a:lnTo>
                  <a:pt x="243881" y="73163"/>
                </a:lnTo>
                <a:cubicBezTo>
                  <a:pt x="245699" y="74949"/>
                  <a:pt x="245699" y="77808"/>
                  <a:pt x="243881" y="79595"/>
                </a:cubicBezTo>
                <a:lnTo>
                  <a:pt x="206799" y="116046"/>
                </a:lnTo>
                <a:cubicBezTo>
                  <a:pt x="206072" y="116760"/>
                  <a:pt x="204618" y="117118"/>
                  <a:pt x="203527" y="117118"/>
                </a:cubicBezTo>
                <a:cubicBezTo>
                  <a:pt x="202436" y="117118"/>
                  <a:pt x="200982" y="116760"/>
                  <a:pt x="200255" y="116046"/>
                </a:cubicBezTo>
                <a:cubicBezTo>
                  <a:pt x="198437" y="114259"/>
                  <a:pt x="198437" y="111400"/>
                  <a:pt x="200255" y="109613"/>
                </a:cubicBezTo>
                <a:lnTo>
                  <a:pt x="234065" y="76379"/>
                </a:lnTo>
                <a:lnTo>
                  <a:pt x="200255" y="43144"/>
                </a:lnTo>
                <a:cubicBezTo>
                  <a:pt x="198437" y="41358"/>
                  <a:pt x="198437" y="38499"/>
                  <a:pt x="200255" y="37069"/>
                </a:cubicBezTo>
                <a:close/>
                <a:moveTo>
                  <a:pt x="176140" y="36355"/>
                </a:moveTo>
                <a:cubicBezTo>
                  <a:pt x="178305" y="37427"/>
                  <a:pt x="179026" y="40286"/>
                  <a:pt x="177944" y="42430"/>
                </a:cubicBezTo>
                <a:lnTo>
                  <a:pt x="132845" y="114974"/>
                </a:lnTo>
                <a:cubicBezTo>
                  <a:pt x="132123" y="116760"/>
                  <a:pt x="130680" y="117118"/>
                  <a:pt x="128876" y="117118"/>
                </a:cubicBezTo>
                <a:cubicBezTo>
                  <a:pt x="127794" y="117118"/>
                  <a:pt x="127072" y="117118"/>
                  <a:pt x="126351" y="116760"/>
                </a:cubicBezTo>
                <a:cubicBezTo>
                  <a:pt x="124186" y="115331"/>
                  <a:pt x="123825" y="112829"/>
                  <a:pt x="124908" y="110328"/>
                </a:cubicBezTo>
                <a:lnTo>
                  <a:pt x="170007" y="37784"/>
                </a:lnTo>
                <a:cubicBezTo>
                  <a:pt x="171089" y="35640"/>
                  <a:pt x="174336" y="34925"/>
                  <a:pt x="176140" y="36355"/>
                </a:cubicBezTo>
                <a:close/>
                <a:moveTo>
                  <a:pt x="42543" y="0"/>
                </a:moveTo>
                <a:lnTo>
                  <a:pt x="260669" y="0"/>
                </a:lnTo>
                <a:cubicBezTo>
                  <a:pt x="272567" y="0"/>
                  <a:pt x="281941" y="9336"/>
                  <a:pt x="281941" y="21185"/>
                </a:cubicBezTo>
                <a:lnTo>
                  <a:pt x="281941" y="124959"/>
                </a:lnTo>
                <a:cubicBezTo>
                  <a:pt x="281941" y="136450"/>
                  <a:pt x="272567" y="146145"/>
                  <a:pt x="260669" y="146145"/>
                </a:cubicBezTo>
                <a:lnTo>
                  <a:pt x="168371" y="146145"/>
                </a:lnTo>
                <a:cubicBezTo>
                  <a:pt x="161521" y="146145"/>
                  <a:pt x="156113" y="151531"/>
                  <a:pt x="156113" y="158353"/>
                </a:cubicBezTo>
                <a:lnTo>
                  <a:pt x="156113" y="168767"/>
                </a:lnTo>
                <a:lnTo>
                  <a:pt x="289151" y="168767"/>
                </a:lnTo>
                <a:cubicBezTo>
                  <a:pt x="296723" y="168767"/>
                  <a:pt x="302852" y="174871"/>
                  <a:pt x="302852" y="182411"/>
                </a:cubicBezTo>
                <a:lnTo>
                  <a:pt x="302852" y="287621"/>
                </a:lnTo>
                <a:cubicBezTo>
                  <a:pt x="302852" y="295162"/>
                  <a:pt x="296723" y="301266"/>
                  <a:pt x="289151" y="301266"/>
                </a:cubicBezTo>
                <a:lnTo>
                  <a:pt x="13700" y="301266"/>
                </a:lnTo>
                <a:cubicBezTo>
                  <a:pt x="6489" y="301266"/>
                  <a:pt x="0" y="295162"/>
                  <a:pt x="0" y="287621"/>
                </a:cubicBezTo>
                <a:lnTo>
                  <a:pt x="0" y="182411"/>
                </a:lnTo>
                <a:cubicBezTo>
                  <a:pt x="0" y="174871"/>
                  <a:pt x="6489" y="168767"/>
                  <a:pt x="13700" y="168767"/>
                </a:cubicBezTo>
                <a:lnTo>
                  <a:pt x="147100" y="168767"/>
                </a:lnTo>
                <a:lnTo>
                  <a:pt x="147100" y="158353"/>
                </a:lnTo>
                <a:cubicBezTo>
                  <a:pt x="147100" y="146504"/>
                  <a:pt x="156473" y="136809"/>
                  <a:pt x="168371" y="136809"/>
                </a:cubicBezTo>
                <a:lnTo>
                  <a:pt x="260669" y="136809"/>
                </a:lnTo>
                <a:cubicBezTo>
                  <a:pt x="267158" y="136809"/>
                  <a:pt x="272927" y="131422"/>
                  <a:pt x="272927" y="124959"/>
                </a:cubicBezTo>
                <a:lnTo>
                  <a:pt x="272927" y="21185"/>
                </a:lnTo>
                <a:cubicBezTo>
                  <a:pt x="272927" y="14363"/>
                  <a:pt x="267158" y="8977"/>
                  <a:pt x="260669" y="8977"/>
                </a:cubicBezTo>
                <a:lnTo>
                  <a:pt x="42543" y="8977"/>
                </a:lnTo>
                <a:cubicBezTo>
                  <a:pt x="35693" y="8977"/>
                  <a:pt x="30285" y="14363"/>
                  <a:pt x="30285" y="21185"/>
                </a:cubicBezTo>
                <a:lnTo>
                  <a:pt x="30285" y="124959"/>
                </a:lnTo>
                <a:cubicBezTo>
                  <a:pt x="30285" y="131422"/>
                  <a:pt x="35693" y="136809"/>
                  <a:pt x="42543" y="136809"/>
                </a:cubicBezTo>
                <a:lnTo>
                  <a:pt x="82202" y="136809"/>
                </a:lnTo>
                <a:cubicBezTo>
                  <a:pt x="89053" y="136809"/>
                  <a:pt x="94461" y="131422"/>
                  <a:pt x="94461" y="124959"/>
                </a:cubicBezTo>
                <a:lnTo>
                  <a:pt x="94461" y="114546"/>
                </a:lnTo>
                <a:lnTo>
                  <a:pt x="59128" y="79356"/>
                </a:lnTo>
                <a:cubicBezTo>
                  <a:pt x="57325" y="77561"/>
                  <a:pt x="57325" y="74688"/>
                  <a:pt x="59128" y="72893"/>
                </a:cubicBezTo>
                <a:lnTo>
                  <a:pt x="95903" y="36626"/>
                </a:lnTo>
                <a:cubicBezTo>
                  <a:pt x="97705" y="34471"/>
                  <a:pt x="100590" y="34471"/>
                  <a:pt x="102392" y="36626"/>
                </a:cubicBezTo>
                <a:cubicBezTo>
                  <a:pt x="104195" y="38062"/>
                  <a:pt x="104195" y="40935"/>
                  <a:pt x="102392" y="42730"/>
                </a:cubicBezTo>
                <a:lnTo>
                  <a:pt x="68862" y="76125"/>
                </a:lnTo>
                <a:lnTo>
                  <a:pt x="102392" y="109519"/>
                </a:lnTo>
                <a:cubicBezTo>
                  <a:pt x="102753" y="109878"/>
                  <a:pt x="103113" y="110596"/>
                  <a:pt x="103113" y="110955"/>
                </a:cubicBezTo>
                <a:cubicBezTo>
                  <a:pt x="103474" y="111314"/>
                  <a:pt x="103474" y="112032"/>
                  <a:pt x="103474" y="112750"/>
                </a:cubicBezTo>
                <a:lnTo>
                  <a:pt x="103474" y="124959"/>
                </a:lnTo>
                <a:cubicBezTo>
                  <a:pt x="103474" y="136450"/>
                  <a:pt x="94100" y="146145"/>
                  <a:pt x="82202" y="146145"/>
                </a:cubicBezTo>
                <a:lnTo>
                  <a:pt x="42543" y="146145"/>
                </a:lnTo>
                <a:cubicBezTo>
                  <a:pt x="30645" y="146145"/>
                  <a:pt x="20911" y="136450"/>
                  <a:pt x="20911" y="124959"/>
                </a:cubicBezTo>
                <a:lnTo>
                  <a:pt x="20911" y="21185"/>
                </a:lnTo>
                <a:cubicBezTo>
                  <a:pt x="20911" y="9336"/>
                  <a:pt x="30645" y="0"/>
                  <a:pt x="425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98" name="Freeform 803">
            <a:extLst>
              <a:ext uri="{FF2B5EF4-FFF2-40B4-BE49-F238E27FC236}">
                <a16:creationId xmlns:a16="http://schemas.microsoft.com/office/drawing/2014/main" id="{837A3D93-7274-4F2A-A295-799234CA7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214" y="1993113"/>
            <a:ext cx="586166" cy="583096"/>
          </a:xfrm>
          <a:custGeom>
            <a:avLst/>
            <a:gdLst/>
            <a:ahLst/>
            <a:cxnLst/>
            <a:rect l="0" t="0" r="r" b="b"/>
            <a:pathLst>
              <a:path w="302853" h="301266">
                <a:moveTo>
                  <a:pt x="121502" y="269308"/>
                </a:moveTo>
                <a:lnTo>
                  <a:pt x="121502" y="291930"/>
                </a:lnTo>
                <a:lnTo>
                  <a:pt x="181351" y="291930"/>
                </a:lnTo>
                <a:lnTo>
                  <a:pt x="181351" y="269308"/>
                </a:lnTo>
                <a:lnTo>
                  <a:pt x="121502" y="269308"/>
                </a:lnTo>
                <a:close/>
                <a:moveTo>
                  <a:pt x="9374" y="232682"/>
                </a:moveTo>
                <a:lnTo>
                  <a:pt x="9374" y="250636"/>
                </a:lnTo>
                <a:cubicBezTo>
                  <a:pt x="9374" y="255663"/>
                  <a:pt x="13340" y="259972"/>
                  <a:pt x="18387" y="259972"/>
                </a:cubicBezTo>
                <a:lnTo>
                  <a:pt x="116815" y="259972"/>
                </a:lnTo>
                <a:lnTo>
                  <a:pt x="185677" y="259972"/>
                </a:lnTo>
                <a:lnTo>
                  <a:pt x="284465" y="259972"/>
                </a:lnTo>
                <a:cubicBezTo>
                  <a:pt x="289513" y="259972"/>
                  <a:pt x="293839" y="255663"/>
                  <a:pt x="293839" y="250636"/>
                </a:cubicBezTo>
                <a:lnTo>
                  <a:pt x="293839" y="232682"/>
                </a:lnTo>
                <a:lnTo>
                  <a:pt x="50475" y="232682"/>
                </a:lnTo>
                <a:lnTo>
                  <a:pt x="9374" y="232682"/>
                </a:lnTo>
                <a:close/>
                <a:moveTo>
                  <a:pt x="122185" y="134963"/>
                </a:moveTo>
                <a:cubicBezTo>
                  <a:pt x="110651" y="135098"/>
                  <a:pt x="101190" y="137348"/>
                  <a:pt x="96684" y="138608"/>
                </a:cubicBezTo>
                <a:lnTo>
                  <a:pt x="96684" y="191892"/>
                </a:lnTo>
                <a:lnTo>
                  <a:pt x="229684" y="191892"/>
                </a:lnTo>
                <a:cubicBezTo>
                  <a:pt x="223917" y="169570"/>
                  <a:pt x="214546" y="150849"/>
                  <a:pt x="202291" y="136448"/>
                </a:cubicBezTo>
                <a:cubicBezTo>
                  <a:pt x="184630" y="144369"/>
                  <a:pt x="163365" y="145089"/>
                  <a:pt x="162283" y="145089"/>
                </a:cubicBezTo>
                <a:cubicBezTo>
                  <a:pt x="161562" y="145089"/>
                  <a:pt x="160481" y="144369"/>
                  <a:pt x="160121" y="144009"/>
                </a:cubicBezTo>
                <a:cubicBezTo>
                  <a:pt x="147326" y="136808"/>
                  <a:pt x="133719" y="134828"/>
                  <a:pt x="122185" y="134963"/>
                </a:cubicBezTo>
                <a:close/>
                <a:moveTo>
                  <a:pt x="122410" y="101706"/>
                </a:moveTo>
                <a:cubicBezTo>
                  <a:pt x="110561" y="101706"/>
                  <a:pt x="101190" y="103326"/>
                  <a:pt x="96684" y="104406"/>
                </a:cubicBezTo>
                <a:lnTo>
                  <a:pt x="96684" y="129248"/>
                </a:lnTo>
                <a:cubicBezTo>
                  <a:pt x="107858" y="126008"/>
                  <a:pt x="133449" y="121687"/>
                  <a:pt x="157958" y="132848"/>
                </a:cubicBezTo>
                <a:cubicBezTo>
                  <a:pt x="158679" y="127808"/>
                  <a:pt x="159760" y="120247"/>
                  <a:pt x="161923" y="112327"/>
                </a:cubicBezTo>
                <a:cubicBezTo>
                  <a:pt x="162283" y="111247"/>
                  <a:pt x="162644" y="110167"/>
                  <a:pt x="163004" y="108727"/>
                </a:cubicBezTo>
                <a:cubicBezTo>
                  <a:pt x="148587" y="103326"/>
                  <a:pt x="134259" y="101706"/>
                  <a:pt x="122410" y="101706"/>
                </a:cubicBezTo>
                <a:close/>
                <a:moveTo>
                  <a:pt x="196164" y="87485"/>
                </a:moveTo>
                <a:cubicBezTo>
                  <a:pt x="184270" y="87485"/>
                  <a:pt x="175619" y="96846"/>
                  <a:pt x="170573" y="114847"/>
                </a:cubicBezTo>
                <a:cubicBezTo>
                  <a:pt x="168411" y="122767"/>
                  <a:pt x="167690" y="130688"/>
                  <a:pt x="167329" y="135368"/>
                </a:cubicBezTo>
                <a:cubicBezTo>
                  <a:pt x="175259" y="135008"/>
                  <a:pt x="191478" y="132488"/>
                  <a:pt x="203012" y="125648"/>
                </a:cubicBezTo>
                <a:cubicBezTo>
                  <a:pt x="211302" y="120607"/>
                  <a:pt x="215267" y="113767"/>
                  <a:pt x="214907" y="105846"/>
                </a:cubicBezTo>
                <a:cubicBezTo>
                  <a:pt x="208058" y="102966"/>
                  <a:pt x="199768" y="94326"/>
                  <a:pt x="196885" y="87845"/>
                </a:cubicBezTo>
                <a:cubicBezTo>
                  <a:pt x="196525" y="87845"/>
                  <a:pt x="196164" y="87485"/>
                  <a:pt x="196164" y="87485"/>
                </a:cubicBezTo>
                <a:close/>
                <a:moveTo>
                  <a:pt x="9374" y="40935"/>
                </a:moveTo>
                <a:lnTo>
                  <a:pt x="9374" y="70020"/>
                </a:lnTo>
                <a:lnTo>
                  <a:pt x="31367" y="70020"/>
                </a:lnTo>
                <a:cubicBezTo>
                  <a:pt x="33891" y="70020"/>
                  <a:pt x="35693" y="72175"/>
                  <a:pt x="35693" y="74688"/>
                </a:cubicBezTo>
                <a:cubicBezTo>
                  <a:pt x="35693" y="77202"/>
                  <a:pt x="33891" y="79356"/>
                  <a:pt x="31367" y="79356"/>
                </a:cubicBezTo>
                <a:lnTo>
                  <a:pt x="9374" y="79356"/>
                </a:lnTo>
                <a:lnTo>
                  <a:pt x="9374" y="108441"/>
                </a:lnTo>
                <a:lnTo>
                  <a:pt x="31367" y="108441"/>
                </a:lnTo>
                <a:cubicBezTo>
                  <a:pt x="33891" y="108441"/>
                  <a:pt x="35693" y="110596"/>
                  <a:pt x="35693" y="113110"/>
                </a:cubicBezTo>
                <a:cubicBezTo>
                  <a:pt x="35693" y="115623"/>
                  <a:pt x="33891" y="117778"/>
                  <a:pt x="31367" y="117778"/>
                </a:cubicBezTo>
                <a:lnTo>
                  <a:pt x="9374" y="117778"/>
                </a:lnTo>
                <a:lnTo>
                  <a:pt x="9374" y="146863"/>
                </a:lnTo>
                <a:lnTo>
                  <a:pt x="31367" y="146863"/>
                </a:lnTo>
                <a:cubicBezTo>
                  <a:pt x="33891" y="146863"/>
                  <a:pt x="35693" y="149017"/>
                  <a:pt x="35693" y="151531"/>
                </a:cubicBezTo>
                <a:cubicBezTo>
                  <a:pt x="35693" y="154044"/>
                  <a:pt x="33891" y="156199"/>
                  <a:pt x="31367" y="156199"/>
                </a:cubicBezTo>
                <a:lnTo>
                  <a:pt x="9374" y="156199"/>
                </a:lnTo>
                <a:lnTo>
                  <a:pt x="9374" y="184925"/>
                </a:lnTo>
                <a:lnTo>
                  <a:pt x="31367" y="184925"/>
                </a:lnTo>
                <a:cubicBezTo>
                  <a:pt x="33891" y="184925"/>
                  <a:pt x="35693" y="187079"/>
                  <a:pt x="35693" y="189593"/>
                </a:cubicBezTo>
                <a:cubicBezTo>
                  <a:pt x="35693" y="192107"/>
                  <a:pt x="33891" y="194261"/>
                  <a:pt x="31367" y="194261"/>
                </a:cubicBezTo>
                <a:lnTo>
                  <a:pt x="9374" y="194261"/>
                </a:lnTo>
                <a:lnTo>
                  <a:pt x="9374" y="223346"/>
                </a:lnTo>
                <a:lnTo>
                  <a:pt x="46149" y="223346"/>
                </a:lnTo>
                <a:lnTo>
                  <a:pt x="46149" y="40935"/>
                </a:lnTo>
                <a:lnTo>
                  <a:pt x="9374" y="40935"/>
                </a:lnTo>
                <a:close/>
                <a:moveTo>
                  <a:pt x="293481" y="9361"/>
                </a:moveTo>
                <a:cubicBezTo>
                  <a:pt x="257438" y="15481"/>
                  <a:pt x="208779" y="79565"/>
                  <a:pt x="205175" y="84245"/>
                </a:cubicBezTo>
                <a:cubicBezTo>
                  <a:pt x="206256" y="87845"/>
                  <a:pt x="214907" y="96486"/>
                  <a:pt x="218511" y="97206"/>
                </a:cubicBezTo>
                <a:cubicBezTo>
                  <a:pt x="223197" y="93966"/>
                  <a:pt x="287354" y="45363"/>
                  <a:pt x="293481" y="9361"/>
                </a:cubicBezTo>
                <a:close/>
                <a:moveTo>
                  <a:pt x="298167" y="0"/>
                </a:moveTo>
                <a:cubicBezTo>
                  <a:pt x="299609" y="0"/>
                  <a:pt x="300690" y="360"/>
                  <a:pt x="301771" y="1080"/>
                </a:cubicBezTo>
                <a:cubicBezTo>
                  <a:pt x="302492" y="2160"/>
                  <a:pt x="302853" y="3240"/>
                  <a:pt x="302853" y="4680"/>
                </a:cubicBezTo>
                <a:cubicBezTo>
                  <a:pt x="302853" y="45003"/>
                  <a:pt x="231487" y="99006"/>
                  <a:pt x="224278" y="104406"/>
                </a:cubicBezTo>
                <a:cubicBezTo>
                  <a:pt x="224999" y="115567"/>
                  <a:pt x="220313" y="124928"/>
                  <a:pt x="210221" y="131768"/>
                </a:cubicBezTo>
                <a:cubicBezTo>
                  <a:pt x="223197" y="147609"/>
                  <a:pt x="232928" y="167770"/>
                  <a:pt x="239416" y="191892"/>
                </a:cubicBezTo>
                <a:lnTo>
                  <a:pt x="252392" y="191892"/>
                </a:lnTo>
                <a:lnTo>
                  <a:pt x="252392" y="96126"/>
                </a:lnTo>
                <a:cubicBezTo>
                  <a:pt x="252392" y="93606"/>
                  <a:pt x="254554" y="91446"/>
                  <a:pt x="257077" y="91446"/>
                </a:cubicBezTo>
                <a:cubicBezTo>
                  <a:pt x="259600" y="91446"/>
                  <a:pt x="261763" y="93606"/>
                  <a:pt x="261763" y="96126"/>
                </a:cubicBezTo>
                <a:lnTo>
                  <a:pt x="261763" y="196572"/>
                </a:lnTo>
                <a:cubicBezTo>
                  <a:pt x="261763" y="199092"/>
                  <a:pt x="259600" y="201252"/>
                  <a:pt x="257077" y="201252"/>
                </a:cubicBezTo>
                <a:lnTo>
                  <a:pt x="91999" y="201252"/>
                </a:lnTo>
                <a:cubicBezTo>
                  <a:pt x="89476" y="201252"/>
                  <a:pt x="87313" y="199092"/>
                  <a:pt x="87313" y="196572"/>
                </a:cubicBezTo>
                <a:lnTo>
                  <a:pt x="87313" y="68764"/>
                </a:lnTo>
                <a:cubicBezTo>
                  <a:pt x="87313" y="66244"/>
                  <a:pt x="89476" y="64084"/>
                  <a:pt x="91999" y="64084"/>
                </a:cubicBezTo>
                <a:lnTo>
                  <a:pt x="183909" y="64084"/>
                </a:lnTo>
                <a:cubicBezTo>
                  <a:pt x="186072" y="64084"/>
                  <a:pt x="188235" y="66244"/>
                  <a:pt x="188235" y="68764"/>
                </a:cubicBezTo>
                <a:cubicBezTo>
                  <a:pt x="188235" y="71284"/>
                  <a:pt x="186072" y="73084"/>
                  <a:pt x="183909" y="73084"/>
                </a:cubicBezTo>
                <a:lnTo>
                  <a:pt x="96684" y="73084"/>
                </a:lnTo>
                <a:lnTo>
                  <a:pt x="96684" y="95046"/>
                </a:lnTo>
                <a:cubicBezTo>
                  <a:pt x="108218" y="92526"/>
                  <a:pt x="137053" y="89285"/>
                  <a:pt x="166248" y="100446"/>
                </a:cubicBezTo>
                <a:cubicBezTo>
                  <a:pt x="173457" y="85325"/>
                  <a:pt x="184270" y="77405"/>
                  <a:pt x="198327" y="78485"/>
                </a:cubicBezTo>
                <a:cubicBezTo>
                  <a:pt x="204094" y="70924"/>
                  <a:pt x="257798" y="0"/>
                  <a:pt x="298167" y="0"/>
                </a:cubicBezTo>
                <a:close/>
                <a:moveTo>
                  <a:pt x="18387" y="0"/>
                </a:moveTo>
                <a:lnTo>
                  <a:pt x="247690" y="0"/>
                </a:lnTo>
                <a:cubicBezTo>
                  <a:pt x="250574" y="0"/>
                  <a:pt x="252377" y="2155"/>
                  <a:pt x="252377" y="4309"/>
                </a:cubicBezTo>
                <a:cubicBezTo>
                  <a:pt x="252377" y="6823"/>
                  <a:pt x="250574" y="8977"/>
                  <a:pt x="247690" y="8977"/>
                </a:cubicBezTo>
                <a:lnTo>
                  <a:pt x="18387" y="8977"/>
                </a:lnTo>
                <a:cubicBezTo>
                  <a:pt x="13340" y="8977"/>
                  <a:pt x="9374" y="13286"/>
                  <a:pt x="9374" y="17954"/>
                </a:cubicBezTo>
                <a:lnTo>
                  <a:pt x="9374" y="31958"/>
                </a:lnTo>
                <a:lnTo>
                  <a:pt x="50475" y="31958"/>
                </a:lnTo>
                <a:lnTo>
                  <a:pt x="212718" y="31958"/>
                </a:lnTo>
                <a:cubicBezTo>
                  <a:pt x="215242" y="31958"/>
                  <a:pt x="217405" y="33753"/>
                  <a:pt x="217405" y="36626"/>
                </a:cubicBezTo>
                <a:cubicBezTo>
                  <a:pt x="217405" y="38780"/>
                  <a:pt x="215242" y="40935"/>
                  <a:pt x="212718" y="40935"/>
                </a:cubicBezTo>
                <a:lnTo>
                  <a:pt x="55162" y="40935"/>
                </a:lnTo>
                <a:lnTo>
                  <a:pt x="55162" y="223346"/>
                </a:lnTo>
                <a:lnTo>
                  <a:pt x="293839" y="223346"/>
                </a:lnTo>
                <a:lnTo>
                  <a:pt x="293839" y="54939"/>
                </a:lnTo>
                <a:cubicBezTo>
                  <a:pt x="293839" y="52066"/>
                  <a:pt x="295642" y="50271"/>
                  <a:pt x="298165" y="50271"/>
                </a:cubicBezTo>
                <a:cubicBezTo>
                  <a:pt x="300689" y="50271"/>
                  <a:pt x="302852" y="52066"/>
                  <a:pt x="302852" y="54939"/>
                </a:cubicBezTo>
                <a:lnTo>
                  <a:pt x="302852" y="228014"/>
                </a:lnTo>
                <a:lnTo>
                  <a:pt x="302852" y="250636"/>
                </a:lnTo>
                <a:cubicBezTo>
                  <a:pt x="302852" y="261049"/>
                  <a:pt x="294560" y="269308"/>
                  <a:pt x="284465" y="269308"/>
                </a:cubicBezTo>
                <a:lnTo>
                  <a:pt x="190364" y="269308"/>
                </a:lnTo>
                <a:lnTo>
                  <a:pt x="190364" y="291930"/>
                </a:lnTo>
                <a:lnTo>
                  <a:pt x="220289" y="291930"/>
                </a:lnTo>
                <a:cubicBezTo>
                  <a:pt x="222813" y="291930"/>
                  <a:pt x="224976" y="294085"/>
                  <a:pt x="224976" y="296598"/>
                </a:cubicBezTo>
                <a:cubicBezTo>
                  <a:pt x="224976" y="299112"/>
                  <a:pt x="222813" y="301266"/>
                  <a:pt x="220289" y="301266"/>
                </a:cubicBezTo>
                <a:lnTo>
                  <a:pt x="185677" y="301266"/>
                </a:lnTo>
                <a:lnTo>
                  <a:pt x="116815" y="301266"/>
                </a:lnTo>
                <a:lnTo>
                  <a:pt x="82563" y="301266"/>
                </a:lnTo>
                <a:cubicBezTo>
                  <a:pt x="80040" y="301266"/>
                  <a:pt x="77876" y="299112"/>
                  <a:pt x="77876" y="296598"/>
                </a:cubicBezTo>
                <a:cubicBezTo>
                  <a:pt x="77876" y="294085"/>
                  <a:pt x="80040" y="291930"/>
                  <a:pt x="82563" y="291930"/>
                </a:cubicBezTo>
                <a:lnTo>
                  <a:pt x="112488" y="291930"/>
                </a:lnTo>
                <a:lnTo>
                  <a:pt x="112488" y="269308"/>
                </a:lnTo>
                <a:lnTo>
                  <a:pt x="18387" y="269308"/>
                </a:lnTo>
                <a:cubicBezTo>
                  <a:pt x="8292" y="269308"/>
                  <a:pt x="0" y="261049"/>
                  <a:pt x="0" y="250636"/>
                </a:cubicBezTo>
                <a:lnTo>
                  <a:pt x="0" y="228014"/>
                </a:lnTo>
                <a:lnTo>
                  <a:pt x="0" y="36626"/>
                </a:lnTo>
                <a:lnTo>
                  <a:pt x="0" y="17954"/>
                </a:lnTo>
                <a:cubicBezTo>
                  <a:pt x="0" y="8259"/>
                  <a:pt x="8292" y="0"/>
                  <a:pt x="18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00" name="Freeform 807">
            <a:extLst>
              <a:ext uri="{FF2B5EF4-FFF2-40B4-BE49-F238E27FC236}">
                <a16:creationId xmlns:a16="http://schemas.microsoft.com/office/drawing/2014/main" id="{2783CD94-8FE2-4658-BED5-EAABA1D95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169" y="5210613"/>
            <a:ext cx="586164" cy="586164"/>
          </a:xfrm>
          <a:custGeom>
            <a:avLst/>
            <a:gdLst/>
            <a:ahLst/>
            <a:cxnLst/>
            <a:rect l="0" t="0" r="r" b="b"/>
            <a:pathLst>
              <a:path w="302852" h="302852">
                <a:moveTo>
                  <a:pt x="107910" y="292100"/>
                </a:moveTo>
                <a:lnTo>
                  <a:pt x="171125" y="292100"/>
                </a:lnTo>
                <a:cubicBezTo>
                  <a:pt x="173669" y="292100"/>
                  <a:pt x="175848" y="294217"/>
                  <a:pt x="175848" y="296686"/>
                </a:cubicBezTo>
                <a:cubicBezTo>
                  <a:pt x="175848" y="299156"/>
                  <a:pt x="173669" y="301272"/>
                  <a:pt x="171125" y="301272"/>
                </a:cubicBezTo>
                <a:lnTo>
                  <a:pt x="107910" y="301272"/>
                </a:lnTo>
                <a:cubicBezTo>
                  <a:pt x="105367" y="301272"/>
                  <a:pt x="103187" y="299156"/>
                  <a:pt x="103187" y="296686"/>
                </a:cubicBezTo>
                <a:cubicBezTo>
                  <a:pt x="103187" y="294217"/>
                  <a:pt x="105367" y="292100"/>
                  <a:pt x="107910" y="292100"/>
                </a:cubicBezTo>
                <a:close/>
                <a:moveTo>
                  <a:pt x="221273" y="249110"/>
                </a:moveTo>
                <a:cubicBezTo>
                  <a:pt x="218709" y="249110"/>
                  <a:pt x="216144" y="249819"/>
                  <a:pt x="213946" y="251590"/>
                </a:cubicBezTo>
                <a:cubicBezTo>
                  <a:pt x="210283" y="255488"/>
                  <a:pt x="210283" y="261867"/>
                  <a:pt x="213946" y="265410"/>
                </a:cubicBezTo>
                <a:cubicBezTo>
                  <a:pt x="217976" y="269662"/>
                  <a:pt x="224570" y="269662"/>
                  <a:pt x="228600" y="265410"/>
                </a:cubicBezTo>
                <a:cubicBezTo>
                  <a:pt x="232263" y="261867"/>
                  <a:pt x="232263" y="255488"/>
                  <a:pt x="228600" y="251590"/>
                </a:cubicBezTo>
                <a:cubicBezTo>
                  <a:pt x="226768" y="249819"/>
                  <a:pt x="223837" y="249110"/>
                  <a:pt x="221273" y="249110"/>
                </a:cubicBezTo>
                <a:close/>
                <a:moveTo>
                  <a:pt x="221227" y="239986"/>
                </a:moveTo>
                <a:cubicBezTo>
                  <a:pt x="226219" y="239986"/>
                  <a:pt x="231164" y="241846"/>
                  <a:pt x="234828" y="245567"/>
                </a:cubicBezTo>
                <a:cubicBezTo>
                  <a:pt x="242521" y="252654"/>
                  <a:pt x="242521" y="264701"/>
                  <a:pt x="234828" y="272143"/>
                </a:cubicBezTo>
                <a:cubicBezTo>
                  <a:pt x="231164" y="275686"/>
                  <a:pt x="226402" y="277458"/>
                  <a:pt x="221273" y="277458"/>
                </a:cubicBezTo>
                <a:cubicBezTo>
                  <a:pt x="216144" y="277458"/>
                  <a:pt x="211382" y="275686"/>
                  <a:pt x="207352" y="272143"/>
                </a:cubicBezTo>
                <a:cubicBezTo>
                  <a:pt x="200025" y="264701"/>
                  <a:pt x="200025" y="252654"/>
                  <a:pt x="207352" y="245567"/>
                </a:cubicBezTo>
                <a:cubicBezTo>
                  <a:pt x="211199" y="241846"/>
                  <a:pt x="216236" y="239986"/>
                  <a:pt x="221227" y="239986"/>
                </a:cubicBezTo>
                <a:close/>
                <a:moveTo>
                  <a:pt x="98124" y="216900"/>
                </a:moveTo>
                <a:cubicBezTo>
                  <a:pt x="97763" y="216900"/>
                  <a:pt x="97402" y="216900"/>
                  <a:pt x="96679" y="217261"/>
                </a:cubicBezTo>
                <a:lnTo>
                  <a:pt x="52259" y="261681"/>
                </a:lnTo>
                <a:cubicBezTo>
                  <a:pt x="45398" y="268543"/>
                  <a:pt x="45398" y="279377"/>
                  <a:pt x="52259" y="286239"/>
                </a:cubicBezTo>
                <a:lnTo>
                  <a:pt x="54426" y="288406"/>
                </a:lnTo>
                <a:cubicBezTo>
                  <a:pt x="61288" y="295267"/>
                  <a:pt x="72122" y="295267"/>
                  <a:pt x="78984" y="288406"/>
                </a:cubicBezTo>
                <a:lnTo>
                  <a:pt x="123403" y="243986"/>
                </a:lnTo>
                <a:cubicBezTo>
                  <a:pt x="124126" y="242902"/>
                  <a:pt x="124126" y="241819"/>
                  <a:pt x="123403" y="240735"/>
                </a:cubicBezTo>
                <a:lnTo>
                  <a:pt x="99568" y="217261"/>
                </a:lnTo>
                <a:cubicBezTo>
                  <a:pt x="99207" y="216900"/>
                  <a:pt x="98485" y="216900"/>
                  <a:pt x="98124" y="216900"/>
                </a:cubicBezTo>
                <a:close/>
                <a:moveTo>
                  <a:pt x="236079" y="89418"/>
                </a:moveTo>
                <a:lnTo>
                  <a:pt x="221633" y="108920"/>
                </a:lnTo>
                <a:lnTo>
                  <a:pt x="231745" y="119032"/>
                </a:lnTo>
                <a:lnTo>
                  <a:pt x="251247" y="104947"/>
                </a:lnTo>
                <a:lnTo>
                  <a:pt x="236079" y="89418"/>
                </a:lnTo>
                <a:close/>
                <a:moveTo>
                  <a:pt x="76456" y="86890"/>
                </a:moveTo>
                <a:lnTo>
                  <a:pt x="98846" y="109281"/>
                </a:lnTo>
                <a:cubicBezTo>
                  <a:pt x="99929" y="110364"/>
                  <a:pt x="100291" y="112170"/>
                  <a:pt x="100291" y="113615"/>
                </a:cubicBezTo>
                <a:cubicBezTo>
                  <a:pt x="96679" y="126616"/>
                  <a:pt x="86929" y="136727"/>
                  <a:pt x="73928" y="139616"/>
                </a:cubicBezTo>
                <a:cubicBezTo>
                  <a:pt x="72483" y="140339"/>
                  <a:pt x="71038" y="139616"/>
                  <a:pt x="69594" y="138533"/>
                </a:cubicBezTo>
                <a:lnTo>
                  <a:pt x="47203" y="116143"/>
                </a:lnTo>
                <a:cubicBezTo>
                  <a:pt x="46481" y="125893"/>
                  <a:pt x="49731" y="136005"/>
                  <a:pt x="56593" y="142867"/>
                </a:cubicBezTo>
                <a:cubicBezTo>
                  <a:pt x="64899" y="151173"/>
                  <a:pt x="76456" y="154423"/>
                  <a:pt x="88012" y="151534"/>
                </a:cubicBezTo>
                <a:cubicBezTo>
                  <a:pt x="88373" y="151534"/>
                  <a:pt x="88373" y="151534"/>
                  <a:pt x="88734" y="151534"/>
                </a:cubicBezTo>
                <a:cubicBezTo>
                  <a:pt x="90179" y="151534"/>
                  <a:pt x="91262" y="152256"/>
                  <a:pt x="91984" y="152979"/>
                </a:cubicBezTo>
                <a:lnTo>
                  <a:pt x="187686" y="248680"/>
                </a:lnTo>
                <a:cubicBezTo>
                  <a:pt x="188769" y="249764"/>
                  <a:pt x="189130" y="251208"/>
                  <a:pt x="189130" y="252653"/>
                </a:cubicBezTo>
                <a:cubicBezTo>
                  <a:pt x="186241" y="263848"/>
                  <a:pt x="189492" y="275766"/>
                  <a:pt x="197798" y="284072"/>
                </a:cubicBezTo>
                <a:cubicBezTo>
                  <a:pt x="203938" y="290211"/>
                  <a:pt x="212244" y="293462"/>
                  <a:pt x="220911" y="293462"/>
                </a:cubicBezTo>
                <a:cubicBezTo>
                  <a:pt x="229939" y="293462"/>
                  <a:pt x="237884" y="290211"/>
                  <a:pt x="244024" y="284072"/>
                </a:cubicBezTo>
                <a:cubicBezTo>
                  <a:pt x="250524" y="277571"/>
                  <a:pt x="253775" y="269265"/>
                  <a:pt x="253775" y="260598"/>
                </a:cubicBezTo>
                <a:cubicBezTo>
                  <a:pt x="253775" y="251570"/>
                  <a:pt x="250524" y="243625"/>
                  <a:pt x="244024" y="237124"/>
                </a:cubicBezTo>
                <a:cubicBezTo>
                  <a:pt x="236079" y="229179"/>
                  <a:pt x="224522" y="225928"/>
                  <a:pt x="213327" y="228817"/>
                </a:cubicBezTo>
                <a:cubicBezTo>
                  <a:pt x="211521" y="229179"/>
                  <a:pt x="210077" y="228817"/>
                  <a:pt x="208632" y="227373"/>
                </a:cubicBezTo>
                <a:lnTo>
                  <a:pt x="113292" y="131671"/>
                </a:lnTo>
                <a:cubicBezTo>
                  <a:pt x="112208" y="130588"/>
                  <a:pt x="111486" y="129144"/>
                  <a:pt x="112208" y="127338"/>
                </a:cubicBezTo>
                <a:cubicBezTo>
                  <a:pt x="114736" y="116143"/>
                  <a:pt x="111486" y="104586"/>
                  <a:pt x="103180" y="96641"/>
                </a:cubicBezTo>
                <a:cubicBezTo>
                  <a:pt x="96318" y="89418"/>
                  <a:pt x="86567" y="85807"/>
                  <a:pt x="76456" y="86890"/>
                </a:cubicBezTo>
                <a:close/>
                <a:moveTo>
                  <a:pt x="234634" y="77501"/>
                </a:moveTo>
                <a:cubicBezTo>
                  <a:pt x="236079" y="77501"/>
                  <a:pt x="237523" y="77862"/>
                  <a:pt x="238246" y="78945"/>
                </a:cubicBezTo>
                <a:lnTo>
                  <a:pt x="250163" y="90502"/>
                </a:lnTo>
                <a:lnTo>
                  <a:pt x="261720" y="102058"/>
                </a:lnTo>
                <a:cubicBezTo>
                  <a:pt x="262803" y="103142"/>
                  <a:pt x="263164" y="104225"/>
                  <a:pt x="263164" y="105670"/>
                </a:cubicBezTo>
                <a:cubicBezTo>
                  <a:pt x="262803" y="107114"/>
                  <a:pt x="262081" y="108559"/>
                  <a:pt x="260997" y="109281"/>
                </a:cubicBezTo>
                <a:lnTo>
                  <a:pt x="233912" y="128782"/>
                </a:lnTo>
                <a:cubicBezTo>
                  <a:pt x="232829" y="129505"/>
                  <a:pt x="232106" y="129505"/>
                  <a:pt x="231023" y="129505"/>
                </a:cubicBezTo>
                <a:cubicBezTo>
                  <a:pt x="229939" y="129505"/>
                  <a:pt x="228856" y="129144"/>
                  <a:pt x="227773" y="128421"/>
                </a:cubicBezTo>
                <a:lnTo>
                  <a:pt x="223439" y="123726"/>
                </a:lnTo>
                <a:lnTo>
                  <a:pt x="170712" y="176453"/>
                </a:lnTo>
                <a:lnTo>
                  <a:pt x="213688" y="219067"/>
                </a:lnTo>
                <a:cubicBezTo>
                  <a:pt x="227050" y="216900"/>
                  <a:pt x="241135" y="220872"/>
                  <a:pt x="250885" y="230623"/>
                </a:cubicBezTo>
                <a:cubicBezTo>
                  <a:pt x="258830" y="238930"/>
                  <a:pt x="263164" y="249403"/>
                  <a:pt x="263164" y="260598"/>
                </a:cubicBezTo>
                <a:cubicBezTo>
                  <a:pt x="263164" y="271793"/>
                  <a:pt x="258830" y="282627"/>
                  <a:pt x="250885" y="290211"/>
                </a:cubicBezTo>
                <a:cubicBezTo>
                  <a:pt x="242579" y="298517"/>
                  <a:pt x="232467" y="302851"/>
                  <a:pt x="220911" y="302851"/>
                </a:cubicBezTo>
                <a:cubicBezTo>
                  <a:pt x="209716" y="302851"/>
                  <a:pt x="198881" y="298517"/>
                  <a:pt x="191297" y="290211"/>
                </a:cubicBezTo>
                <a:cubicBezTo>
                  <a:pt x="181547" y="280461"/>
                  <a:pt x="176852" y="266737"/>
                  <a:pt x="179380" y="253375"/>
                </a:cubicBezTo>
                <a:lnTo>
                  <a:pt x="136766" y="210399"/>
                </a:lnTo>
                <a:lnTo>
                  <a:pt x="121237" y="225928"/>
                </a:lnTo>
                <a:lnTo>
                  <a:pt x="129904" y="234596"/>
                </a:lnTo>
                <a:cubicBezTo>
                  <a:pt x="134238" y="238930"/>
                  <a:pt x="134238" y="246153"/>
                  <a:pt x="129904" y="250486"/>
                </a:cubicBezTo>
                <a:lnTo>
                  <a:pt x="85123" y="294906"/>
                </a:lnTo>
                <a:cubicBezTo>
                  <a:pt x="80067" y="299962"/>
                  <a:pt x="73566" y="302490"/>
                  <a:pt x="66705" y="302490"/>
                </a:cubicBezTo>
                <a:cubicBezTo>
                  <a:pt x="59843" y="302490"/>
                  <a:pt x="53343" y="299962"/>
                  <a:pt x="47926" y="294906"/>
                </a:cubicBezTo>
                <a:lnTo>
                  <a:pt x="45759" y="292739"/>
                </a:lnTo>
                <a:cubicBezTo>
                  <a:pt x="35647" y="282266"/>
                  <a:pt x="35647" y="265654"/>
                  <a:pt x="45759" y="255181"/>
                </a:cubicBezTo>
                <a:lnTo>
                  <a:pt x="90179" y="210761"/>
                </a:lnTo>
                <a:cubicBezTo>
                  <a:pt x="94512" y="206427"/>
                  <a:pt x="101735" y="206427"/>
                  <a:pt x="106069" y="210761"/>
                </a:cubicBezTo>
                <a:lnTo>
                  <a:pt x="114736" y="219428"/>
                </a:lnTo>
                <a:lnTo>
                  <a:pt x="130265" y="203899"/>
                </a:lnTo>
                <a:lnTo>
                  <a:pt x="87290" y="161285"/>
                </a:lnTo>
                <a:cubicBezTo>
                  <a:pt x="73928" y="163813"/>
                  <a:pt x="60204" y="159479"/>
                  <a:pt x="50454" y="149367"/>
                </a:cubicBezTo>
                <a:cubicBezTo>
                  <a:pt x="38897" y="138172"/>
                  <a:pt x="34925" y="120837"/>
                  <a:pt x="40342" y="105670"/>
                </a:cubicBezTo>
                <a:cubicBezTo>
                  <a:pt x="41064" y="104225"/>
                  <a:pt x="42147" y="102780"/>
                  <a:pt x="43592" y="102419"/>
                </a:cubicBezTo>
                <a:cubicBezTo>
                  <a:pt x="45037" y="102058"/>
                  <a:pt x="46842" y="102419"/>
                  <a:pt x="47926" y="103864"/>
                </a:cubicBezTo>
                <a:lnTo>
                  <a:pt x="74289" y="129866"/>
                </a:lnTo>
                <a:cubicBezTo>
                  <a:pt x="81511" y="127338"/>
                  <a:pt x="87651" y="121560"/>
                  <a:pt x="90540" y="113976"/>
                </a:cubicBezTo>
                <a:lnTo>
                  <a:pt x="64177" y="87613"/>
                </a:lnTo>
                <a:cubicBezTo>
                  <a:pt x="63093" y="86529"/>
                  <a:pt x="62732" y="84724"/>
                  <a:pt x="62732" y="83279"/>
                </a:cubicBezTo>
                <a:cubicBezTo>
                  <a:pt x="63093" y="81834"/>
                  <a:pt x="64177" y="80390"/>
                  <a:pt x="65621" y="80029"/>
                </a:cubicBezTo>
                <a:cubicBezTo>
                  <a:pt x="81150" y="74612"/>
                  <a:pt x="98485" y="78584"/>
                  <a:pt x="110041" y="89780"/>
                </a:cubicBezTo>
                <a:cubicBezTo>
                  <a:pt x="119792" y="99530"/>
                  <a:pt x="123765" y="113253"/>
                  <a:pt x="121598" y="126977"/>
                </a:cubicBezTo>
                <a:lnTo>
                  <a:pt x="164212" y="169952"/>
                </a:lnTo>
                <a:lnTo>
                  <a:pt x="216939" y="117226"/>
                </a:lnTo>
                <a:lnTo>
                  <a:pt x="212244" y="112892"/>
                </a:lnTo>
                <a:cubicBezTo>
                  <a:pt x="210799" y="111087"/>
                  <a:pt x="210799" y="108920"/>
                  <a:pt x="211883" y="106753"/>
                </a:cubicBezTo>
                <a:lnTo>
                  <a:pt x="231745" y="79668"/>
                </a:lnTo>
                <a:cubicBezTo>
                  <a:pt x="232467" y="78584"/>
                  <a:pt x="233551" y="77862"/>
                  <a:pt x="234634" y="77501"/>
                </a:cubicBezTo>
                <a:close/>
                <a:moveTo>
                  <a:pt x="269753" y="23926"/>
                </a:moveTo>
                <a:cubicBezTo>
                  <a:pt x="271218" y="22225"/>
                  <a:pt x="274149" y="22225"/>
                  <a:pt x="275981" y="23926"/>
                </a:cubicBezTo>
                <a:cubicBezTo>
                  <a:pt x="277080" y="24606"/>
                  <a:pt x="277446" y="25967"/>
                  <a:pt x="277446" y="27327"/>
                </a:cubicBezTo>
                <a:cubicBezTo>
                  <a:pt x="277446" y="28008"/>
                  <a:pt x="277080" y="29369"/>
                  <a:pt x="275981" y="30049"/>
                </a:cubicBezTo>
                <a:cubicBezTo>
                  <a:pt x="275248" y="31069"/>
                  <a:pt x="274149" y="31410"/>
                  <a:pt x="273050" y="31410"/>
                </a:cubicBezTo>
                <a:cubicBezTo>
                  <a:pt x="271584" y="31410"/>
                  <a:pt x="270485" y="31069"/>
                  <a:pt x="269753" y="30049"/>
                </a:cubicBezTo>
                <a:cubicBezTo>
                  <a:pt x="268654" y="29369"/>
                  <a:pt x="268287" y="28008"/>
                  <a:pt x="268287" y="27327"/>
                </a:cubicBezTo>
                <a:cubicBezTo>
                  <a:pt x="268287" y="25967"/>
                  <a:pt x="268654" y="24606"/>
                  <a:pt x="269753" y="23926"/>
                </a:cubicBezTo>
                <a:close/>
                <a:moveTo>
                  <a:pt x="210961" y="23926"/>
                </a:moveTo>
                <a:cubicBezTo>
                  <a:pt x="212725" y="22225"/>
                  <a:pt x="215547" y="22225"/>
                  <a:pt x="217311" y="23926"/>
                </a:cubicBezTo>
                <a:cubicBezTo>
                  <a:pt x="218370" y="24606"/>
                  <a:pt x="218722" y="25967"/>
                  <a:pt x="218722" y="27327"/>
                </a:cubicBezTo>
                <a:cubicBezTo>
                  <a:pt x="218722" y="28008"/>
                  <a:pt x="218370" y="29369"/>
                  <a:pt x="217311" y="30049"/>
                </a:cubicBezTo>
                <a:cubicBezTo>
                  <a:pt x="216606" y="31069"/>
                  <a:pt x="215195" y="31410"/>
                  <a:pt x="214136" y="31410"/>
                </a:cubicBezTo>
                <a:cubicBezTo>
                  <a:pt x="212725" y="31410"/>
                  <a:pt x="211667" y="31069"/>
                  <a:pt x="210961" y="30049"/>
                </a:cubicBezTo>
                <a:cubicBezTo>
                  <a:pt x="210256" y="29369"/>
                  <a:pt x="209550" y="28008"/>
                  <a:pt x="209550" y="27327"/>
                </a:cubicBezTo>
                <a:cubicBezTo>
                  <a:pt x="209550" y="25967"/>
                  <a:pt x="210256" y="24606"/>
                  <a:pt x="210961" y="23926"/>
                </a:cubicBezTo>
                <a:close/>
                <a:moveTo>
                  <a:pt x="244298" y="22225"/>
                </a:moveTo>
                <a:cubicBezTo>
                  <a:pt x="246768" y="22225"/>
                  <a:pt x="248884" y="24341"/>
                  <a:pt x="248884" y="27164"/>
                </a:cubicBezTo>
                <a:cubicBezTo>
                  <a:pt x="248884" y="29280"/>
                  <a:pt x="246768" y="31397"/>
                  <a:pt x="244298" y="31397"/>
                </a:cubicBezTo>
                <a:cubicBezTo>
                  <a:pt x="241829" y="31397"/>
                  <a:pt x="239712" y="29280"/>
                  <a:pt x="239712" y="27164"/>
                </a:cubicBezTo>
                <a:cubicBezTo>
                  <a:pt x="239712" y="24341"/>
                  <a:pt x="241829" y="22225"/>
                  <a:pt x="244298" y="22225"/>
                </a:cubicBezTo>
                <a:close/>
                <a:moveTo>
                  <a:pt x="9374" y="9013"/>
                </a:moveTo>
                <a:lnTo>
                  <a:pt x="9374" y="45788"/>
                </a:lnTo>
                <a:lnTo>
                  <a:pt x="293478" y="45788"/>
                </a:lnTo>
                <a:lnTo>
                  <a:pt x="293478" y="9013"/>
                </a:lnTo>
                <a:lnTo>
                  <a:pt x="9374" y="9013"/>
                </a:lnTo>
                <a:close/>
                <a:moveTo>
                  <a:pt x="4687" y="0"/>
                </a:moveTo>
                <a:lnTo>
                  <a:pt x="298165" y="0"/>
                </a:lnTo>
                <a:cubicBezTo>
                  <a:pt x="300688" y="0"/>
                  <a:pt x="302852" y="1802"/>
                  <a:pt x="302852" y="4326"/>
                </a:cubicBezTo>
                <a:lnTo>
                  <a:pt x="302852" y="50475"/>
                </a:lnTo>
                <a:lnTo>
                  <a:pt x="302852" y="298165"/>
                </a:lnTo>
                <a:cubicBezTo>
                  <a:pt x="302852" y="300688"/>
                  <a:pt x="300688" y="302852"/>
                  <a:pt x="298165" y="302852"/>
                </a:cubicBezTo>
                <a:lnTo>
                  <a:pt x="272206" y="302852"/>
                </a:lnTo>
                <a:cubicBezTo>
                  <a:pt x="269682" y="302852"/>
                  <a:pt x="267519" y="300688"/>
                  <a:pt x="267519" y="298165"/>
                </a:cubicBezTo>
                <a:cubicBezTo>
                  <a:pt x="267519" y="295641"/>
                  <a:pt x="269682" y="293478"/>
                  <a:pt x="272206" y="293478"/>
                </a:cubicBezTo>
                <a:lnTo>
                  <a:pt x="293478" y="293478"/>
                </a:lnTo>
                <a:lnTo>
                  <a:pt x="293478" y="55162"/>
                </a:lnTo>
                <a:lnTo>
                  <a:pt x="9374" y="55162"/>
                </a:lnTo>
                <a:lnTo>
                  <a:pt x="9374" y="293478"/>
                </a:lnTo>
                <a:lnTo>
                  <a:pt x="25958" y="293478"/>
                </a:lnTo>
                <a:cubicBezTo>
                  <a:pt x="28482" y="293478"/>
                  <a:pt x="30645" y="295641"/>
                  <a:pt x="30645" y="298165"/>
                </a:cubicBezTo>
                <a:cubicBezTo>
                  <a:pt x="30645" y="300688"/>
                  <a:pt x="28482" y="302852"/>
                  <a:pt x="25958" y="302852"/>
                </a:cubicBezTo>
                <a:lnTo>
                  <a:pt x="4687" y="302852"/>
                </a:lnTo>
                <a:cubicBezTo>
                  <a:pt x="2163" y="302852"/>
                  <a:pt x="0" y="300688"/>
                  <a:pt x="0" y="298165"/>
                </a:cubicBezTo>
                <a:lnTo>
                  <a:pt x="0" y="50475"/>
                </a:lnTo>
                <a:lnTo>
                  <a:pt x="0" y="4326"/>
                </a:lnTo>
                <a:cubicBezTo>
                  <a:pt x="0" y="1802"/>
                  <a:pt x="2163" y="0"/>
                  <a:pt x="46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02" name="Freeform 805">
            <a:extLst>
              <a:ext uri="{FF2B5EF4-FFF2-40B4-BE49-F238E27FC236}">
                <a16:creationId xmlns:a16="http://schemas.microsoft.com/office/drawing/2014/main" id="{6F4AE1B2-E50F-4FAA-A0CA-F32224888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963" y="4052221"/>
            <a:ext cx="583096" cy="586164"/>
          </a:xfrm>
          <a:custGeom>
            <a:avLst/>
            <a:gdLst/>
            <a:ahLst/>
            <a:cxnLst/>
            <a:rect l="0" t="0" r="r" b="b"/>
            <a:pathLst>
              <a:path w="301751" h="303627">
                <a:moveTo>
                  <a:pt x="163215" y="51423"/>
                </a:moveTo>
                <a:cubicBezTo>
                  <a:pt x="165014" y="49987"/>
                  <a:pt x="167893" y="49987"/>
                  <a:pt x="169332" y="52141"/>
                </a:cubicBezTo>
                <a:cubicBezTo>
                  <a:pt x="171131" y="53936"/>
                  <a:pt x="170771" y="57166"/>
                  <a:pt x="168612" y="58602"/>
                </a:cubicBezTo>
                <a:cubicBezTo>
                  <a:pt x="150261" y="72960"/>
                  <a:pt x="139825" y="94856"/>
                  <a:pt x="139825" y="118187"/>
                </a:cubicBezTo>
                <a:cubicBezTo>
                  <a:pt x="139825" y="131109"/>
                  <a:pt x="143064" y="144031"/>
                  <a:pt x="149181" y="155159"/>
                </a:cubicBezTo>
                <a:cubicBezTo>
                  <a:pt x="149541" y="155517"/>
                  <a:pt x="149541" y="155876"/>
                  <a:pt x="149541" y="155876"/>
                </a:cubicBezTo>
                <a:cubicBezTo>
                  <a:pt x="149541" y="156235"/>
                  <a:pt x="149541" y="156594"/>
                  <a:pt x="149901" y="156594"/>
                </a:cubicBezTo>
                <a:cubicBezTo>
                  <a:pt x="149901" y="156953"/>
                  <a:pt x="149901" y="157312"/>
                  <a:pt x="149901" y="157671"/>
                </a:cubicBezTo>
                <a:cubicBezTo>
                  <a:pt x="149901" y="158030"/>
                  <a:pt x="149901" y="158030"/>
                  <a:pt x="149541" y="158748"/>
                </a:cubicBezTo>
                <a:lnTo>
                  <a:pt x="149541" y="159466"/>
                </a:lnTo>
                <a:cubicBezTo>
                  <a:pt x="149181" y="159825"/>
                  <a:pt x="149181" y="159825"/>
                  <a:pt x="149181" y="160184"/>
                </a:cubicBezTo>
                <a:lnTo>
                  <a:pt x="126871" y="194643"/>
                </a:lnTo>
                <a:lnTo>
                  <a:pt x="216471" y="194643"/>
                </a:lnTo>
                <a:cubicBezTo>
                  <a:pt x="258571" y="194643"/>
                  <a:pt x="292756" y="160184"/>
                  <a:pt x="292756" y="118187"/>
                </a:cubicBezTo>
                <a:cubicBezTo>
                  <a:pt x="292756" y="94856"/>
                  <a:pt x="282320" y="72960"/>
                  <a:pt x="263969" y="58602"/>
                </a:cubicBezTo>
                <a:cubicBezTo>
                  <a:pt x="261810" y="57166"/>
                  <a:pt x="261450" y="53936"/>
                  <a:pt x="263249" y="52141"/>
                </a:cubicBezTo>
                <a:cubicBezTo>
                  <a:pt x="264688" y="49987"/>
                  <a:pt x="267567" y="49987"/>
                  <a:pt x="269366" y="51423"/>
                </a:cubicBezTo>
                <a:cubicBezTo>
                  <a:pt x="290237" y="67935"/>
                  <a:pt x="301751" y="91984"/>
                  <a:pt x="301751" y="118187"/>
                </a:cubicBezTo>
                <a:cubicBezTo>
                  <a:pt x="301751" y="165209"/>
                  <a:pt x="263609" y="203616"/>
                  <a:pt x="216471" y="203616"/>
                </a:cubicBezTo>
                <a:lnTo>
                  <a:pt x="118235" y="203616"/>
                </a:lnTo>
                <a:cubicBezTo>
                  <a:pt x="116436" y="203616"/>
                  <a:pt x="114997" y="202898"/>
                  <a:pt x="114277" y="201463"/>
                </a:cubicBezTo>
                <a:cubicBezTo>
                  <a:pt x="113198" y="200027"/>
                  <a:pt x="113558" y="197873"/>
                  <a:pt x="114637" y="196796"/>
                </a:cubicBezTo>
                <a:lnTo>
                  <a:pt x="140185" y="157312"/>
                </a:lnTo>
                <a:cubicBezTo>
                  <a:pt x="134068" y="145467"/>
                  <a:pt x="130830" y="131827"/>
                  <a:pt x="130830" y="118187"/>
                </a:cubicBezTo>
                <a:cubicBezTo>
                  <a:pt x="130830" y="91984"/>
                  <a:pt x="142344" y="67935"/>
                  <a:pt x="163215" y="51423"/>
                </a:cubicBezTo>
                <a:close/>
                <a:moveTo>
                  <a:pt x="200511" y="47609"/>
                </a:moveTo>
                <a:lnTo>
                  <a:pt x="188682" y="70736"/>
                </a:lnTo>
                <a:cubicBezTo>
                  <a:pt x="189399" y="70736"/>
                  <a:pt x="190116" y="71097"/>
                  <a:pt x="190833" y="71459"/>
                </a:cubicBezTo>
                <a:cubicBezTo>
                  <a:pt x="191908" y="71820"/>
                  <a:pt x="192983" y="72182"/>
                  <a:pt x="194059" y="72543"/>
                </a:cubicBezTo>
                <a:cubicBezTo>
                  <a:pt x="195493" y="73266"/>
                  <a:pt x="196926" y="73627"/>
                  <a:pt x="198719" y="73988"/>
                </a:cubicBezTo>
                <a:cubicBezTo>
                  <a:pt x="199436" y="74350"/>
                  <a:pt x="200511" y="74711"/>
                  <a:pt x="201587" y="74711"/>
                </a:cubicBezTo>
                <a:cubicBezTo>
                  <a:pt x="203379" y="75434"/>
                  <a:pt x="205171" y="75434"/>
                  <a:pt x="206605" y="75795"/>
                </a:cubicBezTo>
                <a:cubicBezTo>
                  <a:pt x="207680" y="75795"/>
                  <a:pt x="208397" y="76156"/>
                  <a:pt x="209114" y="76156"/>
                </a:cubicBezTo>
                <a:cubicBezTo>
                  <a:pt x="211624" y="76518"/>
                  <a:pt x="214491" y="76518"/>
                  <a:pt x="216642" y="76518"/>
                </a:cubicBezTo>
                <a:cubicBezTo>
                  <a:pt x="217001" y="76518"/>
                  <a:pt x="217001" y="76518"/>
                  <a:pt x="217001" y="76518"/>
                </a:cubicBezTo>
                <a:cubicBezTo>
                  <a:pt x="219510" y="76518"/>
                  <a:pt x="222019" y="76518"/>
                  <a:pt x="224528" y="76156"/>
                </a:cubicBezTo>
                <a:cubicBezTo>
                  <a:pt x="225245" y="76156"/>
                  <a:pt x="225962" y="75795"/>
                  <a:pt x="227038" y="75795"/>
                </a:cubicBezTo>
                <a:cubicBezTo>
                  <a:pt x="228830" y="75434"/>
                  <a:pt x="230264" y="75434"/>
                  <a:pt x="232056" y="74711"/>
                </a:cubicBezTo>
                <a:cubicBezTo>
                  <a:pt x="233131" y="74711"/>
                  <a:pt x="234207" y="74350"/>
                  <a:pt x="234924" y="73988"/>
                </a:cubicBezTo>
                <a:cubicBezTo>
                  <a:pt x="236716" y="73627"/>
                  <a:pt x="238150" y="73266"/>
                  <a:pt x="239584" y="72543"/>
                </a:cubicBezTo>
                <a:cubicBezTo>
                  <a:pt x="240659" y="72182"/>
                  <a:pt x="241735" y="71820"/>
                  <a:pt x="242810" y="71459"/>
                </a:cubicBezTo>
                <a:cubicBezTo>
                  <a:pt x="243527" y="71097"/>
                  <a:pt x="243885" y="70736"/>
                  <a:pt x="244961" y="70736"/>
                </a:cubicBezTo>
                <a:lnTo>
                  <a:pt x="233131" y="47609"/>
                </a:lnTo>
                <a:cubicBezTo>
                  <a:pt x="228113" y="49416"/>
                  <a:pt x="222377" y="50861"/>
                  <a:pt x="217001" y="50861"/>
                </a:cubicBezTo>
                <a:cubicBezTo>
                  <a:pt x="211265" y="50861"/>
                  <a:pt x="205530" y="49416"/>
                  <a:pt x="200511" y="47609"/>
                </a:cubicBezTo>
                <a:close/>
                <a:moveTo>
                  <a:pt x="217001" y="14726"/>
                </a:moveTo>
                <a:lnTo>
                  <a:pt x="204454" y="39298"/>
                </a:lnTo>
                <a:cubicBezTo>
                  <a:pt x="212340" y="42189"/>
                  <a:pt x="221302" y="42189"/>
                  <a:pt x="229188" y="39298"/>
                </a:cubicBezTo>
                <a:lnTo>
                  <a:pt x="217001" y="14726"/>
                </a:lnTo>
                <a:close/>
                <a:moveTo>
                  <a:pt x="212699" y="2439"/>
                </a:moveTo>
                <a:cubicBezTo>
                  <a:pt x="214491" y="-813"/>
                  <a:pt x="219510" y="-813"/>
                  <a:pt x="220944" y="2439"/>
                </a:cubicBezTo>
                <a:lnTo>
                  <a:pt x="254998" y="70736"/>
                </a:lnTo>
                <a:cubicBezTo>
                  <a:pt x="255356" y="71097"/>
                  <a:pt x="255715" y="71820"/>
                  <a:pt x="255715" y="72182"/>
                </a:cubicBezTo>
                <a:lnTo>
                  <a:pt x="255715" y="72543"/>
                </a:lnTo>
                <a:cubicBezTo>
                  <a:pt x="255715" y="72904"/>
                  <a:pt x="255715" y="72904"/>
                  <a:pt x="255715" y="72904"/>
                </a:cubicBezTo>
                <a:lnTo>
                  <a:pt x="255715" y="168303"/>
                </a:lnTo>
                <a:cubicBezTo>
                  <a:pt x="255715" y="171194"/>
                  <a:pt x="253564" y="173000"/>
                  <a:pt x="251055" y="173000"/>
                </a:cubicBezTo>
                <a:cubicBezTo>
                  <a:pt x="248545" y="173000"/>
                  <a:pt x="246395" y="171194"/>
                  <a:pt x="246395" y="168303"/>
                </a:cubicBezTo>
                <a:lnTo>
                  <a:pt x="246395" y="80131"/>
                </a:lnTo>
                <a:cubicBezTo>
                  <a:pt x="246395" y="80131"/>
                  <a:pt x="246036" y="80131"/>
                  <a:pt x="245678" y="80131"/>
                </a:cubicBezTo>
                <a:cubicBezTo>
                  <a:pt x="243527" y="80854"/>
                  <a:pt x="241376" y="81577"/>
                  <a:pt x="239225" y="82661"/>
                </a:cubicBezTo>
                <a:cubicBezTo>
                  <a:pt x="239225" y="82661"/>
                  <a:pt x="238867" y="82661"/>
                  <a:pt x="238508" y="82661"/>
                </a:cubicBezTo>
                <a:cubicBezTo>
                  <a:pt x="236716" y="83022"/>
                  <a:pt x="234565" y="83745"/>
                  <a:pt x="232773" y="84106"/>
                </a:cubicBezTo>
                <a:cubicBezTo>
                  <a:pt x="232056" y="84106"/>
                  <a:pt x="231698" y="84106"/>
                  <a:pt x="231339" y="84468"/>
                </a:cubicBezTo>
                <a:cubicBezTo>
                  <a:pt x="229188" y="84829"/>
                  <a:pt x="227038" y="85190"/>
                  <a:pt x="224887" y="85190"/>
                </a:cubicBezTo>
                <a:cubicBezTo>
                  <a:pt x="224528" y="85552"/>
                  <a:pt x="224170" y="85552"/>
                  <a:pt x="223453" y="85552"/>
                </a:cubicBezTo>
                <a:cubicBezTo>
                  <a:pt x="222736" y="85552"/>
                  <a:pt x="222019" y="85552"/>
                  <a:pt x="221661" y="85552"/>
                </a:cubicBezTo>
                <a:lnTo>
                  <a:pt x="221661" y="180228"/>
                </a:lnTo>
                <a:cubicBezTo>
                  <a:pt x="221661" y="182757"/>
                  <a:pt x="219510" y="184564"/>
                  <a:pt x="217001" y="184564"/>
                </a:cubicBezTo>
                <a:cubicBezTo>
                  <a:pt x="214491" y="184564"/>
                  <a:pt x="212340" y="182757"/>
                  <a:pt x="212340" y="180228"/>
                </a:cubicBezTo>
                <a:lnTo>
                  <a:pt x="212340" y="85552"/>
                </a:lnTo>
                <a:cubicBezTo>
                  <a:pt x="211624" y="85552"/>
                  <a:pt x="210907" y="85552"/>
                  <a:pt x="210190" y="85552"/>
                </a:cubicBezTo>
                <a:cubicBezTo>
                  <a:pt x="209831" y="85552"/>
                  <a:pt x="209114" y="85552"/>
                  <a:pt x="208756" y="85190"/>
                </a:cubicBezTo>
                <a:cubicBezTo>
                  <a:pt x="206605" y="85190"/>
                  <a:pt x="204454" y="84829"/>
                  <a:pt x="202303" y="84468"/>
                </a:cubicBezTo>
                <a:cubicBezTo>
                  <a:pt x="201945" y="84106"/>
                  <a:pt x="201587" y="84106"/>
                  <a:pt x="200870" y="84106"/>
                </a:cubicBezTo>
                <a:cubicBezTo>
                  <a:pt x="199077" y="83745"/>
                  <a:pt x="196926" y="83022"/>
                  <a:pt x="195134" y="82661"/>
                </a:cubicBezTo>
                <a:cubicBezTo>
                  <a:pt x="194776" y="82661"/>
                  <a:pt x="194417" y="82661"/>
                  <a:pt x="194417" y="82661"/>
                </a:cubicBezTo>
                <a:cubicBezTo>
                  <a:pt x="192266" y="81577"/>
                  <a:pt x="190116" y="80854"/>
                  <a:pt x="187965" y="80131"/>
                </a:cubicBezTo>
                <a:cubicBezTo>
                  <a:pt x="187606" y="80131"/>
                  <a:pt x="187248" y="80131"/>
                  <a:pt x="187248" y="80131"/>
                </a:cubicBezTo>
                <a:lnTo>
                  <a:pt x="187248" y="180228"/>
                </a:lnTo>
                <a:cubicBezTo>
                  <a:pt x="187248" y="182757"/>
                  <a:pt x="185097" y="184564"/>
                  <a:pt x="182588" y="184564"/>
                </a:cubicBezTo>
                <a:cubicBezTo>
                  <a:pt x="180079" y="184564"/>
                  <a:pt x="178286" y="182757"/>
                  <a:pt x="178286" y="180228"/>
                </a:cubicBezTo>
                <a:lnTo>
                  <a:pt x="178286" y="72904"/>
                </a:lnTo>
                <a:cubicBezTo>
                  <a:pt x="178286" y="72904"/>
                  <a:pt x="178286" y="72904"/>
                  <a:pt x="178286" y="72543"/>
                </a:cubicBezTo>
                <a:lnTo>
                  <a:pt x="178286" y="72182"/>
                </a:lnTo>
                <a:cubicBezTo>
                  <a:pt x="178286" y="71820"/>
                  <a:pt x="178286" y="71097"/>
                  <a:pt x="178645" y="70736"/>
                </a:cubicBezTo>
                <a:lnTo>
                  <a:pt x="212699" y="2439"/>
                </a:lnTo>
                <a:close/>
                <a:moveTo>
                  <a:pt x="135717" y="775"/>
                </a:moveTo>
                <a:cubicBezTo>
                  <a:pt x="137878" y="775"/>
                  <a:pt x="139678" y="775"/>
                  <a:pt x="140758" y="775"/>
                </a:cubicBezTo>
                <a:cubicBezTo>
                  <a:pt x="141838" y="775"/>
                  <a:pt x="142558" y="775"/>
                  <a:pt x="142918" y="775"/>
                </a:cubicBezTo>
                <a:cubicBezTo>
                  <a:pt x="149759" y="775"/>
                  <a:pt x="167762" y="1496"/>
                  <a:pt x="187565" y="8347"/>
                </a:cubicBezTo>
                <a:cubicBezTo>
                  <a:pt x="189726" y="9068"/>
                  <a:pt x="191166" y="11591"/>
                  <a:pt x="190446" y="14115"/>
                </a:cubicBezTo>
                <a:cubicBezTo>
                  <a:pt x="189366" y="16278"/>
                  <a:pt x="187205" y="17721"/>
                  <a:pt x="184325" y="16999"/>
                </a:cubicBezTo>
                <a:cubicBezTo>
                  <a:pt x="165602" y="10510"/>
                  <a:pt x="147959" y="10149"/>
                  <a:pt x="142918" y="10149"/>
                </a:cubicBezTo>
                <a:cubicBezTo>
                  <a:pt x="142558" y="10149"/>
                  <a:pt x="141838" y="9789"/>
                  <a:pt x="140758" y="9789"/>
                </a:cubicBezTo>
                <a:cubicBezTo>
                  <a:pt x="139318" y="9789"/>
                  <a:pt x="137878" y="9789"/>
                  <a:pt x="135717" y="9789"/>
                </a:cubicBezTo>
                <a:cubicBezTo>
                  <a:pt x="115194" y="9789"/>
                  <a:pt x="47145" y="16278"/>
                  <a:pt x="37423" y="101005"/>
                </a:cubicBezTo>
                <a:cubicBezTo>
                  <a:pt x="37423" y="102447"/>
                  <a:pt x="35263" y="113984"/>
                  <a:pt x="10419" y="153283"/>
                </a:cubicBezTo>
                <a:cubicBezTo>
                  <a:pt x="9699" y="154004"/>
                  <a:pt x="8979" y="156167"/>
                  <a:pt x="9339" y="157970"/>
                </a:cubicBezTo>
                <a:cubicBezTo>
                  <a:pt x="9699" y="159412"/>
                  <a:pt x="10779" y="160854"/>
                  <a:pt x="12940" y="161935"/>
                </a:cubicBezTo>
                <a:cubicBezTo>
                  <a:pt x="23021" y="167704"/>
                  <a:pt x="34903" y="172391"/>
                  <a:pt x="35263" y="172391"/>
                </a:cubicBezTo>
                <a:cubicBezTo>
                  <a:pt x="37063" y="173112"/>
                  <a:pt x="38143" y="175275"/>
                  <a:pt x="38143" y="177078"/>
                </a:cubicBezTo>
                <a:cubicBezTo>
                  <a:pt x="38143" y="177799"/>
                  <a:pt x="34903" y="207724"/>
                  <a:pt x="37423" y="222506"/>
                </a:cubicBezTo>
                <a:cubicBezTo>
                  <a:pt x="38863" y="228274"/>
                  <a:pt x="52545" y="232240"/>
                  <a:pt x="71988" y="232240"/>
                </a:cubicBezTo>
                <a:cubicBezTo>
                  <a:pt x="73788" y="232240"/>
                  <a:pt x="75229" y="232240"/>
                  <a:pt x="75229" y="232240"/>
                </a:cubicBezTo>
                <a:cubicBezTo>
                  <a:pt x="75229" y="232240"/>
                  <a:pt x="75949" y="231880"/>
                  <a:pt x="76669" y="231880"/>
                </a:cubicBezTo>
                <a:cubicBezTo>
                  <a:pt x="87110" y="231880"/>
                  <a:pt x="90711" y="237288"/>
                  <a:pt x="90711" y="242335"/>
                </a:cubicBezTo>
                <a:lnTo>
                  <a:pt x="90711" y="276586"/>
                </a:lnTo>
                <a:cubicBezTo>
                  <a:pt x="90711" y="279831"/>
                  <a:pt x="92151" y="282716"/>
                  <a:pt x="94671" y="284518"/>
                </a:cubicBezTo>
                <a:cubicBezTo>
                  <a:pt x="117355" y="297498"/>
                  <a:pt x="169202" y="297858"/>
                  <a:pt x="192246" y="284518"/>
                </a:cubicBezTo>
                <a:cubicBezTo>
                  <a:pt x="194406" y="283437"/>
                  <a:pt x="195846" y="280192"/>
                  <a:pt x="195486" y="277307"/>
                </a:cubicBezTo>
                <a:cubicBezTo>
                  <a:pt x="193686" y="266852"/>
                  <a:pt x="192246" y="245941"/>
                  <a:pt x="198367" y="223948"/>
                </a:cubicBezTo>
                <a:cubicBezTo>
                  <a:pt x="199447" y="221424"/>
                  <a:pt x="201967" y="219982"/>
                  <a:pt x="204128" y="220703"/>
                </a:cubicBezTo>
                <a:cubicBezTo>
                  <a:pt x="206648" y="221424"/>
                  <a:pt x="208088" y="223948"/>
                  <a:pt x="207368" y="226472"/>
                </a:cubicBezTo>
                <a:cubicBezTo>
                  <a:pt x="201247" y="246662"/>
                  <a:pt x="203047" y="266131"/>
                  <a:pt x="204488" y="276226"/>
                </a:cubicBezTo>
                <a:cubicBezTo>
                  <a:pt x="205568" y="282716"/>
                  <a:pt x="202327" y="289205"/>
                  <a:pt x="196567" y="292450"/>
                </a:cubicBezTo>
                <a:cubicBezTo>
                  <a:pt x="183965" y="299661"/>
                  <a:pt x="163801" y="303627"/>
                  <a:pt x="143638" y="303627"/>
                </a:cubicBezTo>
                <a:cubicBezTo>
                  <a:pt x="123116" y="303627"/>
                  <a:pt x="102953" y="299661"/>
                  <a:pt x="89991" y="292089"/>
                </a:cubicBezTo>
                <a:cubicBezTo>
                  <a:pt x="84950" y="289205"/>
                  <a:pt x="81710" y="283437"/>
                  <a:pt x="81710" y="276586"/>
                </a:cubicBezTo>
                <a:lnTo>
                  <a:pt x="81710" y="242335"/>
                </a:lnTo>
                <a:cubicBezTo>
                  <a:pt x="81350" y="241975"/>
                  <a:pt x="79549" y="241254"/>
                  <a:pt x="76669" y="241254"/>
                </a:cubicBezTo>
                <a:cubicBezTo>
                  <a:pt x="76309" y="241254"/>
                  <a:pt x="75949" y="241254"/>
                  <a:pt x="75949" y="241254"/>
                </a:cubicBezTo>
                <a:cubicBezTo>
                  <a:pt x="75949" y="241254"/>
                  <a:pt x="74509" y="241254"/>
                  <a:pt x="71988" y="241254"/>
                </a:cubicBezTo>
                <a:cubicBezTo>
                  <a:pt x="56866" y="241254"/>
                  <a:pt x="31302" y="239091"/>
                  <a:pt x="28782" y="223948"/>
                </a:cubicBezTo>
                <a:cubicBezTo>
                  <a:pt x="26262" y="210969"/>
                  <a:pt x="27702" y="188255"/>
                  <a:pt x="28782" y="179602"/>
                </a:cubicBezTo>
                <a:cubicBezTo>
                  <a:pt x="24101" y="177799"/>
                  <a:pt x="15820" y="174194"/>
                  <a:pt x="8259" y="169867"/>
                </a:cubicBezTo>
                <a:cubicBezTo>
                  <a:pt x="2858" y="166983"/>
                  <a:pt x="1058" y="162657"/>
                  <a:pt x="338" y="159772"/>
                </a:cubicBezTo>
                <a:cubicBezTo>
                  <a:pt x="-1102" y="153643"/>
                  <a:pt x="2498" y="148596"/>
                  <a:pt x="2858" y="148235"/>
                </a:cubicBezTo>
                <a:cubicBezTo>
                  <a:pt x="26622" y="110739"/>
                  <a:pt x="28062" y="100284"/>
                  <a:pt x="28062" y="99923"/>
                </a:cubicBezTo>
                <a:cubicBezTo>
                  <a:pt x="38863" y="7986"/>
                  <a:pt x="113034" y="775"/>
                  <a:pt x="135717" y="7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04" name="Freeform 804">
            <a:extLst>
              <a:ext uri="{FF2B5EF4-FFF2-40B4-BE49-F238E27FC236}">
                <a16:creationId xmlns:a16="http://schemas.microsoft.com/office/drawing/2014/main" id="{D8DBC8BA-C48D-43D0-A867-C5F4314FC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048" y="3973636"/>
            <a:ext cx="586166" cy="586164"/>
          </a:xfrm>
          <a:custGeom>
            <a:avLst/>
            <a:gdLst/>
            <a:ahLst/>
            <a:cxnLst/>
            <a:rect l="0" t="0" r="r" b="b"/>
            <a:pathLst>
              <a:path w="302853" h="302851">
                <a:moveTo>
                  <a:pt x="247375" y="254000"/>
                </a:moveTo>
                <a:cubicBezTo>
                  <a:pt x="249894" y="254000"/>
                  <a:pt x="252053" y="255824"/>
                  <a:pt x="252053" y="258377"/>
                </a:cubicBezTo>
                <a:lnTo>
                  <a:pt x="252053" y="275882"/>
                </a:lnTo>
                <a:cubicBezTo>
                  <a:pt x="252053" y="278434"/>
                  <a:pt x="249894" y="280623"/>
                  <a:pt x="247375" y="280623"/>
                </a:cubicBezTo>
                <a:lnTo>
                  <a:pt x="230103" y="280623"/>
                </a:lnTo>
                <a:cubicBezTo>
                  <a:pt x="227584" y="280623"/>
                  <a:pt x="225425" y="278434"/>
                  <a:pt x="225425" y="275882"/>
                </a:cubicBezTo>
                <a:cubicBezTo>
                  <a:pt x="225425" y="273329"/>
                  <a:pt x="227584" y="271141"/>
                  <a:pt x="230103" y="271141"/>
                </a:cubicBezTo>
                <a:lnTo>
                  <a:pt x="242697" y="271141"/>
                </a:lnTo>
                <a:lnTo>
                  <a:pt x="242697" y="258377"/>
                </a:lnTo>
                <a:cubicBezTo>
                  <a:pt x="242697" y="255824"/>
                  <a:pt x="244856" y="254000"/>
                  <a:pt x="247375" y="254000"/>
                </a:cubicBezTo>
                <a:close/>
                <a:moveTo>
                  <a:pt x="210557" y="237607"/>
                </a:moveTo>
                <a:lnTo>
                  <a:pt x="210557" y="263187"/>
                </a:lnTo>
                <a:lnTo>
                  <a:pt x="235957" y="237607"/>
                </a:lnTo>
                <a:lnTo>
                  <a:pt x="210557" y="237607"/>
                </a:lnTo>
                <a:close/>
                <a:moveTo>
                  <a:pt x="205906" y="228600"/>
                </a:moveTo>
                <a:lnTo>
                  <a:pt x="247047" y="228600"/>
                </a:lnTo>
                <a:cubicBezTo>
                  <a:pt x="248836" y="228600"/>
                  <a:pt x="250267" y="229681"/>
                  <a:pt x="250982" y="231122"/>
                </a:cubicBezTo>
                <a:cubicBezTo>
                  <a:pt x="252055" y="233284"/>
                  <a:pt x="251698" y="235085"/>
                  <a:pt x="250267" y="236526"/>
                </a:cubicBezTo>
                <a:lnTo>
                  <a:pt x="209483" y="277599"/>
                </a:lnTo>
                <a:cubicBezTo>
                  <a:pt x="208410" y="278319"/>
                  <a:pt x="207337" y="279040"/>
                  <a:pt x="205906" y="279040"/>
                </a:cubicBezTo>
                <a:cubicBezTo>
                  <a:pt x="205548" y="279040"/>
                  <a:pt x="204833" y="279040"/>
                  <a:pt x="204117" y="278680"/>
                </a:cubicBezTo>
                <a:cubicBezTo>
                  <a:pt x="202686" y="277959"/>
                  <a:pt x="201613" y="276518"/>
                  <a:pt x="201613" y="274356"/>
                </a:cubicBezTo>
                <a:lnTo>
                  <a:pt x="201613" y="233284"/>
                </a:lnTo>
                <a:cubicBezTo>
                  <a:pt x="201613" y="230762"/>
                  <a:pt x="203402" y="228600"/>
                  <a:pt x="205906" y="228600"/>
                </a:cubicBezTo>
                <a:close/>
                <a:moveTo>
                  <a:pt x="85747" y="200025"/>
                </a:moveTo>
                <a:cubicBezTo>
                  <a:pt x="88300" y="200025"/>
                  <a:pt x="90123" y="201849"/>
                  <a:pt x="90123" y="204766"/>
                </a:cubicBezTo>
                <a:lnTo>
                  <a:pt x="90123" y="222271"/>
                </a:lnTo>
                <a:cubicBezTo>
                  <a:pt x="90123" y="224824"/>
                  <a:pt x="88300" y="226648"/>
                  <a:pt x="85747" y="226648"/>
                </a:cubicBezTo>
                <a:lnTo>
                  <a:pt x="68241" y="226648"/>
                </a:lnTo>
                <a:cubicBezTo>
                  <a:pt x="65688" y="226648"/>
                  <a:pt x="63500" y="224824"/>
                  <a:pt x="63500" y="222271"/>
                </a:cubicBezTo>
                <a:cubicBezTo>
                  <a:pt x="63500" y="219718"/>
                  <a:pt x="65688" y="217530"/>
                  <a:pt x="68241" y="217530"/>
                </a:cubicBezTo>
                <a:lnTo>
                  <a:pt x="81006" y="217530"/>
                </a:lnTo>
                <a:lnTo>
                  <a:pt x="81006" y="204766"/>
                </a:lnTo>
                <a:cubicBezTo>
                  <a:pt x="81006" y="201849"/>
                  <a:pt x="83194" y="200025"/>
                  <a:pt x="85747" y="200025"/>
                </a:cubicBezTo>
                <a:close/>
                <a:moveTo>
                  <a:pt x="48632" y="183632"/>
                </a:moveTo>
                <a:lnTo>
                  <a:pt x="48632" y="209212"/>
                </a:lnTo>
                <a:lnTo>
                  <a:pt x="74032" y="183632"/>
                </a:lnTo>
                <a:lnTo>
                  <a:pt x="48632" y="183632"/>
                </a:lnTo>
                <a:close/>
                <a:moveTo>
                  <a:pt x="129407" y="178468"/>
                </a:moveTo>
                <a:lnTo>
                  <a:pt x="129407" y="261269"/>
                </a:lnTo>
                <a:lnTo>
                  <a:pt x="136218" y="261269"/>
                </a:lnTo>
                <a:cubicBezTo>
                  <a:pt x="154141" y="261269"/>
                  <a:pt x="168480" y="246806"/>
                  <a:pt x="168480" y="228727"/>
                </a:cubicBezTo>
                <a:lnTo>
                  <a:pt x="168480" y="210287"/>
                </a:lnTo>
                <a:cubicBezTo>
                  <a:pt x="168480" y="192931"/>
                  <a:pt x="154141" y="178468"/>
                  <a:pt x="136218" y="178468"/>
                </a:cubicBezTo>
                <a:lnTo>
                  <a:pt x="129407" y="178468"/>
                </a:lnTo>
                <a:close/>
                <a:moveTo>
                  <a:pt x="44339" y="174625"/>
                </a:moveTo>
                <a:lnTo>
                  <a:pt x="85122" y="174625"/>
                </a:lnTo>
                <a:cubicBezTo>
                  <a:pt x="86911" y="174625"/>
                  <a:pt x="88342" y="175706"/>
                  <a:pt x="89415" y="177508"/>
                </a:cubicBezTo>
                <a:cubicBezTo>
                  <a:pt x="90130" y="178949"/>
                  <a:pt x="89415" y="181110"/>
                  <a:pt x="88342" y="182551"/>
                </a:cubicBezTo>
                <a:lnTo>
                  <a:pt x="47201" y="223624"/>
                </a:lnTo>
                <a:cubicBezTo>
                  <a:pt x="46485" y="224705"/>
                  <a:pt x="45054" y="225065"/>
                  <a:pt x="44339" y="225065"/>
                </a:cubicBezTo>
                <a:cubicBezTo>
                  <a:pt x="43623" y="225065"/>
                  <a:pt x="42908" y="225065"/>
                  <a:pt x="42192" y="224705"/>
                </a:cubicBezTo>
                <a:cubicBezTo>
                  <a:pt x="40761" y="223984"/>
                  <a:pt x="39688" y="222183"/>
                  <a:pt x="39688" y="220742"/>
                </a:cubicBezTo>
                <a:lnTo>
                  <a:pt x="39688" y="179309"/>
                </a:lnTo>
                <a:cubicBezTo>
                  <a:pt x="39688" y="176787"/>
                  <a:pt x="41477" y="174625"/>
                  <a:pt x="44339" y="174625"/>
                </a:cubicBezTo>
                <a:close/>
                <a:moveTo>
                  <a:pt x="271159" y="153987"/>
                </a:moveTo>
                <a:cubicBezTo>
                  <a:pt x="273692" y="153987"/>
                  <a:pt x="275863" y="156148"/>
                  <a:pt x="275863" y="158668"/>
                </a:cubicBezTo>
                <a:lnTo>
                  <a:pt x="275863" y="296584"/>
                </a:lnTo>
                <a:cubicBezTo>
                  <a:pt x="275863" y="299105"/>
                  <a:pt x="273692" y="301265"/>
                  <a:pt x="271159" y="301265"/>
                </a:cubicBezTo>
                <a:lnTo>
                  <a:pt x="132930" y="301265"/>
                </a:lnTo>
                <a:cubicBezTo>
                  <a:pt x="130397" y="301265"/>
                  <a:pt x="128588" y="299105"/>
                  <a:pt x="128588" y="296584"/>
                </a:cubicBezTo>
                <a:cubicBezTo>
                  <a:pt x="128588" y="294063"/>
                  <a:pt x="130397" y="292263"/>
                  <a:pt x="132930" y="292263"/>
                </a:cubicBezTo>
                <a:lnTo>
                  <a:pt x="266817" y="292263"/>
                </a:lnTo>
                <a:lnTo>
                  <a:pt x="266817" y="158668"/>
                </a:lnTo>
                <a:cubicBezTo>
                  <a:pt x="266817" y="156148"/>
                  <a:pt x="268626" y="153987"/>
                  <a:pt x="271159" y="153987"/>
                </a:cubicBezTo>
                <a:close/>
                <a:moveTo>
                  <a:pt x="8962" y="145926"/>
                </a:moveTo>
                <a:lnTo>
                  <a:pt x="8962" y="265970"/>
                </a:lnTo>
                <a:cubicBezTo>
                  <a:pt x="8962" y="281156"/>
                  <a:pt x="21508" y="293811"/>
                  <a:pt x="36564" y="293811"/>
                </a:cubicBezTo>
                <a:lnTo>
                  <a:pt x="92843" y="293811"/>
                </a:lnTo>
                <a:cubicBezTo>
                  <a:pt x="107899" y="293811"/>
                  <a:pt x="120445" y="281156"/>
                  <a:pt x="120445" y="265970"/>
                </a:cubicBezTo>
                <a:lnTo>
                  <a:pt x="120445" y="265608"/>
                </a:lnTo>
                <a:lnTo>
                  <a:pt x="120445" y="173768"/>
                </a:lnTo>
                <a:lnTo>
                  <a:pt x="120445" y="145926"/>
                </a:lnTo>
                <a:lnTo>
                  <a:pt x="8962" y="145926"/>
                </a:lnTo>
                <a:close/>
                <a:moveTo>
                  <a:pt x="8962" y="136525"/>
                </a:moveTo>
                <a:lnTo>
                  <a:pt x="120445" y="136525"/>
                </a:lnTo>
                <a:cubicBezTo>
                  <a:pt x="125464" y="136525"/>
                  <a:pt x="129407" y="140864"/>
                  <a:pt x="129407" y="145926"/>
                </a:cubicBezTo>
                <a:lnTo>
                  <a:pt x="129407" y="169067"/>
                </a:lnTo>
                <a:lnTo>
                  <a:pt x="136218" y="169067"/>
                </a:lnTo>
                <a:cubicBezTo>
                  <a:pt x="159160" y="169067"/>
                  <a:pt x="177442" y="187508"/>
                  <a:pt x="177442" y="210287"/>
                </a:cubicBezTo>
                <a:lnTo>
                  <a:pt x="177442" y="228727"/>
                </a:lnTo>
                <a:cubicBezTo>
                  <a:pt x="177442" y="251868"/>
                  <a:pt x="159160" y="270309"/>
                  <a:pt x="136218" y="270309"/>
                </a:cubicBezTo>
                <a:lnTo>
                  <a:pt x="129048" y="270309"/>
                </a:lnTo>
                <a:cubicBezTo>
                  <a:pt x="126898" y="288388"/>
                  <a:pt x="111483" y="302851"/>
                  <a:pt x="92843" y="302851"/>
                </a:cubicBezTo>
                <a:lnTo>
                  <a:pt x="36564" y="302851"/>
                </a:lnTo>
                <a:cubicBezTo>
                  <a:pt x="16131" y="302851"/>
                  <a:pt x="0" y="286218"/>
                  <a:pt x="0" y="265970"/>
                </a:cubicBezTo>
                <a:lnTo>
                  <a:pt x="0" y="145926"/>
                </a:lnTo>
                <a:cubicBezTo>
                  <a:pt x="0" y="140864"/>
                  <a:pt x="4302" y="136525"/>
                  <a:pt x="8962" y="136525"/>
                </a:cubicBezTo>
                <a:close/>
                <a:moveTo>
                  <a:pt x="225082" y="93662"/>
                </a:moveTo>
                <a:cubicBezTo>
                  <a:pt x="227635" y="93662"/>
                  <a:pt x="229823" y="95486"/>
                  <a:pt x="229823" y="98403"/>
                </a:cubicBezTo>
                <a:lnTo>
                  <a:pt x="229823" y="115909"/>
                </a:lnTo>
                <a:cubicBezTo>
                  <a:pt x="229823" y="118462"/>
                  <a:pt x="227635" y="120286"/>
                  <a:pt x="225082" y="120286"/>
                </a:cubicBezTo>
                <a:lnTo>
                  <a:pt x="207941" y="120286"/>
                </a:lnTo>
                <a:cubicBezTo>
                  <a:pt x="205388" y="120286"/>
                  <a:pt x="203200" y="118462"/>
                  <a:pt x="203200" y="115909"/>
                </a:cubicBezTo>
                <a:cubicBezTo>
                  <a:pt x="203200" y="113356"/>
                  <a:pt x="205388" y="111168"/>
                  <a:pt x="207941" y="111168"/>
                </a:cubicBezTo>
                <a:lnTo>
                  <a:pt x="220341" y="111168"/>
                </a:lnTo>
                <a:lnTo>
                  <a:pt x="220341" y="98403"/>
                </a:lnTo>
                <a:cubicBezTo>
                  <a:pt x="220341" y="95486"/>
                  <a:pt x="222529" y="93662"/>
                  <a:pt x="225082" y="93662"/>
                </a:cubicBezTo>
                <a:close/>
                <a:moveTo>
                  <a:pt x="187101" y="79217"/>
                </a:moveTo>
                <a:lnTo>
                  <a:pt x="187101" y="104798"/>
                </a:lnTo>
                <a:lnTo>
                  <a:pt x="212501" y="79217"/>
                </a:lnTo>
                <a:lnTo>
                  <a:pt x="187101" y="79217"/>
                </a:lnTo>
                <a:close/>
                <a:moveTo>
                  <a:pt x="182451" y="69850"/>
                </a:moveTo>
                <a:lnTo>
                  <a:pt x="223234" y="69850"/>
                </a:lnTo>
                <a:cubicBezTo>
                  <a:pt x="225380" y="69850"/>
                  <a:pt x="226811" y="70931"/>
                  <a:pt x="227527" y="72732"/>
                </a:cubicBezTo>
                <a:cubicBezTo>
                  <a:pt x="228242" y="74173"/>
                  <a:pt x="227527" y="76695"/>
                  <a:pt x="226454" y="77776"/>
                </a:cubicBezTo>
                <a:lnTo>
                  <a:pt x="185670" y="118849"/>
                </a:lnTo>
                <a:cubicBezTo>
                  <a:pt x="184597" y="119930"/>
                  <a:pt x="183524" y="120290"/>
                  <a:pt x="182451" y="120290"/>
                </a:cubicBezTo>
                <a:cubicBezTo>
                  <a:pt x="181735" y="120290"/>
                  <a:pt x="181020" y="120290"/>
                  <a:pt x="180662" y="120290"/>
                </a:cubicBezTo>
                <a:cubicBezTo>
                  <a:pt x="178873" y="119209"/>
                  <a:pt x="177800" y="117408"/>
                  <a:pt x="177800" y="115967"/>
                </a:cubicBezTo>
                <a:lnTo>
                  <a:pt x="177800" y="74533"/>
                </a:lnTo>
                <a:cubicBezTo>
                  <a:pt x="177800" y="72011"/>
                  <a:pt x="179946" y="69850"/>
                  <a:pt x="182451" y="69850"/>
                </a:cubicBezTo>
                <a:close/>
                <a:moveTo>
                  <a:pt x="159820" y="55357"/>
                </a:moveTo>
                <a:lnTo>
                  <a:pt x="159820" y="136372"/>
                </a:lnTo>
                <a:lnTo>
                  <a:pt x="293485" y="136372"/>
                </a:lnTo>
                <a:lnTo>
                  <a:pt x="293485" y="55357"/>
                </a:lnTo>
                <a:lnTo>
                  <a:pt x="159820" y="55357"/>
                </a:lnTo>
                <a:close/>
                <a:moveTo>
                  <a:pt x="155136" y="46037"/>
                </a:moveTo>
                <a:lnTo>
                  <a:pt x="297809" y="46037"/>
                </a:lnTo>
                <a:cubicBezTo>
                  <a:pt x="300691" y="46037"/>
                  <a:pt x="302853" y="48188"/>
                  <a:pt x="302853" y="50697"/>
                </a:cubicBezTo>
                <a:lnTo>
                  <a:pt x="302853" y="141032"/>
                </a:lnTo>
                <a:cubicBezTo>
                  <a:pt x="302853" y="143541"/>
                  <a:pt x="300691" y="145692"/>
                  <a:pt x="297809" y="145692"/>
                </a:cubicBezTo>
                <a:lnTo>
                  <a:pt x="155136" y="145692"/>
                </a:lnTo>
                <a:cubicBezTo>
                  <a:pt x="152614" y="145692"/>
                  <a:pt x="150813" y="143541"/>
                  <a:pt x="150813" y="141032"/>
                </a:cubicBezTo>
                <a:lnTo>
                  <a:pt x="150813" y="50697"/>
                </a:lnTo>
                <a:cubicBezTo>
                  <a:pt x="150813" y="48188"/>
                  <a:pt x="152614" y="46037"/>
                  <a:pt x="155136" y="46037"/>
                </a:cubicBezTo>
                <a:close/>
                <a:moveTo>
                  <a:pt x="97688" y="15445"/>
                </a:moveTo>
                <a:lnTo>
                  <a:pt x="66670" y="45975"/>
                </a:lnTo>
                <a:lnTo>
                  <a:pt x="97688" y="45975"/>
                </a:lnTo>
                <a:lnTo>
                  <a:pt x="97688" y="15445"/>
                </a:lnTo>
                <a:close/>
                <a:moveTo>
                  <a:pt x="101656" y="0"/>
                </a:moveTo>
                <a:cubicBezTo>
                  <a:pt x="102017" y="0"/>
                  <a:pt x="102017" y="0"/>
                  <a:pt x="102017" y="0"/>
                </a:cubicBezTo>
                <a:lnTo>
                  <a:pt x="271175" y="0"/>
                </a:lnTo>
                <a:cubicBezTo>
                  <a:pt x="273700" y="0"/>
                  <a:pt x="275864" y="2155"/>
                  <a:pt x="275864" y="4669"/>
                </a:cubicBezTo>
                <a:lnTo>
                  <a:pt x="275864" y="32326"/>
                </a:lnTo>
                <a:cubicBezTo>
                  <a:pt x="275864" y="34840"/>
                  <a:pt x="273700" y="36995"/>
                  <a:pt x="271175" y="36995"/>
                </a:cubicBezTo>
                <a:cubicBezTo>
                  <a:pt x="268651" y="36995"/>
                  <a:pt x="266847" y="34840"/>
                  <a:pt x="266847" y="32326"/>
                </a:cubicBezTo>
                <a:lnTo>
                  <a:pt x="266847" y="8979"/>
                </a:lnTo>
                <a:lnTo>
                  <a:pt x="106705" y="8979"/>
                </a:lnTo>
                <a:lnTo>
                  <a:pt x="106705" y="50644"/>
                </a:lnTo>
                <a:cubicBezTo>
                  <a:pt x="106705" y="53159"/>
                  <a:pt x="104541" y="55314"/>
                  <a:pt x="102017" y="55314"/>
                </a:cubicBezTo>
                <a:lnTo>
                  <a:pt x="60178" y="55314"/>
                </a:lnTo>
                <a:lnTo>
                  <a:pt x="60178" y="123200"/>
                </a:lnTo>
                <a:cubicBezTo>
                  <a:pt x="60178" y="125714"/>
                  <a:pt x="58014" y="128228"/>
                  <a:pt x="55489" y="128228"/>
                </a:cubicBezTo>
                <a:cubicBezTo>
                  <a:pt x="52964" y="128228"/>
                  <a:pt x="50800" y="125714"/>
                  <a:pt x="50800" y="123200"/>
                </a:cubicBezTo>
                <a:lnTo>
                  <a:pt x="50800" y="50644"/>
                </a:lnTo>
                <a:lnTo>
                  <a:pt x="51161" y="50644"/>
                </a:lnTo>
                <a:cubicBezTo>
                  <a:pt x="51161" y="50285"/>
                  <a:pt x="51161" y="49567"/>
                  <a:pt x="51521" y="49208"/>
                </a:cubicBezTo>
                <a:cubicBezTo>
                  <a:pt x="51521" y="49208"/>
                  <a:pt x="51521" y="49208"/>
                  <a:pt x="51521" y="48848"/>
                </a:cubicBezTo>
                <a:cubicBezTo>
                  <a:pt x="51882" y="48489"/>
                  <a:pt x="51882" y="48130"/>
                  <a:pt x="52603" y="47771"/>
                </a:cubicBezTo>
                <a:lnTo>
                  <a:pt x="98770" y="1077"/>
                </a:lnTo>
                <a:cubicBezTo>
                  <a:pt x="99131" y="1077"/>
                  <a:pt x="99852" y="718"/>
                  <a:pt x="100213" y="359"/>
                </a:cubicBezTo>
                <a:lnTo>
                  <a:pt x="100574" y="359"/>
                </a:lnTo>
                <a:cubicBezTo>
                  <a:pt x="100935" y="359"/>
                  <a:pt x="101295" y="0"/>
                  <a:pt x="10165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78E0D795-C5A7-4AFE-89AB-5F14EE205353}"/>
              </a:ext>
            </a:extLst>
          </p:cNvPr>
          <p:cNvSpPr txBox="1"/>
          <p:nvPr/>
        </p:nvSpPr>
        <p:spPr>
          <a:xfrm flipH="1">
            <a:off x="5724013" y="1332289"/>
            <a:ext cx="1929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Requirements analysis</a:t>
            </a: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C74088DE-3329-4447-8592-E7BB8C741521}"/>
              </a:ext>
            </a:extLst>
          </p:cNvPr>
          <p:cNvSpPr txBox="1"/>
          <p:nvPr/>
        </p:nvSpPr>
        <p:spPr>
          <a:xfrm flipH="1">
            <a:off x="6286321" y="4243354"/>
            <a:ext cx="1929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Design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6A7B6E94-047D-4E01-8DCB-719459B1AA0D}"/>
              </a:ext>
            </a:extLst>
          </p:cNvPr>
          <p:cNvSpPr txBox="1"/>
          <p:nvPr/>
        </p:nvSpPr>
        <p:spPr>
          <a:xfrm flipH="1">
            <a:off x="3512652" y="6189483"/>
            <a:ext cx="1929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Implementation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233AEBDE-871D-446B-BCEC-1F9CE86AD135}"/>
              </a:ext>
            </a:extLst>
          </p:cNvPr>
          <p:cNvSpPr txBox="1"/>
          <p:nvPr/>
        </p:nvSpPr>
        <p:spPr>
          <a:xfrm flipH="1">
            <a:off x="704464" y="4200091"/>
            <a:ext cx="1929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Testing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56FDD363-2E6B-448E-B69C-17249BB4F5D7}"/>
              </a:ext>
            </a:extLst>
          </p:cNvPr>
          <p:cNvSpPr txBox="1"/>
          <p:nvPr/>
        </p:nvSpPr>
        <p:spPr>
          <a:xfrm flipH="1">
            <a:off x="1331522" y="1417621"/>
            <a:ext cx="1929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F9C23-AE7A-E8F1-8203-B8FA03EBD4DC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How many stages are there in the software development lifecycle? 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This video specifies four. 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But if you research this question on the internet or read a textbook, you will find a dozen different answers.</a:t>
            </a:r>
          </a:p>
        </p:txBody>
      </p:sp>
    </p:spTree>
    <p:extLst>
      <p:ext uri="{BB962C8B-B14F-4D97-AF65-F5344CB8AC3E}">
        <p14:creationId xmlns:p14="http://schemas.microsoft.com/office/powerpoint/2010/main" val="2600283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5">
            <a:extLst>
              <a:ext uri="{FF2B5EF4-FFF2-40B4-BE49-F238E27FC236}">
                <a16:creationId xmlns:a16="http://schemas.microsoft.com/office/drawing/2014/main" id="{5489363E-0E38-4C7E-8975-BA2BF6855566}"/>
              </a:ext>
            </a:extLst>
          </p:cNvPr>
          <p:cNvSpPr>
            <a:spLocks/>
          </p:cNvSpPr>
          <p:nvPr/>
        </p:nvSpPr>
        <p:spPr bwMode="auto">
          <a:xfrm>
            <a:off x="3583776" y="1422081"/>
            <a:ext cx="3224443" cy="3420725"/>
          </a:xfrm>
          <a:custGeom>
            <a:avLst/>
            <a:gdLst>
              <a:gd name="T0" fmla="*/ 453 w 958"/>
              <a:gd name="T1" fmla="*/ 0 h 1016"/>
              <a:gd name="T2" fmla="*/ 215 w 958"/>
              <a:gd name="T3" fmla="*/ 59 h 1016"/>
              <a:gd name="T4" fmla="*/ 304 w 958"/>
              <a:gd name="T5" fmla="*/ 119 h 1016"/>
              <a:gd name="T6" fmla="*/ 486 w 958"/>
              <a:gd name="T7" fmla="*/ 514 h 1016"/>
              <a:gd name="T8" fmla="*/ 410 w 958"/>
              <a:gd name="T9" fmla="*/ 778 h 1016"/>
              <a:gd name="T10" fmla="*/ 0 w 958"/>
              <a:gd name="T11" fmla="*/ 732 h 1016"/>
              <a:gd name="T12" fmla="*/ 209 w 958"/>
              <a:gd name="T13" fmla="*/ 960 h 1016"/>
              <a:gd name="T14" fmla="*/ 454 w 958"/>
              <a:gd name="T15" fmla="*/ 1016 h 1016"/>
              <a:gd name="T16" fmla="*/ 722 w 958"/>
              <a:gd name="T17" fmla="*/ 933 h 1016"/>
              <a:gd name="T18" fmla="*/ 958 w 958"/>
              <a:gd name="T19" fmla="*/ 505 h 1016"/>
              <a:gd name="T20" fmla="*/ 453 w 958"/>
              <a:gd name="T21" fmla="*/ 0 h 10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58" h="1016">
                <a:moveTo>
                  <a:pt x="453" y="0"/>
                </a:moveTo>
                <a:cubicBezTo>
                  <a:pt x="367" y="0"/>
                  <a:pt x="286" y="22"/>
                  <a:pt x="215" y="59"/>
                </a:cubicBezTo>
                <a:cubicBezTo>
                  <a:pt x="247" y="76"/>
                  <a:pt x="276" y="96"/>
                  <a:pt x="304" y="119"/>
                </a:cubicBezTo>
                <a:cubicBezTo>
                  <a:pt x="416" y="212"/>
                  <a:pt x="497" y="358"/>
                  <a:pt x="486" y="514"/>
                </a:cubicBezTo>
                <a:cubicBezTo>
                  <a:pt x="480" y="602"/>
                  <a:pt x="481" y="677"/>
                  <a:pt x="410" y="778"/>
                </a:cubicBezTo>
                <a:cubicBezTo>
                  <a:pt x="154" y="1002"/>
                  <a:pt x="0" y="732"/>
                  <a:pt x="0" y="732"/>
                </a:cubicBezTo>
                <a:cubicBezTo>
                  <a:pt x="27" y="877"/>
                  <a:pt x="209" y="960"/>
                  <a:pt x="209" y="960"/>
                </a:cubicBezTo>
                <a:cubicBezTo>
                  <a:pt x="278" y="996"/>
                  <a:pt x="370" y="1016"/>
                  <a:pt x="454" y="1016"/>
                </a:cubicBezTo>
                <a:cubicBezTo>
                  <a:pt x="553" y="1016"/>
                  <a:pt x="644" y="982"/>
                  <a:pt x="722" y="933"/>
                </a:cubicBezTo>
                <a:cubicBezTo>
                  <a:pt x="864" y="843"/>
                  <a:pt x="958" y="685"/>
                  <a:pt x="958" y="505"/>
                </a:cubicBezTo>
                <a:cubicBezTo>
                  <a:pt x="958" y="226"/>
                  <a:pt x="732" y="0"/>
                  <a:pt x="4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146040" tIns="73020" rIns="146040" bIns="73020" numCol="1" anchor="t" anchorCtr="0" compatLnSpc="1">
            <a:prstTxWarp prst="textNoShape">
              <a:avLst/>
            </a:prstTxWarp>
          </a:bodyPr>
          <a:lstStyle/>
          <a:p>
            <a:endParaRPr lang="en-US" sz="2876" dirty="0">
              <a:latin typeface="Lato Light" panose="020F0502020204030203" pitchFamily="34" charset="0"/>
            </a:endParaRPr>
          </a:p>
        </p:txBody>
      </p:sp>
      <p:sp>
        <p:nvSpPr>
          <p:cNvPr id="4" name="Freeform 26">
            <a:extLst>
              <a:ext uri="{FF2B5EF4-FFF2-40B4-BE49-F238E27FC236}">
                <a16:creationId xmlns:a16="http://schemas.microsoft.com/office/drawing/2014/main" id="{088B72CE-CE4D-48DE-AF86-5906241275CD}"/>
              </a:ext>
            </a:extLst>
          </p:cNvPr>
          <p:cNvSpPr>
            <a:spLocks noEditPoints="1"/>
          </p:cNvSpPr>
          <p:nvPr/>
        </p:nvSpPr>
        <p:spPr bwMode="auto">
          <a:xfrm>
            <a:off x="1840481" y="1436305"/>
            <a:ext cx="3427838" cy="3174661"/>
          </a:xfrm>
          <a:custGeom>
            <a:avLst/>
            <a:gdLst>
              <a:gd name="T0" fmla="*/ 692 w 1018"/>
              <a:gd name="T1" fmla="*/ 395 h 943"/>
              <a:gd name="T2" fmla="*/ 694 w 1018"/>
              <a:gd name="T3" fmla="*/ 397 h 943"/>
              <a:gd name="T4" fmla="*/ 694 w 1018"/>
              <a:gd name="T5" fmla="*/ 397 h 943"/>
              <a:gd name="T6" fmla="*/ 739 w 1018"/>
              <a:gd name="T7" fmla="*/ 393 h 943"/>
              <a:gd name="T8" fmla="*/ 972 w 1018"/>
              <a:gd name="T9" fmla="*/ 627 h 943"/>
              <a:gd name="T10" fmla="*/ 872 w 1018"/>
              <a:gd name="T11" fmla="*/ 818 h 943"/>
              <a:gd name="T12" fmla="*/ 872 w 1018"/>
              <a:gd name="T13" fmla="*/ 818 h 943"/>
              <a:gd name="T14" fmla="*/ 931 w 1018"/>
              <a:gd name="T15" fmla="*/ 774 h 943"/>
              <a:gd name="T16" fmla="*/ 1007 w 1018"/>
              <a:gd name="T17" fmla="*/ 510 h 943"/>
              <a:gd name="T18" fmla="*/ 825 w 1018"/>
              <a:gd name="T19" fmla="*/ 115 h 943"/>
              <a:gd name="T20" fmla="*/ 736 w 1018"/>
              <a:gd name="T21" fmla="*/ 55 h 943"/>
              <a:gd name="T22" fmla="*/ 735 w 1018"/>
              <a:gd name="T23" fmla="*/ 56 h 943"/>
              <a:gd name="T24" fmla="*/ 504 w 1018"/>
              <a:gd name="T25" fmla="*/ 0 h 943"/>
              <a:gd name="T26" fmla="*/ 0 w 1018"/>
              <a:gd name="T27" fmla="*/ 504 h 943"/>
              <a:gd name="T28" fmla="*/ 237 w 1018"/>
              <a:gd name="T29" fmla="*/ 932 h 943"/>
              <a:gd name="T30" fmla="*/ 257 w 1018"/>
              <a:gd name="T31" fmla="*/ 943 h 943"/>
              <a:gd name="T32" fmla="*/ 255 w 1018"/>
              <a:gd name="T33" fmla="*/ 898 h 943"/>
              <a:gd name="T34" fmla="*/ 692 w 1018"/>
              <a:gd name="T35" fmla="*/ 395 h 943"/>
              <a:gd name="T36" fmla="*/ 963 w 1018"/>
              <a:gd name="T37" fmla="*/ 713 h 943"/>
              <a:gd name="T38" fmla="*/ 963 w 1018"/>
              <a:gd name="T39" fmla="*/ 714 h 943"/>
              <a:gd name="T40" fmla="*/ 963 w 1018"/>
              <a:gd name="T41" fmla="*/ 713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18" h="943">
                <a:moveTo>
                  <a:pt x="692" y="395"/>
                </a:moveTo>
                <a:cubicBezTo>
                  <a:pt x="692" y="395"/>
                  <a:pt x="694" y="397"/>
                  <a:pt x="694" y="397"/>
                </a:cubicBezTo>
                <a:cubicBezTo>
                  <a:pt x="694" y="397"/>
                  <a:pt x="694" y="397"/>
                  <a:pt x="694" y="397"/>
                </a:cubicBezTo>
                <a:cubicBezTo>
                  <a:pt x="708" y="394"/>
                  <a:pt x="723" y="393"/>
                  <a:pt x="739" y="393"/>
                </a:cubicBezTo>
                <a:cubicBezTo>
                  <a:pt x="868" y="393"/>
                  <a:pt x="972" y="498"/>
                  <a:pt x="972" y="627"/>
                </a:cubicBezTo>
                <a:cubicBezTo>
                  <a:pt x="972" y="706"/>
                  <a:pt x="933" y="776"/>
                  <a:pt x="872" y="818"/>
                </a:cubicBezTo>
                <a:cubicBezTo>
                  <a:pt x="872" y="818"/>
                  <a:pt x="872" y="818"/>
                  <a:pt x="872" y="818"/>
                </a:cubicBezTo>
                <a:cubicBezTo>
                  <a:pt x="891" y="806"/>
                  <a:pt x="911" y="792"/>
                  <a:pt x="931" y="774"/>
                </a:cubicBezTo>
                <a:cubicBezTo>
                  <a:pt x="1002" y="673"/>
                  <a:pt x="1001" y="598"/>
                  <a:pt x="1007" y="510"/>
                </a:cubicBezTo>
                <a:cubicBezTo>
                  <a:pt x="1018" y="354"/>
                  <a:pt x="937" y="208"/>
                  <a:pt x="825" y="115"/>
                </a:cubicBezTo>
                <a:cubicBezTo>
                  <a:pt x="797" y="92"/>
                  <a:pt x="768" y="72"/>
                  <a:pt x="736" y="55"/>
                </a:cubicBezTo>
                <a:cubicBezTo>
                  <a:pt x="735" y="56"/>
                  <a:pt x="735" y="56"/>
                  <a:pt x="735" y="56"/>
                </a:cubicBezTo>
                <a:cubicBezTo>
                  <a:pt x="666" y="20"/>
                  <a:pt x="588" y="0"/>
                  <a:pt x="504" y="0"/>
                </a:cubicBezTo>
                <a:cubicBezTo>
                  <a:pt x="226" y="0"/>
                  <a:pt x="0" y="226"/>
                  <a:pt x="0" y="504"/>
                </a:cubicBezTo>
                <a:cubicBezTo>
                  <a:pt x="0" y="685"/>
                  <a:pt x="95" y="843"/>
                  <a:pt x="237" y="932"/>
                </a:cubicBezTo>
                <a:cubicBezTo>
                  <a:pt x="244" y="936"/>
                  <a:pt x="250" y="940"/>
                  <a:pt x="257" y="943"/>
                </a:cubicBezTo>
                <a:cubicBezTo>
                  <a:pt x="256" y="928"/>
                  <a:pt x="255" y="913"/>
                  <a:pt x="255" y="898"/>
                </a:cubicBezTo>
                <a:cubicBezTo>
                  <a:pt x="255" y="643"/>
                  <a:pt x="449" y="433"/>
                  <a:pt x="692" y="395"/>
                </a:cubicBezTo>
                <a:close/>
                <a:moveTo>
                  <a:pt x="963" y="713"/>
                </a:moveTo>
                <a:cubicBezTo>
                  <a:pt x="963" y="714"/>
                  <a:pt x="963" y="714"/>
                  <a:pt x="963" y="714"/>
                </a:cubicBezTo>
                <a:cubicBezTo>
                  <a:pt x="963" y="714"/>
                  <a:pt x="963" y="713"/>
                  <a:pt x="963" y="7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146040" tIns="73020" rIns="146040" bIns="73020" numCol="1" anchor="t" anchorCtr="0" compatLnSpc="1">
            <a:prstTxWarp prst="textNoShape">
              <a:avLst/>
            </a:prstTxWarp>
          </a:bodyPr>
          <a:lstStyle/>
          <a:p>
            <a:endParaRPr lang="en-US" sz="2876" dirty="0">
              <a:latin typeface="Lato Light" panose="020F0502020204030203" pitchFamily="34" charset="0"/>
            </a:endParaRPr>
          </a:p>
        </p:txBody>
      </p:sp>
      <p:sp>
        <p:nvSpPr>
          <p:cNvPr id="5" name="Freeform 27">
            <a:extLst>
              <a:ext uri="{FF2B5EF4-FFF2-40B4-BE49-F238E27FC236}">
                <a16:creationId xmlns:a16="http://schemas.microsoft.com/office/drawing/2014/main" id="{2DF26A4C-E0FD-4D37-91BB-762EC9725159}"/>
              </a:ext>
            </a:extLst>
          </p:cNvPr>
          <p:cNvSpPr>
            <a:spLocks/>
          </p:cNvSpPr>
          <p:nvPr/>
        </p:nvSpPr>
        <p:spPr bwMode="auto">
          <a:xfrm>
            <a:off x="2687703" y="2766192"/>
            <a:ext cx="3434948" cy="3410770"/>
          </a:xfrm>
          <a:custGeom>
            <a:avLst/>
            <a:gdLst>
              <a:gd name="T0" fmla="*/ 325 w 1020"/>
              <a:gd name="T1" fmla="*/ 421 h 1013"/>
              <a:gd name="T2" fmla="*/ 249 w 1020"/>
              <a:gd name="T3" fmla="*/ 230 h 1013"/>
              <a:gd name="T4" fmla="*/ 439 w 1020"/>
              <a:gd name="T5" fmla="*/ 2 h 1013"/>
              <a:gd name="T6" fmla="*/ 437 w 1020"/>
              <a:gd name="T7" fmla="*/ 0 h 1013"/>
              <a:gd name="T8" fmla="*/ 0 w 1020"/>
              <a:gd name="T9" fmla="*/ 503 h 1013"/>
              <a:gd name="T10" fmla="*/ 510 w 1020"/>
              <a:gd name="T11" fmla="*/ 1013 h 1013"/>
              <a:gd name="T12" fmla="*/ 1020 w 1020"/>
              <a:gd name="T13" fmla="*/ 503 h 1013"/>
              <a:gd name="T14" fmla="*/ 325 w 1020"/>
              <a:gd name="T15" fmla="*/ 421 h 1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0" h="1013">
                <a:moveTo>
                  <a:pt x="325" y="421"/>
                </a:moveTo>
                <a:cubicBezTo>
                  <a:pt x="325" y="421"/>
                  <a:pt x="249" y="349"/>
                  <a:pt x="249" y="230"/>
                </a:cubicBezTo>
                <a:cubicBezTo>
                  <a:pt x="249" y="116"/>
                  <a:pt x="322" y="34"/>
                  <a:pt x="439" y="2"/>
                </a:cubicBezTo>
                <a:cubicBezTo>
                  <a:pt x="439" y="2"/>
                  <a:pt x="437" y="0"/>
                  <a:pt x="437" y="0"/>
                </a:cubicBezTo>
                <a:cubicBezTo>
                  <a:pt x="194" y="38"/>
                  <a:pt x="0" y="248"/>
                  <a:pt x="0" y="503"/>
                </a:cubicBezTo>
                <a:cubicBezTo>
                  <a:pt x="0" y="785"/>
                  <a:pt x="228" y="1013"/>
                  <a:pt x="510" y="1013"/>
                </a:cubicBezTo>
                <a:cubicBezTo>
                  <a:pt x="792" y="1013"/>
                  <a:pt x="1020" y="785"/>
                  <a:pt x="1020" y="503"/>
                </a:cubicBezTo>
                <a:cubicBezTo>
                  <a:pt x="1020" y="503"/>
                  <a:pt x="679" y="804"/>
                  <a:pt x="325" y="4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vert="horz" wrap="square" lIns="146040" tIns="73020" rIns="146040" bIns="73020" numCol="1" anchor="t" anchorCtr="0" compatLnSpc="1">
            <a:prstTxWarp prst="textNoShape">
              <a:avLst/>
            </a:prstTxWarp>
          </a:bodyPr>
          <a:lstStyle/>
          <a:p>
            <a:endParaRPr lang="en-US" sz="2876" dirty="0">
              <a:latin typeface="Lato Light" panose="020F0502020204030203" pitchFamily="34" charset="0"/>
            </a:endParaRPr>
          </a:p>
        </p:txBody>
      </p:sp>
      <p:sp>
        <p:nvSpPr>
          <p:cNvPr id="6" name="Freeform 893">
            <a:extLst>
              <a:ext uri="{FF2B5EF4-FFF2-40B4-BE49-F238E27FC236}">
                <a16:creationId xmlns:a16="http://schemas.microsoft.com/office/drawing/2014/main" id="{23468C45-89A5-4A73-B2FE-5BB3B47D5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70" y="2185046"/>
            <a:ext cx="578150" cy="581146"/>
          </a:xfrm>
          <a:custGeom>
            <a:avLst/>
            <a:gdLst/>
            <a:ahLst/>
            <a:cxnLst/>
            <a:rect l="0" t="0" r="r" b="b"/>
            <a:pathLst>
              <a:path w="306026" h="307613">
                <a:moveTo>
                  <a:pt x="9310" y="263095"/>
                </a:moveTo>
                <a:lnTo>
                  <a:pt x="9310" y="296565"/>
                </a:lnTo>
                <a:lnTo>
                  <a:pt x="38315" y="296565"/>
                </a:lnTo>
                <a:lnTo>
                  <a:pt x="38315" y="263095"/>
                </a:lnTo>
                <a:lnTo>
                  <a:pt x="9310" y="263095"/>
                </a:lnTo>
                <a:close/>
                <a:moveTo>
                  <a:pt x="4655" y="254000"/>
                </a:moveTo>
                <a:lnTo>
                  <a:pt x="42970" y="254000"/>
                </a:lnTo>
                <a:cubicBezTo>
                  <a:pt x="45476" y="254000"/>
                  <a:pt x="47267" y="255819"/>
                  <a:pt x="47267" y="258366"/>
                </a:cubicBezTo>
                <a:lnTo>
                  <a:pt x="47267" y="301294"/>
                </a:lnTo>
                <a:cubicBezTo>
                  <a:pt x="47267" y="303841"/>
                  <a:pt x="45476" y="306023"/>
                  <a:pt x="42970" y="306023"/>
                </a:cubicBezTo>
                <a:lnTo>
                  <a:pt x="4655" y="306023"/>
                </a:lnTo>
                <a:cubicBezTo>
                  <a:pt x="2148" y="306023"/>
                  <a:pt x="0" y="303841"/>
                  <a:pt x="0" y="301294"/>
                </a:cubicBezTo>
                <a:lnTo>
                  <a:pt x="0" y="258366"/>
                </a:lnTo>
                <a:cubicBezTo>
                  <a:pt x="0" y="255819"/>
                  <a:pt x="2148" y="254000"/>
                  <a:pt x="4655" y="254000"/>
                </a:cubicBezTo>
                <a:close/>
                <a:moveTo>
                  <a:pt x="85441" y="233169"/>
                </a:moveTo>
                <a:lnTo>
                  <a:pt x="85441" y="296696"/>
                </a:lnTo>
                <a:lnTo>
                  <a:pt x="114584" y="296696"/>
                </a:lnTo>
                <a:lnTo>
                  <a:pt x="114584" y="233169"/>
                </a:lnTo>
                <a:lnTo>
                  <a:pt x="85441" y="233169"/>
                </a:lnTo>
                <a:close/>
                <a:moveTo>
                  <a:pt x="80820" y="223837"/>
                </a:moveTo>
                <a:lnTo>
                  <a:pt x="118849" y="223837"/>
                </a:lnTo>
                <a:cubicBezTo>
                  <a:pt x="121693" y="223837"/>
                  <a:pt x="123470" y="225991"/>
                  <a:pt x="123470" y="228503"/>
                </a:cubicBezTo>
                <a:lnTo>
                  <a:pt x="123470" y="301362"/>
                </a:lnTo>
                <a:cubicBezTo>
                  <a:pt x="123470" y="303875"/>
                  <a:pt x="121693" y="306028"/>
                  <a:pt x="118849" y="306028"/>
                </a:cubicBezTo>
                <a:lnTo>
                  <a:pt x="80820" y="306028"/>
                </a:lnTo>
                <a:cubicBezTo>
                  <a:pt x="78333" y="306028"/>
                  <a:pt x="76200" y="303875"/>
                  <a:pt x="76200" y="301362"/>
                </a:cubicBezTo>
                <a:lnTo>
                  <a:pt x="76200" y="228503"/>
                </a:lnTo>
                <a:cubicBezTo>
                  <a:pt x="76200" y="225991"/>
                  <a:pt x="78333" y="223837"/>
                  <a:pt x="80820" y="223837"/>
                </a:cubicBezTo>
                <a:close/>
                <a:moveTo>
                  <a:pt x="163465" y="177323"/>
                </a:moveTo>
                <a:lnTo>
                  <a:pt x="163465" y="298203"/>
                </a:lnTo>
                <a:lnTo>
                  <a:pt x="193357" y="298203"/>
                </a:lnTo>
                <a:lnTo>
                  <a:pt x="193357" y="177323"/>
                </a:lnTo>
                <a:lnTo>
                  <a:pt x="163465" y="177323"/>
                </a:lnTo>
                <a:close/>
                <a:moveTo>
                  <a:pt x="158726" y="168275"/>
                </a:moveTo>
                <a:lnTo>
                  <a:pt x="198096" y="168275"/>
                </a:lnTo>
                <a:cubicBezTo>
                  <a:pt x="200648" y="168275"/>
                  <a:pt x="202836" y="170085"/>
                  <a:pt x="202836" y="172980"/>
                </a:cubicBezTo>
                <a:lnTo>
                  <a:pt x="202836" y="302908"/>
                </a:lnTo>
                <a:cubicBezTo>
                  <a:pt x="202836" y="305442"/>
                  <a:pt x="200648" y="307613"/>
                  <a:pt x="198096" y="307613"/>
                </a:cubicBezTo>
                <a:lnTo>
                  <a:pt x="158726" y="307613"/>
                </a:lnTo>
                <a:cubicBezTo>
                  <a:pt x="156174" y="307613"/>
                  <a:pt x="153987" y="305442"/>
                  <a:pt x="153987" y="302908"/>
                </a:cubicBezTo>
                <a:lnTo>
                  <a:pt x="153987" y="172980"/>
                </a:lnTo>
                <a:cubicBezTo>
                  <a:pt x="153987" y="170085"/>
                  <a:pt x="156174" y="168275"/>
                  <a:pt x="158726" y="168275"/>
                </a:cubicBezTo>
                <a:close/>
                <a:moveTo>
                  <a:pt x="63442" y="134937"/>
                </a:moveTo>
                <a:lnTo>
                  <a:pt x="126784" y="134937"/>
                </a:lnTo>
                <a:cubicBezTo>
                  <a:pt x="127870" y="134937"/>
                  <a:pt x="129318" y="135667"/>
                  <a:pt x="130042" y="136396"/>
                </a:cubicBezTo>
                <a:lnTo>
                  <a:pt x="147053" y="153172"/>
                </a:lnTo>
                <a:cubicBezTo>
                  <a:pt x="148863" y="155360"/>
                  <a:pt x="148863" y="158278"/>
                  <a:pt x="147053" y="160102"/>
                </a:cubicBezTo>
                <a:cubicBezTo>
                  <a:pt x="145967" y="161196"/>
                  <a:pt x="144882" y="161560"/>
                  <a:pt x="143796" y="161560"/>
                </a:cubicBezTo>
                <a:cubicBezTo>
                  <a:pt x="142348" y="161560"/>
                  <a:pt x="141262" y="161196"/>
                  <a:pt x="140176" y="160102"/>
                </a:cubicBezTo>
                <a:lnTo>
                  <a:pt x="124612" y="144419"/>
                </a:lnTo>
                <a:lnTo>
                  <a:pt x="63442" y="144419"/>
                </a:lnTo>
                <a:cubicBezTo>
                  <a:pt x="60909" y="144419"/>
                  <a:pt x="58737" y="142231"/>
                  <a:pt x="58737" y="139678"/>
                </a:cubicBezTo>
                <a:cubicBezTo>
                  <a:pt x="58737" y="137125"/>
                  <a:pt x="60909" y="134937"/>
                  <a:pt x="63442" y="134937"/>
                </a:cubicBezTo>
                <a:close/>
                <a:moveTo>
                  <a:pt x="63377" y="106362"/>
                </a:moveTo>
                <a:lnTo>
                  <a:pt x="114065" y="106362"/>
                </a:lnTo>
                <a:cubicBezTo>
                  <a:pt x="116920" y="106362"/>
                  <a:pt x="118705" y="108479"/>
                  <a:pt x="118705" y="110948"/>
                </a:cubicBezTo>
                <a:cubicBezTo>
                  <a:pt x="118705" y="113418"/>
                  <a:pt x="116920" y="115534"/>
                  <a:pt x="114065" y="115534"/>
                </a:cubicBezTo>
                <a:lnTo>
                  <a:pt x="63377" y="115534"/>
                </a:lnTo>
                <a:cubicBezTo>
                  <a:pt x="60879" y="115534"/>
                  <a:pt x="58737" y="113418"/>
                  <a:pt x="58737" y="110948"/>
                </a:cubicBezTo>
                <a:cubicBezTo>
                  <a:pt x="58737" y="108479"/>
                  <a:pt x="60879" y="106362"/>
                  <a:pt x="63377" y="106362"/>
                </a:cubicBezTo>
                <a:close/>
                <a:moveTo>
                  <a:pt x="255406" y="86811"/>
                </a:moveTo>
                <a:lnTo>
                  <a:pt x="220334" y="124842"/>
                </a:lnTo>
                <a:lnTo>
                  <a:pt x="235882" y="124842"/>
                </a:lnTo>
                <a:cubicBezTo>
                  <a:pt x="238413" y="124842"/>
                  <a:pt x="240582" y="126995"/>
                  <a:pt x="240582" y="129147"/>
                </a:cubicBezTo>
                <a:lnTo>
                  <a:pt x="240582" y="296700"/>
                </a:lnTo>
                <a:lnTo>
                  <a:pt x="269869" y="296700"/>
                </a:lnTo>
                <a:lnTo>
                  <a:pt x="269869" y="129147"/>
                </a:lnTo>
                <a:cubicBezTo>
                  <a:pt x="269869" y="126995"/>
                  <a:pt x="272038" y="124842"/>
                  <a:pt x="274569" y="124842"/>
                </a:cubicBezTo>
                <a:lnTo>
                  <a:pt x="290117" y="124842"/>
                </a:lnTo>
                <a:lnTo>
                  <a:pt x="255406" y="86811"/>
                </a:lnTo>
                <a:close/>
                <a:moveTo>
                  <a:pt x="63377" y="79375"/>
                </a:moveTo>
                <a:lnTo>
                  <a:pt x="114065" y="79375"/>
                </a:lnTo>
                <a:cubicBezTo>
                  <a:pt x="116920" y="79375"/>
                  <a:pt x="118705" y="81492"/>
                  <a:pt x="118705" y="83961"/>
                </a:cubicBezTo>
                <a:cubicBezTo>
                  <a:pt x="118705" y="86431"/>
                  <a:pt x="116920" y="88547"/>
                  <a:pt x="114065" y="88547"/>
                </a:cubicBezTo>
                <a:lnTo>
                  <a:pt x="63377" y="88547"/>
                </a:lnTo>
                <a:cubicBezTo>
                  <a:pt x="60879" y="88547"/>
                  <a:pt x="58737" y="86431"/>
                  <a:pt x="58737" y="83961"/>
                </a:cubicBezTo>
                <a:cubicBezTo>
                  <a:pt x="58737" y="81492"/>
                  <a:pt x="60879" y="79375"/>
                  <a:pt x="63377" y="79375"/>
                </a:cubicBezTo>
                <a:close/>
                <a:moveTo>
                  <a:pt x="251791" y="76765"/>
                </a:moveTo>
                <a:cubicBezTo>
                  <a:pt x="253598" y="74612"/>
                  <a:pt x="256853" y="74612"/>
                  <a:pt x="258660" y="76765"/>
                </a:cubicBezTo>
                <a:lnTo>
                  <a:pt x="304218" y="126277"/>
                </a:lnTo>
                <a:cubicBezTo>
                  <a:pt x="305302" y="127712"/>
                  <a:pt x="306026" y="129506"/>
                  <a:pt x="304941" y="131300"/>
                </a:cubicBezTo>
                <a:cubicBezTo>
                  <a:pt x="304218" y="132735"/>
                  <a:pt x="302771" y="134170"/>
                  <a:pt x="300602" y="134170"/>
                </a:cubicBezTo>
                <a:lnTo>
                  <a:pt x="279270" y="134170"/>
                </a:lnTo>
                <a:lnTo>
                  <a:pt x="279270" y="301364"/>
                </a:lnTo>
                <a:cubicBezTo>
                  <a:pt x="279270" y="303876"/>
                  <a:pt x="277100" y="306028"/>
                  <a:pt x="274569" y="306028"/>
                </a:cubicBezTo>
                <a:lnTo>
                  <a:pt x="235882" y="306028"/>
                </a:lnTo>
                <a:cubicBezTo>
                  <a:pt x="233351" y="306028"/>
                  <a:pt x="231181" y="303876"/>
                  <a:pt x="231181" y="301364"/>
                </a:cubicBezTo>
                <a:lnTo>
                  <a:pt x="231181" y="134170"/>
                </a:lnTo>
                <a:lnTo>
                  <a:pt x="209849" y="134170"/>
                </a:lnTo>
                <a:cubicBezTo>
                  <a:pt x="208041" y="134170"/>
                  <a:pt x="206233" y="132735"/>
                  <a:pt x="205510" y="131300"/>
                </a:cubicBezTo>
                <a:cubicBezTo>
                  <a:pt x="204787" y="129506"/>
                  <a:pt x="204787" y="127712"/>
                  <a:pt x="206233" y="126277"/>
                </a:cubicBezTo>
                <a:lnTo>
                  <a:pt x="251791" y="76765"/>
                </a:lnTo>
                <a:close/>
                <a:moveTo>
                  <a:pt x="272873" y="25513"/>
                </a:moveTo>
                <a:cubicBezTo>
                  <a:pt x="274637" y="23812"/>
                  <a:pt x="277459" y="23812"/>
                  <a:pt x="279223" y="25513"/>
                </a:cubicBezTo>
                <a:cubicBezTo>
                  <a:pt x="280282" y="26193"/>
                  <a:pt x="280634" y="27554"/>
                  <a:pt x="280634" y="28574"/>
                </a:cubicBezTo>
                <a:cubicBezTo>
                  <a:pt x="280634" y="29595"/>
                  <a:pt x="280282" y="30956"/>
                  <a:pt x="279223" y="31636"/>
                </a:cubicBezTo>
                <a:cubicBezTo>
                  <a:pt x="278518" y="32657"/>
                  <a:pt x="277107" y="32997"/>
                  <a:pt x="276048" y="32997"/>
                </a:cubicBezTo>
                <a:cubicBezTo>
                  <a:pt x="274637" y="32997"/>
                  <a:pt x="273579" y="32657"/>
                  <a:pt x="272873" y="31636"/>
                </a:cubicBezTo>
                <a:cubicBezTo>
                  <a:pt x="271815" y="30956"/>
                  <a:pt x="271462" y="29595"/>
                  <a:pt x="271462" y="28574"/>
                </a:cubicBezTo>
                <a:cubicBezTo>
                  <a:pt x="271462" y="27554"/>
                  <a:pt x="271815" y="26193"/>
                  <a:pt x="272873" y="25513"/>
                </a:cubicBezTo>
                <a:close/>
                <a:moveTo>
                  <a:pt x="222426" y="25513"/>
                </a:moveTo>
                <a:cubicBezTo>
                  <a:pt x="223837" y="23812"/>
                  <a:pt x="226659" y="23812"/>
                  <a:pt x="228776" y="25513"/>
                </a:cubicBezTo>
                <a:cubicBezTo>
                  <a:pt x="229482" y="26193"/>
                  <a:pt x="229834" y="27554"/>
                  <a:pt x="229834" y="28574"/>
                </a:cubicBezTo>
                <a:cubicBezTo>
                  <a:pt x="229834" y="29595"/>
                  <a:pt x="229482" y="30956"/>
                  <a:pt x="228776" y="31636"/>
                </a:cubicBezTo>
                <a:cubicBezTo>
                  <a:pt x="227718" y="32657"/>
                  <a:pt x="226659" y="32997"/>
                  <a:pt x="225248" y="32997"/>
                </a:cubicBezTo>
                <a:cubicBezTo>
                  <a:pt x="224190" y="32997"/>
                  <a:pt x="223132" y="32657"/>
                  <a:pt x="222426" y="31636"/>
                </a:cubicBezTo>
                <a:cubicBezTo>
                  <a:pt x="221368" y="30956"/>
                  <a:pt x="220662" y="29595"/>
                  <a:pt x="220662" y="28574"/>
                </a:cubicBezTo>
                <a:cubicBezTo>
                  <a:pt x="220662" y="27554"/>
                  <a:pt x="221368" y="26193"/>
                  <a:pt x="222426" y="25513"/>
                </a:cubicBezTo>
                <a:close/>
                <a:moveTo>
                  <a:pt x="250825" y="23812"/>
                </a:moveTo>
                <a:cubicBezTo>
                  <a:pt x="253389" y="23812"/>
                  <a:pt x="255221" y="25644"/>
                  <a:pt x="255221" y="28208"/>
                </a:cubicBezTo>
                <a:cubicBezTo>
                  <a:pt x="255221" y="31139"/>
                  <a:pt x="253389" y="32971"/>
                  <a:pt x="250825" y="32971"/>
                </a:cubicBezTo>
                <a:cubicBezTo>
                  <a:pt x="247894" y="32971"/>
                  <a:pt x="246062" y="31139"/>
                  <a:pt x="246062" y="28208"/>
                </a:cubicBezTo>
                <a:cubicBezTo>
                  <a:pt x="246062" y="25644"/>
                  <a:pt x="247894" y="23812"/>
                  <a:pt x="250825" y="23812"/>
                </a:cubicBezTo>
                <a:close/>
                <a:moveTo>
                  <a:pt x="9383" y="9389"/>
                </a:moveTo>
                <a:lnTo>
                  <a:pt x="9383" y="46585"/>
                </a:lnTo>
                <a:lnTo>
                  <a:pt x="296643" y="46585"/>
                </a:lnTo>
                <a:lnTo>
                  <a:pt x="296643" y="9389"/>
                </a:lnTo>
                <a:lnTo>
                  <a:pt x="9383" y="9389"/>
                </a:lnTo>
                <a:close/>
                <a:moveTo>
                  <a:pt x="4691" y="0"/>
                </a:moveTo>
                <a:lnTo>
                  <a:pt x="301335" y="0"/>
                </a:lnTo>
                <a:cubicBezTo>
                  <a:pt x="303861" y="0"/>
                  <a:pt x="306026" y="2167"/>
                  <a:pt x="306026" y="4695"/>
                </a:cubicBezTo>
                <a:lnTo>
                  <a:pt x="306026" y="51280"/>
                </a:lnTo>
                <a:lnTo>
                  <a:pt x="306026" y="91726"/>
                </a:lnTo>
                <a:cubicBezTo>
                  <a:pt x="306026" y="94254"/>
                  <a:pt x="303861" y="96421"/>
                  <a:pt x="301335" y="96421"/>
                </a:cubicBezTo>
                <a:cubicBezTo>
                  <a:pt x="299169" y="96421"/>
                  <a:pt x="296643" y="94254"/>
                  <a:pt x="296643" y="91726"/>
                </a:cubicBezTo>
                <a:lnTo>
                  <a:pt x="296643" y="55613"/>
                </a:lnTo>
                <a:lnTo>
                  <a:pt x="9383" y="55613"/>
                </a:lnTo>
                <a:lnTo>
                  <a:pt x="9383" y="231481"/>
                </a:lnTo>
                <a:cubicBezTo>
                  <a:pt x="9383" y="234009"/>
                  <a:pt x="7218" y="236176"/>
                  <a:pt x="4691" y="236176"/>
                </a:cubicBezTo>
                <a:cubicBezTo>
                  <a:pt x="2165" y="236176"/>
                  <a:pt x="0" y="234009"/>
                  <a:pt x="0" y="231481"/>
                </a:cubicBezTo>
                <a:lnTo>
                  <a:pt x="0" y="51280"/>
                </a:lnTo>
                <a:lnTo>
                  <a:pt x="0" y="4695"/>
                </a:lnTo>
                <a:cubicBezTo>
                  <a:pt x="0" y="2167"/>
                  <a:pt x="2165" y="0"/>
                  <a:pt x="469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7" name="Freeform 894">
            <a:extLst>
              <a:ext uri="{FF2B5EF4-FFF2-40B4-BE49-F238E27FC236}">
                <a16:creationId xmlns:a16="http://schemas.microsoft.com/office/drawing/2014/main" id="{AD66F87C-8AC6-47C7-AD1C-336EC6150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417" y="2767295"/>
            <a:ext cx="578150" cy="578150"/>
          </a:xfrm>
          <a:custGeom>
            <a:avLst/>
            <a:gdLst/>
            <a:ahLst/>
            <a:cxnLst/>
            <a:rect l="0" t="0" r="r" b="b"/>
            <a:pathLst>
              <a:path w="306027" h="306026">
                <a:moveTo>
                  <a:pt x="158682" y="198437"/>
                </a:moveTo>
                <a:lnTo>
                  <a:pt x="217194" y="198437"/>
                </a:lnTo>
                <a:cubicBezTo>
                  <a:pt x="219361" y="198437"/>
                  <a:pt x="221889" y="200269"/>
                  <a:pt x="221889" y="202833"/>
                </a:cubicBezTo>
                <a:cubicBezTo>
                  <a:pt x="221889" y="205764"/>
                  <a:pt x="219361" y="207596"/>
                  <a:pt x="217194" y="207596"/>
                </a:cubicBezTo>
                <a:lnTo>
                  <a:pt x="158682" y="207596"/>
                </a:lnTo>
                <a:cubicBezTo>
                  <a:pt x="155793" y="207596"/>
                  <a:pt x="153987" y="205764"/>
                  <a:pt x="153987" y="202833"/>
                </a:cubicBezTo>
                <a:cubicBezTo>
                  <a:pt x="153987" y="200269"/>
                  <a:pt x="155793" y="198437"/>
                  <a:pt x="158682" y="198437"/>
                </a:cubicBezTo>
                <a:close/>
                <a:moveTo>
                  <a:pt x="93560" y="198437"/>
                </a:moveTo>
                <a:lnTo>
                  <a:pt x="128332" y="198437"/>
                </a:lnTo>
                <a:cubicBezTo>
                  <a:pt x="130841" y="198437"/>
                  <a:pt x="132992" y="200269"/>
                  <a:pt x="132992" y="202833"/>
                </a:cubicBezTo>
                <a:cubicBezTo>
                  <a:pt x="132992" y="205764"/>
                  <a:pt x="130841" y="207596"/>
                  <a:pt x="128332" y="207596"/>
                </a:cubicBezTo>
                <a:lnTo>
                  <a:pt x="93560" y="207596"/>
                </a:lnTo>
                <a:cubicBezTo>
                  <a:pt x="91051" y="207596"/>
                  <a:pt x="88900" y="205764"/>
                  <a:pt x="88900" y="202833"/>
                </a:cubicBezTo>
                <a:cubicBezTo>
                  <a:pt x="88900" y="200269"/>
                  <a:pt x="91051" y="198437"/>
                  <a:pt x="93560" y="198437"/>
                </a:cubicBezTo>
                <a:close/>
                <a:moveTo>
                  <a:pt x="195220" y="166687"/>
                </a:moveTo>
                <a:lnTo>
                  <a:pt x="253679" y="166687"/>
                </a:lnTo>
                <a:cubicBezTo>
                  <a:pt x="256220" y="166687"/>
                  <a:pt x="258399" y="168804"/>
                  <a:pt x="258399" y="171273"/>
                </a:cubicBezTo>
                <a:cubicBezTo>
                  <a:pt x="258399" y="173390"/>
                  <a:pt x="256220" y="175859"/>
                  <a:pt x="253679" y="175859"/>
                </a:cubicBezTo>
                <a:lnTo>
                  <a:pt x="195220" y="175859"/>
                </a:lnTo>
                <a:cubicBezTo>
                  <a:pt x="192679" y="175859"/>
                  <a:pt x="190500" y="173390"/>
                  <a:pt x="190500" y="171273"/>
                </a:cubicBezTo>
                <a:cubicBezTo>
                  <a:pt x="190500" y="168804"/>
                  <a:pt x="192679" y="166687"/>
                  <a:pt x="195220" y="166687"/>
                </a:cubicBezTo>
                <a:close/>
                <a:moveTo>
                  <a:pt x="93537" y="166687"/>
                </a:moveTo>
                <a:lnTo>
                  <a:pt x="164869" y="166687"/>
                </a:lnTo>
                <a:cubicBezTo>
                  <a:pt x="167366" y="166687"/>
                  <a:pt x="169505" y="168804"/>
                  <a:pt x="169505" y="171273"/>
                </a:cubicBezTo>
                <a:cubicBezTo>
                  <a:pt x="169505" y="173390"/>
                  <a:pt x="167366" y="175859"/>
                  <a:pt x="164869" y="175859"/>
                </a:cubicBezTo>
                <a:lnTo>
                  <a:pt x="93537" y="175859"/>
                </a:lnTo>
                <a:cubicBezTo>
                  <a:pt x="91040" y="175859"/>
                  <a:pt x="88900" y="173390"/>
                  <a:pt x="88900" y="171273"/>
                </a:cubicBezTo>
                <a:cubicBezTo>
                  <a:pt x="88900" y="168804"/>
                  <a:pt x="91040" y="166687"/>
                  <a:pt x="93537" y="166687"/>
                </a:cubicBezTo>
                <a:close/>
                <a:moveTo>
                  <a:pt x="222070" y="91603"/>
                </a:moveTo>
                <a:lnTo>
                  <a:pt x="216674" y="102707"/>
                </a:lnTo>
                <a:cubicBezTo>
                  <a:pt x="215954" y="104140"/>
                  <a:pt x="214515" y="105214"/>
                  <a:pt x="213077" y="105214"/>
                </a:cubicBezTo>
                <a:lnTo>
                  <a:pt x="200486" y="107364"/>
                </a:lnTo>
                <a:lnTo>
                  <a:pt x="209479" y="115961"/>
                </a:lnTo>
                <a:cubicBezTo>
                  <a:pt x="210918" y="117035"/>
                  <a:pt x="211278" y="118468"/>
                  <a:pt x="210918" y="119901"/>
                </a:cubicBezTo>
                <a:lnTo>
                  <a:pt x="208760" y="132438"/>
                </a:lnTo>
                <a:lnTo>
                  <a:pt x="219911" y="126707"/>
                </a:lnTo>
                <a:cubicBezTo>
                  <a:pt x="221350" y="125632"/>
                  <a:pt x="222789" y="125632"/>
                  <a:pt x="224228" y="126707"/>
                </a:cubicBezTo>
                <a:lnTo>
                  <a:pt x="235380" y="132438"/>
                </a:lnTo>
                <a:lnTo>
                  <a:pt x="233221" y="119901"/>
                </a:lnTo>
                <a:cubicBezTo>
                  <a:pt x="232862" y="118468"/>
                  <a:pt x="233221" y="117035"/>
                  <a:pt x="234660" y="115961"/>
                </a:cubicBezTo>
                <a:lnTo>
                  <a:pt x="243654" y="107364"/>
                </a:lnTo>
                <a:lnTo>
                  <a:pt x="231063" y="105214"/>
                </a:lnTo>
                <a:cubicBezTo>
                  <a:pt x="229624" y="105214"/>
                  <a:pt x="228545" y="104140"/>
                  <a:pt x="227825" y="102707"/>
                </a:cubicBezTo>
                <a:lnTo>
                  <a:pt x="222070" y="91603"/>
                </a:lnTo>
                <a:close/>
                <a:moveTo>
                  <a:pt x="125233" y="91603"/>
                </a:moveTo>
                <a:lnTo>
                  <a:pt x="119477" y="102707"/>
                </a:lnTo>
                <a:cubicBezTo>
                  <a:pt x="119117" y="104140"/>
                  <a:pt x="117678" y="105214"/>
                  <a:pt x="116240" y="105214"/>
                </a:cubicBezTo>
                <a:lnTo>
                  <a:pt x="103649" y="107364"/>
                </a:lnTo>
                <a:lnTo>
                  <a:pt x="112642" y="115961"/>
                </a:lnTo>
                <a:cubicBezTo>
                  <a:pt x="113721" y="117035"/>
                  <a:pt x="114441" y="118468"/>
                  <a:pt x="114081" y="119901"/>
                </a:cubicBezTo>
                <a:lnTo>
                  <a:pt x="111923" y="132438"/>
                </a:lnTo>
                <a:lnTo>
                  <a:pt x="123074" y="126707"/>
                </a:lnTo>
                <a:cubicBezTo>
                  <a:pt x="123794" y="126349"/>
                  <a:pt x="124513" y="125990"/>
                  <a:pt x="125233" y="125990"/>
                </a:cubicBezTo>
                <a:cubicBezTo>
                  <a:pt x="125952" y="125990"/>
                  <a:pt x="126672" y="126349"/>
                  <a:pt x="127391" y="126707"/>
                </a:cubicBezTo>
                <a:lnTo>
                  <a:pt x="138543" y="132438"/>
                </a:lnTo>
                <a:lnTo>
                  <a:pt x="136384" y="119901"/>
                </a:lnTo>
                <a:cubicBezTo>
                  <a:pt x="136025" y="118468"/>
                  <a:pt x="136384" y="117035"/>
                  <a:pt x="137823" y="115961"/>
                </a:cubicBezTo>
                <a:lnTo>
                  <a:pt x="146457" y="107364"/>
                </a:lnTo>
                <a:lnTo>
                  <a:pt x="134226" y="105214"/>
                </a:lnTo>
                <a:cubicBezTo>
                  <a:pt x="132787" y="105214"/>
                  <a:pt x="131348" y="104140"/>
                  <a:pt x="130988" y="102707"/>
                </a:cubicBezTo>
                <a:lnTo>
                  <a:pt x="125233" y="91603"/>
                </a:lnTo>
                <a:close/>
                <a:moveTo>
                  <a:pt x="218113" y="79424"/>
                </a:moveTo>
                <a:cubicBezTo>
                  <a:pt x="219552" y="76200"/>
                  <a:pt x="224948" y="76200"/>
                  <a:pt x="226027" y="79424"/>
                </a:cubicBezTo>
                <a:lnTo>
                  <a:pt x="235020" y="96618"/>
                </a:lnTo>
                <a:lnTo>
                  <a:pt x="254086" y="99483"/>
                </a:lnTo>
                <a:cubicBezTo>
                  <a:pt x="255884" y="99841"/>
                  <a:pt x="257323" y="100916"/>
                  <a:pt x="258043" y="102707"/>
                </a:cubicBezTo>
                <a:cubicBezTo>
                  <a:pt x="258402" y="104140"/>
                  <a:pt x="258043" y="105931"/>
                  <a:pt x="256604" y="107364"/>
                </a:cubicBezTo>
                <a:lnTo>
                  <a:pt x="242574" y="120976"/>
                </a:lnTo>
                <a:lnTo>
                  <a:pt x="246172" y="139960"/>
                </a:lnTo>
                <a:cubicBezTo>
                  <a:pt x="246172" y="141751"/>
                  <a:pt x="245812" y="143542"/>
                  <a:pt x="244013" y="144617"/>
                </a:cubicBezTo>
                <a:cubicBezTo>
                  <a:pt x="243294" y="144975"/>
                  <a:pt x="242574" y="145333"/>
                  <a:pt x="241495" y="145333"/>
                </a:cubicBezTo>
                <a:cubicBezTo>
                  <a:pt x="240776" y="145333"/>
                  <a:pt x="240056" y="144975"/>
                  <a:pt x="239337" y="144975"/>
                </a:cubicBezTo>
                <a:lnTo>
                  <a:pt x="222070" y="136020"/>
                </a:lnTo>
                <a:lnTo>
                  <a:pt x="204803" y="144975"/>
                </a:lnTo>
                <a:cubicBezTo>
                  <a:pt x="203364" y="145692"/>
                  <a:pt x="201205" y="145333"/>
                  <a:pt x="200126" y="144617"/>
                </a:cubicBezTo>
                <a:cubicBezTo>
                  <a:pt x="198687" y="143542"/>
                  <a:pt x="197968" y="141751"/>
                  <a:pt x="197968" y="139960"/>
                </a:cubicBezTo>
                <a:lnTo>
                  <a:pt x="201565" y="120976"/>
                </a:lnTo>
                <a:lnTo>
                  <a:pt x="187536" y="107364"/>
                </a:lnTo>
                <a:cubicBezTo>
                  <a:pt x="186097" y="105931"/>
                  <a:pt x="185737" y="104140"/>
                  <a:pt x="186097" y="102707"/>
                </a:cubicBezTo>
                <a:cubicBezTo>
                  <a:pt x="186816" y="100916"/>
                  <a:pt x="188255" y="99841"/>
                  <a:pt x="190054" y="99483"/>
                </a:cubicBezTo>
                <a:lnTo>
                  <a:pt x="209479" y="96618"/>
                </a:lnTo>
                <a:lnTo>
                  <a:pt x="218113" y="79424"/>
                </a:lnTo>
                <a:close/>
                <a:moveTo>
                  <a:pt x="120916" y="79424"/>
                </a:moveTo>
                <a:cubicBezTo>
                  <a:pt x="122715" y="76200"/>
                  <a:pt x="127751" y="76200"/>
                  <a:pt x="129190" y="79424"/>
                </a:cubicBezTo>
                <a:lnTo>
                  <a:pt x="137823" y="96618"/>
                </a:lnTo>
                <a:lnTo>
                  <a:pt x="157249" y="99483"/>
                </a:lnTo>
                <a:cubicBezTo>
                  <a:pt x="159047" y="99841"/>
                  <a:pt x="160486" y="100916"/>
                  <a:pt x="160846" y="102707"/>
                </a:cubicBezTo>
                <a:cubicBezTo>
                  <a:pt x="161565" y="104140"/>
                  <a:pt x="161206" y="105931"/>
                  <a:pt x="160126" y="107364"/>
                </a:cubicBezTo>
                <a:lnTo>
                  <a:pt x="145737" y="120976"/>
                </a:lnTo>
                <a:lnTo>
                  <a:pt x="149335" y="139960"/>
                </a:lnTo>
                <a:cubicBezTo>
                  <a:pt x="149335" y="141751"/>
                  <a:pt x="148615" y="143542"/>
                  <a:pt x="147176" y="144617"/>
                </a:cubicBezTo>
                <a:cubicBezTo>
                  <a:pt x="146097" y="145333"/>
                  <a:pt x="144298" y="145692"/>
                  <a:pt x="142500" y="144975"/>
                </a:cubicBezTo>
                <a:lnTo>
                  <a:pt x="125233" y="136020"/>
                </a:lnTo>
                <a:lnTo>
                  <a:pt x="107966" y="144975"/>
                </a:lnTo>
                <a:cubicBezTo>
                  <a:pt x="107246" y="144975"/>
                  <a:pt x="106527" y="145333"/>
                  <a:pt x="105807" y="145333"/>
                </a:cubicBezTo>
                <a:cubicBezTo>
                  <a:pt x="104728" y="145333"/>
                  <a:pt x="104009" y="144975"/>
                  <a:pt x="103289" y="144617"/>
                </a:cubicBezTo>
                <a:cubicBezTo>
                  <a:pt x="101491" y="143542"/>
                  <a:pt x="101131" y="141751"/>
                  <a:pt x="101131" y="139960"/>
                </a:cubicBezTo>
                <a:lnTo>
                  <a:pt x="104728" y="120976"/>
                </a:lnTo>
                <a:lnTo>
                  <a:pt x="90699" y="107364"/>
                </a:lnTo>
                <a:cubicBezTo>
                  <a:pt x="89260" y="105931"/>
                  <a:pt x="88900" y="104140"/>
                  <a:pt x="89260" y="102707"/>
                </a:cubicBezTo>
                <a:cubicBezTo>
                  <a:pt x="89979" y="100916"/>
                  <a:pt x="91418" y="99841"/>
                  <a:pt x="93217" y="99483"/>
                </a:cubicBezTo>
                <a:lnTo>
                  <a:pt x="112283" y="96618"/>
                </a:lnTo>
                <a:lnTo>
                  <a:pt x="120916" y="79424"/>
                </a:lnTo>
                <a:close/>
                <a:moveTo>
                  <a:pt x="272928" y="25513"/>
                </a:moveTo>
                <a:cubicBezTo>
                  <a:pt x="274393" y="23812"/>
                  <a:pt x="277690" y="23812"/>
                  <a:pt x="279522" y="25513"/>
                </a:cubicBezTo>
                <a:cubicBezTo>
                  <a:pt x="280254" y="26193"/>
                  <a:pt x="280621" y="27554"/>
                  <a:pt x="280621" y="28574"/>
                </a:cubicBezTo>
                <a:cubicBezTo>
                  <a:pt x="280621" y="29595"/>
                  <a:pt x="280254" y="30956"/>
                  <a:pt x="279522" y="31636"/>
                </a:cubicBezTo>
                <a:cubicBezTo>
                  <a:pt x="278789" y="32316"/>
                  <a:pt x="277324" y="32997"/>
                  <a:pt x="276225" y="32997"/>
                </a:cubicBezTo>
                <a:cubicBezTo>
                  <a:pt x="274759" y="32997"/>
                  <a:pt x="273660" y="32316"/>
                  <a:pt x="272928" y="31636"/>
                </a:cubicBezTo>
                <a:cubicBezTo>
                  <a:pt x="272195" y="30956"/>
                  <a:pt x="271462" y="29595"/>
                  <a:pt x="271462" y="28574"/>
                </a:cubicBezTo>
                <a:cubicBezTo>
                  <a:pt x="271462" y="27554"/>
                  <a:pt x="271828" y="26193"/>
                  <a:pt x="272928" y="25513"/>
                </a:cubicBezTo>
                <a:close/>
                <a:moveTo>
                  <a:pt x="222073" y="25513"/>
                </a:moveTo>
                <a:cubicBezTo>
                  <a:pt x="223837" y="23812"/>
                  <a:pt x="227012" y="23812"/>
                  <a:pt x="228776" y="25513"/>
                </a:cubicBezTo>
                <a:cubicBezTo>
                  <a:pt x="229482" y="26193"/>
                  <a:pt x="229834" y="27554"/>
                  <a:pt x="229834" y="28574"/>
                </a:cubicBezTo>
                <a:cubicBezTo>
                  <a:pt x="229834" y="29595"/>
                  <a:pt x="229482" y="30956"/>
                  <a:pt x="228776" y="31636"/>
                </a:cubicBezTo>
                <a:cubicBezTo>
                  <a:pt x="227718" y="32316"/>
                  <a:pt x="226307" y="32997"/>
                  <a:pt x="225248" y="32997"/>
                </a:cubicBezTo>
                <a:cubicBezTo>
                  <a:pt x="224190" y="32997"/>
                  <a:pt x="222779" y="32316"/>
                  <a:pt x="222073" y="31636"/>
                </a:cubicBezTo>
                <a:cubicBezTo>
                  <a:pt x="221368" y="30956"/>
                  <a:pt x="220662" y="29595"/>
                  <a:pt x="220662" y="28574"/>
                </a:cubicBezTo>
                <a:cubicBezTo>
                  <a:pt x="220662" y="27554"/>
                  <a:pt x="221368" y="26193"/>
                  <a:pt x="222073" y="25513"/>
                </a:cubicBezTo>
                <a:close/>
                <a:moveTo>
                  <a:pt x="250648" y="23812"/>
                </a:moveTo>
                <a:cubicBezTo>
                  <a:pt x="253118" y="23812"/>
                  <a:pt x="255234" y="25929"/>
                  <a:pt x="255234" y="28398"/>
                </a:cubicBezTo>
                <a:cubicBezTo>
                  <a:pt x="255234" y="30867"/>
                  <a:pt x="253118" y="32984"/>
                  <a:pt x="250648" y="32984"/>
                </a:cubicBezTo>
                <a:cubicBezTo>
                  <a:pt x="248179" y="32984"/>
                  <a:pt x="246062" y="30867"/>
                  <a:pt x="246062" y="28398"/>
                </a:cubicBezTo>
                <a:cubicBezTo>
                  <a:pt x="246062" y="25929"/>
                  <a:pt x="248179" y="23812"/>
                  <a:pt x="250648" y="23812"/>
                </a:cubicBezTo>
                <a:close/>
                <a:moveTo>
                  <a:pt x="9372" y="9383"/>
                </a:moveTo>
                <a:lnTo>
                  <a:pt x="9372" y="46192"/>
                </a:lnTo>
                <a:lnTo>
                  <a:pt x="296655" y="46192"/>
                </a:lnTo>
                <a:lnTo>
                  <a:pt x="296655" y="9383"/>
                </a:lnTo>
                <a:lnTo>
                  <a:pt x="9372" y="9383"/>
                </a:lnTo>
                <a:close/>
                <a:moveTo>
                  <a:pt x="4686" y="0"/>
                </a:moveTo>
                <a:lnTo>
                  <a:pt x="301341" y="0"/>
                </a:lnTo>
                <a:cubicBezTo>
                  <a:pt x="303864" y="0"/>
                  <a:pt x="306027" y="2165"/>
                  <a:pt x="306027" y="4691"/>
                </a:cubicBezTo>
                <a:lnTo>
                  <a:pt x="306027" y="50884"/>
                </a:lnTo>
                <a:lnTo>
                  <a:pt x="306027" y="236737"/>
                </a:lnTo>
                <a:cubicBezTo>
                  <a:pt x="306027" y="239263"/>
                  <a:pt x="303864" y="241429"/>
                  <a:pt x="301341" y="241429"/>
                </a:cubicBezTo>
                <a:lnTo>
                  <a:pt x="130845" y="241429"/>
                </a:lnTo>
                <a:lnTo>
                  <a:pt x="79660" y="271021"/>
                </a:lnTo>
                <a:cubicBezTo>
                  <a:pt x="78940" y="271382"/>
                  <a:pt x="77858" y="271382"/>
                  <a:pt x="77137" y="271382"/>
                </a:cubicBezTo>
                <a:cubicBezTo>
                  <a:pt x="76416" y="271382"/>
                  <a:pt x="75695" y="271382"/>
                  <a:pt x="74975" y="271021"/>
                </a:cubicBezTo>
                <a:cubicBezTo>
                  <a:pt x="73533" y="269938"/>
                  <a:pt x="72451" y="268495"/>
                  <a:pt x="72451" y="266690"/>
                </a:cubicBezTo>
                <a:lnTo>
                  <a:pt x="72451" y="241429"/>
                </a:lnTo>
                <a:lnTo>
                  <a:pt x="47580" y="241429"/>
                </a:lnTo>
                <a:cubicBezTo>
                  <a:pt x="45057" y="241429"/>
                  <a:pt x="42894" y="239263"/>
                  <a:pt x="42894" y="236737"/>
                </a:cubicBezTo>
                <a:lnTo>
                  <a:pt x="42894" y="80115"/>
                </a:lnTo>
                <a:cubicBezTo>
                  <a:pt x="42894" y="77589"/>
                  <a:pt x="45057" y="75424"/>
                  <a:pt x="47580" y="75424"/>
                </a:cubicBezTo>
                <a:cubicBezTo>
                  <a:pt x="50103" y="75424"/>
                  <a:pt x="52266" y="77589"/>
                  <a:pt x="52266" y="80115"/>
                </a:cubicBezTo>
                <a:lnTo>
                  <a:pt x="52266" y="232046"/>
                </a:lnTo>
                <a:lnTo>
                  <a:pt x="77137" y="232046"/>
                </a:lnTo>
                <a:cubicBezTo>
                  <a:pt x="79660" y="232046"/>
                  <a:pt x="81823" y="234211"/>
                  <a:pt x="81823" y="236737"/>
                </a:cubicBezTo>
                <a:lnTo>
                  <a:pt x="81823" y="258751"/>
                </a:lnTo>
                <a:lnTo>
                  <a:pt x="127601" y="232768"/>
                </a:lnTo>
                <a:cubicBezTo>
                  <a:pt x="128322" y="232407"/>
                  <a:pt x="129043" y="232046"/>
                  <a:pt x="129764" y="232046"/>
                </a:cubicBezTo>
                <a:lnTo>
                  <a:pt x="296655" y="232046"/>
                </a:lnTo>
                <a:lnTo>
                  <a:pt x="296655" y="55575"/>
                </a:lnTo>
                <a:lnTo>
                  <a:pt x="9372" y="55575"/>
                </a:lnTo>
                <a:lnTo>
                  <a:pt x="9372" y="297004"/>
                </a:lnTo>
                <a:lnTo>
                  <a:pt x="296655" y="297004"/>
                </a:lnTo>
                <a:lnTo>
                  <a:pt x="296655" y="269577"/>
                </a:lnTo>
                <a:cubicBezTo>
                  <a:pt x="296655" y="267051"/>
                  <a:pt x="298818" y="264886"/>
                  <a:pt x="301341" y="264886"/>
                </a:cubicBezTo>
                <a:cubicBezTo>
                  <a:pt x="303864" y="264886"/>
                  <a:pt x="306027" y="267051"/>
                  <a:pt x="306027" y="269577"/>
                </a:cubicBezTo>
                <a:lnTo>
                  <a:pt x="306027" y="301335"/>
                </a:lnTo>
                <a:cubicBezTo>
                  <a:pt x="306027" y="304222"/>
                  <a:pt x="303864" y="306026"/>
                  <a:pt x="301341" y="306026"/>
                </a:cubicBezTo>
                <a:lnTo>
                  <a:pt x="4686" y="306026"/>
                </a:lnTo>
                <a:cubicBezTo>
                  <a:pt x="2163" y="306026"/>
                  <a:pt x="0" y="304222"/>
                  <a:pt x="0" y="301335"/>
                </a:cubicBezTo>
                <a:lnTo>
                  <a:pt x="0" y="50884"/>
                </a:lnTo>
                <a:lnTo>
                  <a:pt x="0" y="4691"/>
                </a:lnTo>
                <a:cubicBezTo>
                  <a:pt x="0" y="2165"/>
                  <a:pt x="2163" y="0"/>
                  <a:pt x="468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8" name="Freeform 895">
            <a:extLst>
              <a:ext uri="{FF2B5EF4-FFF2-40B4-BE49-F238E27FC236}">
                <a16:creationId xmlns:a16="http://schemas.microsoft.com/office/drawing/2014/main" id="{12F035CC-25C1-4267-AA2A-AAE4C7F3E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0890" y="5025120"/>
            <a:ext cx="578152" cy="578150"/>
          </a:xfrm>
          <a:custGeom>
            <a:avLst/>
            <a:gdLst/>
            <a:ahLst/>
            <a:cxnLst/>
            <a:rect l="0" t="0" r="r" b="b"/>
            <a:pathLst>
              <a:path w="306027" h="306027">
                <a:moveTo>
                  <a:pt x="56791" y="222250"/>
                </a:moveTo>
                <a:cubicBezTo>
                  <a:pt x="59669" y="222250"/>
                  <a:pt x="61828" y="224424"/>
                  <a:pt x="61828" y="226959"/>
                </a:cubicBezTo>
                <a:lnTo>
                  <a:pt x="61828" y="244347"/>
                </a:lnTo>
                <a:lnTo>
                  <a:pt x="79100" y="244347"/>
                </a:lnTo>
                <a:cubicBezTo>
                  <a:pt x="81619" y="244347"/>
                  <a:pt x="83778" y="246521"/>
                  <a:pt x="83778" y="249057"/>
                </a:cubicBezTo>
                <a:cubicBezTo>
                  <a:pt x="83778" y="251592"/>
                  <a:pt x="81619" y="253766"/>
                  <a:pt x="79100" y="253766"/>
                </a:cubicBezTo>
                <a:lnTo>
                  <a:pt x="61828" y="253766"/>
                </a:lnTo>
                <a:lnTo>
                  <a:pt x="61828" y="271154"/>
                </a:lnTo>
                <a:cubicBezTo>
                  <a:pt x="61828" y="274052"/>
                  <a:pt x="59669" y="275863"/>
                  <a:pt x="56791" y="275863"/>
                </a:cubicBezTo>
                <a:cubicBezTo>
                  <a:pt x="54632" y="275863"/>
                  <a:pt x="52473" y="274052"/>
                  <a:pt x="52473" y="271154"/>
                </a:cubicBezTo>
                <a:lnTo>
                  <a:pt x="52473" y="253766"/>
                </a:lnTo>
                <a:lnTo>
                  <a:pt x="34841" y="253766"/>
                </a:lnTo>
                <a:cubicBezTo>
                  <a:pt x="32322" y="253766"/>
                  <a:pt x="30163" y="251592"/>
                  <a:pt x="30163" y="249057"/>
                </a:cubicBezTo>
                <a:cubicBezTo>
                  <a:pt x="30163" y="246521"/>
                  <a:pt x="32322" y="244347"/>
                  <a:pt x="34841" y="244347"/>
                </a:cubicBezTo>
                <a:lnTo>
                  <a:pt x="52473" y="244347"/>
                </a:lnTo>
                <a:lnTo>
                  <a:pt x="52473" y="226959"/>
                </a:lnTo>
                <a:cubicBezTo>
                  <a:pt x="52473" y="224424"/>
                  <a:pt x="54632" y="222250"/>
                  <a:pt x="56791" y="222250"/>
                </a:cubicBezTo>
                <a:close/>
                <a:moveTo>
                  <a:pt x="56609" y="201462"/>
                </a:moveTo>
                <a:cubicBezTo>
                  <a:pt x="30648" y="201462"/>
                  <a:pt x="9014" y="222735"/>
                  <a:pt x="9014" y="249057"/>
                </a:cubicBezTo>
                <a:cubicBezTo>
                  <a:pt x="9014" y="275378"/>
                  <a:pt x="30648" y="296652"/>
                  <a:pt x="56609" y="296652"/>
                </a:cubicBezTo>
                <a:cubicBezTo>
                  <a:pt x="82931" y="296652"/>
                  <a:pt x="104565" y="275378"/>
                  <a:pt x="104565" y="249057"/>
                </a:cubicBezTo>
                <a:cubicBezTo>
                  <a:pt x="104565" y="222735"/>
                  <a:pt x="82931" y="201462"/>
                  <a:pt x="56609" y="201462"/>
                </a:cubicBezTo>
                <a:close/>
                <a:moveTo>
                  <a:pt x="56609" y="192087"/>
                </a:moveTo>
                <a:cubicBezTo>
                  <a:pt x="87979" y="192087"/>
                  <a:pt x="113940" y="217687"/>
                  <a:pt x="113940" y="249057"/>
                </a:cubicBezTo>
                <a:cubicBezTo>
                  <a:pt x="113940" y="280426"/>
                  <a:pt x="87979" y="306027"/>
                  <a:pt x="56609" y="306027"/>
                </a:cubicBezTo>
                <a:cubicBezTo>
                  <a:pt x="25600" y="306027"/>
                  <a:pt x="0" y="280426"/>
                  <a:pt x="0" y="249057"/>
                </a:cubicBezTo>
                <a:cubicBezTo>
                  <a:pt x="0" y="217687"/>
                  <a:pt x="25600" y="192087"/>
                  <a:pt x="56609" y="192087"/>
                </a:cubicBezTo>
                <a:close/>
                <a:moveTo>
                  <a:pt x="97798" y="68743"/>
                </a:moveTo>
                <a:cubicBezTo>
                  <a:pt x="89578" y="68743"/>
                  <a:pt x="81314" y="71881"/>
                  <a:pt x="75025" y="78157"/>
                </a:cubicBezTo>
                <a:cubicBezTo>
                  <a:pt x="62449" y="90710"/>
                  <a:pt x="62449" y="110795"/>
                  <a:pt x="75025" y="123707"/>
                </a:cubicBezTo>
                <a:lnTo>
                  <a:pt x="112754" y="161366"/>
                </a:lnTo>
                <a:cubicBezTo>
                  <a:pt x="116348" y="164952"/>
                  <a:pt x="120659" y="167463"/>
                  <a:pt x="125331" y="168898"/>
                </a:cubicBezTo>
                <a:cubicBezTo>
                  <a:pt x="125331" y="158138"/>
                  <a:pt x="129283" y="148095"/>
                  <a:pt x="137188" y="140205"/>
                </a:cubicBezTo>
                <a:cubicBezTo>
                  <a:pt x="140063" y="137694"/>
                  <a:pt x="143297" y="135184"/>
                  <a:pt x="146890" y="133032"/>
                </a:cubicBezTo>
                <a:cubicBezTo>
                  <a:pt x="149405" y="131956"/>
                  <a:pt x="151921" y="132673"/>
                  <a:pt x="153358" y="135184"/>
                </a:cubicBezTo>
                <a:cubicBezTo>
                  <a:pt x="154436" y="137336"/>
                  <a:pt x="153717" y="139846"/>
                  <a:pt x="151561" y="141281"/>
                </a:cubicBezTo>
                <a:cubicBezTo>
                  <a:pt x="148687" y="142716"/>
                  <a:pt x="146171" y="144868"/>
                  <a:pt x="143656" y="146661"/>
                </a:cubicBezTo>
                <a:cubicBezTo>
                  <a:pt x="137907" y="152758"/>
                  <a:pt x="134314" y="161007"/>
                  <a:pt x="134314" y="169615"/>
                </a:cubicBezTo>
                <a:cubicBezTo>
                  <a:pt x="134314" y="178223"/>
                  <a:pt x="137907" y="186113"/>
                  <a:pt x="143656" y="192210"/>
                </a:cubicBezTo>
                <a:lnTo>
                  <a:pt x="181744" y="229870"/>
                </a:lnTo>
                <a:cubicBezTo>
                  <a:pt x="187853" y="236325"/>
                  <a:pt x="195758" y="239553"/>
                  <a:pt x="204382" y="239553"/>
                </a:cubicBezTo>
                <a:cubicBezTo>
                  <a:pt x="213005" y="239553"/>
                  <a:pt x="220911" y="236325"/>
                  <a:pt x="227019" y="229870"/>
                </a:cubicBezTo>
                <a:cubicBezTo>
                  <a:pt x="233487" y="223772"/>
                  <a:pt x="236361" y="215882"/>
                  <a:pt x="236361" y="207633"/>
                </a:cubicBezTo>
                <a:cubicBezTo>
                  <a:pt x="236361" y="198666"/>
                  <a:pt x="233487" y="190776"/>
                  <a:pt x="227019" y="184679"/>
                </a:cubicBezTo>
                <a:lnTo>
                  <a:pt x="189290" y="146661"/>
                </a:lnTo>
                <a:cubicBezTo>
                  <a:pt x="185697" y="143433"/>
                  <a:pt x="181744" y="140922"/>
                  <a:pt x="177073" y="139129"/>
                </a:cubicBezTo>
                <a:cubicBezTo>
                  <a:pt x="176714" y="150247"/>
                  <a:pt x="172402" y="160290"/>
                  <a:pt x="164856" y="167822"/>
                </a:cubicBezTo>
                <a:cubicBezTo>
                  <a:pt x="161982" y="170691"/>
                  <a:pt x="158388" y="173202"/>
                  <a:pt x="155154" y="175353"/>
                </a:cubicBezTo>
                <a:cubicBezTo>
                  <a:pt x="152999" y="176071"/>
                  <a:pt x="150124" y="175353"/>
                  <a:pt x="149046" y="173202"/>
                </a:cubicBezTo>
                <a:cubicBezTo>
                  <a:pt x="147609" y="171050"/>
                  <a:pt x="148327" y="168180"/>
                  <a:pt x="150843" y="167104"/>
                </a:cubicBezTo>
                <a:cubicBezTo>
                  <a:pt x="153717" y="165670"/>
                  <a:pt x="156232" y="163518"/>
                  <a:pt x="158388" y="161366"/>
                </a:cubicBezTo>
                <a:cubicBezTo>
                  <a:pt x="164497" y="155269"/>
                  <a:pt x="167731" y="147020"/>
                  <a:pt x="167731" y="138770"/>
                </a:cubicBezTo>
                <a:cubicBezTo>
                  <a:pt x="167731" y="130163"/>
                  <a:pt x="164497" y="122272"/>
                  <a:pt x="158388" y="116175"/>
                </a:cubicBezTo>
                <a:lnTo>
                  <a:pt x="120300" y="78157"/>
                </a:lnTo>
                <a:cubicBezTo>
                  <a:pt x="114192" y="71881"/>
                  <a:pt x="106017" y="68743"/>
                  <a:pt x="97798" y="68743"/>
                </a:cubicBezTo>
                <a:close/>
                <a:moveTo>
                  <a:pt x="97708" y="59597"/>
                </a:moveTo>
                <a:cubicBezTo>
                  <a:pt x="108353" y="59597"/>
                  <a:pt x="119043" y="63632"/>
                  <a:pt x="127127" y="71701"/>
                </a:cubicBezTo>
                <a:lnTo>
                  <a:pt x="164856" y="109360"/>
                </a:lnTo>
                <a:cubicBezTo>
                  <a:pt x="170605" y="115099"/>
                  <a:pt x="174199" y="121913"/>
                  <a:pt x="175995" y="129445"/>
                </a:cubicBezTo>
                <a:cubicBezTo>
                  <a:pt x="183541" y="131239"/>
                  <a:pt x="190368" y="134825"/>
                  <a:pt x="195758" y="140205"/>
                </a:cubicBezTo>
                <a:lnTo>
                  <a:pt x="233846" y="178223"/>
                </a:lnTo>
                <a:cubicBezTo>
                  <a:pt x="241392" y="186113"/>
                  <a:pt x="245704" y="196156"/>
                  <a:pt x="245704" y="207633"/>
                </a:cubicBezTo>
                <a:cubicBezTo>
                  <a:pt x="245704" y="218392"/>
                  <a:pt x="241392" y="228794"/>
                  <a:pt x="233846" y="236684"/>
                </a:cubicBezTo>
                <a:cubicBezTo>
                  <a:pt x="225941" y="244216"/>
                  <a:pt x="215521" y="248878"/>
                  <a:pt x="204382" y="248878"/>
                </a:cubicBezTo>
                <a:cubicBezTo>
                  <a:pt x="193602" y="248878"/>
                  <a:pt x="182822" y="244216"/>
                  <a:pt x="174917" y="236684"/>
                </a:cubicBezTo>
                <a:lnTo>
                  <a:pt x="137188" y="198666"/>
                </a:lnTo>
                <a:cubicBezTo>
                  <a:pt x="131439" y="193286"/>
                  <a:pt x="127846" y="186113"/>
                  <a:pt x="126409" y="178940"/>
                </a:cubicBezTo>
                <a:cubicBezTo>
                  <a:pt x="118863" y="177147"/>
                  <a:pt x="112036" y="173202"/>
                  <a:pt x="106287" y="167822"/>
                </a:cubicBezTo>
                <a:lnTo>
                  <a:pt x="68558" y="130163"/>
                </a:lnTo>
                <a:cubicBezTo>
                  <a:pt x="52388" y="114023"/>
                  <a:pt x="52388" y="87841"/>
                  <a:pt x="68558" y="71701"/>
                </a:cubicBezTo>
                <a:cubicBezTo>
                  <a:pt x="76463" y="63632"/>
                  <a:pt x="87063" y="59597"/>
                  <a:pt x="97708" y="59597"/>
                </a:cubicBezTo>
                <a:close/>
                <a:moveTo>
                  <a:pt x="153014" y="0"/>
                </a:moveTo>
                <a:cubicBezTo>
                  <a:pt x="237460" y="0"/>
                  <a:pt x="306027" y="68847"/>
                  <a:pt x="306027" y="152833"/>
                </a:cubicBezTo>
                <a:cubicBezTo>
                  <a:pt x="306027" y="237540"/>
                  <a:pt x="237460" y="306027"/>
                  <a:pt x="153014" y="306027"/>
                </a:cubicBezTo>
                <a:lnTo>
                  <a:pt x="118369" y="306027"/>
                </a:lnTo>
                <a:cubicBezTo>
                  <a:pt x="115843" y="306027"/>
                  <a:pt x="114039" y="303864"/>
                  <a:pt x="114039" y="301341"/>
                </a:cubicBezTo>
                <a:cubicBezTo>
                  <a:pt x="114039" y="298818"/>
                  <a:pt x="115843" y="296655"/>
                  <a:pt x="118369" y="296655"/>
                </a:cubicBezTo>
                <a:lnTo>
                  <a:pt x="153014" y="296655"/>
                </a:lnTo>
                <a:cubicBezTo>
                  <a:pt x="232408" y="296655"/>
                  <a:pt x="297005" y="232133"/>
                  <a:pt x="297005" y="152833"/>
                </a:cubicBezTo>
                <a:cubicBezTo>
                  <a:pt x="297005" y="73893"/>
                  <a:pt x="232408" y="9372"/>
                  <a:pt x="153014" y="9372"/>
                </a:cubicBezTo>
                <a:cubicBezTo>
                  <a:pt x="73620" y="9372"/>
                  <a:pt x="9022" y="73893"/>
                  <a:pt x="9022" y="152833"/>
                </a:cubicBezTo>
                <a:lnTo>
                  <a:pt x="9022" y="187437"/>
                </a:lnTo>
                <a:cubicBezTo>
                  <a:pt x="9022" y="190320"/>
                  <a:pt x="7217" y="192123"/>
                  <a:pt x="4330" y="192123"/>
                </a:cubicBezTo>
                <a:cubicBezTo>
                  <a:pt x="1804" y="192123"/>
                  <a:pt x="0" y="190320"/>
                  <a:pt x="0" y="187437"/>
                </a:cubicBezTo>
                <a:lnTo>
                  <a:pt x="0" y="152833"/>
                </a:lnTo>
                <a:cubicBezTo>
                  <a:pt x="0" y="68847"/>
                  <a:pt x="68568" y="0"/>
                  <a:pt x="1530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0528C3-3525-4F18-8A02-AE947C747852}"/>
              </a:ext>
            </a:extLst>
          </p:cNvPr>
          <p:cNvSpPr/>
          <p:nvPr/>
        </p:nvSpPr>
        <p:spPr>
          <a:xfrm>
            <a:off x="176565" y="523174"/>
            <a:ext cx="35239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SDLC: Three-stage version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E3925F-E69D-45D8-8EDD-9AFE9FD642F9}"/>
              </a:ext>
            </a:extLst>
          </p:cNvPr>
          <p:cNvSpPr txBox="1"/>
          <p:nvPr/>
        </p:nvSpPr>
        <p:spPr>
          <a:xfrm flipH="1">
            <a:off x="6321718" y="2932388"/>
            <a:ext cx="1929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Plan 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72DC2-1FE7-4096-BE35-E12C7B865619}"/>
              </a:ext>
            </a:extLst>
          </p:cNvPr>
          <p:cNvSpPr txBox="1"/>
          <p:nvPr/>
        </p:nvSpPr>
        <p:spPr>
          <a:xfrm flipH="1">
            <a:off x="3440578" y="6186917"/>
            <a:ext cx="1929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Make 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8D97C3-13AF-40F6-B416-52FA8E1F0A15}"/>
              </a:ext>
            </a:extLst>
          </p:cNvPr>
          <p:cNvSpPr txBox="1"/>
          <p:nvPr/>
        </p:nvSpPr>
        <p:spPr>
          <a:xfrm flipH="1">
            <a:off x="241944" y="2932388"/>
            <a:ext cx="1929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Review 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B309FE-F421-0C1F-238C-57B32E689AAD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How many stages are there in the software development lifecycle? 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This video specifies four. 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But if you research this question on the internet or read a textbook, you will find a dozen different answers.</a:t>
            </a:r>
          </a:p>
        </p:txBody>
      </p:sp>
    </p:spTree>
    <p:extLst>
      <p:ext uri="{BB962C8B-B14F-4D97-AF65-F5344CB8AC3E}">
        <p14:creationId xmlns:p14="http://schemas.microsoft.com/office/powerpoint/2010/main" val="4245548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C8FFCC-293C-4621-B8F6-F8E1A7A6802D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So, what is the correct answer?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Well, there isn’t one.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We simply choose the methodology and phases necessary for the problem we are trying to solve.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The phases we present here will be more than sufficient for the exam.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0528C3-3525-4F18-8A02-AE947C747852}"/>
              </a:ext>
            </a:extLst>
          </p:cNvPr>
          <p:cNvSpPr/>
          <p:nvPr/>
        </p:nvSpPr>
        <p:spPr>
          <a:xfrm>
            <a:off x="176565" y="523174"/>
            <a:ext cx="355417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SDLC: Twelve-stage version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0EE73706-0505-4AC0-8288-B5C179FA8D06}"/>
              </a:ext>
            </a:extLst>
          </p:cNvPr>
          <p:cNvGraphicFramePr/>
          <p:nvPr/>
        </p:nvGraphicFramePr>
        <p:xfrm>
          <a:off x="352425" y="803400"/>
          <a:ext cx="8715781" cy="58105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Arrow: Circular 10">
            <a:extLst>
              <a:ext uri="{FF2B5EF4-FFF2-40B4-BE49-F238E27FC236}">
                <a16:creationId xmlns:a16="http://schemas.microsoft.com/office/drawing/2014/main" id="{7D81676F-4FAE-418D-87D0-91362D0E2909}"/>
              </a:ext>
            </a:extLst>
          </p:cNvPr>
          <p:cNvSpPr/>
          <p:nvPr/>
        </p:nvSpPr>
        <p:spPr>
          <a:xfrm rot="14808012">
            <a:off x="3010102" y="2022735"/>
            <a:ext cx="3400425" cy="3371850"/>
          </a:xfrm>
          <a:prstGeom prst="circularArrow">
            <a:avLst>
              <a:gd name="adj1" fmla="val 12500"/>
              <a:gd name="adj2" fmla="val 891252"/>
              <a:gd name="adj3" fmla="val 20457681"/>
              <a:gd name="adj4" fmla="val 1303600"/>
              <a:gd name="adj5" fmla="val 125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537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496</Words>
  <Application>Microsoft Office PowerPoint</Application>
  <PresentationFormat>Widescreen</PresentationFormat>
  <Paragraphs>133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Courier New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141</cp:revision>
  <dcterms:created xsi:type="dcterms:W3CDTF">2019-10-14T15:21:06Z</dcterms:created>
  <dcterms:modified xsi:type="dcterms:W3CDTF">2022-08-25T14:03:08Z</dcterms:modified>
</cp:coreProperties>
</file>