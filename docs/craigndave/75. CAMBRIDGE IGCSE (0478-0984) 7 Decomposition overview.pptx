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63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0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52" autoAdjust="0"/>
    <p:restoredTop sz="94687"/>
  </p:normalViewPr>
  <p:slideViewPr>
    <p:cSldViewPr snapToGrid="0">
      <p:cViewPr varScale="1">
        <p:scale>
          <a:sx n="101" d="100"/>
          <a:sy n="101" d="100"/>
        </p:scale>
        <p:origin x="1272" y="10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5D90EF-94A1-45D8-89E3-AEE60B87553F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6B2AAA3E-2B58-4090-9000-6594CEFADE0A}">
      <dgm:prSet phldrT="[Text]" custT="1"/>
      <dgm:spPr/>
      <dgm:t>
        <a:bodyPr/>
        <a:lstStyle/>
        <a:p>
          <a:r>
            <a:rPr lang="en-GB" sz="2900" dirty="0"/>
            <a:t>Big problem</a:t>
          </a:r>
        </a:p>
      </dgm:t>
    </dgm:pt>
    <dgm:pt modelId="{1C4448C9-23C1-4CE0-BBF8-41D42E505946}" type="parTrans" cxnId="{5BC92F00-E0BC-49D0-AFD4-DD05EE77F98C}">
      <dgm:prSet/>
      <dgm:spPr/>
      <dgm:t>
        <a:bodyPr/>
        <a:lstStyle/>
        <a:p>
          <a:endParaRPr lang="en-GB"/>
        </a:p>
      </dgm:t>
    </dgm:pt>
    <dgm:pt modelId="{8FD87AA2-CC9B-4E2D-93C0-0F130A93C5C1}" type="sibTrans" cxnId="{5BC92F00-E0BC-49D0-AFD4-DD05EE77F98C}">
      <dgm:prSet/>
      <dgm:spPr/>
      <dgm:t>
        <a:bodyPr/>
        <a:lstStyle/>
        <a:p>
          <a:endParaRPr lang="en-GB"/>
        </a:p>
      </dgm:t>
    </dgm:pt>
    <dgm:pt modelId="{DC895A8B-B0B1-453D-916D-FE63F46370E5}">
      <dgm:prSet phldrT="[Text]" custT="1"/>
      <dgm:spPr/>
      <dgm:t>
        <a:bodyPr/>
        <a:lstStyle/>
        <a:p>
          <a:r>
            <a:rPr lang="en-GB" sz="2800" dirty="0"/>
            <a:t>Main component 1</a:t>
          </a:r>
        </a:p>
      </dgm:t>
    </dgm:pt>
    <dgm:pt modelId="{9B7AE965-6CD4-4641-8AEF-97CA34A6EDBA}" type="parTrans" cxnId="{5E1EB8AA-9335-46C2-B81E-E1116951DF79}">
      <dgm:prSet/>
      <dgm:spPr/>
      <dgm:t>
        <a:bodyPr/>
        <a:lstStyle/>
        <a:p>
          <a:endParaRPr lang="en-GB"/>
        </a:p>
      </dgm:t>
    </dgm:pt>
    <dgm:pt modelId="{D833CDF1-05ED-45E1-BB87-CAD6C50F83EA}" type="sibTrans" cxnId="{5E1EB8AA-9335-46C2-B81E-E1116951DF79}">
      <dgm:prSet/>
      <dgm:spPr/>
      <dgm:t>
        <a:bodyPr/>
        <a:lstStyle/>
        <a:p>
          <a:endParaRPr lang="en-GB"/>
        </a:p>
      </dgm:t>
    </dgm:pt>
    <dgm:pt modelId="{879261DC-8106-4715-AF2D-E9E461120E97}">
      <dgm:prSet phldrT="[Text]" custT="1"/>
      <dgm:spPr/>
      <dgm:t>
        <a:bodyPr/>
        <a:lstStyle/>
        <a:p>
          <a:r>
            <a:rPr lang="en-GB" sz="2800" dirty="0"/>
            <a:t>Main component 2</a:t>
          </a:r>
        </a:p>
      </dgm:t>
    </dgm:pt>
    <dgm:pt modelId="{FF360BAB-EF84-4D02-8533-54069FB7C9C3}" type="parTrans" cxnId="{8E0EF5D1-7EC1-4243-BED8-03C1E07B2D7E}">
      <dgm:prSet/>
      <dgm:spPr/>
      <dgm:t>
        <a:bodyPr/>
        <a:lstStyle/>
        <a:p>
          <a:endParaRPr lang="en-GB"/>
        </a:p>
      </dgm:t>
    </dgm:pt>
    <dgm:pt modelId="{706323F3-0B7D-40A6-A3F8-7C0656730B41}" type="sibTrans" cxnId="{8E0EF5D1-7EC1-4243-BED8-03C1E07B2D7E}">
      <dgm:prSet/>
      <dgm:spPr/>
      <dgm:t>
        <a:bodyPr/>
        <a:lstStyle/>
        <a:p>
          <a:endParaRPr lang="en-GB"/>
        </a:p>
      </dgm:t>
    </dgm:pt>
    <dgm:pt modelId="{AB50E09B-F713-4270-94D2-18C73E1D2FB0}">
      <dgm:prSet phldrT="[Text]" custT="1"/>
      <dgm:spPr/>
      <dgm:t>
        <a:bodyPr/>
        <a:lstStyle/>
        <a:p>
          <a:r>
            <a:rPr lang="en-GB" sz="2400" dirty="0"/>
            <a:t>Sub-problem 1</a:t>
          </a:r>
        </a:p>
      </dgm:t>
    </dgm:pt>
    <dgm:pt modelId="{542C8E8C-95F2-4698-AFA5-DBE75E32837E}" type="parTrans" cxnId="{87670339-2E08-47C5-AB20-84AF79645D2E}">
      <dgm:prSet/>
      <dgm:spPr/>
      <dgm:t>
        <a:bodyPr/>
        <a:lstStyle/>
        <a:p>
          <a:endParaRPr lang="en-GB"/>
        </a:p>
      </dgm:t>
    </dgm:pt>
    <dgm:pt modelId="{61A6705E-404E-4441-A34A-45E899CF0785}" type="sibTrans" cxnId="{87670339-2E08-47C5-AB20-84AF79645D2E}">
      <dgm:prSet/>
      <dgm:spPr/>
      <dgm:t>
        <a:bodyPr/>
        <a:lstStyle/>
        <a:p>
          <a:endParaRPr lang="en-GB"/>
        </a:p>
      </dgm:t>
    </dgm:pt>
    <dgm:pt modelId="{C60699F5-F5CD-421F-BEB2-232BE68A29D1}">
      <dgm:prSet phldrT="[Text]" custT="1"/>
      <dgm:spPr/>
      <dgm:t>
        <a:bodyPr/>
        <a:lstStyle/>
        <a:p>
          <a:r>
            <a:rPr lang="en-GB" sz="2400" dirty="0"/>
            <a:t>Sub-problem 2</a:t>
          </a:r>
        </a:p>
      </dgm:t>
    </dgm:pt>
    <dgm:pt modelId="{D04F373F-4F3C-48C8-A26F-2E4D38E6EC97}" type="parTrans" cxnId="{DEBEB3E2-5DB1-40A2-809C-E1DD96FDB8F9}">
      <dgm:prSet/>
      <dgm:spPr/>
      <dgm:t>
        <a:bodyPr/>
        <a:lstStyle/>
        <a:p>
          <a:endParaRPr lang="en-GB"/>
        </a:p>
      </dgm:t>
    </dgm:pt>
    <dgm:pt modelId="{F4038FAC-8CAD-4452-A496-7B7CA4C72289}" type="sibTrans" cxnId="{DEBEB3E2-5DB1-40A2-809C-E1DD96FDB8F9}">
      <dgm:prSet/>
      <dgm:spPr/>
      <dgm:t>
        <a:bodyPr/>
        <a:lstStyle/>
        <a:p>
          <a:endParaRPr lang="en-GB"/>
        </a:p>
      </dgm:t>
    </dgm:pt>
    <dgm:pt modelId="{52592014-C515-42E0-B0FC-02DF516FD63B}">
      <dgm:prSet phldrT="[Text]" custT="1"/>
      <dgm:spPr/>
      <dgm:t>
        <a:bodyPr/>
        <a:lstStyle/>
        <a:p>
          <a:r>
            <a:rPr lang="en-GB" sz="2400" dirty="0"/>
            <a:t>Sub-problem 3</a:t>
          </a:r>
        </a:p>
      </dgm:t>
    </dgm:pt>
    <dgm:pt modelId="{4C235361-3ECA-4EC3-8475-8DD3CD8277AE}" type="parTrans" cxnId="{024E4E91-A2DA-4ACC-A74C-AA1618A90C1A}">
      <dgm:prSet/>
      <dgm:spPr/>
      <dgm:t>
        <a:bodyPr/>
        <a:lstStyle/>
        <a:p>
          <a:endParaRPr lang="en-GB"/>
        </a:p>
      </dgm:t>
    </dgm:pt>
    <dgm:pt modelId="{3974A9EB-94B6-45DD-818B-7F65D8F4CFA6}" type="sibTrans" cxnId="{024E4E91-A2DA-4ACC-A74C-AA1618A90C1A}">
      <dgm:prSet/>
      <dgm:spPr/>
      <dgm:t>
        <a:bodyPr/>
        <a:lstStyle/>
        <a:p>
          <a:endParaRPr lang="en-GB"/>
        </a:p>
      </dgm:t>
    </dgm:pt>
    <dgm:pt modelId="{AA11AFE6-425E-4C78-8A5B-4F4BF20D3465}">
      <dgm:prSet phldrT="[Text]" custT="1"/>
      <dgm:spPr/>
      <dgm:t>
        <a:bodyPr/>
        <a:lstStyle/>
        <a:p>
          <a:r>
            <a:rPr lang="en-GB" sz="2400" dirty="0"/>
            <a:t>Sub-problem 4</a:t>
          </a:r>
        </a:p>
      </dgm:t>
    </dgm:pt>
    <dgm:pt modelId="{DE8C6FD9-D88F-4E31-B572-314103D16418}" type="parTrans" cxnId="{63E38222-46B0-449F-8713-7287192EB61C}">
      <dgm:prSet/>
      <dgm:spPr/>
      <dgm:t>
        <a:bodyPr/>
        <a:lstStyle/>
        <a:p>
          <a:endParaRPr lang="en-GB"/>
        </a:p>
      </dgm:t>
    </dgm:pt>
    <dgm:pt modelId="{1C2F0C02-4F74-468D-8355-F52907E3E18F}" type="sibTrans" cxnId="{63E38222-46B0-449F-8713-7287192EB61C}">
      <dgm:prSet/>
      <dgm:spPr/>
      <dgm:t>
        <a:bodyPr/>
        <a:lstStyle/>
        <a:p>
          <a:endParaRPr lang="en-GB"/>
        </a:p>
      </dgm:t>
    </dgm:pt>
    <dgm:pt modelId="{88DFF470-9E6E-4CF9-AB07-00FF64BEFA20}">
      <dgm:prSet phldrT="[Text]"/>
      <dgm:spPr>
        <a:noFill/>
      </dgm:spPr>
      <dgm:t>
        <a:bodyPr/>
        <a:lstStyle/>
        <a:p>
          <a:endParaRPr lang="en-GB" dirty="0"/>
        </a:p>
      </dgm:t>
    </dgm:pt>
    <dgm:pt modelId="{E856D2DD-80FA-4666-AE88-50C2E0769553}" type="parTrans" cxnId="{1BC0DD78-5101-4EFB-A39D-BCAF7FE33A25}">
      <dgm:prSet/>
      <dgm:spPr>
        <a:solidFill>
          <a:schemeClr val="bg1"/>
        </a:solidFill>
        <a:ln>
          <a:noFill/>
        </a:ln>
      </dgm:spPr>
      <dgm:t>
        <a:bodyPr/>
        <a:lstStyle/>
        <a:p>
          <a:endParaRPr lang="en-GB"/>
        </a:p>
      </dgm:t>
    </dgm:pt>
    <dgm:pt modelId="{84CC26E5-63E5-48CF-A9BB-BD1F65E92B3B}" type="sibTrans" cxnId="{1BC0DD78-5101-4EFB-A39D-BCAF7FE33A25}">
      <dgm:prSet/>
      <dgm:spPr/>
      <dgm:t>
        <a:bodyPr/>
        <a:lstStyle/>
        <a:p>
          <a:endParaRPr lang="en-GB"/>
        </a:p>
      </dgm:t>
    </dgm:pt>
    <dgm:pt modelId="{E00C8383-57AF-4B00-B7F0-4A2ED604821D}">
      <dgm:prSet phldrT="[Text]"/>
      <dgm:spPr>
        <a:noFill/>
        <a:ln>
          <a:noFill/>
        </a:ln>
      </dgm:spPr>
      <dgm:t>
        <a:bodyPr/>
        <a:lstStyle/>
        <a:p>
          <a:endParaRPr lang="en-GB" dirty="0"/>
        </a:p>
      </dgm:t>
    </dgm:pt>
    <dgm:pt modelId="{464AB32B-1EAD-48DE-8AF6-DA2F2E834093}" type="parTrans" cxnId="{F8EACDBC-DFD8-4C9C-A2FA-600DD9055E3B}">
      <dgm:prSet/>
      <dgm:spPr>
        <a:ln>
          <a:solidFill>
            <a:schemeClr val="bg1"/>
          </a:solidFill>
        </a:ln>
      </dgm:spPr>
      <dgm:t>
        <a:bodyPr/>
        <a:lstStyle/>
        <a:p>
          <a:endParaRPr lang="en-GB"/>
        </a:p>
      </dgm:t>
    </dgm:pt>
    <dgm:pt modelId="{202F0B42-74DD-4077-BB12-E58318122AFB}" type="sibTrans" cxnId="{F8EACDBC-DFD8-4C9C-A2FA-600DD9055E3B}">
      <dgm:prSet/>
      <dgm:spPr/>
      <dgm:t>
        <a:bodyPr/>
        <a:lstStyle/>
        <a:p>
          <a:endParaRPr lang="en-GB"/>
        </a:p>
      </dgm:t>
    </dgm:pt>
    <dgm:pt modelId="{1210DCC7-1B58-4737-949C-766575C369DF}" type="pres">
      <dgm:prSet presAssocID="{3B5D90EF-94A1-45D8-89E3-AEE60B87553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04E43D4-C872-4A45-A35E-632EDEA4409A}" type="pres">
      <dgm:prSet presAssocID="{6B2AAA3E-2B58-4090-9000-6594CEFADE0A}" presName="hierRoot1" presStyleCnt="0">
        <dgm:presLayoutVars>
          <dgm:hierBranch val="init"/>
        </dgm:presLayoutVars>
      </dgm:prSet>
      <dgm:spPr/>
    </dgm:pt>
    <dgm:pt modelId="{E96274F3-90C0-44D4-B2ED-F9D359F75616}" type="pres">
      <dgm:prSet presAssocID="{6B2AAA3E-2B58-4090-9000-6594CEFADE0A}" presName="rootComposite1" presStyleCnt="0"/>
      <dgm:spPr/>
    </dgm:pt>
    <dgm:pt modelId="{B77B7DED-DE14-41E4-8AAA-F4375C08EB54}" type="pres">
      <dgm:prSet presAssocID="{6B2AAA3E-2B58-4090-9000-6594CEFADE0A}" presName="rootText1" presStyleLbl="node0" presStyleIdx="0" presStyleCnt="1">
        <dgm:presLayoutVars>
          <dgm:chPref val="3"/>
        </dgm:presLayoutVars>
      </dgm:prSet>
      <dgm:spPr/>
    </dgm:pt>
    <dgm:pt modelId="{D0B338BA-CC95-43C3-B5EB-6FAACB87867C}" type="pres">
      <dgm:prSet presAssocID="{6B2AAA3E-2B58-4090-9000-6594CEFADE0A}" presName="rootConnector1" presStyleLbl="node1" presStyleIdx="0" presStyleCnt="0"/>
      <dgm:spPr/>
    </dgm:pt>
    <dgm:pt modelId="{97FB2006-1413-45A1-BFC0-DA3D171C4C94}" type="pres">
      <dgm:prSet presAssocID="{6B2AAA3E-2B58-4090-9000-6594CEFADE0A}" presName="hierChild2" presStyleCnt="0"/>
      <dgm:spPr/>
    </dgm:pt>
    <dgm:pt modelId="{4EAA1089-E86D-4BA7-85ED-3F96841646BC}" type="pres">
      <dgm:prSet presAssocID="{9B7AE965-6CD4-4641-8AEF-97CA34A6EDBA}" presName="Name37" presStyleLbl="parChTrans1D2" presStyleIdx="0" presStyleCnt="2"/>
      <dgm:spPr/>
    </dgm:pt>
    <dgm:pt modelId="{49C77FB0-7FE9-4575-90E1-957F08951F6C}" type="pres">
      <dgm:prSet presAssocID="{DC895A8B-B0B1-453D-916D-FE63F46370E5}" presName="hierRoot2" presStyleCnt="0">
        <dgm:presLayoutVars>
          <dgm:hierBranch val="init"/>
        </dgm:presLayoutVars>
      </dgm:prSet>
      <dgm:spPr/>
    </dgm:pt>
    <dgm:pt modelId="{81B9C56D-0D83-4A02-A458-940B9214311A}" type="pres">
      <dgm:prSet presAssocID="{DC895A8B-B0B1-453D-916D-FE63F46370E5}" presName="rootComposite" presStyleCnt="0"/>
      <dgm:spPr/>
    </dgm:pt>
    <dgm:pt modelId="{D9483755-4464-4B29-B80F-022A7BE8E9CC}" type="pres">
      <dgm:prSet presAssocID="{DC895A8B-B0B1-453D-916D-FE63F46370E5}" presName="rootText" presStyleLbl="node2" presStyleIdx="0" presStyleCnt="2">
        <dgm:presLayoutVars>
          <dgm:chPref val="3"/>
        </dgm:presLayoutVars>
      </dgm:prSet>
      <dgm:spPr/>
    </dgm:pt>
    <dgm:pt modelId="{2CB092CE-9D67-44EC-AB6D-694E65E26EE0}" type="pres">
      <dgm:prSet presAssocID="{DC895A8B-B0B1-453D-916D-FE63F46370E5}" presName="rootConnector" presStyleLbl="node2" presStyleIdx="0" presStyleCnt="2"/>
      <dgm:spPr/>
    </dgm:pt>
    <dgm:pt modelId="{36149D1A-105E-44F5-8FE9-B0FEC41E374F}" type="pres">
      <dgm:prSet presAssocID="{DC895A8B-B0B1-453D-916D-FE63F46370E5}" presName="hierChild4" presStyleCnt="0"/>
      <dgm:spPr/>
    </dgm:pt>
    <dgm:pt modelId="{1A454910-0F78-4568-95C3-6650267F08B3}" type="pres">
      <dgm:prSet presAssocID="{542C8E8C-95F2-4698-AFA5-DBE75E32837E}" presName="Name37" presStyleLbl="parChTrans1D3" presStyleIdx="0" presStyleCnt="4"/>
      <dgm:spPr/>
    </dgm:pt>
    <dgm:pt modelId="{C90A82E2-72D9-4281-96DB-E5A593275139}" type="pres">
      <dgm:prSet presAssocID="{AB50E09B-F713-4270-94D2-18C73E1D2FB0}" presName="hierRoot2" presStyleCnt="0">
        <dgm:presLayoutVars>
          <dgm:hierBranch val="init"/>
        </dgm:presLayoutVars>
      </dgm:prSet>
      <dgm:spPr/>
    </dgm:pt>
    <dgm:pt modelId="{4E2B95B1-532A-4C67-8541-B494A2611B4E}" type="pres">
      <dgm:prSet presAssocID="{AB50E09B-F713-4270-94D2-18C73E1D2FB0}" presName="rootComposite" presStyleCnt="0"/>
      <dgm:spPr/>
    </dgm:pt>
    <dgm:pt modelId="{4AE14772-E96A-490F-BD46-4A04491614C2}" type="pres">
      <dgm:prSet presAssocID="{AB50E09B-F713-4270-94D2-18C73E1D2FB0}" presName="rootText" presStyleLbl="node3" presStyleIdx="0" presStyleCnt="4">
        <dgm:presLayoutVars>
          <dgm:chPref val="3"/>
        </dgm:presLayoutVars>
      </dgm:prSet>
      <dgm:spPr/>
    </dgm:pt>
    <dgm:pt modelId="{AA503A82-B739-475E-8335-CDB3E5F17307}" type="pres">
      <dgm:prSet presAssocID="{AB50E09B-F713-4270-94D2-18C73E1D2FB0}" presName="rootConnector" presStyleLbl="node3" presStyleIdx="0" presStyleCnt="4"/>
      <dgm:spPr/>
    </dgm:pt>
    <dgm:pt modelId="{988BEA6A-4935-4122-B482-8756BE225016}" type="pres">
      <dgm:prSet presAssocID="{AB50E09B-F713-4270-94D2-18C73E1D2FB0}" presName="hierChild4" presStyleCnt="0"/>
      <dgm:spPr/>
    </dgm:pt>
    <dgm:pt modelId="{15328878-E01B-4CA7-A81E-07362231DA9B}" type="pres">
      <dgm:prSet presAssocID="{E856D2DD-80FA-4666-AE88-50C2E0769553}" presName="Name37" presStyleLbl="parChTrans1D4" presStyleIdx="0" presStyleCnt="2"/>
      <dgm:spPr/>
    </dgm:pt>
    <dgm:pt modelId="{AE2FD446-50E8-4A6C-A015-45C7C9A03717}" type="pres">
      <dgm:prSet presAssocID="{88DFF470-9E6E-4CF9-AB07-00FF64BEFA20}" presName="hierRoot2" presStyleCnt="0">
        <dgm:presLayoutVars>
          <dgm:hierBranch val="init"/>
        </dgm:presLayoutVars>
      </dgm:prSet>
      <dgm:spPr/>
    </dgm:pt>
    <dgm:pt modelId="{AD48C202-2B17-43CD-9E18-24EEBBD7F4B7}" type="pres">
      <dgm:prSet presAssocID="{88DFF470-9E6E-4CF9-AB07-00FF64BEFA20}" presName="rootComposite" presStyleCnt="0"/>
      <dgm:spPr/>
    </dgm:pt>
    <dgm:pt modelId="{68A3FA03-1522-451B-9CDF-01225182AFA2}" type="pres">
      <dgm:prSet presAssocID="{88DFF470-9E6E-4CF9-AB07-00FF64BEFA20}" presName="rootText" presStyleLbl="node4" presStyleIdx="0" presStyleCnt="2" custLinFactNeighborX="1629" custLinFactNeighborY="3519">
        <dgm:presLayoutVars>
          <dgm:chPref val="3"/>
        </dgm:presLayoutVars>
      </dgm:prSet>
      <dgm:spPr/>
    </dgm:pt>
    <dgm:pt modelId="{91568D72-D071-46E5-8924-EBE272CE2465}" type="pres">
      <dgm:prSet presAssocID="{88DFF470-9E6E-4CF9-AB07-00FF64BEFA20}" presName="rootConnector" presStyleLbl="node4" presStyleIdx="0" presStyleCnt="2"/>
      <dgm:spPr/>
    </dgm:pt>
    <dgm:pt modelId="{B3FEE531-330D-4329-A124-5E2E4DE22FFF}" type="pres">
      <dgm:prSet presAssocID="{88DFF470-9E6E-4CF9-AB07-00FF64BEFA20}" presName="hierChild4" presStyleCnt="0"/>
      <dgm:spPr/>
    </dgm:pt>
    <dgm:pt modelId="{9444F5E9-B2EB-4D4F-AFA1-7BBBEA566A55}" type="pres">
      <dgm:prSet presAssocID="{88DFF470-9E6E-4CF9-AB07-00FF64BEFA20}" presName="hierChild5" presStyleCnt="0"/>
      <dgm:spPr/>
    </dgm:pt>
    <dgm:pt modelId="{9DDCD3B8-5235-4E6A-9B4A-C8476DDAA861}" type="pres">
      <dgm:prSet presAssocID="{AB50E09B-F713-4270-94D2-18C73E1D2FB0}" presName="hierChild5" presStyleCnt="0"/>
      <dgm:spPr/>
    </dgm:pt>
    <dgm:pt modelId="{9EA21933-D009-41BC-995A-E23BD5BFA548}" type="pres">
      <dgm:prSet presAssocID="{D04F373F-4F3C-48C8-A26F-2E4D38E6EC97}" presName="Name37" presStyleLbl="parChTrans1D3" presStyleIdx="1" presStyleCnt="4"/>
      <dgm:spPr/>
    </dgm:pt>
    <dgm:pt modelId="{1435725F-9F90-4A78-89AB-3643F3688AB0}" type="pres">
      <dgm:prSet presAssocID="{C60699F5-F5CD-421F-BEB2-232BE68A29D1}" presName="hierRoot2" presStyleCnt="0">
        <dgm:presLayoutVars>
          <dgm:hierBranch val="init"/>
        </dgm:presLayoutVars>
      </dgm:prSet>
      <dgm:spPr/>
    </dgm:pt>
    <dgm:pt modelId="{8E92FFC7-9994-4B73-B3FF-CA3CD1418FE8}" type="pres">
      <dgm:prSet presAssocID="{C60699F5-F5CD-421F-BEB2-232BE68A29D1}" presName="rootComposite" presStyleCnt="0"/>
      <dgm:spPr/>
    </dgm:pt>
    <dgm:pt modelId="{6AB7B500-5A26-4B8E-80E2-CE8604627B27}" type="pres">
      <dgm:prSet presAssocID="{C60699F5-F5CD-421F-BEB2-232BE68A29D1}" presName="rootText" presStyleLbl="node3" presStyleIdx="1" presStyleCnt="4">
        <dgm:presLayoutVars>
          <dgm:chPref val="3"/>
        </dgm:presLayoutVars>
      </dgm:prSet>
      <dgm:spPr/>
    </dgm:pt>
    <dgm:pt modelId="{0077B4ED-9C06-4382-B877-68FA9C224EC6}" type="pres">
      <dgm:prSet presAssocID="{C60699F5-F5CD-421F-BEB2-232BE68A29D1}" presName="rootConnector" presStyleLbl="node3" presStyleIdx="1" presStyleCnt="4"/>
      <dgm:spPr/>
    </dgm:pt>
    <dgm:pt modelId="{D880E6EC-C1B4-4E53-A25A-B82F439D58D0}" type="pres">
      <dgm:prSet presAssocID="{C60699F5-F5CD-421F-BEB2-232BE68A29D1}" presName="hierChild4" presStyleCnt="0"/>
      <dgm:spPr/>
    </dgm:pt>
    <dgm:pt modelId="{0EA2882E-DB36-46B5-998C-B380B9C72B38}" type="pres">
      <dgm:prSet presAssocID="{C60699F5-F5CD-421F-BEB2-232BE68A29D1}" presName="hierChild5" presStyleCnt="0"/>
      <dgm:spPr/>
    </dgm:pt>
    <dgm:pt modelId="{34279013-EA59-44D4-8926-4E04FA7632E0}" type="pres">
      <dgm:prSet presAssocID="{DC895A8B-B0B1-453D-916D-FE63F46370E5}" presName="hierChild5" presStyleCnt="0"/>
      <dgm:spPr/>
    </dgm:pt>
    <dgm:pt modelId="{BBAA7DE5-86EB-4FEB-AB83-A78AC4B999AF}" type="pres">
      <dgm:prSet presAssocID="{FF360BAB-EF84-4D02-8533-54069FB7C9C3}" presName="Name37" presStyleLbl="parChTrans1D2" presStyleIdx="1" presStyleCnt="2"/>
      <dgm:spPr/>
    </dgm:pt>
    <dgm:pt modelId="{0D3608CF-1F0D-4687-9B9B-B78B30811DCD}" type="pres">
      <dgm:prSet presAssocID="{879261DC-8106-4715-AF2D-E9E461120E97}" presName="hierRoot2" presStyleCnt="0">
        <dgm:presLayoutVars>
          <dgm:hierBranch val="init"/>
        </dgm:presLayoutVars>
      </dgm:prSet>
      <dgm:spPr/>
    </dgm:pt>
    <dgm:pt modelId="{AF7235EF-7630-4F78-A5A6-944AFF95B0B5}" type="pres">
      <dgm:prSet presAssocID="{879261DC-8106-4715-AF2D-E9E461120E97}" presName="rootComposite" presStyleCnt="0"/>
      <dgm:spPr/>
    </dgm:pt>
    <dgm:pt modelId="{E3BC559E-A384-476E-A478-10D53405CFCA}" type="pres">
      <dgm:prSet presAssocID="{879261DC-8106-4715-AF2D-E9E461120E97}" presName="rootText" presStyleLbl="node2" presStyleIdx="1" presStyleCnt="2">
        <dgm:presLayoutVars>
          <dgm:chPref val="3"/>
        </dgm:presLayoutVars>
      </dgm:prSet>
      <dgm:spPr/>
    </dgm:pt>
    <dgm:pt modelId="{A5C02E49-A526-4FB0-8B55-08B67A47ACB2}" type="pres">
      <dgm:prSet presAssocID="{879261DC-8106-4715-AF2D-E9E461120E97}" presName="rootConnector" presStyleLbl="node2" presStyleIdx="1" presStyleCnt="2"/>
      <dgm:spPr/>
    </dgm:pt>
    <dgm:pt modelId="{2FDE74FA-7B74-43E8-88C2-824A43F38632}" type="pres">
      <dgm:prSet presAssocID="{879261DC-8106-4715-AF2D-E9E461120E97}" presName="hierChild4" presStyleCnt="0"/>
      <dgm:spPr/>
    </dgm:pt>
    <dgm:pt modelId="{25BA5D93-1739-46B0-B0F9-872F246898AA}" type="pres">
      <dgm:prSet presAssocID="{4C235361-3ECA-4EC3-8475-8DD3CD8277AE}" presName="Name37" presStyleLbl="parChTrans1D3" presStyleIdx="2" presStyleCnt="4"/>
      <dgm:spPr/>
    </dgm:pt>
    <dgm:pt modelId="{624B8F1B-E1D6-4BAB-8DC7-E8D2E33D57CB}" type="pres">
      <dgm:prSet presAssocID="{52592014-C515-42E0-B0FC-02DF516FD63B}" presName="hierRoot2" presStyleCnt="0">
        <dgm:presLayoutVars>
          <dgm:hierBranch val="init"/>
        </dgm:presLayoutVars>
      </dgm:prSet>
      <dgm:spPr/>
    </dgm:pt>
    <dgm:pt modelId="{84D33919-EBBB-443C-A330-5C21D97AFA3E}" type="pres">
      <dgm:prSet presAssocID="{52592014-C515-42E0-B0FC-02DF516FD63B}" presName="rootComposite" presStyleCnt="0"/>
      <dgm:spPr/>
    </dgm:pt>
    <dgm:pt modelId="{EA7689E7-A50F-428A-9A09-B376CB01ADF3}" type="pres">
      <dgm:prSet presAssocID="{52592014-C515-42E0-B0FC-02DF516FD63B}" presName="rootText" presStyleLbl="node3" presStyleIdx="2" presStyleCnt="4">
        <dgm:presLayoutVars>
          <dgm:chPref val="3"/>
        </dgm:presLayoutVars>
      </dgm:prSet>
      <dgm:spPr/>
    </dgm:pt>
    <dgm:pt modelId="{40012ECC-ECBF-4A95-A728-94BF9B80BDEF}" type="pres">
      <dgm:prSet presAssocID="{52592014-C515-42E0-B0FC-02DF516FD63B}" presName="rootConnector" presStyleLbl="node3" presStyleIdx="2" presStyleCnt="4"/>
      <dgm:spPr/>
    </dgm:pt>
    <dgm:pt modelId="{F480E782-143C-4342-AB79-E3E546A34A4E}" type="pres">
      <dgm:prSet presAssocID="{52592014-C515-42E0-B0FC-02DF516FD63B}" presName="hierChild4" presStyleCnt="0"/>
      <dgm:spPr/>
    </dgm:pt>
    <dgm:pt modelId="{AE1E2A11-2968-4E2B-9C38-E904790F31E4}" type="pres">
      <dgm:prSet presAssocID="{464AB32B-1EAD-48DE-8AF6-DA2F2E834093}" presName="Name37" presStyleLbl="parChTrans1D4" presStyleIdx="1" presStyleCnt="2"/>
      <dgm:spPr/>
    </dgm:pt>
    <dgm:pt modelId="{14B81422-AE8B-4206-A400-BD94E336AD3C}" type="pres">
      <dgm:prSet presAssocID="{E00C8383-57AF-4B00-B7F0-4A2ED604821D}" presName="hierRoot2" presStyleCnt="0">
        <dgm:presLayoutVars>
          <dgm:hierBranch val="init"/>
        </dgm:presLayoutVars>
      </dgm:prSet>
      <dgm:spPr/>
    </dgm:pt>
    <dgm:pt modelId="{7DC9DE5E-B84C-4F4C-93DA-44863A924409}" type="pres">
      <dgm:prSet presAssocID="{E00C8383-57AF-4B00-B7F0-4A2ED604821D}" presName="rootComposite" presStyleCnt="0"/>
      <dgm:spPr/>
    </dgm:pt>
    <dgm:pt modelId="{EF61B13F-6F6C-4590-9CDD-728664BCA0F5}" type="pres">
      <dgm:prSet presAssocID="{E00C8383-57AF-4B00-B7F0-4A2ED604821D}" presName="rootText" presStyleLbl="node4" presStyleIdx="1" presStyleCnt="2">
        <dgm:presLayoutVars>
          <dgm:chPref val="3"/>
        </dgm:presLayoutVars>
      </dgm:prSet>
      <dgm:spPr/>
    </dgm:pt>
    <dgm:pt modelId="{60B8C39F-1ED8-4B62-80EE-D0AF3015232A}" type="pres">
      <dgm:prSet presAssocID="{E00C8383-57AF-4B00-B7F0-4A2ED604821D}" presName="rootConnector" presStyleLbl="node4" presStyleIdx="1" presStyleCnt="2"/>
      <dgm:spPr/>
    </dgm:pt>
    <dgm:pt modelId="{C9D44425-9B62-4EAE-B2A6-67AE02276359}" type="pres">
      <dgm:prSet presAssocID="{E00C8383-57AF-4B00-B7F0-4A2ED604821D}" presName="hierChild4" presStyleCnt="0"/>
      <dgm:spPr/>
    </dgm:pt>
    <dgm:pt modelId="{133AEED1-B34C-47D2-9CFE-5ED5C4BF91A3}" type="pres">
      <dgm:prSet presAssocID="{E00C8383-57AF-4B00-B7F0-4A2ED604821D}" presName="hierChild5" presStyleCnt="0"/>
      <dgm:spPr/>
    </dgm:pt>
    <dgm:pt modelId="{9C154BC2-1A07-4641-8810-55D20BC391F3}" type="pres">
      <dgm:prSet presAssocID="{52592014-C515-42E0-B0FC-02DF516FD63B}" presName="hierChild5" presStyleCnt="0"/>
      <dgm:spPr/>
    </dgm:pt>
    <dgm:pt modelId="{F35B9D98-6A1E-4522-87D8-E8F09BCB75C8}" type="pres">
      <dgm:prSet presAssocID="{DE8C6FD9-D88F-4E31-B572-314103D16418}" presName="Name37" presStyleLbl="parChTrans1D3" presStyleIdx="3" presStyleCnt="4"/>
      <dgm:spPr/>
    </dgm:pt>
    <dgm:pt modelId="{68496FBD-7183-4F65-B619-CEA4D018D2E8}" type="pres">
      <dgm:prSet presAssocID="{AA11AFE6-425E-4C78-8A5B-4F4BF20D3465}" presName="hierRoot2" presStyleCnt="0">
        <dgm:presLayoutVars>
          <dgm:hierBranch val="init"/>
        </dgm:presLayoutVars>
      </dgm:prSet>
      <dgm:spPr/>
    </dgm:pt>
    <dgm:pt modelId="{B327A57A-41BD-442D-B55F-C1516CEC8E30}" type="pres">
      <dgm:prSet presAssocID="{AA11AFE6-425E-4C78-8A5B-4F4BF20D3465}" presName="rootComposite" presStyleCnt="0"/>
      <dgm:spPr/>
    </dgm:pt>
    <dgm:pt modelId="{0B140275-799D-4D6F-92A6-79C1E4A32254}" type="pres">
      <dgm:prSet presAssocID="{AA11AFE6-425E-4C78-8A5B-4F4BF20D3465}" presName="rootText" presStyleLbl="node3" presStyleIdx="3" presStyleCnt="4">
        <dgm:presLayoutVars>
          <dgm:chPref val="3"/>
        </dgm:presLayoutVars>
      </dgm:prSet>
      <dgm:spPr/>
    </dgm:pt>
    <dgm:pt modelId="{CD91C57B-BD8F-4DD5-9360-E97BE87CA6E3}" type="pres">
      <dgm:prSet presAssocID="{AA11AFE6-425E-4C78-8A5B-4F4BF20D3465}" presName="rootConnector" presStyleLbl="node3" presStyleIdx="3" presStyleCnt="4"/>
      <dgm:spPr/>
    </dgm:pt>
    <dgm:pt modelId="{1BA1ABA9-73A9-498B-8FBE-BB3A2F1DF4FF}" type="pres">
      <dgm:prSet presAssocID="{AA11AFE6-425E-4C78-8A5B-4F4BF20D3465}" presName="hierChild4" presStyleCnt="0"/>
      <dgm:spPr/>
    </dgm:pt>
    <dgm:pt modelId="{6AD91133-6A77-4D16-B521-07A075A93CC9}" type="pres">
      <dgm:prSet presAssocID="{AA11AFE6-425E-4C78-8A5B-4F4BF20D3465}" presName="hierChild5" presStyleCnt="0"/>
      <dgm:spPr/>
    </dgm:pt>
    <dgm:pt modelId="{A682756D-14B2-40BF-8619-F61850BFEACC}" type="pres">
      <dgm:prSet presAssocID="{879261DC-8106-4715-AF2D-E9E461120E97}" presName="hierChild5" presStyleCnt="0"/>
      <dgm:spPr/>
    </dgm:pt>
    <dgm:pt modelId="{5855C90F-9F66-4B32-B8D0-DF1A2844CD41}" type="pres">
      <dgm:prSet presAssocID="{6B2AAA3E-2B58-4090-9000-6594CEFADE0A}" presName="hierChild3" presStyleCnt="0"/>
      <dgm:spPr/>
    </dgm:pt>
  </dgm:ptLst>
  <dgm:cxnLst>
    <dgm:cxn modelId="{5BC92F00-E0BC-49D0-AFD4-DD05EE77F98C}" srcId="{3B5D90EF-94A1-45D8-89E3-AEE60B87553F}" destId="{6B2AAA3E-2B58-4090-9000-6594CEFADE0A}" srcOrd="0" destOrd="0" parTransId="{1C4448C9-23C1-4CE0-BBF8-41D42E505946}" sibTransId="{8FD87AA2-CC9B-4E2D-93C0-0F130A93C5C1}"/>
    <dgm:cxn modelId="{240F6701-FDD7-4E83-A0C1-675E13DCEAB2}" type="presOf" srcId="{542C8E8C-95F2-4698-AFA5-DBE75E32837E}" destId="{1A454910-0F78-4568-95C3-6650267F08B3}" srcOrd="0" destOrd="0" presId="urn:microsoft.com/office/officeart/2005/8/layout/orgChart1"/>
    <dgm:cxn modelId="{74509015-F096-44CE-BFEA-1C3D51DEB854}" type="presOf" srcId="{D04F373F-4F3C-48C8-A26F-2E4D38E6EC97}" destId="{9EA21933-D009-41BC-995A-E23BD5BFA548}" srcOrd="0" destOrd="0" presId="urn:microsoft.com/office/officeart/2005/8/layout/orgChart1"/>
    <dgm:cxn modelId="{FFCAA216-C09B-459E-867B-71188AF29C32}" type="presOf" srcId="{E00C8383-57AF-4B00-B7F0-4A2ED604821D}" destId="{EF61B13F-6F6C-4590-9CDD-728664BCA0F5}" srcOrd="0" destOrd="0" presId="urn:microsoft.com/office/officeart/2005/8/layout/orgChart1"/>
    <dgm:cxn modelId="{FB39FA1A-2E4F-4EAF-BA5B-A507A42B2D62}" type="presOf" srcId="{879261DC-8106-4715-AF2D-E9E461120E97}" destId="{A5C02E49-A526-4FB0-8B55-08B67A47ACB2}" srcOrd="1" destOrd="0" presId="urn:microsoft.com/office/officeart/2005/8/layout/orgChart1"/>
    <dgm:cxn modelId="{2800771C-DBA6-44AF-90C7-D77934A7D4A0}" type="presOf" srcId="{879261DC-8106-4715-AF2D-E9E461120E97}" destId="{E3BC559E-A384-476E-A478-10D53405CFCA}" srcOrd="0" destOrd="0" presId="urn:microsoft.com/office/officeart/2005/8/layout/orgChart1"/>
    <dgm:cxn modelId="{D12E901C-1F3B-4DB0-A50F-6E4DD9C1B8CC}" type="presOf" srcId="{E856D2DD-80FA-4666-AE88-50C2E0769553}" destId="{15328878-E01B-4CA7-A81E-07362231DA9B}" srcOrd="0" destOrd="0" presId="urn:microsoft.com/office/officeart/2005/8/layout/orgChart1"/>
    <dgm:cxn modelId="{63E38222-46B0-449F-8713-7287192EB61C}" srcId="{879261DC-8106-4715-AF2D-E9E461120E97}" destId="{AA11AFE6-425E-4C78-8A5B-4F4BF20D3465}" srcOrd="1" destOrd="0" parTransId="{DE8C6FD9-D88F-4E31-B572-314103D16418}" sibTransId="{1C2F0C02-4F74-468D-8355-F52907E3E18F}"/>
    <dgm:cxn modelId="{CA5DEC2D-0182-4A2A-8388-60023D5531C4}" type="presOf" srcId="{AA11AFE6-425E-4C78-8A5B-4F4BF20D3465}" destId="{0B140275-799D-4D6F-92A6-79C1E4A32254}" srcOrd="0" destOrd="0" presId="urn:microsoft.com/office/officeart/2005/8/layout/orgChart1"/>
    <dgm:cxn modelId="{87670339-2E08-47C5-AB20-84AF79645D2E}" srcId="{DC895A8B-B0B1-453D-916D-FE63F46370E5}" destId="{AB50E09B-F713-4270-94D2-18C73E1D2FB0}" srcOrd="0" destOrd="0" parTransId="{542C8E8C-95F2-4698-AFA5-DBE75E32837E}" sibTransId="{61A6705E-404E-4441-A34A-45E899CF0785}"/>
    <dgm:cxn modelId="{BB074B5C-0CD5-4628-88B5-528C97E3B396}" type="presOf" srcId="{C60699F5-F5CD-421F-BEB2-232BE68A29D1}" destId="{0077B4ED-9C06-4382-B877-68FA9C224EC6}" srcOrd="1" destOrd="0" presId="urn:microsoft.com/office/officeart/2005/8/layout/orgChart1"/>
    <dgm:cxn modelId="{2605655D-5796-4F94-871D-DE0C121F15CD}" type="presOf" srcId="{6B2AAA3E-2B58-4090-9000-6594CEFADE0A}" destId="{D0B338BA-CC95-43C3-B5EB-6FAACB87867C}" srcOrd="1" destOrd="0" presId="urn:microsoft.com/office/officeart/2005/8/layout/orgChart1"/>
    <dgm:cxn modelId="{1FCF635F-D465-4AC1-8BC3-AC21CA2ADF24}" type="presOf" srcId="{3B5D90EF-94A1-45D8-89E3-AEE60B87553F}" destId="{1210DCC7-1B58-4737-949C-766575C369DF}" srcOrd="0" destOrd="0" presId="urn:microsoft.com/office/officeart/2005/8/layout/orgChart1"/>
    <dgm:cxn modelId="{89AD4962-76DF-4D2C-92AE-5A80D7372C3A}" type="presOf" srcId="{E00C8383-57AF-4B00-B7F0-4A2ED604821D}" destId="{60B8C39F-1ED8-4B62-80EE-D0AF3015232A}" srcOrd="1" destOrd="0" presId="urn:microsoft.com/office/officeart/2005/8/layout/orgChart1"/>
    <dgm:cxn modelId="{6B3C6F71-4651-445E-A6EA-47649AC0FD66}" type="presOf" srcId="{AB50E09B-F713-4270-94D2-18C73E1D2FB0}" destId="{4AE14772-E96A-490F-BD46-4A04491614C2}" srcOrd="0" destOrd="0" presId="urn:microsoft.com/office/officeart/2005/8/layout/orgChart1"/>
    <dgm:cxn modelId="{0FEFC951-D8EC-4A5F-88CB-8997D1270B78}" type="presOf" srcId="{4C235361-3ECA-4EC3-8475-8DD3CD8277AE}" destId="{25BA5D93-1739-46B0-B0F9-872F246898AA}" srcOrd="0" destOrd="0" presId="urn:microsoft.com/office/officeart/2005/8/layout/orgChart1"/>
    <dgm:cxn modelId="{D3C8DB75-8FD3-4932-9418-E545F1BD2A2E}" type="presOf" srcId="{88DFF470-9E6E-4CF9-AB07-00FF64BEFA20}" destId="{68A3FA03-1522-451B-9CDF-01225182AFA2}" srcOrd="0" destOrd="0" presId="urn:microsoft.com/office/officeart/2005/8/layout/orgChart1"/>
    <dgm:cxn modelId="{1BC0DD78-5101-4EFB-A39D-BCAF7FE33A25}" srcId="{AB50E09B-F713-4270-94D2-18C73E1D2FB0}" destId="{88DFF470-9E6E-4CF9-AB07-00FF64BEFA20}" srcOrd="0" destOrd="0" parTransId="{E856D2DD-80FA-4666-AE88-50C2E0769553}" sibTransId="{84CC26E5-63E5-48CF-A9BB-BD1F65E92B3B}"/>
    <dgm:cxn modelId="{024E4E91-A2DA-4ACC-A74C-AA1618A90C1A}" srcId="{879261DC-8106-4715-AF2D-E9E461120E97}" destId="{52592014-C515-42E0-B0FC-02DF516FD63B}" srcOrd="0" destOrd="0" parTransId="{4C235361-3ECA-4EC3-8475-8DD3CD8277AE}" sibTransId="{3974A9EB-94B6-45DD-818B-7F65D8F4CFA6}"/>
    <dgm:cxn modelId="{4BCECE92-F88C-4506-A495-B68E0A15F6A3}" type="presOf" srcId="{6B2AAA3E-2B58-4090-9000-6594CEFADE0A}" destId="{B77B7DED-DE14-41E4-8AAA-F4375C08EB54}" srcOrd="0" destOrd="0" presId="urn:microsoft.com/office/officeart/2005/8/layout/orgChart1"/>
    <dgm:cxn modelId="{2589CC98-EC41-4D57-AA16-D0922ADD6EC5}" type="presOf" srcId="{9B7AE965-6CD4-4641-8AEF-97CA34A6EDBA}" destId="{4EAA1089-E86D-4BA7-85ED-3F96841646BC}" srcOrd="0" destOrd="0" presId="urn:microsoft.com/office/officeart/2005/8/layout/orgChart1"/>
    <dgm:cxn modelId="{2FBCC8A5-88C5-480C-8196-AD7C8250E6E1}" type="presOf" srcId="{AB50E09B-F713-4270-94D2-18C73E1D2FB0}" destId="{AA503A82-B739-475E-8335-CDB3E5F17307}" srcOrd="1" destOrd="0" presId="urn:microsoft.com/office/officeart/2005/8/layout/orgChart1"/>
    <dgm:cxn modelId="{5E1EB8AA-9335-46C2-B81E-E1116951DF79}" srcId="{6B2AAA3E-2B58-4090-9000-6594CEFADE0A}" destId="{DC895A8B-B0B1-453D-916D-FE63F46370E5}" srcOrd="0" destOrd="0" parTransId="{9B7AE965-6CD4-4641-8AEF-97CA34A6EDBA}" sibTransId="{D833CDF1-05ED-45E1-BB87-CAD6C50F83EA}"/>
    <dgm:cxn modelId="{F8EACDBC-DFD8-4C9C-A2FA-600DD9055E3B}" srcId="{52592014-C515-42E0-B0FC-02DF516FD63B}" destId="{E00C8383-57AF-4B00-B7F0-4A2ED604821D}" srcOrd="0" destOrd="0" parTransId="{464AB32B-1EAD-48DE-8AF6-DA2F2E834093}" sibTransId="{202F0B42-74DD-4077-BB12-E58318122AFB}"/>
    <dgm:cxn modelId="{84CCACCB-DF8A-4DA5-AEB5-0642AFBD566C}" type="presOf" srcId="{AA11AFE6-425E-4C78-8A5B-4F4BF20D3465}" destId="{CD91C57B-BD8F-4DD5-9360-E97BE87CA6E3}" srcOrd="1" destOrd="0" presId="urn:microsoft.com/office/officeart/2005/8/layout/orgChart1"/>
    <dgm:cxn modelId="{5D5C8ACD-7E14-4B94-A9C1-49040C642B3F}" type="presOf" srcId="{FF360BAB-EF84-4D02-8533-54069FB7C9C3}" destId="{BBAA7DE5-86EB-4FEB-AB83-A78AC4B999AF}" srcOrd="0" destOrd="0" presId="urn:microsoft.com/office/officeart/2005/8/layout/orgChart1"/>
    <dgm:cxn modelId="{8E0EF5D1-7EC1-4243-BED8-03C1E07B2D7E}" srcId="{6B2AAA3E-2B58-4090-9000-6594CEFADE0A}" destId="{879261DC-8106-4715-AF2D-E9E461120E97}" srcOrd="1" destOrd="0" parTransId="{FF360BAB-EF84-4D02-8533-54069FB7C9C3}" sibTransId="{706323F3-0B7D-40A6-A3F8-7C0656730B41}"/>
    <dgm:cxn modelId="{9D636ADC-8DDD-41B7-A3A0-25D03E434F03}" type="presOf" srcId="{C60699F5-F5CD-421F-BEB2-232BE68A29D1}" destId="{6AB7B500-5A26-4B8E-80E2-CE8604627B27}" srcOrd="0" destOrd="0" presId="urn:microsoft.com/office/officeart/2005/8/layout/orgChart1"/>
    <dgm:cxn modelId="{9C2337E1-73B3-45D6-9919-C8A2AE3FE380}" type="presOf" srcId="{DE8C6FD9-D88F-4E31-B572-314103D16418}" destId="{F35B9D98-6A1E-4522-87D8-E8F09BCB75C8}" srcOrd="0" destOrd="0" presId="urn:microsoft.com/office/officeart/2005/8/layout/orgChart1"/>
    <dgm:cxn modelId="{DEBEB3E2-5DB1-40A2-809C-E1DD96FDB8F9}" srcId="{DC895A8B-B0B1-453D-916D-FE63F46370E5}" destId="{C60699F5-F5CD-421F-BEB2-232BE68A29D1}" srcOrd="1" destOrd="0" parTransId="{D04F373F-4F3C-48C8-A26F-2E4D38E6EC97}" sibTransId="{F4038FAC-8CAD-4452-A496-7B7CA4C72289}"/>
    <dgm:cxn modelId="{BC3FFCE6-265F-4921-B2FF-9FE330651AF6}" type="presOf" srcId="{DC895A8B-B0B1-453D-916D-FE63F46370E5}" destId="{2CB092CE-9D67-44EC-AB6D-694E65E26EE0}" srcOrd="1" destOrd="0" presId="urn:microsoft.com/office/officeart/2005/8/layout/orgChart1"/>
    <dgm:cxn modelId="{78F6AAE8-342B-413D-BE7C-395D284F21DA}" type="presOf" srcId="{52592014-C515-42E0-B0FC-02DF516FD63B}" destId="{EA7689E7-A50F-428A-9A09-B376CB01ADF3}" srcOrd="0" destOrd="0" presId="urn:microsoft.com/office/officeart/2005/8/layout/orgChart1"/>
    <dgm:cxn modelId="{6A379AF2-23D9-4DAA-BC98-29FDC415E7CB}" type="presOf" srcId="{88DFF470-9E6E-4CF9-AB07-00FF64BEFA20}" destId="{91568D72-D071-46E5-8924-EBE272CE2465}" srcOrd="1" destOrd="0" presId="urn:microsoft.com/office/officeart/2005/8/layout/orgChart1"/>
    <dgm:cxn modelId="{19B52AF5-467A-4392-B02A-EB15844C1271}" type="presOf" srcId="{464AB32B-1EAD-48DE-8AF6-DA2F2E834093}" destId="{AE1E2A11-2968-4E2B-9C38-E904790F31E4}" srcOrd="0" destOrd="0" presId="urn:microsoft.com/office/officeart/2005/8/layout/orgChart1"/>
    <dgm:cxn modelId="{4A8702F8-CF2A-4F88-8CCE-B03AD8BC46A4}" type="presOf" srcId="{DC895A8B-B0B1-453D-916D-FE63F46370E5}" destId="{D9483755-4464-4B29-B80F-022A7BE8E9CC}" srcOrd="0" destOrd="0" presId="urn:microsoft.com/office/officeart/2005/8/layout/orgChart1"/>
    <dgm:cxn modelId="{016634F9-304D-492F-AA8A-258C040AC279}" type="presOf" srcId="{52592014-C515-42E0-B0FC-02DF516FD63B}" destId="{40012ECC-ECBF-4A95-A728-94BF9B80BDEF}" srcOrd="1" destOrd="0" presId="urn:microsoft.com/office/officeart/2005/8/layout/orgChart1"/>
    <dgm:cxn modelId="{9CE932A2-062F-4A0A-8162-E919620E68DA}" type="presParOf" srcId="{1210DCC7-1B58-4737-949C-766575C369DF}" destId="{104E43D4-C872-4A45-A35E-632EDEA4409A}" srcOrd="0" destOrd="0" presId="urn:microsoft.com/office/officeart/2005/8/layout/orgChart1"/>
    <dgm:cxn modelId="{B0CDF032-A439-42B8-BFEF-E1B8F58D21E2}" type="presParOf" srcId="{104E43D4-C872-4A45-A35E-632EDEA4409A}" destId="{E96274F3-90C0-44D4-B2ED-F9D359F75616}" srcOrd="0" destOrd="0" presId="urn:microsoft.com/office/officeart/2005/8/layout/orgChart1"/>
    <dgm:cxn modelId="{FBF81ACD-D7D7-4B8F-ABEC-DA5CDE6258F9}" type="presParOf" srcId="{E96274F3-90C0-44D4-B2ED-F9D359F75616}" destId="{B77B7DED-DE14-41E4-8AAA-F4375C08EB54}" srcOrd="0" destOrd="0" presId="urn:microsoft.com/office/officeart/2005/8/layout/orgChart1"/>
    <dgm:cxn modelId="{DD818F9D-8108-4E02-BBD1-F9B3E472CFB6}" type="presParOf" srcId="{E96274F3-90C0-44D4-B2ED-F9D359F75616}" destId="{D0B338BA-CC95-43C3-B5EB-6FAACB87867C}" srcOrd="1" destOrd="0" presId="urn:microsoft.com/office/officeart/2005/8/layout/orgChart1"/>
    <dgm:cxn modelId="{40688FCD-41DD-420A-BBFF-DAF3B2DEB4CC}" type="presParOf" srcId="{104E43D4-C872-4A45-A35E-632EDEA4409A}" destId="{97FB2006-1413-45A1-BFC0-DA3D171C4C94}" srcOrd="1" destOrd="0" presId="urn:microsoft.com/office/officeart/2005/8/layout/orgChart1"/>
    <dgm:cxn modelId="{F5E59A5A-4426-42DB-B8C1-0561F0D90343}" type="presParOf" srcId="{97FB2006-1413-45A1-BFC0-DA3D171C4C94}" destId="{4EAA1089-E86D-4BA7-85ED-3F96841646BC}" srcOrd="0" destOrd="0" presId="urn:microsoft.com/office/officeart/2005/8/layout/orgChart1"/>
    <dgm:cxn modelId="{06D8E8C6-23FF-445D-852A-C9E7617ECFD8}" type="presParOf" srcId="{97FB2006-1413-45A1-BFC0-DA3D171C4C94}" destId="{49C77FB0-7FE9-4575-90E1-957F08951F6C}" srcOrd="1" destOrd="0" presId="urn:microsoft.com/office/officeart/2005/8/layout/orgChart1"/>
    <dgm:cxn modelId="{0C0328AF-7A38-49EC-9ADB-B6CFF9BD5AA6}" type="presParOf" srcId="{49C77FB0-7FE9-4575-90E1-957F08951F6C}" destId="{81B9C56D-0D83-4A02-A458-940B9214311A}" srcOrd="0" destOrd="0" presId="urn:microsoft.com/office/officeart/2005/8/layout/orgChart1"/>
    <dgm:cxn modelId="{45408996-AEB2-4CD9-9697-967AEAD32E03}" type="presParOf" srcId="{81B9C56D-0D83-4A02-A458-940B9214311A}" destId="{D9483755-4464-4B29-B80F-022A7BE8E9CC}" srcOrd="0" destOrd="0" presId="urn:microsoft.com/office/officeart/2005/8/layout/orgChart1"/>
    <dgm:cxn modelId="{F748E92B-8A2E-4A87-B053-FA166052B768}" type="presParOf" srcId="{81B9C56D-0D83-4A02-A458-940B9214311A}" destId="{2CB092CE-9D67-44EC-AB6D-694E65E26EE0}" srcOrd="1" destOrd="0" presId="urn:microsoft.com/office/officeart/2005/8/layout/orgChart1"/>
    <dgm:cxn modelId="{D6DB0BD3-1C63-4D2E-8316-CB3A731C2D31}" type="presParOf" srcId="{49C77FB0-7FE9-4575-90E1-957F08951F6C}" destId="{36149D1A-105E-44F5-8FE9-B0FEC41E374F}" srcOrd="1" destOrd="0" presId="urn:microsoft.com/office/officeart/2005/8/layout/orgChart1"/>
    <dgm:cxn modelId="{6475F5CC-A967-4349-B4FC-C34CD2765454}" type="presParOf" srcId="{36149D1A-105E-44F5-8FE9-B0FEC41E374F}" destId="{1A454910-0F78-4568-95C3-6650267F08B3}" srcOrd="0" destOrd="0" presId="urn:microsoft.com/office/officeart/2005/8/layout/orgChart1"/>
    <dgm:cxn modelId="{37431375-46E7-4F8C-A751-D3E0A430578B}" type="presParOf" srcId="{36149D1A-105E-44F5-8FE9-B0FEC41E374F}" destId="{C90A82E2-72D9-4281-96DB-E5A593275139}" srcOrd="1" destOrd="0" presId="urn:microsoft.com/office/officeart/2005/8/layout/orgChart1"/>
    <dgm:cxn modelId="{73EB387D-1377-453F-8A72-821BFE9FF6D1}" type="presParOf" srcId="{C90A82E2-72D9-4281-96DB-E5A593275139}" destId="{4E2B95B1-532A-4C67-8541-B494A2611B4E}" srcOrd="0" destOrd="0" presId="urn:microsoft.com/office/officeart/2005/8/layout/orgChart1"/>
    <dgm:cxn modelId="{1A79B115-EBCF-407B-AC5F-794F807E037C}" type="presParOf" srcId="{4E2B95B1-532A-4C67-8541-B494A2611B4E}" destId="{4AE14772-E96A-490F-BD46-4A04491614C2}" srcOrd="0" destOrd="0" presId="urn:microsoft.com/office/officeart/2005/8/layout/orgChart1"/>
    <dgm:cxn modelId="{5F704154-2B2A-4F21-B5C4-108C712B850F}" type="presParOf" srcId="{4E2B95B1-532A-4C67-8541-B494A2611B4E}" destId="{AA503A82-B739-475E-8335-CDB3E5F17307}" srcOrd="1" destOrd="0" presId="urn:microsoft.com/office/officeart/2005/8/layout/orgChart1"/>
    <dgm:cxn modelId="{348117BD-8096-40DD-9CFD-835E9003063A}" type="presParOf" srcId="{C90A82E2-72D9-4281-96DB-E5A593275139}" destId="{988BEA6A-4935-4122-B482-8756BE225016}" srcOrd="1" destOrd="0" presId="urn:microsoft.com/office/officeart/2005/8/layout/orgChart1"/>
    <dgm:cxn modelId="{563FD89A-B8FC-4254-8FCD-48FCFFB2EE85}" type="presParOf" srcId="{988BEA6A-4935-4122-B482-8756BE225016}" destId="{15328878-E01B-4CA7-A81E-07362231DA9B}" srcOrd="0" destOrd="0" presId="urn:microsoft.com/office/officeart/2005/8/layout/orgChart1"/>
    <dgm:cxn modelId="{B274C5F4-A2B7-4180-8AD8-8A640240F834}" type="presParOf" srcId="{988BEA6A-4935-4122-B482-8756BE225016}" destId="{AE2FD446-50E8-4A6C-A015-45C7C9A03717}" srcOrd="1" destOrd="0" presId="urn:microsoft.com/office/officeart/2005/8/layout/orgChart1"/>
    <dgm:cxn modelId="{ABCD9612-1707-46F2-AC63-4EE89B5F0199}" type="presParOf" srcId="{AE2FD446-50E8-4A6C-A015-45C7C9A03717}" destId="{AD48C202-2B17-43CD-9E18-24EEBBD7F4B7}" srcOrd="0" destOrd="0" presId="urn:microsoft.com/office/officeart/2005/8/layout/orgChart1"/>
    <dgm:cxn modelId="{4EE4D20C-7EF9-4DB3-AA7F-0B1FEFB8EC2E}" type="presParOf" srcId="{AD48C202-2B17-43CD-9E18-24EEBBD7F4B7}" destId="{68A3FA03-1522-451B-9CDF-01225182AFA2}" srcOrd="0" destOrd="0" presId="urn:microsoft.com/office/officeart/2005/8/layout/orgChart1"/>
    <dgm:cxn modelId="{17519372-1824-4687-8937-848EC82FFF1A}" type="presParOf" srcId="{AD48C202-2B17-43CD-9E18-24EEBBD7F4B7}" destId="{91568D72-D071-46E5-8924-EBE272CE2465}" srcOrd="1" destOrd="0" presId="urn:microsoft.com/office/officeart/2005/8/layout/orgChart1"/>
    <dgm:cxn modelId="{AFC715FB-3D5C-41FE-9DC3-28E2DA4CC24C}" type="presParOf" srcId="{AE2FD446-50E8-4A6C-A015-45C7C9A03717}" destId="{B3FEE531-330D-4329-A124-5E2E4DE22FFF}" srcOrd="1" destOrd="0" presId="urn:microsoft.com/office/officeart/2005/8/layout/orgChart1"/>
    <dgm:cxn modelId="{858AE194-6AF4-4D4A-B263-CC525C3FEE80}" type="presParOf" srcId="{AE2FD446-50E8-4A6C-A015-45C7C9A03717}" destId="{9444F5E9-B2EB-4D4F-AFA1-7BBBEA566A55}" srcOrd="2" destOrd="0" presId="urn:microsoft.com/office/officeart/2005/8/layout/orgChart1"/>
    <dgm:cxn modelId="{FF805A38-725D-44A3-8473-F3E02E16E613}" type="presParOf" srcId="{C90A82E2-72D9-4281-96DB-E5A593275139}" destId="{9DDCD3B8-5235-4E6A-9B4A-C8476DDAA861}" srcOrd="2" destOrd="0" presId="urn:microsoft.com/office/officeart/2005/8/layout/orgChart1"/>
    <dgm:cxn modelId="{9322F41E-4B47-42AA-BF89-922ADE95CF64}" type="presParOf" srcId="{36149D1A-105E-44F5-8FE9-B0FEC41E374F}" destId="{9EA21933-D009-41BC-995A-E23BD5BFA548}" srcOrd="2" destOrd="0" presId="urn:microsoft.com/office/officeart/2005/8/layout/orgChart1"/>
    <dgm:cxn modelId="{A5422007-27B3-43FD-A013-D9768A3E1A49}" type="presParOf" srcId="{36149D1A-105E-44F5-8FE9-B0FEC41E374F}" destId="{1435725F-9F90-4A78-89AB-3643F3688AB0}" srcOrd="3" destOrd="0" presId="urn:microsoft.com/office/officeart/2005/8/layout/orgChart1"/>
    <dgm:cxn modelId="{15E422D5-7246-4DC9-B725-1BB29517788A}" type="presParOf" srcId="{1435725F-9F90-4A78-89AB-3643F3688AB0}" destId="{8E92FFC7-9994-4B73-B3FF-CA3CD1418FE8}" srcOrd="0" destOrd="0" presId="urn:microsoft.com/office/officeart/2005/8/layout/orgChart1"/>
    <dgm:cxn modelId="{98C14721-1A95-4C84-A403-BA5707B85A79}" type="presParOf" srcId="{8E92FFC7-9994-4B73-B3FF-CA3CD1418FE8}" destId="{6AB7B500-5A26-4B8E-80E2-CE8604627B27}" srcOrd="0" destOrd="0" presId="urn:microsoft.com/office/officeart/2005/8/layout/orgChart1"/>
    <dgm:cxn modelId="{9F3309D1-8876-4A61-8145-555E16B2A634}" type="presParOf" srcId="{8E92FFC7-9994-4B73-B3FF-CA3CD1418FE8}" destId="{0077B4ED-9C06-4382-B877-68FA9C224EC6}" srcOrd="1" destOrd="0" presId="urn:microsoft.com/office/officeart/2005/8/layout/orgChart1"/>
    <dgm:cxn modelId="{D1DD8086-FA9D-4459-A81A-F179C95DF3F6}" type="presParOf" srcId="{1435725F-9F90-4A78-89AB-3643F3688AB0}" destId="{D880E6EC-C1B4-4E53-A25A-B82F439D58D0}" srcOrd="1" destOrd="0" presId="urn:microsoft.com/office/officeart/2005/8/layout/orgChart1"/>
    <dgm:cxn modelId="{624B42A2-884B-4348-8B3A-5E7FCB769056}" type="presParOf" srcId="{1435725F-9F90-4A78-89AB-3643F3688AB0}" destId="{0EA2882E-DB36-46B5-998C-B380B9C72B38}" srcOrd="2" destOrd="0" presId="urn:microsoft.com/office/officeart/2005/8/layout/orgChart1"/>
    <dgm:cxn modelId="{9F4FECE3-95CF-4357-B562-BC4E4C5A5B8F}" type="presParOf" srcId="{49C77FB0-7FE9-4575-90E1-957F08951F6C}" destId="{34279013-EA59-44D4-8926-4E04FA7632E0}" srcOrd="2" destOrd="0" presId="urn:microsoft.com/office/officeart/2005/8/layout/orgChart1"/>
    <dgm:cxn modelId="{3193C91F-2346-46F4-A144-AC7A277445B4}" type="presParOf" srcId="{97FB2006-1413-45A1-BFC0-DA3D171C4C94}" destId="{BBAA7DE5-86EB-4FEB-AB83-A78AC4B999AF}" srcOrd="2" destOrd="0" presId="urn:microsoft.com/office/officeart/2005/8/layout/orgChart1"/>
    <dgm:cxn modelId="{0154F10E-693C-44D3-ACC7-625609D7A028}" type="presParOf" srcId="{97FB2006-1413-45A1-BFC0-DA3D171C4C94}" destId="{0D3608CF-1F0D-4687-9B9B-B78B30811DCD}" srcOrd="3" destOrd="0" presId="urn:microsoft.com/office/officeart/2005/8/layout/orgChart1"/>
    <dgm:cxn modelId="{DBCC7499-1196-4EC7-8D38-F29F827A20C5}" type="presParOf" srcId="{0D3608CF-1F0D-4687-9B9B-B78B30811DCD}" destId="{AF7235EF-7630-4F78-A5A6-944AFF95B0B5}" srcOrd="0" destOrd="0" presId="urn:microsoft.com/office/officeart/2005/8/layout/orgChart1"/>
    <dgm:cxn modelId="{E7C4C47F-C60B-4694-9687-9164DEFA57AA}" type="presParOf" srcId="{AF7235EF-7630-4F78-A5A6-944AFF95B0B5}" destId="{E3BC559E-A384-476E-A478-10D53405CFCA}" srcOrd="0" destOrd="0" presId="urn:microsoft.com/office/officeart/2005/8/layout/orgChart1"/>
    <dgm:cxn modelId="{3C48DC2E-3E11-4844-8F65-C87C7750C62C}" type="presParOf" srcId="{AF7235EF-7630-4F78-A5A6-944AFF95B0B5}" destId="{A5C02E49-A526-4FB0-8B55-08B67A47ACB2}" srcOrd="1" destOrd="0" presId="urn:microsoft.com/office/officeart/2005/8/layout/orgChart1"/>
    <dgm:cxn modelId="{361502D1-C3EE-46B7-AB00-027141F4F455}" type="presParOf" srcId="{0D3608CF-1F0D-4687-9B9B-B78B30811DCD}" destId="{2FDE74FA-7B74-43E8-88C2-824A43F38632}" srcOrd="1" destOrd="0" presId="urn:microsoft.com/office/officeart/2005/8/layout/orgChart1"/>
    <dgm:cxn modelId="{DA69ACB8-8B86-4395-805F-30DA64B17684}" type="presParOf" srcId="{2FDE74FA-7B74-43E8-88C2-824A43F38632}" destId="{25BA5D93-1739-46B0-B0F9-872F246898AA}" srcOrd="0" destOrd="0" presId="urn:microsoft.com/office/officeart/2005/8/layout/orgChart1"/>
    <dgm:cxn modelId="{E2565A1A-1537-4451-898E-73C3D97D6938}" type="presParOf" srcId="{2FDE74FA-7B74-43E8-88C2-824A43F38632}" destId="{624B8F1B-E1D6-4BAB-8DC7-E8D2E33D57CB}" srcOrd="1" destOrd="0" presId="urn:microsoft.com/office/officeart/2005/8/layout/orgChart1"/>
    <dgm:cxn modelId="{05944746-E261-4244-83D4-FAB4C970BD62}" type="presParOf" srcId="{624B8F1B-E1D6-4BAB-8DC7-E8D2E33D57CB}" destId="{84D33919-EBBB-443C-A330-5C21D97AFA3E}" srcOrd="0" destOrd="0" presId="urn:microsoft.com/office/officeart/2005/8/layout/orgChart1"/>
    <dgm:cxn modelId="{DFFEEF7A-A149-4337-A603-C1D190CB1AD8}" type="presParOf" srcId="{84D33919-EBBB-443C-A330-5C21D97AFA3E}" destId="{EA7689E7-A50F-428A-9A09-B376CB01ADF3}" srcOrd="0" destOrd="0" presId="urn:microsoft.com/office/officeart/2005/8/layout/orgChart1"/>
    <dgm:cxn modelId="{8507BA29-A198-4F52-B791-A5993DF2137C}" type="presParOf" srcId="{84D33919-EBBB-443C-A330-5C21D97AFA3E}" destId="{40012ECC-ECBF-4A95-A728-94BF9B80BDEF}" srcOrd="1" destOrd="0" presId="urn:microsoft.com/office/officeart/2005/8/layout/orgChart1"/>
    <dgm:cxn modelId="{E26E6F65-1334-4369-AEF2-C4B0F151FFD9}" type="presParOf" srcId="{624B8F1B-E1D6-4BAB-8DC7-E8D2E33D57CB}" destId="{F480E782-143C-4342-AB79-E3E546A34A4E}" srcOrd="1" destOrd="0" presId="urn:microsoft.com/office/officeart/2005/8/layout/orgChart1"/>
    <dgm:cxn modelId="{3DD21AD0-0D79-4312-9CF3-85CA359ADB10}" type="presParOf" srcId="{F480E782-143C-4342-AB79-E3E546A34A4E}" destId="{AE1E2A11-2968-4E2B-9C38-E904790F31E4}" srcOrd="0" destOrd="0" presId="urn:microsoft.com/office/officeart/2005/8/layout/orgChart1"/>
    <dgm:cxn modelId="{1DC6D662-0E31-406F-B468-02CD14CB4FEB}" type="presParOf" srcId="{F480E782-143C-4342-AB79-E3E546A34A4E}" destId="{14B81422-AE8B-4206-A400-BD94E336AD3C}" srcOrd="1" destOrd="0" presId="urn:microsoft.com/office/officeart/2005/8/layout/orgChart1"/>
    <dgm:cxn modelId="{E9FE1906-1B1F-46A3-A645-25344B5E5F87}" type="presParOf" srcId="{14B81422-AE8B-4206-A400-BD94E336AD3C}" destId="{7DC9DE5E-B84C-4F4C-93DA-44863A924409}" srcOrd="0" destOrd="0" presId="urn:microsoft.com/office/officeart/2005/8/layout/orgChart1"/>
    <dgm:cxn modelId="{06CEA1CF-E13D-4D9E-B376-6AD2E207EABF}" type="presParOf" srcId="{7DC9DE5E-B84C-4F4C-93DA-44863A924409}" destId="{EF61B13F-6F6C-4590-9CDD-728664BCA0F5}" srcOrd="0" destOrd="0" presId="urn:microsoft.com/office/officeart/2005/8/layout/orgChart1"/>
    <dgm:cxn modelId="{9202872E-36E3-42A5-98A6-1D349170D02B}" type="presParOf" srcId="{7DC9DE5E-B84C-4F4C-93DA-44863A924409}" destId="{60B8C39F-1ED8-4B62-80EE-D0AF3015232A}" srcOrd="1" destOrd="0" presId="urn:microsoft.com/office/officeart/2005/8/layout/orgChart1"/>
    <dgm:cxn modelId="{29E5C0B5-05DB-435E-AC3C-2C2BC8BA67E7}" type="presParOf" srcId="{14B81422-AE8B-4206-A400-BD94E336AD3C}" destId="{C9D44425-9B62-4EAE-B2A6-67AE02276359}" srcOrd="1" destOrd="0" presId="urn:microsoft.com/office/officeart/2005/8/layout/orgChart1"/>
    <dgm:cxn modelId="{96173701-ADEE-4BE4-A0EC-7C7CD8228F07}" type="presParOf" srcId="{14B81422-AE8B-4206-A400-BD94E336AD3C}" destId="{133AEED1-B34C-47D2-9CFE-5ED5C4BF91A3}" srcOrd="2" destOrd="0" presId="urn:microsoft.com/office/officeart/2005/8/layout/orgChart1"/>
    <dgm:cxn modelId="{A8C9BB84-7B73-40B2-B60E-0B85E4BD9E7D}" type="presParOf" srcId="{624B8F1B-E1D6-4BAB-8DC7-E8D2E33D57CB}" destId="{9C154BC2-1A07-4641-8810-55D20BC391F3}" srcOrd="2" destOrd="0" presId="urn:microsoft.com/office/officeart/2005/8/layout/orgChart1"/>
    <dgm:cxn modelId="{5F6BE4A3-7C4C-4063-AF12-DF65BD82E3CE}" type="presParOf" srcId="{2FDE74FA-7B74-43E8-88C2-824A43F38632}" destId="{F35B9D98-6A1E-4522-87D8-E8F09BCB75C8}" srcOrd="2" destOrd="0" presId="urn:microsoft.com/office/officeart/2005/8/layout/orgChart1"/>
    <dgm:cxn modelId="{C801772E-CFE4-43D8-8D6D-64A875001409}" type="presParOf" srcId="{2FDE74FA-7B74-43E8-88C2-824A43F38632}" destId="{68496FBD-7183-4F65-B619-CEA4D018D2E8}" srcOrd="3" destOrd="0" presId="urn:microsoft.com/office/officeart/2005/8/layout/orgChart1"/>
    <dgm:cxn modelId="{369B82B7-4285-40E2-9EAD-265BFF3D09FD}" type="presParOf" srcId="{68496FBD-7183-4F65-B619-CEA4D018D2E8}" destId="{B327A57A-41BD-442D-B55F-C1516CEC8E30}" srcOrd="0" destOrd="0" presId="urn:microsoft.com/office/officeart/2005/8/layout/orgChart1"/>
    <dgm:cxn modelId="{67689C12-923F-4083-8229-A9A7A75BDF0E}" type="presParOf" srcId="{B327A57A-41BD-442D-B55F-C1516CEC8E30}" destId="{0B140275-799D-4D6F-92A6-79C1E4A32254}" srcOrd="0" destOrd="0" presId="urn:microsoft.com/office/officeart/2005/8/layout/orgChart1"/>
    <dgm:cxn modelId="{422FD9BF-ED9B-413D-8F90-431B6AB55EEC}" type="presParOf" srcId="{B327A57A-41BD-442D-B55F-C1516CEC8E30}" destId="{CD91C57B-BD8F-4DD5-9360-E97BE87CA6E3}" srcOrd="1" destOrd="0" presId="urn:microsoft.com/office/officeart/2005/8/layout/orgChart1"/>
    <dgm:cxn modelId="{2C53F32B-E83D-4FCF-BDFF-197C9F89DA6B}" type="presParOf" srcId="{68496FBD-7183-4F65-B619-CEA4D018D2E8}" destId="{1BA1ABA9-73A9-498B-8FBE-BB3A2F1DF4FF}" srcOrd="1" destOrd="0" presId="urn:microsoft.com/office/officeart/2005/8/layout/orgChart1"/>
    <dgm:cxn modelId="{0C88B7FB-719C-4A38-8D2C-CC4BCBA09058}" type="presParOf" srcId="{68496FBD-7183-4F65-B619-CEA4D018D2E8}" destId="{6AD91133-6A77-4D16-B521-07A075A93CC9}" srcOrd="2" destOrd="0" presId="urn:microsoft.com/office/officeart/2005/8/layout/orgChart1"/>
    <dgm:cxn modelId="{17586CA4-68CE-4425-B33F-A27B374E4AFC}" type="presParOf" srcId="{0D3608CF-1F0D-4687-9B9B-B78B30811DCD}" destId="{A682756D-14B2-40BF-8619-F61850BFEACC}" srcOrd="2" destOrd="0" presId="urn:microsoft.com/office/officeart/2005/8/layout/orgChart1"/>
    <dgm:cxn modelId="{817306DF-88CE-4883-A0E1-D6D105EA915E}" type="presParOf" srcId="{104E43D4-C872-4A45-A35E-632EDEA4409A}" destId="{5855C90F-9F66-4B32-B8D0-DF1A2844CD4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B9D98-6A1E-4522-87D8-E8F09BCB75C8}">
      <dsp:nvSpPr>
        <dsp:cNvPr id="0" name=""/>
        <dsp:cNvSpPr/>
      </dsp:nvSpPr>
      <dsp:spPr>
        <a:xfrm>
          <a:off x="7308845" y="2493191"/>
          <a:ext cx="1245391" cy="432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42"/>
              </a:lnTo>
              <a:lnTo>
                <a:pt x="1245391" y="216142"/>
              </a:lnTo>
              <a:lnTo>
                <a:pt x="1245391" y="43228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1E2A11-2968-4E2B-9C38-E904790F31E4}">
      <dsp:nvSpPr>
        <dsp:cNvPr id="0" name=""/>
        <dsp:cNvSpPr/>
      </dsp:nvSpPr>
      <dsp:spPr>
        <a:xfrm>
          <a:off x="5240054" y="3954725"/>
          <a:ext cx="308774" cy="9469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6909"/>
              </a:lnTo>
              <a:lnTo>
                <a:pt x="308774" y="946909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BA5D93-1739-46B0-B0F9-872F246898AA}">
      <dsp:nvSpPr>
        <dsp:cNvPr id="0" name=""/>
        <dsp:cNvSpPr/>
      </dsp:nvSpPr>
      <dsp:spPr>
        <a:xfrm>
          <a:off x="6063454" y="2493191"/>
          <a:ext cx="1245391" cy="432284"/>
        </a:xfrm>
        <a:custGeom>
          <a:avLst/>
          <a:gdLst/>
          <a:ahLst/>
          <a:cxnLst/>
          <a:rect l="0" t="0" r="0" b="0"/>
          <a:pathLst>
            <a:path>
              <a:moveTo>
                <a:pt x="1245391" y="0"/>
              </a:moveTo>
              <a:lnTo>
                <a:pt x="1245391" y="216142"/>
              </a:lnTo>
              <a:lnTo>
                <a:pt x="0" y="216142"/>
              </a:lnTo>
              <a:lnTo>
                <a:pt x="0" y="43228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AA7DE5-86EB-4FEB-AB83-A78AC4B999AF}">
      <dsp:nvSpPr>
        <dsp:cNvPr id="0" name=""/>
        <dsp:cNvSpPr/>
      </dsp:nvSpPr>
      <dsp:spPr>
        <a:xfrm>
          <a:off x="4818062" y="1031657"/>
          <a:ext cx="2490783" cy="432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42"/>
              </a:lnTo>
              <a:lnTo>
                <a:pt x="2490783" y="216142"/>
              </a:lnTo>
              <a:lnTo>
                <a:pt x="2490783" y="43228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A21933-D009-41BC-995A-E23BD5BFA548}">
      <dsp:nvSpPr>
        <dsp:cNvPr id="0" name=""/>
        <dsp:cNvSpPr/>
      </dsp:nvSpPr>
      <dsp:spPr>
        <a:xfrm>
          <a:off x="2327279" y="2493191"/>
          <a:ext cx="1245391" cy="432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42"/>
              </a:lnTo>
              <a:lnTo>
                <a:pt x="1245391" y="216142"/>
              </a:lnTo>
              <a:lnTo>
                <a:pt x="1245391" y="43228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328878-E01B-4CA7-A81E-07362231DA9B}">
      <dsp:nvSpPr>
        <dsp:cNvPr id="0" name=""/>
        <dsp:cNvSpPr/>
      </dsp:nvSpPr>
      <dsp:spPr>
        <a:xfrm>
          <a:off x="258488" y="3954725"/>
          <a:ext cx="342307" cy="9493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9317"/>
              </a:lnTo>
              <a:lnTo>
                <a:pt x="342307" y="949317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454910-0F78-4568-95C3-6650267F08B3}">
      <dsp:nvSpPr>
        <dsp:cNvPr id="0" name=""/>
        <dsp:cNvSpPr/>
      </dsp:nvSpPr>
      <dsp:spPr>
        <a:xfrm>
          <a:off x="1081887" y="2493191"/>
          <a:ext cx="1245391" cy="432284"/>
        </a:xfrm>
        <a:custGeom>
          <a:avLst/>
          <a:gdLst/>
          <a:ahLst/>
          <a:cxnLst/>
          <a:rect l="0" t="0" r="0" b="0"/>
          <a:pathLst>
            <a:path>
              <a:moveTo>
                <a:pt x="1245391" y="0"/>
              </a:moveTo>
              <a:lnTo>
                <a:pt x="1245391" y="216142"/>
              </a:lnTo>
              <a:lnTo>
                <a:pt x="0" y="216142"/>
              </a:lnTo>
              <a:lnTo>
                <a:pt x="0" y="43228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AA1089-E86D-4BA7-85ED-3F96841646BC}">
      <dsp:nvSpPr>
        <dsp:cNvPr id="0" name=""/>
        <dsp:cNvSpPr/>
      </dsp:nvSpPr>
      <dsp:spPr>
        <a:xfrm>
          <a:off x="2327279" y="1031657"/>
          <a:ext cx="2490783" cy="432284"/>
        </a:xfrm>
        <a:custGeom>
          <a:avLst/>
          <a:gdLst/>
          <a:ahLst/>
          <a:cxnLst/>
          <a:rect l="0" t="0" r="0" b="0"/>
          <a:pathLst>
            <a:path>
              <a:moveTo>
                <a:pt x="2490783" y="0"/>
              </a:moveTo>
              <a:lnTo>
                <a:pt x="2490783" y="216142"/>
              </a:lnTo>
              <a:lnTo>
                <a:pt x="0" y="216142"/>
              </a:lnTo>
              <a:lnTo>
                <a:pt x="0" y="43228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7B7DED-DE14-41E4-8AAA-F4375C08EB54}">
      <dsp:nvSpPr>
        <dsp:cNvPr id="0" name=""/>
        <dsp:cNvSpPr/>
      </dsp:nvSpPr>
      <dsp:spPr>
        <a:xfrm>
          <a:off x="3788813" y="2408"/>
          <a:ext cx="2058498" cy="10292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Big problem</a:t>
          </a:r>
        </a:p>
      </dsp:txBody>
      <dsp:txXfrm>
        <a:off x="3788813" y="2408"/>
        <a:ext cx="2058498" cy="1029249"/>
      </dsp:txXfrm>
    </dsp:sp>
    <dsp:sp modelId="{D9483755-4464-4B29-B80F-022A7BE8E9CC}">
      <dsp:nvSpPr>
        <dsp:cNvPr id="0" name=""/>
        <dsp:cNvSpPr/>
      </dsp:nvSpPr>
      <dsp:spPr>
        <a:xfrm>
          <a:off x="1298030" y="1463941"/>
          <a:ext cx="2058498" cy="10292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Main component 1</a:t>
          </a:r>
        </a:p>
      </dsp:txBody>
      <dsp:txXfrm>
        <a:off x="1298030" y="1463941"/>
        <a:ext cx="2058498" cy="1029249"/>
      </dsp:txXfrm>
    </dsp:sp>
    <dsp:sp modelId="{4AE14772-E96A-490F-BD46-4A04491614C2}">
      <dsp:nvSpPr>
        <dsp:cNvPr id="0" name=""/>
        <dsp:cNvSpPr/>
      </dsp:nvSpPr>
      <dsp:spPr>
        <a:xfrm>
          <a:off x="52638" y="2925475"/>
          <a:ext cx="2058498" cy="10292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Sub-problem 1</a:t>
          </a:r>
        </a:p>
      </dsp:txBody>
      <dsp:txXfrm>
        <a:off x="52638" y="2925475"/>
        <a:ext cx="2058498" cy="1029249"/>
      </dsp:txXfrm>
    </dsp:sp>
    <dsp:sp modelId="{68A3FA03-1522-451B-9CDF-01225182AFA2}">
      <dsp:nvSpPr>
        <dsp:cNvPr id="0" name=""/>
        <dsp:cNvSpPr/>
      </dsp:nvSpPr>
      <dsp:spPr>
        <a:xfrm>
          <a:off x="600796" y="4389417"/>
          <a:ext cx="2058498" cy="1029249"/>
        </a:xfrm>
        <a:prstGeom prst="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 dirty="0"/>
        </a:p>
      </dsp:txBody>
      <dsp:txXfrm>
        <a:off x="600796" y="4389417"/>
        <a:ext cx="2058498" cy="1029249"/>
      </dsp:txXfrm>
    </dsp:sp>
    <dsp:sp modelId="{6AB7B500-5A26-4B8E-80E2-CE8604627B27}">
      <dsp:nvSpPr>
        <dsp:cNvPr id="0" name=""/>
        <dsp:cNvSpPr/>
      </dsp:nvSpPr>
      <dsp:spPr>
        <a:xfrm>
          <a:off x="2543421" y="2925475"/>
          <a:ext cx="2058498" cy="10292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Sub-problem 2</a:t>
          </a:r>
        </a:p>
      </dsp:txBody>
      <dsp:txXfrm>
        <a:off x="2543421" y="2925475"/>
        <a:ext cx="2058498" cy="1029249"/>
      </dsp:txXfrm>
    </dsp:sp>
    <dsp:sp modelId="{E3BC559E-A384-476E-A478-10D53405CFCA}">
      <dsp:nvSpPr>
        <dsp:cNvPr id="0" name=""/>
        <dsp:cNvSpPr/>
      </dsp:nvSpPr>
      <dsp:spPr>
        <a:xfrm>
          <a:off x="6279596" y="1463941"/>
          <a:ext cx="2058498" cy="10292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Main component 2</a:t>
          </a:r>
        </a:p>
      </dsp:txBody>
      <dsp:txXfrm>
        <a:off x="6279596" y="1463941"/>
        <a:ext cx="2058498" cy="1029249"/>
      </dsp:txXfrm>
    </dsp:sp>
    <dsp:sp modelId="{EA7689E7-A50F-428A-9A09-B376CB01ADF3}">
      <dsp:nvSpPr>
        <dsp:cNvPr id="0" name=""/>
        <dsp:cNvSpPr/>
      </dsp:nvSpPr>
      <dsp:spPr>
        <a:xfrm>
          <a:off x="5034204" y="2925475"/>
          <a:ext cx="2058498" cy="10292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Sub-problem 3</a:t>
          </a:r>
        </a:p>
      </dsp:txBody>
      <dsp:txXfrm>
        <a:off x="5034204" y="2925475"/>
        <a:ext cx="2058498" cy="1029249"/>
      </dsp:txXfrm>
    </dsp:sp>
    <dsp:sp modelId="{EF61B13F-6F6C-4590-9CDD-728664BCA0F5}">
      <dsp:nvSpPr>
        <dsp:cNvPr id="0" name=""/>
        <dsp:cNvSpPr/>
      </dsp:nvSpPr>
      <dsp:spPr>
        <a:xfrm>
          <a:off x="5548829" y="4387009"/>
          <a:ext cx="2058498" cy="102924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 dirty="0"/>
        </a:p>
      </dsp:txBody>
      <dsp:txXfrm>
        <a:off x="5548829" y="4387009"/>
        <a:ext cx="2058498" cy="1029249"/>
      </dsp:txXfrm>
    </dsp:sp>
    <dsp:sp modelId="{0B140275-799D-4D6F-92A6-79C1E4A32254}">
      <dsp:nvSpPr>
        <dsp:cNvPr id="0" name=""/>
        <dsp:cNvSpPr/>
      </dsp:nvSpPr>
      <dsp:spPr>
        <a:xfrm>
          <a:off x="7524987" y="2925475"/>
          <a:ext cx="2058498" cy="10292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Sub-problem 4</a:t>
          </a:r>
        </a:p>
      </dsp:txBody>
      <dsp:txXfrm>
        <a:off x="7524987" y="2925475"/>
        <a:ext cx="2058498" cy="102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DA77A-4099-4F42-879A-4E1739043708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79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DA77A-4099-4F42-879A-4E1739043708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2401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DA77A-4099-4F42-879A-4E1739043708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443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DA77A-4099-4F42-879A-4E1739043708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0134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DA77A-4099-4F42-879A-4E1739043708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8941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DA77A-4099-4F42-879A-4E1739043708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1158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DA77A-4099-4F42-879A-4E1739043708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4713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DA77A-4099-4F42-879A-4E1739043708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028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Decomposition overview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Decomposition overview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8E065CB-FD41-1ADB-7AD8-75DF8C4158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8709318"/>
              </p:ext>
            </p:extLst>
          </p:nvPr>
        </p:nvGraphicFramePr>
        <p:xfrm>
          <a:off x="1279524" y="2440630"/>
          <a:ext cx="963612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F67BA05-78B6-6175-7CF9-2633C93D297C}"/>
              </a:ext>
            </a:extLst>
          </p:cNvPr>
          <p:cNvSpPr/>
          <p:nvPr/>
        </p:nvSpPr>
        <p:spPr>
          <a:xfrm>
            <a:off x="176565" y="993174"/>
            <a:ext cx="11815410" cy="1114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means breaking a complex problem down into smaller, more manageable parts.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Dealing with many different stages of a large problem at once is much more difficult than breaking it down into a number of smaller problems and solving them one at a time.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3AEB24-95E5-4F2A-F662-9E3EC8A9294D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in daily life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46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993174"/>
            <a:ext cx="3639655" cy="2849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do many tasks on a daily basis: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Getting up in the morning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Brushing your teeth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Travelling to school</a:t>
            </a:r>
          </a:p>
          <a:p>
            <a:pPr marL="54000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Doing your homework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all complex tasks with many steps involved, but you break them down and execute them without even thinking about it.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in daily life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91A1F5-4A57-48B3-B278-B2807A0D5A99}"/>
              </a:ext>
            </a:extLst>
          </p:cNvPr>
          <p:cNvGrpSpPr/>
          <p:nvPr/>
        </p:nvGrpSpPr>
        <p:grpSpPr>
          <a:xfrm>
            <a:off x="3946849" y="416060"/>
            <a:ext cx="8245151" cy="6441940"/>
            <a:chOff x="5234473" y="1433099"/>
            <a:chExt cx="2369976" cy="236997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994298F-16CA-4029-964F-915B6E7AFA4F}"/>
                </a:ext>
              </a:extLst>
            </p:cNvPr>
            <p:cNvSpPr/>
            <p:nvPr/>
          </p:nvSpPr>
          <p:spPr>
            <a:xfrm>
              <a:off x="5234473" y="1433099"/>
              <a:ext cx="1184988" cy="11849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15D8D22-77A0-4C18-BFC2-D3A87C68A765}"/>
                </a:ext>
              </a:extLst>
            </p:cNvPr>
            <p:cNvSpPr/>
            <p:nvPr/>
          </p:nvSpPr>
          <p:spPr>
            <a:xfrm>
              <a:off x="6419461" y="1433099"/>
              <a:ext cx="1184988" cy="11849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BE2696-D223-4E7E-A9DD-044F423B9A80}"/>
                </a:ext>
              </a:extLst>
            </p:cNvPr>
            <p:cNvSpPr/>
            <p:nvPr/>
          </p:nvSpPr>
          <p:spPr>
            <a:xfrm>
              <a:off x="5234473" y="2618087"/>
              <a:ext cx="1184988" cy="11849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4FADCA-A78D-4346-8AAD-AA361854F7CD}"/>
                </a:ext>
              </a:extLst>
            </p:cNvPr>
            <p:cNvSpPr/>
            <p:nvPr/>
          </p:nvSpPr>
          <p:spPr>
            <a:xfrm>
              <a:off x="6419461" y="2618087"/>
              <a:ext cx="1184988" cy="118498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F9F96DBA-7DB0-4BCD-848D-7516A4632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007" y="585779"/>
            <a:ext cx="2870509" cy="2870509"/>
          </a:xfrm>
          <a:prstGeom prst="rect">
            <a:avLst/>
          </a:prstGeom>
        </p:spPr>
      </p:pic>
      <p:pic>
        <p:nvPicPr>
          <p:cNvPr id="11" name="Picture 10" descr="A picture containing clock&#10;&#10;Description automatically generated">
            <a:extLst>
              <a:ext uri="{FF2B5EF4-FFF2-40B4-BE49-F238E27FC236}">
                <a16:creationId xmlns:a16="http://schemas.microsoft.com/office/drawing/2014/main" id="{0F31D5A3-EB4A-4C80-A809-3119B41C1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884" y="585779"/>
            <a:ext cx="2812074" cy="2812074"/>
          </a:xfrm>
          <a:prstGeom prst="rect">
            <a:avLst/>
          </a:prstGeom>
        </p:spPr>
      </p:pic>
      <p:pic>
        <p:nvPicPr>
          <p:cNvPr id="13" name="Picture 12" descr="A picture containing sitting, yellow, clock, sunset&#10;&#10;Description automatically generated">
            <a:extLst>
              <a:ext uri="{FF2B5EF4-FFF2-40B4-BE49-F238E27FC236}">
                <a16:creationId xmlns:a16="http://schemas.microsoft.com/office/drawing/2014/main" id="{0D81BF4D-09C7-497E-B69E-E182A7CD3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007" y="3839078"/>
            <a:ext cx="2796830" cy="2796830"/>
          </a:xfrm>
          <a:prstGeom prst="rect">
            <a:avLst/>
          </a:prstGeom>
        </p:spPr>
      </p:pic>
      <p:pic>
        <p:nvPicPr>
          <p:cNvPr id="16" name="Picture 15" descr="A picture containing light&#10;&#10;Description automatically generated">
            <a:extLst>
              <a:ext uri="{FF2B5EF4-FFF2-40B4-BE49-F238E27FC236}">
                <a16:creationId xmlns:a16="http://schemas.microsoft.com/office/drawing/2014/main" id="{D17BA41E-0DDF-4D0E-B9BA-88CC7B7A59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996" y="3740306"/>
            <a:ext cx="3014417" cy="301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12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walking on a city street&#10;&#10;Description automatically generated">
            <a:extLst>
              <a:ext uri="{FF2B5EF4-FFF2-40B4-BE49-F238E27FC236}">
                <a16:creationId xmlns:a16="http://schemas.microsoft.com/office/drawing/2014/main" id="{31522A28-E731-4FD1-883F-742878FD7F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04" r="14409"/>
          <a:stretch/>
        </p:blipFill>
        <p:spPr>
          <a:xfrm>
            <a:off x="3593463" y="419589"/>
            <a:ext cx="8598537" cy="643841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0B50C1-0FBE-02B1-3C75-FAAEBF14739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in daily life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16EE77-1013-7DA2-7F16-0266EC78753F}"/>
              </a:ext>
            </a:extLst>
          </p:cNvPr>
          <p:cNvSpPr/>
          <p:nvPr/>
        </p:nvSpPr>
        <p:spPr>
          <a:xfrm>
            <a:off x="176565" y="993174"/>
            <a:ext cx="3639655" cy="3145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 an everyday problem like crossing the road can be broken down into sub-problems.</a:t>
            </a:r>
            <a:endParaRPr lang="en-GB" sz="3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 a road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Stop before crossing.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left and right.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road clear?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not, press the button.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Wait for the lights to turn red.</a:t>
            </a:r>
          </a:p>
          <a:p>
            <a:pPr marL="54000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 the road when it’s safe.</a:t>
            </a:r>
          </a:p>
        </p:txBody>
      </p:sp>
    </p:spTree>
    <p:extLst>
      <p:ext uri="{BB962C8B-B14F-4D97-AF65-F5344CB8AC3E}">
        <p14:creationId xmlns:p14="http://schemas.microsoft.com/office/powerpoint/2010/main" val="143635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993174"/>
            <a:ext cx="3515186" cy="5618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the game works: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player controls the paddle at the bottom of the screen. The paddle can be moved left and right.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the ball bounces off the paddle, it is redirected towards the blocks above. If the ball hits a block, that block is removed.</a:t>
            </a:r>
          </a:p>
          <a:p>
            <a:pPr marL="54000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aim is to remove all the blocks. If the ball leaves the bottom of the screen, the player loses a life.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could we use decomposition to help us break down the process of programming this game?</a:t>
            </a:r>
          </a:p>
        </p:txBody>
      </p:sp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624122-35B3-4095-FA80-B879D52C80C5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577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FE2C1E-50EE-4672-B4D6-86A5D8F21E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-91" r="-92"/>
          <a:stretch/>
        </p:blipFill>
        <p:spPr>
          <a:xfrm>
            <a:off x="7774431" y="6537208"/>
            <a:ext cx="506012" cy="109738"/>
          </a:xfrm>
          <a:prstGeom prst="flowChartAlternateProcess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DEA05E-CD5E-5575-B191-65CDB2B6DF28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BB53F1-37CA-DEE0-04B7-EB582223F5CC}"/>
              </a:ext>
            </a:extLst>
          </p:cNvPr>
          <p:cNvSpPr/>
          <p:nvPr/>
        </p:nvSpPr>
        <p:spPr>
          <a:xfrm>
            <a:off x="176564" y="993174"/>
            <a:ext cx="3695638" cy="1070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Breaking down the problem: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paddle on-screen.</a:t>
            </a:r>
          </a:p>
        </p:txBody>
      </p:sp>
    </p:spTree>
    <p:extLst>
      <p:ext uri="{BB962C8B-B14F-4D97-AF65-F5344CB8AC3E}">
        <p14:creationId xmlns:p14="http://schemas.microsoft.com/office/powerpoint/2010/main" val="1665459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FE2C1E-50EE-4672-B4D6-86A5D8F21E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91" r="-92"/>
          <a:stretch/>
        </p:blipFill>
        <p:spPr>
          <a:xfrm>
            <a:off x="7774431" y="6537208"/>
            <a:ext cx="506012" cy="109738"/>
          </a:xfrm>
          <a:prstGeom prst="flowChartAlternateProcess">
            <a:avLst/>
          </a:prstGeom>
          <a:effectLst/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9A9E0BC-26CD-41F2-8516-E26D922E8F0C}"/>
              </a:ext>
            </a:extLst>
          </p:cNvPr>
          <p:cNvCxnSpPr/>
          <p:nvPr/>
        </p:nvCxnSpPr>
        <p:spPr>
          <a:xfrm flipH="1">
            <a:off x="6755561" y="6583863"/>
            <a:ext cx="100770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C492E6A-0ADB-FE6D-091C-397081479409}"/>
              </a:ext>
            </a:extLst>
          </p:cNvPr>
          <p:cNvCxnSpPr>
            <a:cxnSpLocks/>
          </p:cNvCxnSpPr>
          <p:nvPr/>
        </p:nvCxnSpPr>
        <p:spPr>
          <a:xfrm>
            <a:off x="8280443" y="6593388"/>
            <a:ext cx="100770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53E754D-A15A-D5E5-475A-FA9128C4A56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F10716-520E-D630-F0E1-FDD30122FDDF}"/>
              </a:ext>
            </a:extLst>
          </p:cNvPr>
          <p:cNvSpPr/>
          <p:nvPr/>
        </p:nvSpPr>
        <p:spPr>
          <a:xfrm>
            <a:off x="176564" y="993174"/>
            <a:ext cx="3695638" cy="1367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Breaking down the problem: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paddle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it to move left and right.</a:t>
            </a:r>
          </a:p>
        </p:txBody>
      </p:sp>
    </p:spTree>
    <p:extLst>
      <p:ext uri="{BB962C8B-B14F-4D97-AF65-F5344CB8AC3E}">
        <p14:creationId xmlns:p14="http://schemas.microsoft.com/office/powerpoint/2010/main" val="1040082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FE2C1E-50EE-4672-B4D6-86A5D8F21E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91" r="-92"/>
          <a:stretch/>
        </p:blipFill>
        <p:spPr>
          <a:xfrm>
            <a:off x="7774431" y="6537208"/>
            <a:ext cx="506012" cy="109738"/>
          </a:xfrm>
          <a:prstGeom prst="flowChartAlternateProcess">
            <a:avLst/>
          </a:prstGeom>
          <a:effectLst/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9A9E0BC-26CD-41F2-8516-E26D922E8F0C}"/>
              </a:ext>
            </a:extLst>
          </p:cNvPr>
          <p:cNvCxnSpPr>
            <a:cxnSpLocks/>
          </p:cNvCxnSpPr>
          <p:nvPr/>
        </p:nvCxnSpPr>
        <p:spPr>
          <a:xfrm flipH="1">
            <a:off x="4021494" y="6583863"/>
            <a:ext cx="373224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9736D4-49A0-41CD-B12F-D114783A4930}"/>
              </a:ext>
            </a:extLst>
          </p:cNvPr>
          <p:cNvCxnSpPr/>
          <p:nvPr/>
        </p:nvCxnSpPr>
        <p:spPr>
          <a:xfrm flipV="1">
            <a:off x="4021494" y="6083559"/>
            <a:ext cx="0" cy="77444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30EED9-67EC-4ED7-ADB6-62E9D30BB593}"/>
              </a:ext>
            </a:extLst>
          </p:cNvPr>
          <p:cNvCxnSpPr/>
          <p:nvPr/>
        </p:nvCxnSpPr>
        <p:spPr>
          <a:xfrm flipV="1">
            <a:off x="12002278" y="6050145"/>
            <a:ext cx="0" cy="77444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06848D-A596-4C27-8B31-61FA3B863F9F}"/>
              </a:ext>
            </a:extLst>
          </p:cNvPr>
          <p:cNvCxnSpPr>
            <a:cxnSpLocks/>
          </p:cNvCxnSpPr>
          <p:nvPr/>
        </p:nvCxnSpPr>
        <p:spPr>
          <a:xfrm>
            <a:off x="8280443" y="6583424"/>
            <a:ext cx="373224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508C990-8F7F-E529-3029-FAD6C2CF378F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25717A-2B98-B4D2-8BD8-5B485039EF34}"/>
              </a:ext>
            </a:extLst>
          </p:cNvPr>
          <p:cNvSpPr/>
          <p:nvPr/>
        </p:nvSpPr>
        <p:spPr>
          <a:xfrm>
            <a:off x="176564" y="993174"/>
            <a:ext cx="3695638" cy="1959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Breaking down the problem: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paddle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it to move left and right.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 it from moving off the left or right edge of the screen.</a:t>
            </a:r>
          </a:p>
        </p:txBody>
      </p:sp>
    </p:spTree>
    <p:extLst>
      <p:ext uri="{BB962C8B-B14F-4D97-AF65-F5344CB8AC3E}">
        <p14:creationId xmlns:p14="http://schemas.microsoft.com/office/powerpoint/2010/main" val="2372751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FE2C1E-50EE-4672-B4D6-86A5D8F21E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91" r="-92"/>
          <a:stretch/>
        </p:blipFill>
        <p:spPr>
          <a:xfrm>
            <a:off x="7774431" y="6537208"/>
            <a:ext cx="506012" cy="109738"/>
          </a:xfrm>
          <a:prstGeom prst="flowChartAlternateProcess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76C5FD-4D1D-4BA7-8368-D51DB7553C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" r="12799" b="12891"/>
          <a:stretch/>
        </p:blipFill>
        <p:spPr>
          <a:xfrm>
            <a:off x="5894826" y="1935475"/>
            <a:ext cx="111639" cy="106210"/>
          </a:xfrm>
          <a:prstGeom prst="ellipse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94BBA2-7F13-B579-C94E-E42FEB597A1F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145EB1-F845-DA09-867D-C35204689B2D}"/>
              </a:ext>
            </a:extLst>
          </p:cNvPr>
          <p:cNvSpPr/>
          <p:nvPr/>
        </p:nvSpPr>
        <p:spPr>
          <a:xfrm>
            <a:off x="176564" y="993174"/>
            <a:ext cx="3695638" cy="225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Breaking down the problem: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paddle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it to move left and right.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 it from moving off the left or right edge of the 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ball on-screen.</a:t>
            </a:r>
          </a:p>
        </p:txBody>
      </p:sp>
    </p:spTree>
    <p:extLst>
      <p:ext uri="{BB962C8B-B14F-4D97-AF65-F5344CB8AC3E}">
        <p14:creationId xmlns:p14="http://schemas.microsoft.com/office/powerpoint/2010/main" val="3519984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FE2C1E-50EE-4672-B4D6-86A5D8F21E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91" r="-92"/>
          <a:stretch/>
        </p:blipFill>
        <p:spPr>
          <a:xfrm>
            <a:off x="7774431" y="6537208"/>
            <a:ext cx="506012" cy="109738"/>
          </a:xfrm>
          <a:prstGeom prst="flowChartAlternateProcess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76C5FD-4D1D-4BA7-8368-D51DB7553C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" r="12799" b="12891"/>
          <a:stretch/>
        </p:blipFill>
        <p:spPr>
          <a:xfrm>
            <a:off x="5894826" y="1935475"/>
            <a:ext cx="111639" cy="106210"/>
          </a:xfrm>
          <a:prstGeom prst="ellipse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0678565-4255-4B1F-95B1-FFE08FF9F6A6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4019551" y="2026131"/>
            <a:ext cx="1891624" cy="1967371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24D5F7-5AE1-43D7-8EDA-7DC1AE939DCA}"/>
              </a:ext>
            </a:extLst>
          </p:cNvPr>
          <p:cNvCxnSpPr>
            <a:cxnSpLocks/>
          </p:cNvCxnSpPr>
          <p:nvPr/>
        </p:nvCxnSpPr>
        <p:spPr>
          <a:xfrm>
            <a:off x="4019551" y="3993502"/>
            <a:ext cx="4007886" cy="2543706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E53AB9-22DA-4667-9F4C-43D233878B85}"/>
              </a:ext>
            </a:extLst>
          </p:cNvPr>
          <p:cNvCxnSpPr>
            <a:cxnSpLocks/>
          </p:cNvCxnSpPr>
          <p:nvPr/>
        </p:nvCxnSpPr>
        <p:spPr>
          <a:xfrm flipV="1">
            <a:off x="8027437" y="1838131"/>
            <a:ext cx="3948880" cy="4699077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C5024B-4523-4F0C-849F-72AAA19102B3}"/>
              </a:ext>
            </a:extLst>
          </p:cNvPr>
          <p:cNvCxnSpPr>
            <a:cxnSpLocks/>
          </p:cNvCxnSpPr>
          <p:nvPr/>
        </p:nvCxnSpPr>
        <p:spPr>
          <a:xfrm flipH="1" flipV="1">
            <a:off x="10133706" y="409198"/>
            <a:ext cx="1842611" cy="1428933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38D8EF-EE05-4EDE-AC71-E9ECDBDD74C9}"/>
              </a:ext>
            </a:extLst>
          </p:cNvPr>
          <p:cNvCxnSpPr>
            <a:cxnSpLocks/>
          </p:cNvCxnSpPr>
          <p:nvPr/>
        </p:nvCxnSpPr>
        <p:spPr>
          <a:xfrm flipH="1">
            <a:off x="4553339" y="409198"/>
            <a:ext cx="5580368" cy="6448801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F7A53A6-EAF5-29BE-5A1D-DE080E1ED3BB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511B53-1AC9-238F-F6C3-E03595AF11B9}"/>
              </a:ext>
            </a:extLst>
          </p:cNvPr>
          <p:cNvSpPr/>
          <p:nvPr/>
        </p:nvSpPr>
        <p:spPr>
          <a:xfrm>
            <a:off x="176564" y="993174"/>
            <a:ext cx="3695638" cy="2552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Breaking down the problem: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paddle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it to move left and right.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 it from moving off the left or right edge of the 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ball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its movement.</a:t>
            </a:r>
          </a:p>
        </p:txBody>
      </p:sp>
    </p:spTree>
    <p:extLst>
      <p:ext uri="{BB962C8B-B14F-4D97-AF65-F5344CB8AC3E}">
        <p14:creationId xmlns:p14="http://schemas.microsoft.com/office/powerpoint/2010/main" val="852073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D7EB55-4453-4E18-BB7C-8BD516E37079}"/>
              </a:ext>
            </a:extLst>
          </p:cNvPr>
          <p:cNvSpPr/>
          <p:nvPr/>
        </p:nvSpPr>
        <p:spPr>
          <a:xfrm>
            <a:off x="3825551" y="409198"/>
            <a:ext cx="8366449" cy="84110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BBEA16-86CD-4D7E-B4F8-53966134CB24}"/>
              </a:ext>
            </a:extLst>
          </p:cNvPr>
          <p:cNvSpPr/>
          <p:nvPr/>
        </p:nvSpPr>
        <p:spPr>
          <a:xfrm>
            <a:off x="3825550" y="5273557"/>
            <a:ext cx="8366449" cy="158444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EBBC21-5241-41A4-A80E-17D25E79A7DA}"/>
              </a:ext>
            </a:extLst>
          </p:cNvPr>
          <p:cNvSpPr/>
          <p:nvPr/>
        </p:nvSpPr>
        <p:spPr>
          <a:xfrm>
            <a:off x="3825552" y="1252061"/>
            <a:ext cx="177282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8E77B4-8559-45D1-B31B-01C78F3D3AB1}"/>
              </a:ext>
            </a:extLst>
          </p:cNvPr>
          <p:cNvSpPr/>
          <p:nvPr/>
        </p:nvSpPr>
        <p:spPr>
          <a:xfrm>
            <a:off x="12014718" y="1250302"/>
            <a:ext cx="177282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1B694C-6B2E-4E21-B9C8-B8E00BF8C4F0}"/>
              </a:ext>
            </a:extLst>
          </p:cNvPr>
          <p:cNvSpPr/>
          <p:nvPr/>
        </p:nvSpPr>
        <p:spPr>
          <a:xfrm>
            <a:off x="4320073" y="1250302"/>
            <a:ext cx="905069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8C1CED-8796-4CB6-A35A-19EF37B41265}"/>
              </a:ext>
            </a:extLst>
          </p:cNvPr>
          <p:cNvSpPr/>
          <p:nvPr/>
        </p:nvSpPr>
        <p:spPr>
          <a:xfrm>
            <a:off x="11094098" y="1250301"/>
            <a:ext cx="603381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453800-F316-4EFC-BC28-CA9029C87223}"/>
              </a:ext>
            </a:extLst>
          </p:cNvPr>
          <p:cNvSpPr/>
          <p:nvPr/>
        </p:nvSpPr>
        <p:spPr>
          <a:xfrm>
            <a:off x="5225142" y="1250301"/>
            <a:ext cx="5868955" cy="14321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1FDDE9-DCC3-4701-8E0C-7ABF50E5CA57}"/>
              </a:ext>
            </a:extLst>
          </p:cNvPr>
          <p:cNvSpPr/>
          <p:nvPr/>
        </p:nvSpPr>
        <p:spPr>
          <a:xfrm>
            <a:off x="5225141" y="4945225"/>
            <a:ext cx="5868955" cy="3265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E6C21B-ACF4-4B6A-80AD-08B98D564AD1}"/>
              </a:ext>
            </a:extLst>
          </p:cNvPr>
          <p:cNvSpPr/>
          <p:nvPr/>
        </p:nvSpPr>
        <p:spPr>
          <a:xfrm>
            <a:off x="5225141" y="4616892"/>
            <a:ext cx="5247597" cy="3265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876208-C907-41F7-B974-69EB685B5CD6}"/>
              </a:ext>
            </a:extLst>
          </p:cNvPr>
          <p:cNvSpPr/>
          <p:nvPr/>
        </p:nvSpPr>
        <p:spPr>
          <a:xfrm>
            <a:off x="5846503" y="3889974"/>
            <a:ext cx="3692786" cy="3265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6D319F-8BA3-4A66-825A-1EFDAD9B9535}"/>
              </a:ext>
            </a:extLst>
          </p:cNvPr>
          <p:cNvSpPr/>
          <p:nvPr/>
        </p:nvSpPr>
        <p:spPr>
          <a:xfrm>
            <a:off x="5846503" y="1793866"/>
            <a:ext cx="299261" cy="2099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967DD2-86AD-4549-A18D-1AA105EC48FC}"/>
              </a:ext>
            </a:extLst>
          </p:cNvPr>
          <p:cNvSpPr/>
          <p:nvPr/>
        </p:nvSpPr>
        <p:spPr>
          <a:xfrm>
            <a:off x="9240028" y="3019424"/>
            <a:ext cx="299261" cy="87355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6013AF-2A29-4048-B8A4-D4D8AAF27EA6}"/>
              </a:ext>
            </a:extLst>
          </p:cNvPr>
          <p:cNvSpPr/>
          <p:nvPr/>
        </p:nvSpPr>
        <p:spPr>
          <a:xfrm>
            <a:off x="9550706" y="4395788"/>
            <a:ext cx="922032" cy="22043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E136C8-D06D-4B34-8ABC-B0CD9029C43A}"/>
              </a:ext>
            </a:extLst>
          </p:cNvPr>
          <p:cNvSpPr/>
          <p:nvPr/>
        </p:nvSpPr>
        <p:spPr>
          <a:xfrm>
            <a:off x="10173476" y="1793866"/>
            <a:ext cx="299262" cy="260118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70A3CE-403C-4965-B5B4-AEB8E8E5A350}"/>
              </a:ext>
            </a:extLst>
          </p:cNvPr>
          <p:cNvSpPr/>
          <p:nvPr/>
        </p:nvSpPr>
        <p:spPr>
          <a:xfrm>
            <a:off x="6145764" y="1796868"/>
            <a:ext cx="4027711" cy="32533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C1E05-ED8D-4C64-A964-D449B7350290}"/>
              </a:ext>
            </a:extLst>
          </p:cNvPr>
          <p:cNvSpPr/>
          <p:nvPr/>
        </p:nvSpPr>
        <p:spPr>
          <a:xfrm>
            <a:off x="10471328" y="4216546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2FBA1B-FB7D-40CB-ABDD-97B2A1C381DC}"/>
              </a:ext>
            </a:extLst>
          </p:cNvPr>
          <p:cNvSpPr/>
          <p:nvPr/>
        </p:nvSpPr>
        <p:spPr>
          <a:xfrm>
            <a:off x="10471328" y="3865578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466C58-91B1-40A2-8944-4DF2BA824033}"/>
              </a:ext>
            </a:extLst>
          </p:cNvPr>
          <p:cNvSpPr/>
          <p:nvPr/>
        </p:nvSpPr>
        <p:spPr>
          <a:xfrm>
            <a:off x="10471328" y="3527415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227914-7588-461F-99F5-A5AE67B4C48A}"/>
              </a:ext>
            </a:extLst>
          </p:cNvPr>
          <p:cNvSpPr/>
          <p:nvPr/>
        </p:nvSpPr>
        <p:spPr>
          <a:xfrm>
            <a:off x="10471328" y="3170652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ACCC27-45AD-487A-BD36-254D8DA7C3D1}"/>
              </a:ext>
            </a:extLst>
          </p:cNvPr>
          <p:cNvSpPr/>
          <p:nvPr/>
        </p:nvSpPr>
        <p:spPr>
          <a:xfrm>
            <a:off x="10471328" y="2818510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C10991-7033-4F69-879E-47429801C909}"/>
              </a:ext>
            </a:extLst>
          </p:cNvPr>
          <p:cNvSpPr/>
          <p:nvPr/>
        </p:nvSpPr>
        <p:spPr>
          <a:xfrm>
            <a:off x="10473906" y="2469913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263B289-491A-4627-926C-BE7A25EF242B}"/>
              </a:ext>
            </a:extLst>
          </p:cNvPr>
          <p:cNvSpPr/>
          <p:nvPr/>
        </p:nvSpPr>
        <p:spPr>
          <a:xfrm>
            <a:off x="10473906" y="2117436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9FD0D0-8A8F-4F4E-A9E3-C30AB5A990DA}"/>
              </a:ext>
            </a:extLst>
          </p:cNvPr>
          <p:cNvSpPr/>
          <p:nvPr/>
        </p:nvSpPr>
        <p:spPr>
          <a:xfrm>
            <a:off x="9874631" y="4033627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2CFA2E-20DE-4B41-A001-01B19329C0A4}"/>
              </a:ext>
            </a:extLst>
          </p:cNvPr>
          <p:cNvSpPr/>
          <p:nvPr/>
        </p:nvSpPr>
        <p:spPr>
          <a:xfrm>
            <a:off x="9874631" y="3695464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BC6E1C-4C46-48BE-B02B-A36930C577B8}"/>
              </a:ext>
            </a:extLst>
          </p:cNvPr>
          <p:cNvSpPr/>
          <p:nvPr/>
        </p:nvSpPr>
        <p:spPr>
          <a:xfrm>
            <a:off x="9874631" y="3338701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C1BA90-078F-4648-A118-F4FD0D367310}"/>
              </a:ext>
            </a:extLst>
          </p:cNvPr>
          <p:cNvSpPr/>
          <p:nvPr/>
        </p:nvSpPr>
        <p:spPr>
          <a:xfrm>
            <a:off x="9874631" y="2986559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D63125-0372-4276-B6FE-11E8A2EF66E1}"/>
              </a:ext>
            </a:extLst>
          </p:cNvPr>
          <p:cNvSpPr/>
          <p:nvPr/>
        </p:nvSpPr>
        <p:spPr>
          <a:xfrm>
            <a:off x="9872446" y="2637962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47D74BF-934F-49EE-8728-64E8215E9600}"/>
              </a:ext>
            </a:extLst>
          </p:cNvPr>
          <p:cNvSpPr/>
          <p:nvPr/>
        </p:nvSpPr>
        <p:spPr>
          <a:xfrm>
            <a:off x="9872446" y="2285485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BE2F76-44D5-4EFA-893E-605D1F4ABFB7}"/>
              </a:ext>
            </a:extLst>
          </p:cNvPr>
          <p:cNvSpPr/>
          <p:nvPr/>
        </p:nvSpPr>
        <p:spPr>
          <a:xfrm>
            <a:off x="9856237" y="1607685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E933881-7850-47EE-8A81-FEF31EA4F172}"/>
              </a:ext>
            </a:extLst>
          </p:cNvPr>
          <p:cNvSpPr/>
          <p:nvPr/>
        </p:nvSpPr>
        <p:spPr>
          <a:xfrm>
            <a:off x="6458850" y="1607685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9ED17D8-B368-4F42-AB49-5E665B7C8122}"/>
              </a:ext>
            </a:extLst>
          </p:cNvPr>
          <p:cNvSpPr/>
          <p:nvPr/>
        </p:nvSpPr>
        <p:spPr>
          <a:xfrm>
            <a:off x="6772143" y="2122199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E49BE5-7B17-48C8-BD4E-4CC92554B67B}"/>
              </a:ext>
            </a:extLst>
          </p:cNvPr>
          <p:cNvSpPr/>
          <p:nvPr/>
        </p:nvSpPr>
        <p:spPr>
          <a:xfrm>
            <a:off x="7705289" y="2122199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403D46-71F6-42C8-B0E0-E26BE259F0C3}"/>
              </a:ext>
            </a:extLst>
          </p:cNvPr>
          <p:cNvSpPr/>
          <p:nvPr/>
        </p:nvSpPr>
        <p:spPr>
          <a:xfrm>
            <a:off x="8630063" y="2120041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F98BDA-B279-43A6-BC11-F5E6D94C60E3}"/>
              </a:ext>
            </a:extLst>
          </p:cNvPr>
          <p:cNvSpPr/>
          <p:nvPr/>
        </p:nvSpPr>
        <p:spPr>
          <a:xfrm>
            <a:off x="8927037" y="1609679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2A70D9D-0E01-4C03-8DCA-A2845D09FD22}"/>
              </a:ext>
            </a:extLst>
          </p:cNvPr>
          <p:cNvSpPr/>
          <p:nvPr/>
        </p:nvSpPr>
        <p:spPr>
          <a:xfrm>
            <a:off x="8006059" y="1609361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97BA08-D44C-45A9-A94E-9E33E72675C0}"/>
              </a:ext>
            </a:extLst>
          </p:cNvPr>
          <p:cNvSpPr/>
          <p:nvPr/>
        </p:nvSpPr>
        <p:spPr>
          <a:xfrm>
            <a:off x="9551516" y="2123958"/>
            <a:ext cx="299262" cy="1655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0F482-76BD-403B-837E-C65A4D861D56}"/>
              </a:ext>
            </a:extLst>
          </p:cNvPr>
          <p:cNvSpPr/>
          <p:nvPr/>
        </p:nvSpPr>
        <p:spPr>
          <a:xfrm>
            <a:off x="7394440" y="1633017"/>
            <a:ext cx="299262" cy="1655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9B46D9-D1FF-46CE-99AB-5099EAAB6EC7}"/>
              </a:ext>
            </a:extLst>
          </p:cNvPr>
          <p:cNvSpPr/>
          <p:nvPr/>
        </p:nvSpPr>
        <p:spPr>
          <a:xfrm>
            <a:off x="6147188" y="2120022"/>
            <a:ext cx="315800" cy="1655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C911E59-68B6-40D8-99B3-618D46A494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91" r="-92"/>
          <a:stretch/>
        </p:blipFill>
        <p:spPr>
          <a:xfrm>
            <a:off x="7774431" y="6537208"/>
            <a:ext cx="506012" cy="109738"/>
          </a:xfrm>
          <a:prstGeom prst="flowChartAlternateProcess">
            <a:avLst/>
          </a:prstGeom>
          <a:effectLst/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B964E0A-2153-45BB-924F-074BC1B2B5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" r="12799" b="12891"/>
          <a:stretch/>
        </p:blipFill>
        <p:spPr>
          <a:xfrm>
            <a:off x="5894826" y="1935475"/>
            <a:ext cx="111639" cy="106210"/>
          </a:xfrm>
          <a:prstGeom prst="ellipse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65F614-29FA-31FC-C82D-6F1E8A6CB14A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474A2B-13B6-E2A6-F19F-9890C52FF553}"/>
              </a:ext>
            </a:extLst>
          </p:cNvPr>
          <p:cNvSpPr/>
          <p:nvPr/>
        </p:nvSpPr>
        <p:spPr>
          <a:xfrm>
            <a:off x="176564" y="993174"/>
            <a:ext cx="3695638" cy="2849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Breaking down the problem: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paddle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it to move left and right.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 it from moving off the left or right edge of the 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ball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its movement.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blocks on-screen.</a:t>
            </a:r>
          </a:p>
        </p:txBody>
      </p:sp>
    </p:spTree>
    <p:extLst>
      <p:ext uri="{BB962C8B-B14F-4D97-AF65-F5344CB8AC3E}">
        <p14:creationId xmlns:p14="http://schemas.microsoft.com/office/powerpoint/2010/main" val="1790774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D7EB55-4453-4E18-BB7C-8BD516E37079}"/>
              </a:ext>
            </a:extLst>
          </p:cNvPr>
          <p:cNvSpPr/>
          <p:nvPr/>
        </p:nvSpPr>
        <p:spPr>
          <a:xfrm>
            <a:off x="3825551" y="409198"/>
            <a:ext cx="8366449" cy="84110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BBEA16-86CD-4D7E-B4F8-53966134CB24}"/>
              </a:ext>
            </a:extLst>
          </p:cNvPr>
          <p:cNvSpPr/>
          <p:nvPr/>
        </p:nvSpPr>
        <p:spPr>
          <a:xfrm>
            <a:off x="3825550" y="5273557"/>
            <a:ext cx="8366449" cy="158444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EBBC21-5241-41A4-A80E-17D25E79A7DA}"/>
              </a:ext>
            </a:extLst>
          </p:cNvPr>
          <p:cNvSpPr/>
          <p:nvPr/>
        </p:nvSpPr>
        <p:spPr>
          <a:xfrm>
            <a:off x="3825552" y="1252061"/>
            <a:ext cx="177282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8E77B4-8559-45D1-B31B-01C78F3D3AB1}"/>
              </a:ext>
            </a:extLst>
          </p:cNvPr>
          <p:cNvSpPr/>
          <p:nvPr/>
        </p:nvSpPr>
        <p:spPr>
          <a:xfrm>
            <a:off x="12014718" y="1250302"/>
            <a:ext cx="177282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1B694C-6B2E-4E21-B9C8-B8E00BF8C4F0}"/>
              </a:ext>
            </a:extLst>
          </p:cNvPr>
          <p:cNvSpPr/>
          <p:nvPr/>
        </p:nvSpPr>
        <p:spPr>
          <a:xfrm>
            <a:off x="4320073" y="1250302"/>
            <a:ext cx="905069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8C1CED-8796-4CB6-A35A-19EF37B41265}"/>
              </a:ext>
            </a:extLst>
          </p:cNvPr>
          <p:cNvSpPr/>
          <p:nvPr/>
        </p:nvSpPr>
        <p:spPr>
          <a:xfrm>
            <a:off x="11094096" y="1237642"/>
            <a:ext cx="603381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453800-F316-4EFC-BC28-CA9029C87223}"/>
              </a:ext>
            </a:extLst>
          </p:cNvPr>
          <p:cNvSpPr/>
          <p:nvPr/>
        </p:nvSpPr>
        <p:spPr>
          <a:xfrm>
            <a:off x="5225142" y="1250301"/>
            <a:ext cx="5868955" cy="14321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1FDDE9-DCC3-4701-8E0C-7ABF50E5CA57}"/>
              </a:ext>
            </a:extLst>
          </p:cNvPr>
          <p:cNvSpPr/>
          <p:nvPr/>
        </p:nvSpPr>
        <p:spPr>
          <a:xfrm>
            <a:off x="5225141" y="4945225"/>
            <a:ext cx="5868955" cy="3265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E6C21B-ACF4-4B6A-80AD-08B98D564AD1}"/>
              </a:ext>
            </a:extLst>
          </p:cNvPr>
          <p:cNvSpPr/>
          <p:nvPr/>
        </p:nvSpPr>
        <p:spPr>
          <a:xfrm>
            <a:off x="5225141" y="4617773"/>
            <a:ext cx="5247597" cy="3265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876208-C907-41F7-B974-69EB685B5CD6}"/>
              </a:ext>
            </a:extLst>
          </p:cNvPr>
          <p:cNvSpPr/>
          <p:nvPr/>
        </p:nvSpPr>
        <p:spPr>
          <a:xfrm>
            <a:off x="5851266" y="3889974"/>
            <a:ext cx="3692786" cy="3265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6D319F-8BA3-4A66-825A-1EFDAD9B9535}"/>
              </a:ext>
            </a:extLst>
          </p:cNvPr>
          <p:cNvSpPr/>
          <p:nvPr/>
        </p:nvSpPr>
        <p:spPr>
          <a:xfrm>
            <a:off x="5846503" y="1793866"/>
            <a:ext cx="299261" cy="2099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967DD2-86AD-4549-A18D-1AA105EC48FC}"/>
              </a:ext>
            </a:extLst>
          </p:cNvPr>
          <p:cNvSpPr/>
          <p:nvPr/>
        </p:nvSpPr>
        <p:spPr>
          <a:xfrm>
            <a:off x="9240028" y="3019424"/>
            <a:ext cx="299261" cy="87355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6013AF-2A29-4048-B8A4-D4D8AAF27EA6}"/>
              </a:ext>
            </a:extLst>
          </p:cNvPr>
          <p:cNvSpPr/>
          <p:nvPr/>
        </p:nvSpPr>
        <p:spPr>
          <a:xfrm>
            <a:off x="9550706" y="4395788"/>
            <a:ext cx="922032" cy="22043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E136C8-D06D-4B34-8ABC-B0CD9029C43A}"/>
              </a:ext>
            </a:extLst>
          </p:cNvPr>
          <p:cNvSpPr/>
          <p:nvPr/>
        </p:nvSpPr>
        <p:spPr>
          <a:xfrm>
            <a:off x="10173476" y="1793866"/>
            <a:ext cx="299262" cy="260118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70A3CE-403C-4965-B5B4-AEB8E8E5A350}"/>
              </a:ext>
            </a:extLst>
          </p:cNvPr>
          <p:cNvSpPr/>
          <p:nvPr/>
        </p:nvSpPr>
        <p:spPr>
          <a:xfrm>
            <a:off x="6145764" y="1796868"/>
            <a:ext cx="4027711" cy="32533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C1E05-ED8D-4C64-A964-D449B7350290}"/>
              </a:ext>
            </a:extLst>
          </p:cNvPr>
          <p:cNvSpPr/>
          <p:nvPr/>
        </p:nvSpPr>
        <p:spPr>
          <a:xfrm>
            <a:off x="10471328" y="4216546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2FBA1B-FB7D-40CB-ABDD-97B2A1C381DC}"/>
              </a:ext>
            </a:extLst>
          </p:cNvPr>
          <p:cNvSpPr/>
          <p:nvPr/>
        </p:nvSpPr>
        <p:spPr>
          <a:xfrm>
            <a:off x="10471328" y="3865578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466C58-91B1-40A2-8944-4DF2BA824033}"/>
              </a:ext>
            </a:extLst>
          </p:cNvPr>
          <p:cNvSpPr/>
          <p:nvPr/>
        </p:nvSpPr>
        <p:spPr>
          <a:xfrm>
            <a:off x="10471328" y="3527415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227914-7588-461F-99F5-A5AE67B4C48A}"/>
              </a:ext>
            </a:extLst>
          </p:cNvPr>
          <p:cNvSpPr/>
          <p:nvPr/>
        </p:nvSpPr>
        <p:spPr>
          <a:xfrm>
            <a:off x="10471328" y="3170652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ACCC27-45AD-487A-BD36-254D8DA7C3D1}"/>
              </a:ext>
            </a:extLst>
          </p:cNvPr>
          <p:cNvSpPr/>
          <p:nvPr/>
        </p:nvSpPr>
        <p:spPr>
          <a:xfrm>
            <a:off x="10471328" y="2818510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C10991-7033-4F69-879E-47429801C909}"/>
              </a:ext>
            </a:extLst>
          </p:cNvPr>
          <p:cNvSpPr/>
          <p:nvPr/>
        </p:nvSpPr>
        <p:spPr>
          <a:xfrm>
            <a:off x="10473906" y="2469913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263B289-491A-4627-926C-BE7A25EF242B}"/>
              </a:ext>
            </a:extLst>
          </p:cNvPr>
          <p:cNvSpPr/>
          <p:nvPr/>
        </p:nvSpPr>
        <p:spPr>
          <a:xfrm>
            <a:off x="10473906" y="2117436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9FD0D0-8A8F-4F4E-A9E3-C30AB5A990DA}"/>
              </a:ext>
            </a:extLst>
          </p:cNvPr>
          <p:cNvSpPr/>
          <p:nvPr/>
        </p:nvSpPr>
        <p:spPr>
          <a:xfrm>
            <a:off x="9874631" y="4033627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2CFA2E-20DE-4B41-A001-01B19329C0A4}"/>
              </a:ext>
            </a:extLst>
          </p:cNvPr>
          <p:cNvSpPr/>
          <p:nvPr/>
        </p:nvSpPr>
        <p:spPr>
          <a:xfrm>
            <a:off x="9874631" y="3695464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BC6E1C-4C46-48BE-B02B-A36930C577B8}"/>
              </a:ext>
            </a:extLst>
          </p:cNvPr>
          <p:cNvSpPr/>
          <p:nvPr/>
        </p:nvSpPr>
        <p:spPr>
          <a:xfrm>
            <a:off x="9874631" y="3338701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C1BA90-078F-4648-A118-F4FD0D367310}"/>
              </a:ext>
            </a:extLst>
          </p:cNvPr>
          <p:cNvSpPr/>
          <p:nvPr/>
        </p:nvSpPr>
        <p:spPr>
          <a:xfrm>
            <a:off x="9874631" y="2986559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D63125-0372-4276-B6FE-11E8A2EF66E1}"/>
              </a:ext>
            </a:extLst>
          </p:cNvPr>
          <p:cNvSpPr/>
          <p:nvPr/>
        </p:nvSpPr>
        <p:spPr>
          <a:xfrm>
            <a:off x="9872446" y="2637962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47D74BF-934F-49EE-8728-64E8215E9600}"/>
              </a:ext>
            </a:extLst>
          </p:cNvPr>
          <p:cNvSpPr/>
          <p:nvPr/>
        </p:nvSpPr>
        <p:spPr>
          <a:xfrm>
            <a:off x="9872446" y="2285485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BE2F76-44D5-4EFA-893E-605D1F4ABFB7}"/>
              </a:ext>
            </a:extLst>
          </p:cNvPr>
          <p:cNvSpPr/>
          <p:nvPr/>
        </p:nvSpPr>
        <p:spPr>
          <a:xfrm>
            <a:off x="9856237" y="1607685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E933881-7850-47EE-8A81-FEF31EA4F172}"/>
              </a:ext>
            </a:extLst>
          </p:cNvPr>
          <p:cNvSpPr/>
          <p:nvPr/>
        </p:nvSpPr>
        <p:spPr>
          <a:xfrm>
            <a:off x="6458850" y="1607685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9ED17D8-B368-4F42-AB49-5E665B7C8122}"/>
              </a:ext>
            </a:extLst>
          </p:cNvPr>
          <p:cNvSpPr/>
          <p:nvPr/>
        </p:nvSpPr>
        <p:spPr>
          <a:xfrm>
            <a:off x="6772143" y="2122199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E49BE5-7B17-48C8-BD4E-4CC92554B67B}"/>
              </a:ext>
            </a:extLst>
          </p:cNvPr>
          <p:cNvSpPr/>
          <p:nvPr/>
        </p:nvSpPr>
        <p:spPr>
          <a:xfrm>
            <a:off x="7705289" y="2122199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403D46-71F6-42C8-B0E0-E26BE259F0C3}"/>
              </a:ext>
            </a:extLst>
          </p:cNvPr>
          <p:cNvSpPr/>
          <p:nvPr/>
        </p:nvSpPr>
        <p:spPr>
          <a:xfrm>
            <a:off x="8630063" y="2120041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F98BDA-B279-43A6-BC11-F5E6D94C60E3}"/>
              </a:ext>
            </a:extLst>
          </p:cNvPr>
          <p:cNvSpPr/>
          <p:nvPr/>
        </p:nvSpPr>
        <p:spPr>
          <a:xfrm>
            <a:off x="8927037" y="1609679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2A70D9D-0E01-4C03-8DCA-A2845D09FD22}"/>
              </a:ext>
            </a:extLst>
          </p:cNvPr>
          <p:cNvSpPr/>
          <p:nvPr/>
        </p:nvSpPr>
        <p:spPr>
          <a:xfrm>
            <a:off x="8006059" y="1609361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97BA08-D44C-45A9-A94E-9E33E72675C0}"/>
              </a:ext>
            </a:extLst>
          </p:cNvPr>
          <p:cNvSpPr/>
          <p:nvPr/>
        </p:nvSpPr>
        <p:spPr>
          <a:xfrm>
            <a:off x="9551516" y="2123958"/>
            <a:ext cx="299262" cy="1655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0F482-76BD-403B-837E-C65A4D861D56}"/>
              </a:ext>
            </a:extLst>
          </p:cNvPr>
          <p:cNvSpPr/>
          <p:nvPr/>
        </p:nvSpPr>
        <p:spPr>
          <a:xfrm>
            <a:off x="7394440" y="1633017"/>
            <a:ext cx="299262" cy="1655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9B46D9-D1FF-46CE-99AB-5099EAAB6EC7}"/>
              </a:ext>
            </a:extLst>
          </p:cNvPr>
          <p:cNvSpPr/>
          <p:nvPr/>
        </p:nvSpPr>
        <p:spPr>
          <a:xfrm>
            <a:off x="6147188" y="2120022"/>
            <a:ext cx="315800" cy="1655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C911E59-68B6-40D8-99B3-618D46A494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91" r="-92"/>
          <a:stretch/>
        </p:blipFill>
        <p:spPr>
          <a:xfrm>
            <a:off x="7774431" y="6537208"/>
            <a:ext cx="506012" cy="109738"/>
          </a:xfrm>
          <a:prstGeom prst="flowChartAlternateProcess">
            <a:avLst/>
          </a:prstGeom>
          <a:effectLst/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B964E0A-2153-45BB-924F-074BC1B2B5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" r="12799" b="12891"/>
          <a:stretch/>
        </p:blipFill>
        <p:spPr>
          <a:xfrm>
            <a:off x="5894826" y="1935475"/>
            <a:ext cx="111639" cy="106210"/>
          </a:xfrm>
          <a:prstGeom prst="ellipse">
            <a:avLst/>
          </a:prstGeom>
          <a:effectLst/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A975AD5-47A1-4B43-B292-4ED07AADD64A}"/>
              </a:ext>
            </a:extLst>
          </p:cNvPr>
          <p:cNvCxnSpPr>
            <a:cxnSpLocks/>
          </p:cNvCxnSpPr>
          <p:nvPr/>
        </p:nvCxnSpPr>
        <p:spPr>
          <a:xfrm flipH="1">
            <a:off x="5846503" y="2026131"/>
            <a:ext cx="64672" cy="67262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995535-4B99-4685-8505-E574DBAEE05A}"/>
              </a:ext>
            </a:extLst>
          </p:cNvPr>
          <p:cNvCxnSpPr>
            <a:cxnSpLocks/>
          </p:cNvCxnSpPr>
          <p:nvPr/>
        </p:nvCxnSpPr>
        <p:spPr>
          <a:xfrm>
            <a:off x="5859329" y="2105237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AB9F538-E34B-42D8-A5AD-680F25E076AC}"/>
              </a:ext>
            </a:extLst>
          </p:cNvPr>
          <p:cNvCxnSpPr>
            <a:cxnSpLocks/>
          </p:cNvCxnSpPr>
          <p:nvPr/>
        </p:nvCxnSpPr>
        <p:spPr>
          <a:xfrm flipH="1">
            <a:off x="5853799" y="2443795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2A5A7BC-0058-4B13-B73F-AFDDE51679FA}"/>
              </a:ext>
            </a:extLst>
          </p:cNvPr>
          <p:cNvCxnSpPr>
            <a:cxnSpLocks/>
          </p:cNvCxnSpPr>
          <p:nvPr/>
        </p:nvCxnSpPr>
        <p:spPr>
          <a:xfrm>
            <a:off x="5863862" y="2763812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B44CC1F-727A-44E8-8607-4FBC275102DE}"/>
              </a:ext>
            </a:extLst>
          </p:cNvPr>
          <p:cNvCxnSpPr>
            <a:cxnSpLocks/>
          </p:cNvCxnSpPr>
          <p:nvPr/>
        </p:nvCxnSpPr>
        <p:spPr>
          <a:xfrm flipH="1">
            <a:off x="5858332" y="3102370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A8A0A42-8BCF-433A-B143-19EBD5D1CC92}"/>
              </a:ext>
            </a:extLst>
          </p:cNvPr>
          <p:cNvCxnSpPr>
            <a:cxnSpLocks/>
          </p:cNvCxnSpPr>
          <p:nvPr/>
        </p:nvCxnSpPr>
        <p:spPr>
          <a:xfrm>
            <a:off x="5863862" y="3426590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DA97D1C-8D1C-461E-B798-EECFB7032131}"/>
              </a:ext>
            </a:extLst>
          </p:cNvPr>
          <p:cNvCxnSpPr>
            <a:cxnSpLocks/>
          </p:cNvCxnSpPr>
          <p:nvPr/>
        </p:nvCxnSpPr>
        <p:spPr>
          <a:xfrm flipH="1">
            <a:off x="5858332" y="3765148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D11B04B-FF25-4030-A6BB-E7557579910A}"/>
              </a:ext>
            </a:extLst>
          </p:cNvPr>
          <p:cNvCxnSpPr>
            <a:cxnSpLocks/>
          </p:cNvCxnSpPr>
          <p:nvPr/>
        </p:nvCxnSpPr>
        <p:spPr>
          <a:xfrm>
            <a:off x="5868150" y="4080095"/>
            <a:ext cx="129748" cy="144555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76E698A-7C13-4AFC-9412-C7A990C34828}"/>
              </a:ext>
            </a:extLst>
          </p:cNvPr>
          <p:cNvCxnSpPr>
            <a:cxnSpLocks/>
          </p:cNvCxnSpPr>
          <p:nvPr/>
        </p:nvCxnSpPr>
        <p:spPr>
          <a:xfrm flipH="1">
            <a:off x="6006074" y="3890930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7E49E1F-6AB1-483B-8F3C-FDA3A124D676}"/>
              </a:ext>
            </a:extLst>
          </p:cNvPr>
          <p:cNvCxnSpPr>
            <a:cxnSpLocks/>
          </p:cNvCxnSpPr>
          <p:nvPr/>
        </p:nvCxnSpPr>
        <p:spPr>
          <a:xfrm>
            <a:off x="6314092" y="3899026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B2E358E-788B-4799-B5D1-4213115DF4CB}"/>
              </a:ext>
            </a:extLst>
          </p:cNvPr>
          <p:cNvCxnSpPr>
            <a:cxnSpLocks/>
          </p:cNvCxnSpPr>
          <p:nvPr/>
        </p:nvCxnSpPr>
        <p:spPr>
          <a:xfrm flipH="1">
            <a:off x="6611698" y="3894559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25C1427-6D46-43E4-861D-600FAB230917}"/>
              </a:ext>
            </a:extLst>
          </p:cNvPr>
          <p:cNvCxnSpPr>
            <a:cxnSpLocks/>
          </p:cNvCxnSpPr>
          <p:nvPr/>
        </p:nvCxnSpPr>
        <p:spPr>
          <a:xfrm>
            <a:off x="6914953" y="3902655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ADB5E8-798B-49A5-BB3E-54782DCE95B4}"/>
              </a:ext>
            </a:extLst>
          </p:cNvPr>
          <p:cNvCxnSpPr>
            <a:cxnSpLocks/>
          </p:cNvCxnSpPr>
          <p:nvPr/>
        </p:nvCxnSpPr>
        <p:spPr>
          <a:xfrm flipH="1">
            <a:off x="7218928" y="3899400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111F2EE-9BF8-4E89-85F1-24907C8C4D2B}"/>
              </a:ext>
            </a:extLst>
          </p:cNvPr>
          <p:cNvCxnSpPr>
            <a:cxnSpLocks/>
          </p:cNvCxnSpPr>
          <p:nvPr/>
        </p:nvCxnSpPr>
        <p:spPr>
          <a:xfrm>
            <a:off x="7531709" y="3907496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C9C617E-1121-4515-8CFF-A3F9C4CE0702}"/>
              </a:ext>
            </a:extLst>
          </p:cNvPr>
          <p:cNvCxnSpPr>
            <a:cxnSpLocks/>
          </p:cNvCxnSpPr>
          <p:nvPr/>
        </p:nvCxnSpPr>
        <p:spPr>
          <a:xfrm flipH="1">
            <a:off x="7824088" y="3883928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F06C9B1-4238-44B1-A330-AD482F123685}"/>
              </a:ext>
            </a:extLst>
          </p:cNvPr>
          <p:cNvCxnSpPr>
            <a:cxnSpLocks/>
          </p:cNvCxnSpPr>
          <p:nvPr/>
        </p:nvCxnSpPr>
        <p:spPr>
          <a:xfrm>
            <a:off x="8127343" y="3892024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D7CEC43-81E2-4053-80BE-C32EDBF7A5C6}"/>
              </a:ext>
            </a:extLst>
          </p:cNvPr>
          <p:cNvCxnSpPr>
            <a:cxnSpLocks/>
          </p:cNvCxnSpPr>
          <p:nvPr/>
        </p:nvCxnSpPr>
        <p:spPr>
          <a:xfrm flipH="1">
            <a:off x="8420186" y="3888875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57D29ED-5002-4BBF-81A9-051C0CC57297}"/>
              </a:ext>
            </a:extLst>
          </p:cNvPr>
          <p:cNvCxnSpPr>
            <a:cxnSpLocks/>
          </p:cNvCxnSpPr>
          <p:nvPr/>
        </p:nvCxnSpPr>
        <p:spPr>
          <a:xfrm>
            <a:off x="8728204" y="3896971"/>
            <a:ext cx="284667" cy="317154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1911A0A-3221-4A8A-B797-A933792BB9F7}"/>
              </a:ext>
            </a:extLst>
          </p:cNvPr>
          <p:cNvCxnSpPr>
            <a:cxnSpLocks/>
          </p:cNvCxnSpPr>
          <p:nvPr/>
        </p:nvCxnSpPr>
        <p:spPr>
          <a:xfrm flipH="1">
            <a:off x="9049293" y="3664870"/>
            <a:ext cx="476096" cy="530431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221BF67-6BC0-4439-966D-F11AAC01DD2A}"/>
              </a:ext>
            </a:extLst>
          </p:cNvPr>
          <p:cNvCxnSpPr>
            <a:cxnSpLocks/>
          </p:cNvCxnSpPr>
          <p:nvPr/>
        </p:nvCxnSpPr>
        <p:spPr>
          <a:xfrm flipV="1">
            <a:off x="5821103" y="1918388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CC93901-35A3-4055-ABC5-92CDDD04E842}"/>
              </a:ext>
            </a:extLst>
          </p:cNvPr>
          <p:cNvCxnSpPr>
            <a:cxnSpLocks/>
          </p:cNvCxnSpPr>
          <p:nvPr/>
        </p:nvCxnSpPr>
        <p:spPr>
          <a:xfrm flipV="1">
            <a:off x="6176703" y="2247386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BBBC412-EFDF-4022-AB10-F34F890EAAFE}"/>
              </a:ext>
            </a:extLst>
          </p:cNvPr>
          <p:cNvCxnSpPr>
            <a:cxnSpLocks/>
          </p:cNvCxnSpPr>
          <p:nvPr/>
        </p:nvCxnSpPr>
        <p:spPr>
          <a:xfrm flipV="1">
            <a:off x="5821103" y="2558656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7FA9D24-F42A-4CDF-A94B-4712850FCA80}"/>
              </a:ext>
            </a:extLst>
          </p:cNvPr>
          <p:cNvCxnSpPr>
            <a:cxnSpLocks/>
          </p:cNvCxnSpPr>
          <p:nvPr/>
        </p:nvCxnSpPr>
        <p:spPr>
          <a:xfrm flipV="1">
            <a:off x="6176703" y="2898380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1ADA3CE-C390-4E66-BECD-5E84E4D17168}"/>
              </a:ext>
            </a:extLst>
          </p:cNvPr>
          <p:cNvCxnSpPr>
            <a:cxnSpLocks/>
          </p:cNvCxnSpPr>
          <p:nvPr/>
        </p:nvCxnSpPr>
        <p:spPr>
          <a:xfrm flipV="1">
            <a:off x="5822431" y="3231804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95DC138-27B6-435E-A07C-7E13A8B36A48}"/>
              </a:ext>
            </a:extLst>
          </p:cNvPr>
          <p:cNvCxnSpPr>
            <a:cxnSpLocks/>
          </p:cNvCxnSpPr>
          <p:nvPr/>
        </p:nvCxnSpPr>
        <p:spPr>
          <a:xfrm flipV="1">
            <a:off x="6179359" y="3533136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C3D4C74-FE2D-44EF-BBFC-0EC2C528D1FB}"/>
              </a:ext>
            </a:extLst>
          </p:cNvPr>
          <p:cNvCxnSpPr>
            <a:cxnSpLocks/>
          </p:cNvCxnSpPr>
          <p:nvPr/>
        </p:nvCxnSpPr>
        <p:spPr>
          <a:xfrm flipV="1">
            <a:off x="5821103" y="3871299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56F112E-99C3-4AF8-B7A5-449204CF7670}"/>
              </a:ext>
            </a:extLst>
          </p:cNvPr>
          <p:cNvCxnSpPr>
            <a:cxnSpLocks/>
          </p:cNvCxnSpPr>
          <p:nvPr/>
        </p:nvCxnSpPr>
        <p:spPr>
          <a:xfrm rot="16200000" flipV="1">
            <a:off x="6021508" y="4074499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63C78D2-2A68-4379-807F-2B7ECA92B8D6}"/>
              </a:ext>
            </a:extLst>
          </p:cNvPr>
          <p:cNvCxnSpPr>
            <a:cxnSpLocks/>
          </p:cNvCxnSpPr>
          <p:nvPr/>
        </p:nvCxnSpPr>
        <p:spPr>
          <a:xfrm rot="16200000" flipV="1">
            <a:off x="6371518" y="3679227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E853D67-1406-4A3D-A091-3C7BCE74517C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73654" y="4074498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13D6B35-484E-406D-90B0-6A4F8F0B4791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98264" y="3685576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734E179-86B4-4091-A409-2410A8D29CC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207282" y="4072665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D29DD5E-6F80-4341-8842-2636D39CDBC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31892" y="3683743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9CFE2A5-0653-4730-8A44-C0AD170261CA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98983" y="4072664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0EB2718-1A8B-47ED-93BD-248C1A7F1BDD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23593" y="3683742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290A6CB-E811-4ABD-AD5E-BDB54F023881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96001" y="4072663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B2873B4-E014-4AA2-9289-64805216DC9F}"/>
              </a:ext>
            </a:extLst>
          </p:cNvPr>
          <p:cNvCxnSpPr>
            <a:cxnSpLocks/>
          </p:cNvCxnSpPr>
          <p:nvPr/>
        </p:nvCxnSpPr>
        <p:spPr>
          <a:xfrm rot="16200000" flipV="1">
            <a:off x="8720611" y="3683741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9FDE767-CE2B-403F-86BF-D73F760C5F0D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12871" y="4072663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6D644CE-0035-4AEF-8124-5C96951B077C}"/>
              </a:ext>
            </a:extLst>
          </p:cNvPr>
          <p:cNvCxnSpPr>
            <a:cxnSpLocks/>
          </p:cNvCxnSpPr>
          <p:nvPr/>
        </p:nvCxnSpPr>
        <p:spPr>
          <a:xfrm flipV="1">
            <a:off x="9566014" y="3515568"/>
            <a:ext cx="0" cy="350010"/>
          </a:xfrm>
          <a:prstGeom prst="line">
            <a:avLst/>
          </a:prstGeom>
          <a:ln w="57150">
            <a:solidFill>
              <a:srgbClr val="FFFF00"/>
            </a:solidFill>
            <a:prstDash val="solid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60139E9-E46A-2503-715A-369D730B747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60E107-3283-97BE-E1EE-18202F45D993}"/>
              </a:ext>
            </a:extLst>
          </p:cNvPr>
          <p:cNvSpPr/>
          <p:nvPr/>
        </p:nvSpPr>
        <p:spPr>
          <a:xfrm>
            <a:off x="176564" y="993174"/>
            <a:ext cx="3695638" cy="3145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Breaking down the problem: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paddle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it to move left and right.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 it from moving off the left or right edge of the 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ball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its movement.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blocks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collision detection.</a:t>
            </a:r>
          </a:p>
        </p:txBody>
      </p:sp>
    </p:spTree>
    <p:extLst>
      <p:ext uri="{BB962C8B-B14F-4D97-AF65-F5344CB8AC3E}">
        <p14:creationId xmlns:p14="http://schemas.microsoft.com/office/powerpoint/2010/main" val="3407404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D7EB55-4453-4E18-BB7C-8BD516E37079}"/>
              </a:ext>
            </a:extLst>
          </p:cNvPr>
          <p:cNvSpPr/>
          <p:nvPr/>
        </p:nvSpPr>
        <p:spPr>
          <a:xfrm>
            <a:off x="3825552" y="409198"/>
            <a:ext cx="8366448" cy="84110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BBEA16-86CD-4D7E-B4F8-53966134CB24}"/>
              </a:ext>
            </a:extLst>
          </p:cNvPr>
          <p:cNvSpPr/>
          <p:nvPr/>
        </p:nvSpPr>
        <p:spPr>
          <a:xfrm>
            <a:off x="3825550" y="5273557"/>
            <a:ext cx="8366449" cy="158444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EBBC21-5241-41A4-A80E-17D25E79A7DA}"/>
              </a:ext>
            </a:extLst>
          </p:cNvPr>
          <p:cNvSpPr/>
          <p:nvPr/>
        </p:nvSpPr>
        <p:spPr>
          <a:xfrm>
            <a:off x="3825552" y="1252061"/>
            <a:ext cx="177282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8E77B4-8559-45D1-B31B-01C78F3D3AB1}"/>
              </a:ext>
            </a:extLst>
          </p:cNvPr>
          <p:cNvSpPr/>
          <p:nvPr/>
        </p:nvSpPr>
        <p:spPr>
          <a:xfrm>
            <a:off x="12014718" y="1250302"/>
            <a:ext cx="177282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1B694C-6B2E-4E21-B9C8-B8E00BF8C4F0}"/>
              </a:ext>
            </a:extLst>
          </p:cNvPr>
          <p:cNvSpPr/>
          <p:nvPr/>
        </p:nvSpPr>
        <p:spPr>
          <a:xfrm>
            <a:off x="4320073" y="1250302"/>
            <a:ext cx="905069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8C1CED-8796-4CB6-A35A-19EF37B41265}"/>
              </a:ext>
            </a:extLst>
          </p:cNvPr>
          <p:cNvSpPr/>
          <p:nvPr/>
        </p:nvSpPr>
        <p:spPr>
          <a:xfrm>
            <a:off x="11094098" y="1250301"/>
            <a:ext cx="603381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453800-F316-4EFC-BC28-CA9029C87223}"/>
              </a:ext>
            </a:extLst>
          </p:cNvPr>
          <p:cNvSpPr/>
          <p:nvPr/>
        </p:nvSpPr>
        <p:spPr>
          <a:xfrm>
            <a:off x="5225142" y="1250301"/>
            <a:ext cx="5868955" cy="14321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1FDDE9-DCC3-4701-8E0C-7ABF50E5CA57}"/>
              </a:ext>
            </a:extLst>
          </p:cNvPr>
          <p:cNvSpPr/>
          <p:nvPr/>
        </p:nvSpPr>
        <p:spPr>
          <a:xfrm>
            <a:off x="5225141" y="4945225"/>
            <a:ext cx="5868955" cy="3265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E6C21B-ACF4-4B6A-80AD-08B98D564AD1}"/>
              </a:ext>
            </a:extLst>
          </p:cNvPr>
          <p:cNvSpPr/>
          <p:nvPr/>
        </p:nvSpPr>
        <p:spPr>
          <a:xfrm>
            <a:off x="5225141" y="4616892"/>
            <a:ext cx="5247597" cy="3265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876208-C907-41F7-B974-69EB685B5CD6}"/>
              </a:ext>
            </a:extLst>
          </p:cNvPr>
          <p:cNvSpPr/>
          <p:nvPr/>
        </p:nvSpPr>
        <p:spPr>
          <a:xfrm>
            <a:off x="5846503" y="3889974"/>
            <a:ext cx="3692786" cy="32657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6D319F-8BA3-4A66-825A-1EFDAD9B9535}"/>
              </a:ext>
            </a:extLst>
          </p:cNvPr>
          <p:cNvSpPr/>
          <p:nvPr/>
        </p:nvSpPr>
        <p:spPr>
          <a:xfrm>
            <a:off x="5846503" y="1793866"/>
            <a:ext cx="299261" cy="2099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967DD2-86AD-4549-A18D-1AA105EC48FC}"/>
              </a:ext>
            </a:extLst>
          </p:cNvPr>
          <p:cNvSpPr/>
          <p:nvPr/>
        </p:nvSpPr>
        <p:spPr>
          <a:xfrm>
            <a:off x="9240028" y="3019424"/>
            <a:ext cx="299261" cy="87355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6013AF-2A29-4048-B8A4-D4D8AAF27EA6}"/>
              </a:ext>
            </a:extLst>
          </p:cNvPr>
          <p:cNvSpPr/>
          <p:nvPr/>
        </p:nvSpPr>
        <p:spPr>
          <a:xfrm>
            <a:off x="9550706" y="4395788"/>
            <a:ext cx="922032" cy="22043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E136C8-D06D-4B34-8ABC-B0CD9029C43A}"/>
              </a:ext>
            </a:extLst>
          </p:cNvPr>
          <p:cNvSpPr/>
          <p:nvPr/>
        </p:nvSpPr>
        <p:spPr>
          <a:xfrm>
            <a:off x="10173476" y="1793866"/>
            <a:ext cx="299262" cy="260118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70A3CE-403C-4965-B5B4-AEB8E8E5A350}"/>
              </a:ext>
            </a:extLst>
          </p:cNvPr>
          <p:cNvSpPr/>
          <p:nvPr/>
        </p:nvSpPr>
        <p:spPr>
          <a:xfrm>
            <a:off x="6145764" y="1796868"/>
            <a:ext cx="4027711" cy="32533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C1E05-ED8D-4C64-A964-D449B7350290}"/>
              </a:ext>
            </a:extLst>
          </p:cNvPr>
          <p:cNvSpPr/>
          <p:nvPr/>
        </p:nvSpPr>
        <p:spPr>
          <a:xfrm>
            <a:off x="10471328" y="4216546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2FBA1B-FB7D-40CB-ABDD-97B2A1C381DC}"/>
              </a:ext>
            </a:extLst>
          </p:cNvPr>
          <p:cNvSpPr/>
          <p:nvPr/>
        </p:nvSpPr>
        <p:spPr>
          <a:xfrm>
            <a:off x="10471328" y="3865578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466C58-91B1-40A2-8944-4DF2BA824033}"/>
              </a:ext>
            </a:extLst>
          </p:cNvPr>
          <p:cNvSpPr/>
          <p:nvPr/>
        </p:nvSpPr>
        <p:spPr>
          <a:xfrm>
            <a:off x="10471328" y="3527415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227914-7588-461F-99F5-A5AE67B4C48A}"/>
              </a:ext>
            </a:extLst>
          </p:cNvPr>
          <p:cNvSpPr/>
          <p:nvPr/>
        </p:nvSpPr>
        <p:spPr>
          <a:xfrm>
            <a:off x="10471328" y="3170652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ACCC27-45AD-487A-BD36-254D8DA7C3D1}"/>
              </a:ext>
            </a:extLst>
          </p:cNvPr>
          <p:cNvSpPr/>
          <p:nvPr/>
        </p:nvSpPr>
        <p:spPr>
          <a:xfrm>
            <a:off x="10471328" y="2818510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C10991-7033-4F69-879E-47429801C909}"/>
              </a:ext>
            </a:extLst>
          </p:cNvPr>
          <p:cNvSpPr/>
          <p:nvPr/>
        </p:nvSpPr>
        <p:spPr>
          <a:xfrm>
            <a:off x="10473906" y="2469913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263B289-491A-4627-926C-BE7A25EF242B}"/>
              </a:ext>
            </a:extLst>
          </p:cNvPr>
          <p:cNvSpPr/>
          <p:nvPr/>
        </p:nvSpPr>
        <p:spPr>
          <a:xfrm>
            <a:off x="10473906" y="2117436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9FD0D0-8A8F-4F4E-A9E3-C30AB5A990DA}"/>
              </a:ext>
            </a:extLst>
          </p:cNvPr>
          <p:cNvSpPr/>
          <p:nvPr/>
        </p:nvSpPr>
        <p:spPr>
          <a:xfrm>
            <a:off x="9874631" y="4033627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2CFA2E-20DE-4B41-A001-01B19329C0A4}"/>
              </a:ext>
            </a:extLst>
          </p:cNvPr>
          <p:cNvSpPr/>
          <p:nvPr/>
        </p:nvSpPr>
        <p:spPr>
          <a:xfrm>
            <a:off x="9874631" y="3695464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BC6E1C-4C46-48BE-B02B-A36930C577B8}"/>
              </a:ext>
            </a:extLst>
          </p:cNvPr>
          <p:cNvSpPr/>
          <p:nvPr/>
        </p:nvSpPr>
        <p:spPr>
          <a:xfrm>
            <a:off x="9874631" y="3338701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C1BA90-078F-4648-A118-F4FD0D367310}"/>
              </a:ext>
            </a:extLst>
          </p:cNvPr>
          <p:cNvSpPr/>
          <p:nvPr/>
        </p:nvSpPr>
        <p:spPr>
          <a:xfrm>
            <a:off x="9874631" y="2986559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D63125-0372-4276-B6FE-11E8A2EF66E1}"/>
              </a:ext>
            </a:extLst>
          </p:cNvPr>
          <p:cNvSpPr/>
          <p:nvPr/>
        </p:nvSpPr>
        <p:spPr>
          <a:xfrm>
            <a:off x="9872446" y="2637962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47D74BF-934F-49EE-8728-64E8215E9600}"/>
              </a:ext>
            </a:extLst>
          </p:cNvPr>
          <p:cNvSpPr/>
          <p:nvPr/>
        </p:nvSpPr>
        <p:spPr>
          <a:xfrm>
            <a:off x="9872446" y="2285485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BE2F76-44D5-4EFA-893E-605D1F4ABFB7}"/>
              </a:ext>
            </a:extLst>
          </p:cNvPr>
          <p:cNvSpPr/>
          <p:nvPr/>
        </p:nvSpPr>
        <p:spPr>
          <a:xfrm>
            <a:off x="9856237" y="1607685"/>
            <a:ext cx="299262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E933881-7850-47EE-8A81-FEF31EA4F172}"/>
              </a:ext>
            </a:extLst>
          </p:cNvPr>
          <p:cNvSpPr/>
          <p:nvPr/>
        </p:nvSpPr>
        <p:spPr>
          <a:xfrm>
            <a:off x="6458850" y="1607685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9ED17D8-B368-4F42-AB49-5E665B7C8122}"/>
              </a:ext>
            </a:extLst>
          </p:cNvPr>
          <p:cNvSpPr/>
          <p:nvPr/>
        </p:nvSpPr>
        <p:spPr>
          <a:xfrm>
            <a:off x="6772143" y="2122199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E49BE5-7B17-48C8-BD4E-4CC92554B67B}"/>
              </a:ext>
            </a:extLst>
          </p:cNvPr>
          <p:cNvSpPr/>
          <p:nvPr/>
        </p:nvSpPr>
        <p:spPr>
          <a:xfrm>
            <a:off x="7705289" y="2122199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403D46-71F6-42C8-B0E0-E26BE259F0C3}"/>
              </a:ext>
            </a:extLst>
          </p:cNvPr>
          <p:cNvSpPr/>
          <p:nvPr/>
        </p:nvSpPr>
        <p:spPr>
          <a:xfrm>
            <a:off x="8630063" y="2120041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F98BDA-B279-43A6-BC11-F5E6D94C60E3}"/>
              </a:ext>
            </a:extLst>
          </p:cNvPr>
          <p:cNvSpPr/>
          <p:nvPr/>
        </p:nvSpPr>
        <p:spPr>
          <a:xfrm>
            <a:off x="8927037" y="1609679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2A70D9D-0E01-4C03-8DCA-A2845D09FD22}"/>
              </a:ext>
            </a:extLst>
          </p:cNvPr>
          <p:cNvSpPr/>
          <p:nvPr/>
        </p:nvSpPr>
        <p:spPr>
          <a:xfrm>
            <a:off x="8006059" y="1609361"/>
            <a:ext cx="607535" cy="1876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97BA08-D44C-45A9-A94E-9E33E72675C0}"/>
              </a:ext>
            </a:extLst>
          </p:cNvPr>
          <p:cNvSpPr/>
          <p:nvPr/>
        </p:nvSpPr>
        <p:spPr>
          <a:xfrm>
            <a:off x="9551516" y="2123958"/>
            <a:ext cx="299262" cy="1655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0F482-76BD-403B-837E-C65A4D861D56}"/>
              </a:ext>
            </a:extLst>
          </p:cNvPr>
          <p:cNvSpPr/>
          <p:nvPr/>
        </p:nvSpPr>
        <p:spPr>
          <a:xfrm>
            <a:off x="7394440" y="1633017"/>
            <a:ext cx="299262" cy="1655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9B46D9-D1FF-46CE-99AB-5099EAAB6EC7}"/>
              </a:ext>
            </a:extLst>
          </p:cNvPr>
          <p:cNvSpPr/>
          <p:nvPr/>
        </p:nvSpPr>
        <p:spPr>
          <a:xfrm>
            <a:off x="6147188" y="2120022"/>
            <a:ext cx="315800" cy="1655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C911E59-68B6-40D8-99B3-618D46A494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91" r="-92"/>
          <a:stretch/>
        </p:blipFill>
        <p:spPr>
          <a:xfrm>
            <a:off x="7774431" y="6537208"/>
            <a:ext cx="506012" cy="109738"/>
          </a:xfrm>
          <a:prstGeom prst="flowChartAlternateProcess">
            <a:avLst/>
          </a:prstGeom>
          <a:effectLst/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B964E0A-2153-45BB-924F-074BC1B2B5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" r="12799" b="12891"/>
          <a:stretch/>
        </p:blipFill>
        <p:spPr>
          <a:xfrm>
            <a:off x="5894826" y="1935475"/>
            <a:ext cx="111639" cy="106210"/>
          </a:xfrm>
          <a:prstGeom prst="ellipse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38A216-7D09-4AFB-9802-F8679A4C63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0505" y="717799"/>
            <a:ext cx="268247" cy="134124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2B97C-E5B6-4B09-B1B6-2A68EF816E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5913" y="736996"/>
            <a:ext cx="1463167" cy="469433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0536454-FE25-8A73-893F-AD04E08BB925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9A13F1-22E4-429E-1D27-D1F4B9B3C4E6}"/>
              </a:ext>
            </a:extLst>
          </p:cNvPr>
          <p:cNvSpPr/>
          <p:nvPr/>
        </p:nvSpPr>
        <p:spPr>
          <a:xfrm>
            <a:off x="176564" y="993174"/>
            <a:ext cx="3695638" cy="3441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Breaking down the problem: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paddle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it to move left and right.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 it from moving off the left or right edge of the 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ball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its movement.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blocks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collision detection.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winning and losing.</a:t>
            </a:r>
          </a:p>
        </p:txBody>
      </p:sp>
    </p:spTree>
    <p:extLst>
      <p:ext uri="{BB962C8B-B14F-4D97-AF65-F5344CB8AC3E}">
        <p14:creationId xmlns:p14="http://schemas.microsoft.com/office/powerpoint/2010/main" val="2704480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nitor, light, clock, screen&#10;&#10;Description automatically generated">
            <a:extLst>
              <a:ext uri="{FF2B5EF4-FFF2-40B4-BE49-F238E27FC236}">
                <a16:creationId xmlns:a16="http://schemas.microsoft.com/office/drawing/2014/main" id="{DCBDD2E5-774D-4B1E-AACB-17C6FFE6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409198"/>
            <a:ext cx="8366449" cy="64488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CEBBC21-5241-41A4-A80E-17D25E79A7DA}"/>
              </a:ext>
            </a:extLst>
          </p:cNvPr>
          <p:cNvSpPr/>
          <p:nvPr/>
        </p:nvSpPr>
        <p:spPr>
          <a:xfrm>
            <a:off x="3825552" y="1252061"/>
            <a:ext cx="177282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8E77B4-8559-45D1-B31B-01C78F3D3AB1}"/>
              </a:ext>
            </a:extLst>
          </p:cNvPr>
          <p:cNvSpPr/>
          <p:nvPr/>
        </p:nvSpPr>
        <p:spPr>
          <a:xfrm>
            <a:off x="12014718" y="1250302"/>
            <a:ext cx="177282" cy="40214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C911E59-68B6-40D8-99B3-618D46A494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91" r="-92"/>
          <a:stretch/>
        </p:blipFill>
        <p:spPr>
          <a:xfrm>
            <a:off x="7774431" y="6537208"/>
            <a:ext cx="506012" cy="109738"/>
          </a:xfrm>
          <a:prstGeom prst="flowChartAlternateProcess">
            <a:avLst/>
          </a:prstGeom>
          <a:effectLst/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B964E0A-2153-45BB-924F-074BC1B2B5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" r="12799" b="12891"/>
          <a:stretch/>
        </p:blipFill>
        <p:spPr>
          <a:xfrm>
            <a:off x="5894826" y="1935475"/>
            <a:ext cx="111639" cy="106210"/>
          </a:xfrm>
          <a:prstGeom prst="ellipse">
            <a:avLst/>
          </a:prstGeom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35E71AB-28AA-3D47-4FB5-B20E9E3A7438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rgbClr val="F2652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51BB19-F6D6-A249-7D69-C147B52846AF}"/>
              </a:ext>
            </a:extLst>
          </p:cNvPr>
          <p:cNvSpPr/>
          <p:nvPr/>
        </p:nvSpPr>
        <p:spPr>
          <a:xfrm>
            <a:off x="176564" y="993174"/>
            <a:ext cx="3695638" cy="4137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Breakout clone</a:t>
            </a:r>
            <a:endParaRPr lang="en-GB" sz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Breaking down the problem: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paddle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it to move left and right.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 it from moving off the left or right edge of the 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ball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its movement.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blocks on-screen.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collision detection.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winning and losing.</a:t>
            </a:r>
          </a:p>
          <a:p>
            <a:pPr marL="54000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extras: sounds, effects, graphics, background, etc.</a:t>
            </a:r>
          </a:p>
        </p:txBody>
      </p:sp>
    </p:spTree>
    <p:extLst>
      <p:ext uri="{BB962C8B-B14F-4D97-AF65-F5344CB8AC3E}">
        <p14:creationId xmlns:p14="http://schemas.microsoft.com/office/powerpoint/2010/main" val="2984912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784569" cy="2133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means breaking a complex problem down into smaller, more manageable parts.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 of problem decomposition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Makes problems easier to solve.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people can work on different parts of a problem at the same time, reducing development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components developed in one program can easily be used in other programs.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2BE70FD1-326E-44D5-A3BB-9BFC288A8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732</Words>
  <Application>Microsoft Office PowerPoint</Application>
  <PresentationFormat>Widescreen</PresentationFormat>
  <Paragraphs>121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139</cp:revision>
  <dcterms:created xsi:type="dcterms:W3CDTF">2019-10-14T15:21:06Z</dcterms:created>
  <dcterms:modified xsi:type="dcterms:W3CDTF">2022-08-25T14:03:28Z</dcterms:modified>
</cp:coreProperties>
</file>