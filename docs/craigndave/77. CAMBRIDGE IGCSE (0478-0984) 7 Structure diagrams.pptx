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3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4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5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6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7" r:id="rId2"/>
    <p:sldId id="266" r:id="rId3"/>
    <p:sldId id="264" r:id="rId4"/>
    <p:sldId id="267" r:id="rId5"/>
    <p:sldId id="268" r:id="rId6"/>
    <p:sldId id="269" r:id="rId7"/>
    <p:sldId id="270" r:id="rId8"/>
    <p:sldId id="271" r:id="rId9"/>
    <p:sldId id="260" r:id="rId10"/>
    <p:sldId id="292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6521"/>
    <a:srgbClr val="FFFFFF"/>
    <a:srgbClr val="0087B1"/>
    <a:srgbClr val="000956"/>
    <a:srgbClr val="99E265"/>
    <a:srgbClr val="008C8C"/>
    <a:srgbClr val="00B2B2"/>
    <a:srgbClr val="26C9FF"/>
    <a:srgbClr val="7CD0DA"/>
    <a:srgbClr val="197D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852" autoAdjust="0"/>
    <p:restoredTop sz="94693"/>
  </p:normalViewPr>
  <p:slideViewPr>
    <p:cSldViewPr snapToGrid="0">
      <p:cViewPr varScale="1">
        <p:scale>
          <a:sx n="101" d="100"/>
          <a:sy n="101" d="100"/>
        </p:scale>
        <p:origin x="1272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6" d="100"/>
          <a:sy n="86" d="100"/>
        </p:scale>
        <p:origin x="340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3">
  <dgm:title val=""/>
  <dgm:desc val=""/>
  <dgm:catLst>
    <dgm:cat type="accent2" pri="11300"/>
  </dgm:catLst>
  <dgm:styleLbl name="node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shade val="80000"/>
      </a:schemeClr>
      <a:schemeClr val="accent2">
        <a:tint val="7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/>
    <dgm:txEffectClrLst/>
  </dgm:styleLbl>
  <dgm:styleLbl name="ln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9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8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2_3">
  <dgm:title val=""/>
  <dgm:desc val=""/>
  <dgm:catLst>
    <dgm:cat type="accent2" pri="11300"/>
  </dgm:catLst>
  <dgm:styleLbl name="node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shade val="80000"/>
      </a:schemeClr>
      <a:schemeClr val="accent2">
        <a:tint val="7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/>
    <dgm:txEffectClrLst/>
  </dgm:styleLbl>
  <dgm:styleLbl name="ln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9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8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2_3">
  <dgm:title val=""/>
  <dgm:desc val=""/>
  <dgm:catLst>
    <dgm:cat type="accent2" pri="11300"/>
  </dgm:catLst>
  <dgm:styleLbl name="node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shade val="80000"/>
      </a:schemeClr>
      <a:schemeClr val="accent2">
        <a:tint val="7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/>
    <dgm:txEffectClrLst/>
  </dgm:styleLbl>
  <dgm:styleLbl name="ln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9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8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2_3">
  <dgm:title val=""/>
  <dgm:desc val=""/>
  <dgm:catLst>
    <dgm:cat type="accent2" pri="11300"/>
  </dgm:catLst>
  <dgm:styleLbl name="node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shade val="80000"/>
      </a:schemeClr>
      <a:schemeClr val="accent2">
        <a:tint val="7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/>
    <dgm:txEffectClrLst/>
  </dgm:styleLbl>
  <dgm:styleLbl name="ln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9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8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2_3">
  <dgm:title val=""/>
  <dgm:desc val=""/>
  <dgm:catLst>
    <dgm:cat type="accent2" pri="11300"/>
  </dgm:catLst>
  <dgm:styleLbl name="node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shade val="80000"/>
      </a:schemeClr>
      <a:schemeClr val="accent2">
        <a:tint val="7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/>
    <dgm:txEffectClrLst/>
  </dgm:styleLbl>
  <dgm:styleLbl name="ln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9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8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B5D90EF-94A1-45D8-89E3-AEE60B87553F}" type="doc">
      <dgm:prSet loTypeId="urn:microsoft.com/office/officeart/2005/8/layout/orgChart1" loCatId="hierarchy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GB"/>
        </a:p>
      </dgm:t>
    </dgm:pt>
    <dgm:pt modelId="{6B2AAA3E-2B58-4090-9000-6594CEFADE0A}">
      <dgm:prSet phldrT="[Text]" custT="1"/>
      <dgm:spPr/>
      <dgm:t>
        <a:bodyPr/>
        <a:lstStyle/>
        <a:p>
          <a:r>
            <a:rPr lang="en-GB" sz="2900" dirty="0"/>
            <a:t>Big problem</a:t>
          </a:r>
        </a:p>
      </dgm:t>
    </dgm:pt>
    <dgm:pt modelId="{1C4448C9-23C1-4CE0-BBF8-41D42E505946}" type="parTrans" cxnId="{5BC92F00-E0BC-49D0-AFD4-DD05EE77F98C}">
      <dgm:prSet/>
      <dgm:spPr/>
      <dgm:t>
        <a:bodyPr/>
        <a:lstStyle/>
        <a:p>
          <a:endParaRPr lang="en-GB"/>
        </a:p>
      </dgm:t>
    </dgm:pt>
    <dgm:pt modelId="{8FD87AA2-CC9B-4E2D-93C0-0F130A93C5C1}" type="sibTrans" cxnId="{5BC92F00-E0BC-49D0-AFD4-DD05EE77F98C}">
      <dgm:prSet/>
      <dgm:spPr/>
      <dgm:t>
        <a:bodyPr/>
        <a:lstStyle/>
        <a:p>
          <a:endParaRPr lang="en-GB"/>
        </a:p>
      </dgm:t>
    </dgm:pt>
    <dgm:pt modelId="{DC895A8B-B0B1-453D-916D-FE63F46370E5}">
      <dgm:prSet phldrT="[Text]" custT="1"/>
      <dgm:spPr/>
      <dgm:t>
        <a:bodyPr/>
        <a:lstStyle/>
        <a:p>
          <a:r>
            <a:rPr lang="en-GB" sz="2800" dirty="0"/>
            <a:t>Main component 1</a:t>
          </a:r>
        </a:p>
      </dgm:t>
    </dgm:pt>
    <dgm:pt modelId="{9B7AE965-6CD4-4641-8AEF-97CA34A6EDBA}" type="parTrans" cxnId="{5E1EB8AA-9335-46C2-B81E-E1116951DF79}">
      <dgm:prSet/>
      <dgm:spPr/>
      <dgm:t>
        <a:bodyPr/>
        <a:lstStyle/>
        <a:p>
          <a:endParaRPr lang="en-GB"/>
        </a:p>
      </dgm:t>
    </dgm:pt>
    <dgm:pt modelId="{D833CDF1-05ED-45E1-BB87-CAD6C50F83EA}" type="sibTrans" cxnId="{5E1EB8AA-9335-46C2-B81E-E1116951DF79}">
      <dgm:prSet/>
      <dgm:spPr/>
      <dgm:t>
        <a:bodyPr/>
        <a:lstStyle/>
        <a:p>
          <a:endParaRPr lang="en-GB"/>
        </a:p>
      </dgm:t>
    </dgm:pt>
    <dgm:pt modelId="{879261DC-8106-4715-AF2D-E9E461120E97}">
      <dgm:prSet phldrT="[Text]" custT="1"/>
      <dgm:spPr/>
      <dgm:t>
        <a:bodyPr/>
        <a:lstStyle/>
        <a:p>
          <a:r>
            <a:rPr lang="en-GB" sz="2800" dirty="0"/>
            <a:t>Main component 2</a:t>
          </a:r>
        </a:p>
      </dgm:t>
    </dgm:pt>
    <dgm:pt modelId="{FF360BAB-EF84-4D02-8533-54069FB7C9C3}" type="parTrans" cxnId="{8E0EF5D1-7EC1-4243-BED8-03C1E07B2D7E}">
      <dgm:prSet/>
      <dgm:spPr/>
      <dgm:t>
        <a:bodyPr/>
        <a:lstStyle/>
        <a:p>
          <a:endParaRPr lang="en-GB"/>
        </a:p>
      </dgm:t>
    </dgm:pt>
    <dgm:pt modelId="{706323F3-0B7D-40A6-A3F8-7C0656730B41}" type="sibTrans" cxnId="{8E0EF5D1-7EC1-4243-BED8-03C1E07B2D7E}">
      <dgm:prSet/>
      <dgm:spPr/>
      <dgm:t>
        <a:bodyPr/>
        <a:lstStyle/>
        <a:p>
          <a:endParaRPr lang="en-GB"/>
        </a:p>
      </dgm:t>
    </dgm:pt>
    <dgm:pt modelId="{AB50E09B-F713-4270-94D2-18C73E1D2FB0}">
      <dgm:prSet phldrT="[Text]" custT="1"/>
      <dgm:spPr/>
      <dgm:t>
        <a:bodyPr/>
        <a:lstStyle/>
        <a:p>
          <a:r>
            <a:rPr lang="en-GB" sz="2400" dirty="0"/>
            <a:t>Sub-problem 1</a:t>
          </a:r>
        </a:p>
      </dgm:t>
    </dgm:pt>
    <dgm:pt modelId="{542C8E8C-95F2-4698-AFA5-DBE75E32837E}" type="parTrans" cxnId="{87670339-2E08-47C5-AB20-84AF79645D2E}">
      <dgm:prSet/>
      <dgm:spPr/>
      <dgm:t>
        <a:bodyPr/>
        <a:lstStyle/>
        <a:p>
          <a:endParaRPr lang="en-GB"/>
        </a:p>
      </dgm:t>
    </dgm:pt>
    <dgm:pt modelId="{61A6705E-404E-4441-A34A-45E899CF0785}" type="sibTrans" cxnId="{87670339-2E08-47C5-AB20-84AF79645D2E}">
      <dgm:prSet/>
      <dgm:spPr/>
      <dgm:t>
        <a:bodyPr/>
        <a:lstStyle/>
        <a:p>
          <a:endParaRPr lang="en-GB"/>
        </a:p>
      </dgm:t>
    </dgm:pt>
    <dgm:pt modelId="{C60699F5-F5CD-421F-BEB2-232BE68A29D1}">
      <dgm:prSet phldrT="[Text]" custT="1"/>
      <dgm:spPr/>
      <dgm:t>
        <a:bodyPr/>
        <a:lstStyle/>
        <a:p>
          <a:r>
            <a:rPr lang="en-GB" sz="2400" dirty="0"/>
            <a:t>Sub-problem 2</a:t>
          </a:r>
        </a:p>
      </dgm:t>
    </dgm:pt>
    <dgm:pt modelId="{D04F373F-4F3C-48C8-A26F-2E4D38E6EC97}" type="parTrans" cxnId="{DEBEB3E2-5DB1-40A2-809C-E1DD96FDB8F9}">
      <dgm:prSet/>
      <dgm:spPr/>
      <dgm:t>
        <a:bodyPr/>
        <a:lstStyle/>
        <a:p>
          <a:endParaRPr lang="en-GB"/>
        </a:p>
      </dgm:t>
    </dgm:pt>
    <dgm:pt modelId="{F4038FAC-8CAD-4452-A496-7B7CA4C72289}" type="sibTrans" cxnId="{DEBEB3E2-5DB1-40A2-809C-E1DD96FDB8F9}">
      <dgm:prSet/>
      <dgm:spPr/>
      <dgm:t>
        <a:bodyPr/>
        <a:lstStyle/>
        <a:p>
          <a:endParaRPr lang="en-GB"/>
        </a:p>
      </dgm:t>
    </dgm:pt>
    <dgm:pt modelId="{52592014-C515-42E0-B0FC-02DF516FD63B}">
      <dgm:prSet phldrT="[Text]" custT="1"/>
      <dgm:spPr/>
      <dgm:t>
        <a:bodyPr/>
        <a:lstStyle/>
        <a:p>
          <a:r>
            <a:rPr lang="en-GB" sz="2400" dirty="0"/>
            <a:t>Sub-problem 3</a:t>
          </a:r>
        </a:p>
      </dgm:t>
    </dgm:pt>
    <dgm:pt modelId="{4C235361-3ECA-4EC3-8475-8DD3CD8277AE}" type="parTrans" cxnId="{024E4E91-A2DA-4ACC-A74C-AA1618A90C1A}">
      <dgm:prSet/>
      <dgm:spPr/>
      <dgm:t>
        <a:bodyPr/>
        <a:lstStyle/>
        <a:p>
          <a:endParaRPr lang="en-GB"/>
        </a:p>
      </dgm:t>
    </dgm:pt>
    <dgm:pt modelId="{3974A9EB-94B6-45DD-818B-7F65D8F4CFA6}" type="sibTrans" cxnId="{024E4E91-A2DA-4ACC-A74C-AA1618A90C1A}">
      <dgm:prSet/>
      <dgm:spPr/>
      <dgm:t>
        <a:bodyPr/>
        <a:lstStyle/>
        <a:p>
          <a:endParaRPr lang="en-GB"/>
        </a:p>
      </dgm:t>
    </dgm:pt>
    <dgm:pt modelId="{AA11AFE6-425E-4C78-8A5B-4F4BF20D3465}">
      <dgm:prSet phldrT="[Text]" custT="1"/>
      <dgm:spPr/>
      <dgm:t>
        <a:bodyPr/>
        <a:lstStyle/>
        <a:p>
          <a:r>
            <a:rPr lang="en-GB" sz="2400" dirty="0"/>
            <a:t>Sub-problem 4</a:t>
          </a:r>
        </a:p>
      </dgm:t>
    </dgm:pt>
    <dgm:pt modelId="{DE8C6FD9-D88F-4E31-B572-314103D16418}" type="parTrans" cxnId="{63E38222-46B0-449F-8713-7287192EB61C}">
      <dgm:prSet/>
      <dgm:spPr/>
      <dgm:t>
        <a:bodyPr/>
        <a:lstStyle/>
        <a:p>
          <a:endParaRPr lang="en-GB"/>
        </a:p>
      </dgm:t>
    </dgm:pt>
    <dgm:pt modelId="{1C2F0C02-4F74-468D-8355-F52907E3E18F}" type="sibTrans" cxnId="{63E38222-46B0-449F-8713-7287192EB61C}">
      <dgm:prSet/>
      <dgm:spPr/>
      <dgm:t>
        <a:bodyPr/>
        <a:lstStyle/>
        <a:p>
          <a:endParaRPr lang="en-GB"/>
        </a:p>
      </dgm:t>
    </dgm:pt>
    <dgm:pt modelId="{88DFF470-9E6E-4CF9-AB07-00FF64BEFA20}">
      <dgm:prSet phldrT="[Text]"/>
      <dgm:spPr>
        <a:noFill/>
      </dgm:spPr>
      <dgm:t>
        <a:bodyPr/>
        <a:lstStyle/>
        <a:p>
          <a:endParaRPr lang="en-GB" dirty="0"/>
        </a:p>
      </dgm:t>
    </dgm:pt>
    <dgm:pt modelId="{E856D2DD-80FA-4666-AE88-50C2E0769553}" type="parTrans" cxnId="{1BC0DD78-5101-4EFB-A39D-BCAF7FE33A25}">
      <dgm:prSet/>
      <dgm:spPr>
        <a:solidFill>
          <a:schemeClr val="bg1"/>
        </a:solidFill>
        <a:ln>
          <a:noFill/>
        </a:ln>
      </dgm:spPr>
      <dgm:t>
        <a:bodyPr/>
        <a:lstStyle/>
        <a:p>
          <a:endParaRPr lang="en-GB"/>
        </a:p>
      </dgm:t>
    </dgm:pt>
    <dgm:pt modelId="{84CC26E5-63E5-48CF-A9BB-BD1F65E92B3B}" type="sibTrans" cxnId="{1BC0DD78-5101-4EFB-A39D-BCAF7FE33A25}">
      <dgm:prSet/>
      <dgm:spPr/>
      <dgm:t>
        <a:bodyPr/>
        <a:lstStyle/>
        <a:p>
          <a:endParaRPr lang="en-GB"/>
        </a:p>
      </dgm:t>
    </dgm:pt>
    <dgm:pt modelId="{E00C8383-57AF-4B00-B7F0-4A2ED604821D}">
      <dgm:prSet phldrT="[Text]"/>
      <dgm:spPr>
        <a:noFill/>
        <a:ln>
          <a:noFill/>
        </a:ln>
      </dgm:spPr>
      <dgm:t>
        <a:bodyPr/>
        <a:lstStyle/>
        <a:p>
          <a:endParaRPr lang="en-GB" dirty="0"/>
        </a:p>
      </dgm:t>
    </dgm:pt>
    <dgm:pt modelId="{464AB32B-1EAD-48DE-8AF6-DA2F2E834093}" type="parTrans" cxnId="{F8EACDBC-DFD8-4C9C-A2FA-600DD9055E3B}">
      <dgm:prSet/>
      <dgm:spPr>
        <a:ln>
          <a:solidFill>
            <a:schemeClr val="bg1"/>
          </a:solidFill>
        </a:ln>
      </dgm:spPr>
      <dgm:t>
        <a:bodyPr/>
        <a:lstStyle/>
        <a:p>
          <a:endParaRPr lang="en-GB"/>
        </a:p>
      </dgm:t>
    </dgm:pt>
    <dgm:pt modelId="{202F0B42-74DD-4077-BB12-E58318122AFB}" type="sibTrans" cxnId="{F8EACDBC-DFD8-4C9C-A2FA-600DD9055E3B}">
      <dgm:prSet/>
      <dgm:spPr/>
      <dgm:t>
        <a:bodyPr/>
        <a:lstStyle/>
        <a:p>
          <a:endParaRPr lang="en-GB"/>
        </a:p>
      </dgm:t>
    </dgm:pt>
    <dgm:pt modelId="{1210DCC7-1B58-4737-949C-766575C369DF}" type="pres">
      <dgm:prSet presAssocID="{3B5D90EF-94A1-45D8-89E3-AEE60B87553F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104E43D4-C872-4A45-A35E-632EDEA4409A}" type="pres">
      <dgm:prSet presAssocID="{6B2AAA3E-2B58-4090-9000-6594CEFADE0A}" presName="hierRoot1" presStyleCnt="0">
        <dgm:presLayoutVars>
          <dgm:hierBranch val="init"/>
        </dgm:presLayoutVars>
      </dgm:prSet>
      <dgm:spPr/>
    </dgm:pt>
    <dgm:pt modelId="{E96274F3-90C0-44D4-B2ED-F9D359F75616}" type="pres">
      <dgm:prSet presAssocID="{6B2AAA3E-2B58-4090-9000-6594CEFADE0A}" presName="rootComposite1" presStyleCnt="0"/>
      <dgm:spPr/>
    </dgm:pt>
    <dgm:pt modelId="{B77B7DED-DE14-41E4-8AAA-F4375C08EB54}" type="pres">
      <dgm:prSet presAssocID="{6B2AAA3E-2B58-4090-9000-6594CEFADE0A}" presName="rootText1" presStyleLbl="node0" presStyleIdx="0" presStyleCnt="1">
        <dgm:presLayoutVars>
          <dgm:chPref val="3"/>
        </dgm:presLayoutVars>
      </dgm:prSet>
      <dgm:spPr/>
    </dgm:pt>
    <dgm:pt modelId="{D0B338BA-CC95-43C3-B5EB-6FAACB87867C}" type="pres">
      <dgm:prSet presAssocID="{6B2AAA3E-2B58-4090-9000-6594CEFADE0A}" presName="rootConnector1" presStyleLbl="node1" presStyleIdx="0" presStyleCnt="0"/>
      <dgm:spPr/>
    </dgm:pt>
    <dgm:pt modelId="{97FB2006-1413-45A1-BFC0-DA3D171C4C94}" type="pres">
      <dgm:prSet presAssocID="{6B2AAA3E-2B58-4090-9000-6594CEFADE0A}" presName="hierChild2" presStyleCnt="0"/>
      <dgm:spPr/>
    </dgm:pt>
    <dgm:pt modelId="{4EAA1089-E86D-4BA7-85ED-3F96841646BC}" type="pres">
      <dgm:prSet presAssocID="{9B7AE965-6CD4-4641-8AEF-97CA34A6EDBA}" presName="Name37" presStyleLbl="parChTrans1D2" presStyleIdx="0" presStyleCnt="2"/>
      <dgm:spPr/>
    </dgm:pt>
    <dgm:pt modelId="{49C77FB0-7FE9-4575-90E1-957F08951F6C}" type="pres">
      <dgm:prSet presAssocID="{DC895A8B-B0B1-453D-916D-FE63F46370E5}" presName="hierRoot2" presStyleCnt="0">
        <dgm:presLayoutVars>
          <dgm:hierBranch val="init"/>
        </dgm:presLayoutVars>
      </dgm:prSet>
      <dgm:spPr/>
    </dgm:pt>
    <dgm:pt modelId="{81B9C56D-0D83-4A02-A458-940B9214311A}" type="pres">
      <dgm:prSet presAssocID="{DC895A8B-B0B1-453D-916D-FE63F46370E5}" presName="rootComposite" presStyleCnt="0"/>
      <dgm:spPr/>
    </dgm:pt>
    <dgm:pt modelId="{D9483755-4464-4B29-B80F-022A7BE8E9CC}" type="pres">
      <dgm:prSet presAssocID="{DC895A8B-B0B1-453D-916D-FE63F46370E5}" presName="rootText" presStyleLbl="node2" presStyleIdx="0" presStyleCnt="2">
        <dgm:presLayoutVars>
          <dgm:chPref val="3"/>
        </dgm:presLayoutVars>
      </dgm:prSet>
      <dgm:spPr/>
    </dgm:pt>
    <dgm:pt modelId="{2CB092CE-9D67-44EC-AB6D-694E65E26EE0}" type="pres">
      <dgm:prSet presAssocID="{DC895A8B-B0B1-453D-916D-FE63F46370E5}" presName="rootConnector" presStyleLbl="node2" presStyleIdx="0" presStyleCnt="2"/>
      <dgm:spPr/>
    </dgm:pt>
    <dgm:pt modelId="{36149D1A-105E-44F5-8FE9-B0FEC41E374F}" type="pres">
      <dgm:prSet presAssocID="{DC895A8B-B0B1-453D-916D-FE63F46370E5}" presName="hierChild4" presStyleCnt="0"/>
      <dgm:spPr/>
    </dgm:pt>
    <dgm:pt modelId="{1A454910-0F78-4568-95C3-6650267F08B3}" type="pres">
      <dgm:prSet presAssocID="{542C8E8C-95F2-4698-AFA5-DBE75E32837E}" presName="Name37" presStyleLbl="parChTrans1D3" presStyleIdx="0" presStyleCnt="4"/>
      <dgm:spPr/>
    </dgm:pt>
    <dgm:pt modelId="{C90A82E2-72D9-4281-96DB-E5A593275139}" type="pres">
      <dgm:prSet presAssocID="{AB50E09B-F713-4270-94D2-18C73E1D2FB0}" presName="hierRoot2" presStyleCnt="0">
        <dgm:presLayoutVars>
          <dgm:hierBranch val="init"/>
        </dgm:presLayoutVars>
      </dgm:prSet>
      <dgm:spPr/>
    </dgm:pt>
    <dgm:pt modelId="{4E2B95B1-532A-4C67-8541-B494A2611B4E}" type="pres">
      <dgm:prSet presAssocID="{AB50E09B-F713-4270-94D2-18C73E1D2FB0}" presName="rootComposite" presStyleCnt="0"/>
      <dgm:spPr/>
    </dgm:pt>
    <dgm:pt modelId="{4AE14772-E96A-490F-BD46-4A04491614C2}" type="pres">
      <dgm:prSet presAssocID="{AB50E09B-F713-4270-94D2-18C73E1D2FB0}" presName="rootText" presStyleLbl="node3" presStyleIdx="0" presStyleCnt="4">
        <dgm:presLayoutVars>
          <dgm:chPref val="3"/>
        </dgm:presLayoutVars>
      </dgm:prSet>
      <dgm:spPr/>
    </dgm:pt>
    <dgm:pt modelId="{AA503A82-B739-475E-8335-CDB3E5F17307}" type="pres">
      <dgm:prSet presAssocID="{AB50E09B-F713-4270-94D2-18C73E1D2FB0}" presName="rootConnector" presStyleLbl="node3" presStyleIdx="0" presStyleCnt="4"/>
      <dgm:spPr/>
    </dgm:pt>
    <dgm:pt modelId="{988BEA6A-4935-4122-B482-8756BE225016}" type="pres">
      <dgm:prSet presAssocID="{AB50E09B-F713-4270-94D2-18C73E1D2FB0}" presName="hierChild4" presStyleCnt="0"/>
      <dgm:spPr/>
    </dgm:pt>
    <dgm:pt modelId="{15328878-E01B-4CA7-A81E-07362231DA9B}" type="pres">
      <dgm:prSet presAssocID="{E856D2DD-80FA-4666-AE88-50C2E0769553}" presName="Name37" presStyleLbl="parChTrans1D4" presStyleIdx="0" presStyleCnt="2"/>
      <dgm:spPr/>
    </dgm:pt>
    <dgm:pt modelId="{AE2FD446-50E8-4A6C-A015-45C7C9A03717}" type="pres">
      <dgm:prSet presAssocID="{88DFF470-9E6E-4CF9-AB07-00FF64BEFA20}" presName="hierRoot2" presStyleCnt="0">
        <dgm:presLayoutVars>
          <dgm:hierBranch val="init"/>
        </dgm:presLayoutVars>
      </dgm:prSet>
      <dgm:spPr/>
    </dgm:pt>
    <dgm:pt modelId="{AD48C202-2B17-43CD-9E18-24EEBBD7F4B7}" type="pres">
      <dgm:prSet presAssocID="{88DFF470-9E6E-4CF9-AB07-00FF64BEFA20}" presName="rootComposite" presStyleCnt="0"/>
      <dgm:spPr/>
    </dgm:pt>
    <dgm:pt modelId="{68A3FA03-1522-451B-9CDF-01225182AFA2}" type="pres">
      <dgm:prSet presAssocID="{88DFF470-9E6E-4CF9-AB07-00FF64BEFA20}" presName="rootText" presStyleLbl="node4" presStyleIdx="0" presStyleCnt="2" custLinFactNeighborX="1629" custLinFactNeighborY="3519">
        <dgm:presLayoutVars>
          <dgm:chPref val="3"/>
        </dgm:presLayoutVars>
      </dgm:prSet>
      <dgm:spPr/>
    </dgm:pt>
    <dgm:pt modelId="{91568D72-D071-46E5-8924-EBE272CE2465}" type="pres">
      <dgm:prSet presAssocID="{88DFF470-9E6E-4CF9-AB07-00FF64BEFA20}" presName="rootConnector" presStyleLbl="node4" presStyleIdx="0" presStyleCnt="2"/>
      <dgm:spPr/>
    </dgm:pt>
    <dgm:pt modelId="{B3FEE531-330D-4329-A124-5E2E4DE22FFF}" type="pres">
      <dgm:prSet presAssocID="{88DFF470-9E6E-4CF9-AB07-00FF64BEFA20}" presName="hierChild4" presStyleCnt="0"/>
      <dgm:spPr/>
    </dgm:pt>
    <dgm:pt modelId="{9444F5E9-B2EB-4D4F-AFA1-7BBBEA566A55}" type="pres">
      <dgm:prSet presAssocID="{88DFF470-9E6E-4CF9-AB07-00FF64BEFA20}" presName="hierChild5" presStyleCnt="0"/>
      <dgm:spPr/>
    </dgm:pt>
    <dgm:pt modelId="{9DDCD3B8-5235-4E6A-9B4A-C8476DDAA861}" type="pres">
      <dgm:prSet presAssocID="{AB50E09B-F713-4270-94D2-18C73E1D2FB0}" presName="hierChild5" presStyleCnt="0"/>
      <dgm:spPr/>
    </dgm:pt>
    <dgm:pt modelId="{9EA21933-D009-41BC-995A-E23BD5BFA548}" type="pres">
      <dgm:prSet presAssocID="{D04F373F-4F3C-48C8-A26F-2E4D38E6EC97}" presName="Name37" presStyleLbl="parChTrans1D3" presStyleIdx="1" presStyleCnt="4"/>
      <dgm:spPr/>
    </dgm:pt>
    <dgm:pt modelId="{1435725F-9F90-4A78-89AB-3643F3688AB0}" type="pres">
      <dgm:prSet presAssocID="{C60699F5-F5CD-421F-BEB2-232BE68A29D1}" presName="hierRoot2" presStyleCnt="0">
        <dgm:presLayoutVars>
          <dgm:hierBranch val="init"/>
        </dgm:presLayoutVars>
      </dgm:prSet>
      <dgm:spPr/>
    </dgm:pt>
    <dgm:pt modelId="{8E92FFC7-9994-4B73-B3FF-CA3CD1418FE8}" type="pres">
      <dgm:prSet presAssocID="{C60699F5-F5CD-421F-BEB2-232BE68A29D1}" presName="rootComposite" presStyleCnt="0"/>
      <dgm:spPr/>
    </dgm:pt>
    <dgm:pt modelId="{6AB7B500-5A26-4B8E-80E2-CE8604627B27}" type="pres">
      <dgm:prSet presAssocID="{C60699F5-F5CD-421F-BEB2-232BE68A29D1}" presName="rootText" presStyleLbl="node3" presStyleIdx="1" presStyleCnt="4">
        <dgm:presLayoutVars>
          <dgm:chPref val="3"/>
        </dgm:presLayoutVars>
      </dgm:prSet>
      <dgm:spPr/>
    </dgm:pt>
    <dgm:pt modelId="{0077B4ED-9C06-4382-B877-68FA9C224EC6}" type="pres">
      <dgm:prSet presAssocID="{C60699F5-F5CD-421F-BEB2-232BE68A29D1}" presName="rootConnector" presStyleLbl="node3" presStyleIdx="1" presStyleCnt="4"/>
      <dgm:spPr/>
    </dgm:pt>
    <dgm:pt modelId="{D880E6EC-C1B4-4E53-A25A-B82F439D58D0}" type="pres">
      <dgm:prSet presAssocID="{C60699F5-F5CD-421F-BEB2-232BE68A29D1}" presName="hierChild4" presStyleCnt="0"/>
      <dgm:spPr/>
    </dgm:pt>
    <dgm:pt modelId="{0EA2882E-DB36-46B5-998C-B380B9C72B38}" type="pres">
      <dgm:prSet presAssocID="{C60699F5-F5CD-421F-BEB2-232BE68A29D1}" presName="hierChild5" presStyleCnt="0"/>
      <dgm:spPr/>
    </dgm:pt>
    <dgm:pt modelId="{34279013-EA59-44D4-8926-4E04FA7632E0}" type="pres">
      <dgm:prSet presAssocID="{DC895A8B-B0B1-453D-916D-FE63F46370E5}" presName="hierChild5" presStyleCnt="0"/>
      <dgm:spPr/>
    </dgm:pt>
    <dgm:pt modelId="{BBAA7DE5-86EB-4FEB-AB83-A78AC4B999AF}" type="pres">
      <dgm:prSet presAssocID="{FF360BAB-EF84-4D02-8533-54069FB7C9C3}" presName="Name37" presStyleLbl="parChTrans1D2" presStyleIdx="1" presStyleCnt="2"/>
      <dgm:spPr/>
    </dgm:pt>
    <dgm:pt modelId="{0D3608CF-1F0D-4687-9B9B-B78B30811DCD}" type="pres">
      <dgm:prSet presAssocID="{879261DC-8106-4715-AF2D-E9E461120E97}" presName="hierRoot2" presStyleCnt="0">
        <dgm:presLayoutVars>
          <dgm:hierBranch val="init"/>
        </dgm:presLayoutVars>
      </dgm:prSet>
      <dgm:spPr/>
    </dgm:pt>
    <dgm:pt modelId="{AF7235EF-7630-4F78-A5A6-944AFF95B0B5}" type="pres">
      <dgm:prSet presAssocID="{879261DC-8106-4715-AF2D-E9E461120E97}" presName="rootComposite" presStyleCnt="0"/>
      <dgm:spPr/>
    </dgm:pt>
    <dgm:pt modelId="{E3BC559E-A384-476E-A478-10D53405CFCA}" type="pres">
      <dgm:prSet presAssocID="{879261DC-8106-4715-AF2D-E9E461120E97}" presName="rootText" presStyleLbl="node2" presStyleIdx="1" presStyleCnt="2">
        <dgm:presLayoutVars>
          <dgm:chPref val="3"/>
        </dgm:presLayoutVars>
      </dgm:prSet>
      <dgm:spPr/>
    </dgm:pt>
    <dgm:pt modelId="{A5C02E49-A526-4FB0-8B55-08B67A47ACB2}" type="pres">
      <dgm:prSet presAssocID="{879261DC-8106-4715-AF2D-E9E461120E97}" presName="rootConnector" presStyleLbl="node2" presStyleIdx="1" presStyleCnt="2"/>
      <dgm:spPr/>
    </dgm:pt>
    <dgm:pt modelId="{2FDE74FA-7B74-43E8-88C2-824A43F38632}" type="pres">
      <dgm:prSet presAssocID="{879261DC-8106-4715-AF2D-E9E461120E97}" presName="hierChild4" presStyleCnt="0"/>
      <dgm:spPr/>
    </dgm:pt>
    <dgm:pt modelId="{25BA5D93-1739-46B0-B0F9-872F246898AA}" type="pres">
      <dgm:prSet presAssocID="{4C235361-3ECA-4EC3-8475-8DD3CD8277AE}" presName="Name37" presStyleLbl="parChTrans1D3" presStyleIdx="2" presStyleCnt="4"/>
      <dgm:spPr/>
    </dgm:pt>
    <dgm:pt modelId="{624B8F1B-E1D6-4BAB-8DC7-E8D2E33D57CB}" type="pres">
      <dgm:prSet presAssocID="{52592014-C515-42E0-B0FC-02DF516FD63B}" presName="hierRoot2" presStyleCnt="0">
        <dgm:presLayoutVars>
          <dgm:hierBranch val="init"/>
        </dgm:presLayoutVars>
      </dgm:prSet>
      <dgm:spPr/>
    </dgm:pt>
    <dgm:pt modelId="{84D33919-EBBB-443C-A330-5C21D97AFA3E}" type="pres">
      <dgm:prSet presAssocID="{52592014-C515-42E0-B0FC-02DF516FD63B}" presName="rootComposite" presStyleCnt="0"/>
      <dgm:spPr/>
    </dgm:pt>
    <dgm:pt modelId="{EA7689E7-A50F-428A-9A09-B376CB01ADF3}" type="pres">
      <dgm:prSet presAssocID="{52592014-C515-42E0-B0FC-02DF516FD63B}" presName="rootText" presStyleLbl="node3" presStyleIdx="2" presStyleCnt="4">
        <dgm:presLayoutVars>
          <dgm:chPref val="3"/>
        </dgm:presLayoutVars>
      </dgm:prSet>
      <dgm:spPr/>
    </dgm:pt>
    <dgm:pt modelId="{40012ECC-ECBF-4A95-A728-94BF9B80BDEF}" type="pres">
      <dgm:prSet presAssocID="{52592014-C515-42E0-B0FC-02DF516FD63B}" presName="rootConnector" presStyleLbl="node3" presStyleIdx="2" presStyleCnt="4"/>
      <dgm:spPr/>
    </dgm:pt>
    <dgm:pt modelId="{F480E782-143C-4342-AB79-E3E546A34A4E}" type="pres">
      <dgm:prSet presAssocID="{52592014-C515-42E0-B0FC-02DF516FD63B}" presName="hierChild4" presStyleCnt="0"/>
      <dgm:spPr/>
    </dgm:pt>
    <dgm:pt modelId="{AE1E2A11-2968-4E2B-9C38-E904790F31E4}" type="pres">
      <dgm:prSet presAssocID="{464AB32B-1EAD-48DE-8AF6-DA2F2E834093}" presName="Name37" presStyleLbl="parChTrans1D4" presStyleIdx="1" presStyleCnt="2"/>
      <dgm:spPr/>
    </dgm:pt>
    <dgm:pt modelId="{14B81422-AE8B-4206-A400-BD94E336AD3C}" type="pres">
      <dgm:prSet presAssocID="{E00C8383-57AF-4B00-B7F0-4A2ED604821D}" presName="hierRoot2" presStyleCnt="0">
        <dgm:presLayoutVars>
          <dgm:hierBranch val="init"/>
        </dgm:presLayoutVars>
      </dgm:prSet>
      <dgm:spPr/>
    </dgm:pt>
    <dgm:pt modelId="{7DC9DE5E-B84C-4F4C-93DA-44863A924409}" type="pres">
      <dgm:prSet presAssocID="{E00C8383-57AF-4B00-B7F0-4A2ED604821D}" presName="rootComposite" presStyleCnt="0"/>
      <dgm:spPr/>
    </dgm:pt>
    <dgm:pt modelId="{EF61B13F-6F6C-4590-9CDD-728664BCA0F5}" type="pres">
      <dgm:prSet presAssocID="{E00C8383-57AF-4B00-B7F0-4A2ED604821D}" presName="rootText" presStyleLbl="node4" presStyleIdx="1" presStyleCnt="2">
        <dgm:presLayoutVars>
          <dgm:chPref val="3"/>
        </dgm:presLayoutVars>
      </dgm:prSet>
      <dgm:spPr/>
    </dgm:pt>
    <dgm:pt modelId="{60B8C39F-1ED8-4B62-80EE-D0AF3015232A}" type="pres">
      <dgm:prSet presAssocID="{E00C8383-57AF-4B00-B7F0-4A2ED604821D}" presName="rootConnector" presStyleLbl="node4" presStyleIdx="1" presStyleCnt="2"/>
      <dgm:spPr/>
    </dgm:pt>
    <dgm:pt modelId="{C9D44425-9B62-4EAE-B2A6-67AE02276359}" type="pres">
      <dgm:prSet presAssocID="{E00C8383-57AF-4B00-B7F0-4A2ED604821D}" presName="hierChild4" presStyleCnt="0"/>
      <dgm:spPr/>
    </dgm:pt>
    <dgm:pt modelId="{133AEED1-B34C-47D2-9CFE-5ED5C4BF91A3}" type="pres">
      <dgm:prSet presAssocID="{E00C8383-57AF-4B00-B7F0-4A2ED604821D}" presName="hierChild5" presStyleCnt="0"/>
      <dgm:spPr/>
    </dgm:pt>
    <dgm:pt modelId="{9C154BC2-1A07-4641-8810-55D20BC391F3}" type="pres">
      <dgm:prSet presAssocID="{52592014-C515-42E0-B0FC-02DF516FD63B}" presName="hierChild5" presStyleCnt="0"/>
      <dgm:spPr/>
    </dgm:pt>
    <dgm:pt modelId="{F35B9D98-6A1E-4522-87D8-E8F09BCB75C8}" type="pres">
      <dgm:prSet presAssocID="{DE8C6FD9-D88F-4E31-B572-314103D16418}" presName="Name37" presStyleLbl="parChTrans1D3" presStyleIdx="3" presStyleCnt="4"/>
      <dgm:spPr/>
    </dgm:pt>
    <dgm:pt modelId="{68496FBD-7183-4F65-B619-CEA4D018D2E8}" type="pres">
      <dgm:prSet presAssocID="{AA11AFE6-425E-4C78-8A5B-4F4BF20D3465}" presName="hierRoot2" presStyleCnt="0">
        <dgm:presLayoutVars>
          <dgm:hierBranch val="init"/>
        </dgm:presLayoutVars>
      </dgm:prSet>
      <dgm:spPr/>
    </dgm:pt>
    <dgm:pt modelId="{B327A57A-41BD-442D-B55F-C1516CEC8E30}" type="pres">
      <dgm:prSet presAssocID="{AA11AFE6-425E-4C78-8A5B-4F4BF20D3465}" presName="rootComposite" presStyleCnt="0"/>
      <dgm:spPr/>
    </dgm:pt>
    <dgm:pt modelId="{0B140275-799D-4D6F-92A6-79C1E4A32254}" type="pres">
      <dgm:prSet presAssocID="{AA11AFE6-425E-4C78-8A5B-4F4BF20D3465}" presName="rootText" presStyleLbl="node3" presStyleIdx="3" presStyleCnt="4">
        <dgm:presLayoutVars>
          <dgm:chPref val="3"/>
        </dgm:presLayoutVars>
      </dgm:prSet>
      <dgm:spPr/>
    </dgm:pt>
    <dgm:pt modelId="{CD91C57B-BD8F-4DD5-9360-E97BE87CA6E3}" type="pres">
      <dgm:prSet presAssocID="{AA11AFE6-425E-4C78-8A5B-4F4BF20D3465}" presName="rootConnector" presStyleLbl="node3" presStyleIdx="3" presStyleCnt="4"/>
      <dgm:spPr/>
    </dgm:pt>
    <dgm:pt modelId="{1BA1ABA9-73A9-498B-8FBE-BB3A2F1DF4FF}" type="pres">
      <dgm:prSet presAssocID="{AA11AFE6-425E-4C78-8A5B-4F4BF20D3465}" presName="hierChild4" presStyleCnt="0"/>
      <dgm:spPr/>
    </dgm:pt>
    <dgm:pt modelId="{6AD91133-6A77-4D16-B521-07A075A93CC9}" type="pres">
      <dgm:prSet presAssocID="{AA11AFE6-425E-4C78-8A5B-4F4BF20D3465}" presName="hierChild5" presStyleCnt="0"/>
      <dgm:spPr/>
    </dgm:pt>
    <dgm:pt modelId="{A682756D-14B2-40BF-8619-F61850BFEACC}" type="pres">
      <dgm:prSet presAssocID="{879261DC-8106-4715-AF2D-E9E461120E97}" presName="hierChild5" presStyleCnt="0"/>
      <dgm:spPr/>
    </dgm:pt>
    <dgm:pt modelId="{5855C90F-9F66-4B32-B8D0-DF1A2844CD41}" type="pres">
      <dgm:prSet presAssocID="{6B2AAA3E-2B58-4090-9000-6594CEFADE0A}" presName="hierChild3" presStyleCnt="0"/>
      <dgm:spPr/>
    </dgm:pt>
  </dgm:ptLst>
  <dgm:cxnLst>
    <dgm:cxn modelId="{5BC92F00-E0BC-49D0-AFD4-DD05EE77F98C}" srcId="{3B5D90EF-94A1-45D8-89E3-AEE60B87553F}" destId="{6B2AAA3E-2B58-4090-9000-6594CEFADE0A}" srcOrd="0" destOrd="0" parTransId="{1C4448C9-23C1-4CE0-BBF8-41D42E505946}" sibTransId="{8FD87AA2-CC9B-4E2D-93C0-0F130A93C5C1}"/>
    <dgm:cxn modelId="{240F6701-FDD7-4E83-A0C1-675E13DCEAB2}" type="presOf" srcId="{542C8E8C-95F2-4698-AFA5-DBE75E32837E}" destId="{1A454910-0F78-4568-95C3-6650267F08B3}" srcOrd="0" destOrd="0" presId="urn:microsoft.com/office/officeart/2005/8/layout/orgChart1"/>
    <dgm:cxn modelId="{74509015-F096-44CE-BFEA-1C3D51DEB854}" type="presOf" srcId="{D04F373F-4F3C-48C8-A26F-2E4D38E6EC97}" destId="{9EA21933-D009-41BC-995A-E23BD5BFA548}" srcOrd="0" destOrd="0" presId="urn:microsoft.com/office/officeart/2005/8/layout/orgChart1"/>
    <dgm:cxn modelId="{FFCAA216-C09B-459E-867B-71188AF29C32}" type="presOf" srcId="{E00C8383-57AF-4B00-B7F0-4A2ED604821D}" destId="{EF61B13F-6F6C-4590-9CDD-728664BCA0F5}" srcOrd="0" destOrd="0" presId="urn:microsoft.com/office/officeart/2005/8/layout/orgChart1"/>
    <dgm:cxn modelId="{FB39FA1A-2E4F-4EAF-BA5B-A507A42B2D62}" type="presOf" srcId="{879261DC-8106-4715-AF2D-E9E461120E97}" destId="{A5C02E49-A526-4FB0-8B55-08B67A47ACB2}" srcOrd="1" destOrd="0" presId="urn:microsoft.com/office/officeart/2005/8/layout/orgChart1"/>
    <dgm:cxn modelId="{2800771C-DBA6-44AF-90C7-D77934A7D4A0}" type="presOf" srcId="{879261DC-8106-4715-AF2D-E9E461120E97}" destId="{E3BC559E-A384-476E-A478-10D53405CFCA}" srcOrd="0" destOrd="0" presId="urn:microsoft.com/office/officeart/2005/8/layout/orgChart1"/>
    <dgm:cxn modelId="{D12E901C-1F3B-4DB0-A50F-6E4DD9C1B8CC}" type="presOf" srcId="{E856D2DD-80FA-4666-AE88-50C2E0769553}" destId="{15328878-E01B-4CA7-A81E-07362231DA9B}" srcOrd="0" destOrd="0" presId="urn:microsoft.com/office/officeart/2005/8/layout/orgChart1"/>
    <dgm:cxn modelId="{63E38222-46B0-449F-8713-7287192EB61C}" srcId="{879261DC-8106-4715-AF2D-E9E461120E97}" destId="{AA11AFE6-425E-4C78-8A5B-4F4BF20D3465}" srcOrd="1" destOrd="0" parTransId="{DE8C6FD9-D88F-4E31-B572-314103D16418}" sibTransId="{1C2F0C02-4F74-468D-8355-F52907E3E18F}"/>
    <dgm:cxn modelId="{CA5DEC2D-0182-4A2A-8388-60023D5531C4}" type="presOf" srcId="{AA11AFE6-425E-4C78-8A5B-4F4BF20D3465}" destId="{0B140275-799D-4D6F-92A6-79C1E4A32254}" srcOrd="0" destOrd="0" presId="urn:microsoft.com/office/officeart/2005/8/layout/orgChart1"/>
    <dgm:cxn modelId="{87670339-2E08-47C5-AB20-84AF79645D2E}" srcId="{DC895A8B-B0B1-453D-916D-FE63F46370E5}" destId="{AB50E09B-F713-4270-94D2-18C73E1D2FB0}" srcOrd="0" destOrd="0" parTransId="{542C8E8C-95F2-4698-AFA5-DBE75E32837E}" sibTransId="{61A6705E-404E-4441-A34A-45E899CF0785}"/>
    <dgm:cxn modelId="{BB074B5C-0CD5-4628-88B5-528C97E3B396}" type="presOf" srcId="{C60699F5-F5CD-421F-BEB2-232BE68A29D1}" destId="{0077B4ED-9C06-4382-B877-68FA9C224EC6}" srcOrd="1" destOrd="0" presId="urn:microsoft.com/office/officeart/2005/8/layout/orgChart1"/>
    <dgm:cxn modelId="{2605655D-5796-4F94-871D-DE0C121F15CD}" type="presOf" srcId="{6B2AAA3E-2B58-4090-9000-6594CEFADE0A}" destId="{D0B338BA-CC95-43C3-B5EB-6FAACB87867C}" srcOrd="1" destOrd="0" presId="urn:microsoft.com/office/officeart/2005/8/layout/orgChart1"/>
    <dgm:cxn modelId="{1FCF635F-D465-4AC1-8BC3-AC21CA2ADF24}" type="presOf" srcId="{3B5D90EF-94A1-45D8-89E3-AEE60B87553F}" destId="{1210DCC7-1B58-4737-949C-766575C369DF}" srcOrd="0" destOrd="0" presId="urn:microsoft.com/office/officeart/2005/8/layout/orgChart1"/>
    <dgm:cxn modelId="{89AD4962-76DF-4D2C-92AE-5A80D7372C3A}" type="presOf" srcId="{E00C8383-57AF-4B00-B7F0-4A2ED604821D}" destId="{60B8C39F-1ED8-4B62-80EE-D0AF3015232A}" srcOrd="1" destOrd="0" presId="urn:microsoft.com/office/officeart/2005/8/layout/orgChart1"/>
    <dgm:cxn modelId="{6B3C6F71-4651-445E-A6EA-47649AC0FD66}" type="presOf" srcId="{AB50E09B-F713-4270-94D2-18C73E1D2FB0}" destId="{4AE14772-E96A-490F-BD46-4A04491614C2}" srcOrd="0" destOrd="0" presId="urn:microsoft.com/office/officeart/2005/8/layout/orgChart1"/>
    <dgm:cxn modelId="{0FEFC951-D8EC-4A5F-88CB-8997D1270B78}" type="presOf" srcId="{4C235361-3ECA-4EC3-8475-8DD3CD8277AE}" destId="{25BA5D93-1739-46B0-B0F9-872F246898AA}" srcOrd="0" destOrd="0" presId="urn:microsoft.com/office/officeart/2005/8/layout/orgChart1"/>
    <dgm:cxn modelId="{D3C8DB75-8FD3-4932-9418-E545F1BD2A2E}" type="presOf" srcId="{88DFF470-9E6E-4CF9-AB07-00FF64BEFA20}" destId="{68A3FA03-1522-451B-9CDF-01225182AFA2}" srcOrd="0" destOrd="0" presId="urn:microsoft.com/office/officeart/2005/8/layout/orgChart1"/>
    <dgm:cxn modelId="{1BC0DD78-5101-4EFB-A39D-BCAF7FE33A25}" srcId="{AB50E09B-F713-4270-94D2-18C73E1D2FB0}" destId="{88DFF470-9E6E-4CF9-AB07-00FF64BEFA20}" srcOrd="0" destOrd="0" parTransId="{E856D2DD-80FA-4666-AE88-50C2E0769553}" sibTransId="{84CC26E5-63E5-48CF-A9BB-BD1F65E92B3B}"/>
    <dgm:cxn modelId="{024E4E91-A2DA-4ACC-A74C-AA1618A90C1A}" srcId="{879261DC-8106-4715-AF2D-E9E461120E97}" destId="{52592014-C515-42E0-B0FC-02DF516FD63B}" srcOrd="0" destOrd="0" parTransId="{4C235361-3ECA-4EC3-8475-8DD3CD8277AE}" sibTransId="{3974A9EB-94B6-45DD-818B-7F65D8F4CFA6}"/>
    <dgm:cxn modelId="{4BCECE92-F88C-4506-A495-B68E0A15F6A3}" type="presOf" srcId="{6B2AAA3E-2B58-4090-9000-6594CEFADE0A}" destId="{B77B7DED-DE14-41E4-8AAA-F4375C08EB54}" srcOrd="0" destOrd="0" presId="urn:microsoft.com/office/officeart/2005/8/layout/orgChart1"/>
    <dgm:cxn modelId="{2589CC98-EC41-4D57-AA16-D0922ADD6EC5}" type="presOf" srcId="{9B7AE965-6CD4-4641-8AEF-97CA34A6EDBA}" destId="{4EAA1089-E86D-4BA7-85ED-3F96841646BC}" srcOrd="0" destOrd="0" presId="urn:microsoft.com/office/officeart/2005/8/layout/orgChart1"/>
    <dgm:cxn modelId="{2FBCC8A5-88C5-480C-8196-AD7C8250E6E1}" type="presOf" srcId="{AB50E09B-F713-4270-94D2-18C73E1D2FB0}" destId="{AA503A82-B739-475E-8335-CDB3E5F17307}" srcOrd="1" destOrd="0" presId="urn:microsoft.com/office/officeart/2005/8/layout/orgChart1"/>
    <dgm:cxn modelId="{5E1EB8AA-9335-46C2-B81E-E1116951DF79}" srcId="{6B2AAA3E-2B58-4090-9000-6594CEFADE0A}" destId="{DC895A8B-B0B1-453D-916D-FE63F46370E5}" srcOrd="0" destOrd="0" parTransId="{9B7AE965-6CD4-4641-8AEF-97CA34A6EDBA}" sibTransId="{D833CDF1-05ED-45E1-BB87-CAD6C50F83EA}"/>
    <dgm:cxn modelId="{F8EACDBC-DFD8-4C9C-A2FA-600DD9055E3B}" srcId="{52592014-C515-42E0-B0FC-02DF516FD63B}" destId="{E00C8383-57AF-4B00-B7F0-4A2ED604821D}" srcOrd="0" destOrd="0" parTransId="{464AB32B-1EAD-48DE-8AF6-DA2F2E834093}" sibTransId="{202F0B42-74DD-4077-BB12-E58318122AFB}"/>
    <dgm:cxn modelId="{84CCACCB-DF8A-4DA5-AEB5-0642AFBD566C}" type="presOf" srcId="{AA11AFE6-425E-4C78-8A5B-4F4BF20D3465}" destId="{CD91C57B-BD8F-4DD5-9360-E97BE87CA6E3}" srcOrd="1" destOrd="0" presId="urn:microsoft.com/office/officeart/2005/8/layout/orgChart1"/>
    <dgm:cxn modelId="{5D5C8ACD-7E14-4B94-A9C1-49040C642B3F}" type="presOf" srcId="{FF360BAB-EF84-4D02-8533-54069FB7C9C3}" destId="{BBAA7DE5-86EB-4FEB-AB83-A78AC4B999AF}" srcOrd="0" destOrd="0" presId="urn:microsoft.com/office/officeart/2005/8/layout/orgChart1"/>
    <dgm:cxn modelId="{8E0EF5D1-7EC1-4243-BED8-03C1E07B2D7E}" srcId="{6B2AAA3E-2B58-4090-9000-6594CEFADE0A}" destId="{879261DC-8106-4715-AF2D-E9E461120E97}" srcOrd="1" destOrd="0" parTransId="{FF360BAB-EF84-4D02-8533-54069FB7C9C3}" sibTransId="{706323F3-0B7D-40A6-A3F8-7C0656730B41}"/>
    <dgm:cxn modelId="{9D636ADC-8DDD-41B7-A3A0-25D03E434F03}" type="presOf" srcId="{C60699F5-F5CD-421F-BEB2-232BE68A29D1}" destId="{6AB7B500-5A26-4B8E-80E2-CE8604627B27}" srcOrd="0" destOrd="0" presId="urn:microsoft.com/office/officeart/2005/8/layout/orgChart1"/>
    <dgm:cxn modelId="{9C2337E1-73B3-45D6-9919-C8A2AE3FE380}" type="presOf" srcId="{DE8C6FD9-D88F-4E31-B572-314103D16418}" destId="{F35B9D98-6A1E-4522-87D8-E8F09BCB75C8}" srcOrd="0" destOrd="0" presId="urn:microsoft.com/office/officeart/2005/8/layout/orgChart1"/>
    <dgm:cxn modelId="{DEBEB3E2-5DB1-40A2-809C-E1DD96FDB8F9}" srcId="{DC895A8B-B0B1-453D-916D-FE63F46370E5}" destId="{C60699F5-F5CD-421F-BEB2-232BE68A29D1}" srcOrd="1" destOrd="0" parTransId="{D04F373F-4F3C-48C8-A26F-2E4D38E6EC97}" sibTransId="{F4038FAC-8CAD-4452-A496-7B7CA4C72289}"/>
    <dgm:cxn modelId="{BC3FFCE6-265F-4921-B2FF-9FE330651AF6}" type="presOf" srcId="{DC895A8B-B0B1-453D-916D-FE63F46370E5}" destId="{2CB092CE-9D67-44EC-AB6D-694E65E26EE0}" srcOrd="1" destOrd="0" presId="urn:microsoft.com/office/officeart/2005/8/layout/orgChart1"/>
    <dgm:cxn modelId="{78F6AAE8-342B-413D-BE7C-395D284F21DA}" type="presOf" srcId="{52592014-C515-42E0-B0FC-02DF516FD63B}" destId="{EA7689E7-A50F-428A-9A09-B376CB01ADF3}" srcOrd="0" destOrd="0" presId="urn:microsoft.com/office/officeart/2005/8/layout/orgChart1"/>
    <dgm:cxn modelId="{6A379AF2-23D9-4DAA-BC98-29FDC415E7CB}" type="presOf" srcId="{88DFF470-9E6E-4CF9-AB07-00FF64BEFA20}" destId="{91568D72-D071-46E5-8924-EBE272CE2465}" srcOrd="1" destOrd="0" presId="urn:microsoft.com/office/officeart/2005/8/layout/orgChart1"/>
    <dgm:cxn modelId="{19B52AF5-467A-4392-B02A-EB15844C1271}" type="presOf" srcId="{464AB32B-1EAD-48DE-8AF6-DA2F2E834093}" destId="{AE1E2A11-2968-4E2B-9C38-E904790F31E4}" srcOrd="0" destOrd="0" presId="urn:microsoft.com/office/officeart/2005/8/layout/orgChart1"/>
    <dgm:cxn modelId="{4A8702F8-CF2A-4F88-8CCE-B03AD8BC46A4}" type="presOf" srcId="{DC895A8B-B0B1-453D-916D-FE63F46370E5}" destId="{D9483755-4464-4B29-B80F-022A7BE8E9CC}" srcOrd="0" destOrd="0" presId="urn:microsoft.com/office/officeart/2005/8/layout/orgChart1"/>
    <dgm:cxn modelId="{016634F9-304D-492F-AA8A-258C040AC279}" type="presOf" srcId="{52592014-C515-42E0-B0FC-02DF516FD63B}" destId="{40012ECC-ECBF-4A95-A728-94BF9B80BDEF}" srcOrd="1" destOrd="0" presId="urn:microsoft.com/office/officeart/2005/8/layout/orgChart1"/>
    <dgm:cxn modelId="{9CE932A2-062F-4A0A-8162-E919620E68DA}" type="presParOf" srcId="{1210DCC7-1B58-4737-949C-766575C369DF}" destId="{104E43D4-C872-4A45-A35E-632EDEA4409A}" srcOrd="0" destOrd="0" presId="urn:microsoft.com/office/officeart/2005/8/layout/orgChart1"/>
    <dgm:cxn modelId="{B0CDF032-A439-42B8-BFEF-E1B8F58D21E2}" type="presParOf" srcId="{104E43D4-C872-4A45-A35E-632EDEA4409A}" destId="{E96274F3-90C0-44D4-B2ED-F9D359F75616}" srcOrd="0" destOrd="0" presId="urn:microsoft.com/office/officeart/2005/8/layout/orgChart1"/>
    <dgm:cxn modelId="{FBF81ACD-D7D7-4B8F-ABEC-DA5CDE6258F9}" type="presParOf" srcId="{E96274F3-90C0-44D4-B2ED-F9D359F75616}" destId="{B77B7DED-DE14-41E4-8AAA-F4375C08EB54}" srcOrd="0" destOrd="0" presId="urn:microsoft.com/office/officeart/2005/8/layout/orgChart1"/>
    <dgm:cxn modelId="{DD818F9D-8108-4E02-BBD1-F9B3E472CFB6}" type="presParOf" srcId="{E96274F3-90C0-44D4-B2ED-F9D359F75616}" destId="{D0B338BA-CC95-43C3-B5EB-6FAACB87867C}" srcOrd="1" destOrd="0" presId="urn:microsoft.com/office/officeart/2005/8/layout/orgChart1"/>
    <dgm:cxn modelId="{40688FCD-41DD-420A-BBFF-DAF3B2DEB4CC}" type="presParOf" srcId="{104E43D4-C872-4A45-A35E-632EDEA4409A}" destId="{97FB2006-1413-45A1-BFC0-DA3D171C4C94}" srcOrd="1" destOrd="0" presId="urn:microsoft.com/office/officeart/2005/8/layout/orgChart1"/>
    <dgm:cxn modelId="{F5E59A5A-4426-42DB-B8C1-0561F0D90343}" type="presParOf" srcId="{97FB2006-1413-45A1-BFC0-DA3D171C4C94}" destId="{4EAA1089-E86D-4BA7-85ED-3F96841646BC}" srcOrd="0" destOrd="0" presId="urn:microsoft.com/office/officeart/2005/8/layout/orgChart1"/>
    <dgm:cxn modelId="{06D8E8C6-23FF-445D-852A-C9E7617ECFD8}" type="presParOf" srcId="{97FB2006-1413-45A1-BFC0-DA3D171C4C94}" destId="{49C77FB0-7FE9-4575-90E1-957F08951F6C}" srcOrd="1" destOrd="0" presId="urn:microsoft.com/office/officeart/2005/8/layout/orgChart1"/>
    <dgm:cxn modelId="{0C0328AF-7A38-49EC-9ADB-B6CFF9BD5AA6}" type="presParOf" srcId="{49C77FB0-7FE9-4575-90E1-957F08951F6C}" destId="{81B9C56D-0D83-4A02-A458-940B9214311A}" srcOrd="0" destOrd="0" presId="urn:microsoft.com/office/officeart/2005/8/layout/orgChart1"/>
    <dgm:cxn modelId="{45408996-AEB2-4CD9-9697-967AEAD32E03}" type="presParOf" srcId="{81B9C56D-0D83-4A02-A458-940B9214311A}" destId="{D9483755-4464-4B29-B80F-022A7BE8E9CC}" srcOrd="0" destOrd="0" presId="urn:microsoft.com/office/officeart/2005/8/layout/orgChart1"/>
    <dgm:cxn modelId="{F748E92B-8A2E-4A87-B053-FA166052B768}" type="presParOf" srcId="{81B9C56D-0D83-4A02-A458-940B9214311A}" destId="{2CB092CE-9D67-44EC-AB6D-694E65E26EE0}" srcOrd="1" destOrd="0" presId="urn:microsoft.com/office/officeart/2005/8/layout/orgChart1"/>
    <dgm:cxn modelId="{D6DB0BD3-1C63-4D2E-8316-CB3A731C2D31}" type="presParOf" srcId="{49C77FB0-7FE9-4575-90E1-957F08951F6C}" destId="{36149D1A-105E-44F5-8FE9-B0FEC41E374F}" srcOrd="1" destOrd="0" presId="urn:microsoft.com/office/officeart/2005/8/layout/orgChart1"/>
    <dgm:cxn modelId="{6475F5CC-A967-4349-B4FC-C34CD2765454}" type="presParOf" srcId="{36149D1A-105E-44F5-8FE9-B0FEC41E374F}" destId="{1A454910-0F78-4568-95C3-6650267F08B3}" srcOrd="0" destOrd="0" presId="urn:microsoft.com/office/officeart/2005/8/layout/orgChart1"/>
    <dgm:cxn modelId="{37431375-46E7-4F8C-A751-D3E0A430578B}" type="presParOf" srcId="{36149D1A-105E-44F5-8FE9-B0FEC41E374F}" destId="{C90A82E2-72D9-4281-96DB-E5A593275139}" srcOrd="1" destOrd="0" presId="urn:microsoft.com/office/officeart/2005/8/layout/orgChart1"/>
    <dgm:cxn modelId="{73EB387D-1377-453F-8A72-821BFE9FF6D1}" type="presParOf" srcId="{C90A82E2-72D9-4281-96DB-E5A593275139}" destId="{4E2B95B1-532A-4C67-8541-B494A2611B4E}" srcOrd="0" destOrd="0" presId="urn:microsoft.com/office/officeart/2005/8/layout/orgChart1"/>
    <dgm:cxn modelId="{1A79B115-EBCF-407B-AC5F-794F807E037C}" type="presParOf" srcId="{4E2B95B1-532A-4C67-8541-B494A2611B4E}" destId="{4AE14772-E96A-490F-BD46-4A04491614C2}" srcOrd="0" destOrd="0" presId="urn:microsoft.com/office/officeart/2005/8/layout/orgChart1"/>
    <dgm:cxn modelId="{5F704154-2B2A-4F21-B5C4-108C712B850F}" type="presParOf" srcId="{4E2B95B1-532A-4C67-8541-B494A2611B4E}" destId="{AA503A82-B739-475E-8335-CDB3E5F17307}" srcOrd="1" destOrd="0" presId="urn:microsoft.com/office/officeart/2005/8/layout/orgChart1"/>
    <dgm:cxn modelId="{348117BD-8096-40DD-9CFD-835E9003063A}" type="presParOf" srcId="{C90A82E2-72D9-4281-96DB-E5A593275139}" destId="{988BEA6A-4935-4122-B482-8756BE225016}" srcOrd="1" destOrd="0" presId="urn:microsoft.com/office/officeart/2005/8/layout/orgChart1"/>
    <dgm:cxn modelId="{563FD89A-B8FC-4254-8FCD-48FCFFB2EE85}" type="presParOf" srcId="{988BEA6A-4935-4122-B482-8756BE225016}" destId="{15328878-E01B-4CA7-A81E-07362231DA9B}" srcOrd="0" destOrd="0" presId="urn:microsoft.com/office/officeart/2005/8/layout/orgChart1"/>
    <dgm:cxn modelId="{B274C5F4-A2B7-4180-8AD8-8A640240F834}" type="presParOf" srcId="{988BEA6A-4935-4122-B482-8756BE225016}" destId="{AE2FD446-50E8-4A6C-A015-45C7C9A03717}" srcOrd="1" destOrd="0" presId="urn:microsoft.com/office/officeart/2005/8/layout/orgChart1"/>
    <dgm:cxn modelId="{ABCD9612-1707-46F2-AC63-4EE89B5F0199}" type="presParOf" srcId="{AE2FD446-50E8-4A6C-A015-45C7C9A03717}" destId="{AD48C202-2B17-43CD-9E18-24EEBBD7F4B7}" srcOrd="0" destOrd="0" presId="urn:microsoft.com/office/officeart/2005/8/layout/orgChart1"/>
    <dgm:cxn modelId="{4EE4D20C-7EF9-4DB3-AA7F-0B1FEFB8EC2E}" type="presParOf" srcId="{AD48C202-2B17-43CD-9E18-24EEBBD7F4B7}" destId="{68A3FA03-1522-451B-9CDF-01225182AFA2}" srcOrd="0" destOrd="0" presId="urn:microsoft.com/office/officeart/2005/8/layout/orgChart1"/>
    <dgm:cxn modelId="{17519372-1824-4687-8937-848EC82FFF1A}" type="presParOf" srcId="{AD48C202-2B17-43CD-9E18-24EEBBD7F4B7}" destId="{91568D72-D071-46E5-8924-EBE272CE2465}" srcOrd="1" destOrd="0" presId="urn:microsoft.com/office/officeart/2005/8/layout/orgChart1"/>
    <dgm:cxn modelId="{AFC715FB-3D5C-41FE-9DC3-28E2DA4CC24C}" type="presParOf" srcId="{AE2FD446-50E8-4A6C-A015-45C7C9A03717}" destId="{B3FEE531-330D-4329-A124-5E2E4DE22FFF}" srcOrd="1" destOrd="0" presId="urn:microsoft.com/office/officeart/2005/8/layout/orgChart1"/>
    <dgm:cxn modelId="{858AE194-6AF4-4D4A-B263-CC525C3FEE80}" type="presParOf" srcId="{AE2FD446-50E8-4A6C-A015-45C7C9A03717}" destId="{9444F5E9-B2EB-4D4F-AFA1-7BBBEA566A55}" srcOrd="2" destOrd="0" presId="urn:microsoft.com/office/officeart/2005/8/layout/orgChart1"/>
    <dgm:cxn modelId="{FF805A38-725D-44A3-8473-F3E02E16E613}" type="presParOf" srcId="{C90A82E2-72D9-4281-96DB-E5A593275139}" destId="{9DDCD3B8-5235-4E6A-9B4A-C8476DDAA861}" srcOrd="2" destOrd="0" presId="urn:microsoft.com/office/officeart/2005/8/layout/orgChart1"/>
    <dgm:cxn modelId="{9322F41E-4B47-42AA-BF89-922ADE95CF64}" type="presParOf" srcId="{36149D1A-105E-44F5-8FE9-B0FEC41E374F}" destId="{9EA21933-D009-41BC-995A-E23BD5BFA548}" srcOrd="2" destOrd="0" presId="urn:microsoft.com/office/officeart/2005/8/layout/orgChart1"/>
    <dgm:cxn modelId="{A5422007-27B3-43FD-A013-D9768A3E1A49}" type="presParOf" srcId="{36149D1A-105E-44F5-8FE9-B0FEC41E374F}" destId="{1435725F-9F90-4A78-89AB-3643F3688AB0}" srcOrd="3" destOrd="0" presId="urn:microsoft.com/office/officeart/2005/8/layout/orgChart1"/>
    <dgm:cxn modelId="{15E422D5-7246-4DC9-B725-1BB29517788A}" type="presParOf" srcId="{1435725F-9F90-4A78-89AB-3643F3688AB0}" destId="{8E92FFC7-9994-4B73-B3FF-CA3CD1418FE8}" srcOrd="0" destOrd="0" presId="urn:microsoft.com/office/officeart/2005/8/layout/orgChart1"/>
    <dgm:cxn modelId="{98C14721-1A95-4C84-A403-BA5707B85A79}" type="presParOf" srcId="{8E92FFC7-9994-4B73-B3FF-CA3CD1418FE8}" destId="{6AB7B500-5A26-4B8E-80E2-CE8604627B27}" srcOrd="0" destOrd="0" presId="urn:microsoft.com/office/officeart/2005/8/layout/orgChart1"/>
    <dgm:cxn modelId="{9F3309D1-8876-4A61-8145-555E16B2A634}" type="presParOf" srcId="{8E92FFC7-9994-4B73-B3FF-CA3CD1418FE8}" destId="{0077B4ED-9C06-4382-B877-68FA9C224EC6}" srcOrd="1" destOrd="0" presId="urn:microsoft.com/office/officeart/2005/8/layout/orgChart1"/>
    <dgm:cxn modelId="{D1DD8086-FA9D-4459-A81A-F179C95DF3F6}" type="presParOf" srcId="{1435725F-9F90-4A78-89AB-3643F3688AB0}" destId="{D880E6EC-C1B4-4E53-A25A-B82F439D58D0}" srcOrd="1" destOrd="0" presId="urn:microsoft.com/office/officeart/2005/8/layout/orgChart1"/>
    <dgm:cxn modelId="{624B42A2-884B-4348-8B3A-5E7FCB769056}" type="presParOf" srcId="{1435725F-9F90-4A78-89AB-3643F3688AB0}" destId="{0EA2882E-DB36-46B5-998C-B380B9C72B38}" srcOrd="2" destOrd="0" presId="urn:microsoft.com/office/officeart/2005/8/layout/orgChart1"/>
    <dgm:cxn modelId="{9F4FECE3-95CF-4357-B562-BC4E4C5A5B8F}" type="presParOf" srcId="{49C77FB0-7FE9-4575-90E1-957F08951F6C}" destId="{34279013-EA59-44D4-8926-4E04FA7632E0}" srcOrd="2" destOrd="0" presId="urn:microsoft.com/office/officeart/2005/8/layout/orgChart1"/>
    <dgm:cxn modelId="{3193C91F-2346-46F4-A144-AC7A277445B4}" type="presParOf" srcId="{97FB2006-1413-45A1-BFC0-DA3D171C4C94}" destId="{BBAA7DE5-86EB-4FEB-AB83-A78AC4B999AF}" srcOrd="2" destOrd="0" presId="urn:microsoft.com/office/officeart/2005/8/layout/orgChart1"/>
    <dgm:cxn modelId="{0154F10E-693C-44D3-ACC7-625609D7A028}" type="presParOf" srcId="{97FB2006-1413-45A1-BFC0-DA3D171C4C94}" destId="{0D3608CF-1F0D-4687-9B9B-B78B30811DCD}" srcOrd="3" destOrd="0" presId="urn:microsoft.com/office/officeart/2005/8/layout/orgChart1"/>
    <dgm:cxn modelId="{DBCC7499-1196-4EC7-8D38-F29F827A20C5}" type="presParOf" srcId="{0D3608CF-1F0D-4687-9B9B-B78B30811DCD}" destId="{AF7235EF-7630-4F78-A5A6-944AFF95B0B5}" srcOrd="0" destOrd="0" presId="urn:microsoft.com/office/officeart/2005/8/layout/orgChart1"/>
    <dgm:cxn modelId="{E7C4C47F-C60B-4694-9687-9164DEFA57AA}" type="presParOf" srcId="{AF7235EF-7630-4F78-A5A6-944AFF95B0B5}" destId="{E3BC559E-A384-476E-A478-10D53405CFCA}" srcOrd="0" destOrd="0" presId="urn:microsoft.com/office/officeart/2005/8/layout/orgChart1"/>
    <dgm:cxn modelId="{3C48DC2E-3E11-4844-8F65-C87C7750C62C}" type="presParOf" srcId="{AF7235EF-7630-4F78-A5A6-944AFF95B0B5}" destId="{A5C02E49-A526-4FB0-8B55-08B67A47ACB2}" srcOrd="1" destOrd="0" presId="urn:microsoft.com/office/officeart/2005/8/layout/orgChart1"/>
    <dgm:cxn modelId="{361502D1-C3EE-46B7-AB00-027141F4F455}" type="presParOf" srcId="{0D3608CF-1F0D-4687-9B9B-B78B30811DCD}" destId="{2FDE74FA-7B74-43E8-88C2-824A43F38632}" srcOrd="1" destOrd="0" presId="urn:microsoft.com/office/officeart/2005/8/layout/orgChart1"/>
    <dgm:cxn modelId="{DA69ACB8-8B86-4395-805F-30DA64B17684}" type="presParOf" srcId="{2FDE74FA-7B74-43E8-88C2-824A43F38632}" destId="{25BA5D93-1739-46B0-B0F9-872F246898AA}" srcOrd="0" destOrd="0" presId="urn:microsoft.com/office/officeart/2005/8/layout/orgChart1"/>
    <dgm:cxn modelId="{E2565A1A-1537-4451-898E-73C3D97D6938}" type="presParOf" srcId="{2FDE74FA-7B74-43E8-88C2-824A43F38632}" destId="{624B8F1B-E1D6-4BAB-8DC7-E8D2E33D57CB}" srcOrd="1" destOrd="0" presId="urn:microsoft.com/office/officeart/2005/8/layout/orgChart1"/>
    <dgm:cxn modelId="{05944746-E261-4244-83D4-FAB4C970BD62}" type="presParOf" srcId="{624B8F1B-E1D6-4BAB-8DC7-E8D2E33D57CB}" destId="{84D33919-EBBB-443C-A330-5C21D97AFA3E}" srcOrd="0" destOrd="0" presId="urn:microsoft.com/office/officeart/2005/8/layout/orgChart1"/>
    <dgm:cxn modelId="{DFFEEF7A-A149-4337-A603-C1D190CB1AD8}" type="presParOf" srcId="{84D33919-EBBB-443C-A330-5C21D97AFA3E}" destId="{EA7689E7-A50F-428A-9A09-B376CB01ADF3}" srcOrd="0" destOrd="0" presId="urn:microsoft.com/office/officeart/2005/8/layout/orgChart1"/>
    <dgm:cxn modelId="{8507BA29-A198-4F52-B791-A5993DF2137C}" type="presParOf" srcId="{84D33919-EBBB-443C-A330-5C21D97AFA3E}" destId="{40012ECC-ECBF-4A95-A728-94BF9B80BDEF}" srcOrd="1" destOrd="0" presId="urn:microsoft.com/office/officeart/2005/8/layout/orgChart1"/>
    <dgm:cxn modelId="{E26E6F65-1334-4369-AEF2-C4B0F151FFD9}" type="presParOf" srcId="{624B8F1B-E1D6-4BAB-8DC7-E8D2E33D57CB}" destId="{F480E782-143C-4342-AB79-E3E546A34A4E}" srcOrd="1" destOrd="0" presId="urn:microsoft.com/office/officeart/2005/8/layout/orgChart1"/>
    <dgm:cxn modelId="{3DD21AD0-0D79-4312-9CF3-85CA359ADB10}" type="presParOf" srcId="{F480E782-143C-4342-AB79-E3E546A34A4E}" destId="{AE1E2A11-2968-4E2B-9C38-E904790F31E4}" srcOrd="0" destOrd="0" presId="urn:microsoft.com/office/officeart/2005/8/layout/orgChart1"/>
    <dgm:cxn modelId="{1DC6D662-0E31-406F-B468-02CD14CB4FEB}" type="presParOf" srcId="{F480E782-143C-4342-AB79-E3E546A34A4E}" destId="{14B81422-AE8B-4206-A400-BD94E336AD3C}" srcOrd="1" destOrd="0" presId="urn:microsoft.com/office/officeart/2005/8/layout/orgChart1"/>
    <dgm:cxn modelId="{E9FE1906-1B1F-46A3-A645-25344B5E5F87}" type="presParOf" srcId="{14B81422-AE8B-4206-A400-BD94E336AD3C}" destId="{7DC9DE5E-B84C-4F4C-93DA-44863A924409}" srcOrd="0" destOrd="0" presId="urn:microsoft.com/office/officeart/2005/8/layout/orgChart1"/>
    <dgm:cxn modelId="{06CEA1CF-E13D-4D9E-B376-6AD2E207EABF}" type="presParOf" srcId="{7DC9DE5E-B84C-4F4C-93DA-44863A924409}" destId="{EF61B13F-6F6C-4590-9CDD-728664BCA0F5}" srcOrd="0" destOrd="0" presId="urn:microsoft.com/office/officeart/2005/8/layout/orgChart1"/>
    <dgm:cxn modelId="{9202872E-36E3-42A5-98A6-1D349170D02B}" type="presParOf" srcId="{7DC9DE5E-B84C-4F4C-93DA-44863A924409}" destId="{60B8C39F-1ED8-4B62-80EE-D0AF3015232A}" srcOrd="1" destOrd="0" presId="urn:microsoft.com/office/officeart/2005/8/layout/orgChart1"/>
    <dgm:cxn modelId="{29E5C0B5-05DB-435E-AC3C-2C2BC8BA67E7}" type="presParOf" srcId="{14B81422-AE8B-4206-A400-BD94E336AD3C}" destId="{C9D44425-9B62-4EAE-B2A6-67AE02276359}" srcOrd="1" destOrd="0" presId="urn:microsoft.com/office/officeart/2005/8/layout/orgChart1"/>
    <dgm:cxn modelId="{96173701-ADEE-4BE4-A0EC-7C7CD8228F07}" type="presParOf" srcId="{14B81422-AE8B-4206-A400-BD94E336AD3C}" destId="{133AEED1-B34C-47D2-9CFE-5ED5C4BF91A3}" srcOrd="2" destOrd="0" presId="urn:microsoft.com/office/officeart/2005/8/layout/orgChart1"/>
    <dgm:cxn modelId="{A8C9BB84-7B73-40B2-B60E-0B85E4BD9E7D}" type="presParOf" srcId="{624B8F1B-E1D6-4BAB-8DC7-E8D2E33D57CB}" destId="{9C154BC2-1A07-4641-8810-55D20BC391F3}" srcOrd="2" destOrd="0" presId="urn:microsoft.com/office/officeart/2005/8/layout/orgChart1"/>
    <dgm:cxn modelId="{5F6BE4A3-7C4C-4063-AF12-DF65BD82E3CE}" type="presParOf" srcId="{2FDE74FA-7B74-43E8-88C2-824A43F38632}" destId="{F35B9D98-6A1E-4522-87D8-E8F09BCB75C8}" srcOrd="2" destOrd="0" presId="urn:microsoft.com/office/officeart/2005/8/layout/orgChart1"/>
    <dgm:cxn modelId="{C801772E-CFE4-43D8-8D6D-64A875001409}" type="presParOf" srcId="{2FDE74FA-7B74-43E8-88C2-824A43F38632}" destId="{68496FBD-7183-4F65-B619-CEA4D018D2E8}" srcOrd="3" destOrd="0" presId="urn:microsoft.com/office/officeart/2005/8/layout/orgChart1"/>
    <dgm:cxn modelId="{369B82B7-4285-40E2-9EAD-265BFF3D09FD}" type="presParOf" srcId="{68496FBD-7183-4F65-B619-CEA4D018D2E8}" destId="{B327A57A-41BD-442D-B55F-C1516CEC8E30}" srcOrd="0" destOrd="0" presId="urn:microsoft.com/office/officeart/2005/8/layout/orgChart1"/>
    <dgm:cxn modelId="{67689C12-923F-4083-8229-A9A7A75BDF0E}" type="presParOf" srcId="{B327A57A-41BD-442D-B55F-C1516CEC8E30}" destId="{0B140275-799D-4D6F-92A6-79C1E4A32254}" srcOrd="0" destOrd="0" presId="urn:microsoft.com/office/officeart/2005/8/layout/orgChart1"/>
    <dgm:cxn modelId="{422FD9BF-ED9B-413D-8F90-431B6AB55EEC}" type="presParOf" srcId="{B327A57A-41BD-442D-B55F-C1516CEC8E30}" destId="{CD91C57B-BD8F-4DD5-9360-E97BE87CA6E3}" srcOrd="1" destOrd="0" presId="urn:microsoft.com/office/officeart/2005/8/layout/orgChart1"/>
    <dgm:cxn modelId="{2C53F32B-E83D-4FCF-BDFF-197C9F89DA6B}" type="presParOf" srcId="{68496FBD-7183-4F65-B619-CEA4D018D2E8}" destId="{1BA1ABA9-73A9-498B-8FBE-BB3A2F1DF4FF}" srcOrd="1" destOrd="0" presId="urn:microsoft.com/office/officeart/2005/8/layout/orgChart1"/>
    <dgm:cxn modelId="{0C88B7FB-719C-4A38-8D2C-CC4BCBA09058}" type="presParOf" srcId="{68496FBD-7183-4F65-B619-CEA4D018D2E8}" destId="{6AD91133-6A77-4D16-B521-07A075A93CC9}" srcOrd="2" destOrd="0" presId="urn:microsoft.com/office/officeart/2005/8/layout/orgChart1"/>
    <dgm:cxn modelId="{17586CA4-68CE-4425-B33F-A27B374E4AFC}" type="presParOf" srcId="{0D3608CF-1F0D-4687-9B9B-B78B30811DCD}" destId="{A682756D-14B2-40BF-8619-F61850BFEACC}" srcOrd="2" destOrd="0" presId="urn:microsoft.com/office/officeart/2005/8/layout/orgChart1"/>
    <dgm:cxn modelId="{817306DF-88CE-4883-A0E1-D6D105EA915E}" type="presParOf" srcId="{104E43D4-C872-4A45-A35E-632EDEA4409A}" destId="{5855C90F-9F66-4B32-B8D0-DF1A2844CD41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BD51E99-FFC0-4EEF-9C6C-468F6122572C}" type="doc">
      <dgm:prSet loTypeId="urn:microsoft.com/office/officeart/2005/8/layout/orgChart1" loCatId="hierarchy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GB"/>
        </a:p>
      </dgm:t>
    </dgm:pt>
    <dgm:pt modelId="{641A81AC-9EA2-4A34-9E00-9385ED1FD422}">
      <dgm:prSet phldrT="[Text]"/>
      <dgm:spPr/>
      <dgm:t>
        <a:bodyPr/>
        <a:lstStyle/>
        <a:p>
          <a:r>
            <a:rPr lang="en-GB" dirty="0"/>
            <a:t>Top level</a:t>
          </a:r>
        </a:p>
      </dgm:t>
    </dgm:pt>
    <dgm:pt modelId="{FE9D218B-9D24-4764-B6A2-6380B9E0F411}" type="parTrans" cxnId="{08E34895-11D1-4CB3-B06E-201BA1C44F7F}">
      <dgm:prSet/>
      <dgm:spPr/>
      <dgm:t>
        <a:bodyPr/>
        <a:lstStyle/>
        <a:p>
          <a:endParaRPr lang="en-GB"/>
        </a:p>
      </dgm:t>
    </dgm:pt>
    <dgm:pt modelId="{CA4593E2-4752-4C4F-986F-72D2B7FDDEFF}" type="sibTrans" cxnId="{08E34895-11D1-4CB3-B06E-201BA1C44F7F}">
      <dgm:prSet/>
      <dgm:spPr/>
      <dgm:t>
        <a:bodyPr/>
        <a:lstStyle/>
        <a:p>
          <a:endParaRPr lang="en-GB"/>
        </a:p>
      </dgm:t>
    </dgm:pt>
    <dgm:pt modelId="{6A310116-E4CA-4DAA-9FA7-A32CC4C882C1}">
      <dgm:prSet phldrT="[Text]"/>
      <dgm:spPr/>
      <dgm:t>
        <a:bodyPr/>
        <a:lstStyle/>
        <a:p>
          <a:r>
            <a:rPr lang="en-GB" dirty="0"/>
            <a:t>Level 1</a:t>
          </a:r>
        </a:p>
      </dgm:t>
    </dgm:pt>
    <dgm:pt modelId="{6B487201-48C7-4A3F-82AF-53B03C877328}" type="parTrans" cxnId="{9C00559D-8453-449C-BA1D-6D269B781942}">
      <dgm:prSet/>
      <dgm:spPr/>
      <dgm:t>
        <a:bodyPr/>
        <a:lstStyle/>
        <a:p>
          <a:endParaRPr lang="en-GB"/>
        </a:p>
      </dgm:t>
    </dgm:pt>
    <dgm:pt modelId="{6D1A143E-D152-4857-91C0-707785665A42}" type="sibTrans" cxnId="{9C00559D-8453-449C-BA1D-6D269B781942}">
      <dgm:prSet/>
      <dgm:spPr/>
      <dgm:t>
        <a:bodyPr/>
        <a:lstStyle/>
        <a:p>
          <a:endParaRPr lang="en-GB"/>
        </a:p>
      </dgm:t>
    </dgm:pt>
    <dgm:pt modelId="{0BFD83F9-A816-4B0E-8A50-137C4309344B}">
      <dgm:prSet phldrT="[Text]"/>
      <dgm:spPr/>
      <dgm:t>
        <a:bodyPr/>
        <a:lstStyle/>
        <a:p>
          <a:r>
            <a:rPr lang="en-GB" dirty="0"/>
            <a:t>Level 1</a:t>
          </a:r>
        </a:p>
      </dgm:t>
    </dgm:pt>
    <dgm:pt modelId="{17664803-913D-4594-93F0-C8830109BDA9}" type="parTrans" cxnId="{4612C9F7-D623-4042-A9D0-4F21E8ECD726}">
      <dgm:prSet/>
      <dgm:spPr/>
      <dgm:t>
        <a:bodyPr/>
        <a:lstStyle/>
        <a:p>
          <a:endParaRPr lang="en-GB"/>
        </a:p>
      </dgm:t>
    </dgm:pt>
    <dgm:pt modelId="{7AAB4858-3F6F-49B3-BB51-EA242583CFD2}" type="sibTrans" cxnId="{4612C9F7-D623-4042-A9D0-4F21E8ECD726}">
      <dgm:prSet/>
      <dgm:spPr/>
      <dgm:t>
        <a:bodyPr/>
        <a:lstStyle/>
        <a:p>
          <a:endParaRPr lang="en-GB"/>
        </a:p>
      </dgm:t>
    </dgm:pt>
    <dgm:pt modelId="{8C96C477-B505-4AA8-BC4E-76003BD52243}">
      <dgm:prSet phldrT="[Text]"/>
      <dgm:spPr/>
      <dgm:t>
        <a:bodyPr/>
        <a:lstStyle/>
        <a:p>
          <a:r>
            <a:rPr lang="en-GB" dirty="0"/>
            <a:t>Level 1</a:t>
          </a:r>
        </a:p>
      </dgm:t>
    </dgm:pt>
    <dgm:pt modelId="{EB29657B-05A7-4512-B1DB-9DBBED53CC83}" type="parTrans" cxnId="{5935753D-7A59-45F2-B531-B47CCB4E0790}">
      <dgm:prSet/>
      <dgm:spPr/>
      <dgm:t>
        <a:bodyPr/>
        <a:lstStyle/>
        <a:p>
          <a:endParaRPr lang="en-GB"/>
        </a:p>
      </dgm:t>
    </dgm:pt>
    <dgm:pt modelId="{8A9E2267-C94C-491D-B416-D5C822C5BDA5}" type="sibTrans" cxnId="{5935753D-7A59-45F2-B531-B47CCB4E0790}">
      <dgm:prSet/>
      <dgm:spPr/>
      <dgm:t>
        <a:bodyPr/>
        <a:lstStyle/>
        <a:p>
          <a:endParaRPr lang="en-GB"/>
        </a:p>
      </dgm:t>
    </dgm:pt>
    <dgm:pt modelId="{F96BA4A3-9A65-4CDD-BE04-7D66D0FCFE40}">
      <dgm:prSet phldrT="[Text]"/>
      <dgm:spPr/>
      <dgm:t>
        <a:bodyPr/>
        <a:lstStyle/>
        <a:p>
          <a:r>
            <a:rPr lang="en-GB" dirty="0"/>
            <a:t>Level 2</a:t>
          </a:r>
        </a:p>
      </dgm:t>
    </dgm:pt>
    <dgm:pt modelId="{856CED3C-6A07-41E7-8561-CB3006FF3AE2}" type="parTrans" cxnId="{589B462F-9C79-4198-8F70-6054238063EC}">
      <dgm:prSet/>
      <dgm:spPr/>
      <dgm:t>
        <a:bodyPr/>
        <a:lstStyle/>
        <a:p>
          <a:endParaRPr lang="en-GB"/>
        </a:p>
      </dgm:t>
    </dgm:pt>
    <dgm:pt modelId="{DE35821D-3CE8-4AE6-908C-91416B671ED8}" type="sibTrans" cxnId="{589B462F-9C79-4198-8F70-6054238063EC}">
      <dgm:prSet/>
      <dgm:spPr/>
      <dgm:t>
        <a:bodyPr/>
        <a:lstStyle/>
        <a:p>
          <a:endParaRPr lang="en-GB"/>
        </a:p>
      </dgm:t>
    </dgm:pt>
    <dgm:pt modelId="{37E02828-0FFE-430F-8E85-F035E69B43BD}">
      <dgm:prSet phldrT="[Text]"/>
      <dgm:spPr/>
      <dgm:t>
        <a:bodyPr/>
        <a:lstStyle/>
        <a:p>
          <a:r>
            <a:rPr lang="en-GB" dirty="0"/>
            <a:t>Level 2</a:t>
          </a:r>
        </a:p>
      </dgm:t>
    </dgm:pt>
    <dgm:pt modelId="{71FDD5FF-1B35-462D-8FDA-043D7D12CBE8}" type="parTrans" cxnId="{EBA0EA77-24B0-44F1-8A95-0A2856806F90}">
      <dgm:prSet/>
      <dgm:spPr/>
      <dgm:t>
        <a:bodyPr/>
        <a:lstStyle/>
        <a:p>
          <a:endParaRPr lang="en-GB"/>
        </a:p>
      </dgm:t>
    </dgm:pt>
    <dgm:pt modelId="{9BA3413D-232A-43A5-9D28-083C51FEF669}" type="sibTrans" cxnId="{EBA0EA77-24B0-44F1-8A95-0A2856806F90}">
      <dgm:prSet/>
      <dgm:spPr/>
      <dgm:t>
        <a:bodyPr/>
        <a:lstStyle/>
        <a:p>
          <a:endParaRPr lang="en-GB"/>
        </a:p>
      </dgm:t>
    </dgm:pt>
    <dgm:pt modelId="{D1A46C56-A8CE-46E8-BF6D-053309496E1D}">
      <dgm:prSet phldrT="[Text]"/>
      <dgm:spPr/>
      <dgm:t>
        <a:bodyPr/>
        <a:lstStyle/>
        <a:p>
          <a:r>
            <a:rPr lang="en-GB" dirty="0"/>
            <a:t>Level 3</a:t>
          </a:r>
        </a:p>
      </dgm:t>
    </dgm:pt>
    <dgm:pt modelId="{64162D27-ACD0-48D3-8580-91C04278FB3A}" type="parTrans" cxnId="{49921FEF-8519-49E6-AAA8-6A37AF928EE7}">
      <dgm:prSet/>
      <dgm:spPr/>
      <dgm:t>
        <a:bodyPr/>
        <a:lstStyle/>
        <a:p>
          <a:endParaRPr lang="en-GB"/>
        </a:p>
      </dgm:t>
    </dgm:pt>
    <dgm:pt modelId="{322882EF-18E1-4EDC-8875-C3B012730B17}" type="sibTrans" cxnId="{49921FEF-8519-49E6-AAA8-6A37AF928EE7}">
      <dgm:prSet/>
      <dgm:spPr/>
      <dgm:t>
        <a:bodyPr/>
        <a:lstStyle/>
        <a:p>
          <a:endParaRPr lang="en-GB"/>
        </a:p>
      </dgm:t>
    </dgm:pt>
    <dgm:pt modelId="{11BD22DB-2729-4AC4-B641-6CB331239F43}">
      <dgm:prSet phldrT="[Text]"/>
      <dgm:spPr/>
      <dgm:t>
        <a:bodyPr/>
        <a:lstStyle/>
        <a:p>
          <a:r>
            <a:rPr lang="en-GB" dirty="0"/>
            <a:t>Level 3</a:t>
          </a:r>
        </a:p>
      </dgm:t>
    </dgm:pt>
    <dgm:pt modelId="{0965D37B-9E1E-488D-ABA3-919261D6ECE9}" type="parTrans" cxnId="{4E0AFB99-5DA1-48A3-8901-F8DED534824D}">
      <dgm:prSet/>
      <dgm:spPr/>
      <dgm:t>
        <a:bodyPr/>
        <a:lstStyle/>
        <a:p>
          <a:endParaRPr lang="en-GB"/>
        </a:p>
      </dgm:t>
    </dgm:pt>
    <dgm:pt modelId="{DA1D93BB-2A65-4CA2-8266-7D7E29B41B60}" type="sibTrans" cxnId="{4E0AFB99-5DA1-48A3-8901-F8DED534824D}">
      <dgm:prSet/>
      <dgm:spPr/>
      <dgm:t>
        <a:bodyPr/>
        <a:lstStyle/>
        <a:p>
          <a:endParaRPr lang="en-GB"/>
        </a:p>
      </dgm:t>
    </dgm:pt>
    <dgm:pt modelId="{00933EF1-2AF1-44E9-B9F3-218820BF70C0}">
      <dgm:prSet phldrT="[Text]"/>
      <dgm:spPr/>
      <dgm:t>
        <a:bodyPr/>
        <a:lstStyle/>
        <a:p>
          <a:r>
            <a:rPr lang="en-GB" dirty="0"/>
            <a:t>Level 3</a:t>
          </a:r>
        </a:p>
      </dgm:t>
    </dgm:pt>
    <dgm:pt modelId="{524533BF-699D-4A11-83C6-396CB5FD9988}" type="parTrans" cxnId="{37F4B228-67E0-4B63-8500-BAFF91063D5D}">
      <dgm:prSet/>
      <dgm:spPr/>
      <dgm:t>
        <a:bodyPr/>
        <a:lstStyle/>
        <a:p>
          <a:endParaRPr lang="en-GB"/>
        </a:p>
      </dgm:t>
    </dgm:pt>
    <dgm:pt modelId="{D541FE28-E87F-42A0-A41F-D4466F3B00E8}" type="sibTrans" cxnId="{37F4B228-67E0-4B63-8500-BAFF91063D5D}">
      <dgm:prSet/>
      <dgm:spPr/>
      <dgm:t>
        <a:bodyPr/>
        <a:lstStyle/>
        <a:p>
          <a:endParaRPr lang="en-GB"/>
        </a:p>
      </dgm:t>
    </dgm:pt>
    <dgm:pt modelId="{C699788F-5BCF-4227-A8EA-856282BAC641}">
      <dgm:prSet phldrT="[Text]"/>
      <dgm:spPr/>
      <dgm:t>
        <a:bodyPr/>
        <a:lstStyle/>
        <a:p>
          <a:r>
            <a:rPr lang="en-GB" dirty="0"/>
            <a:t>Level 3</a:t>
          </a:r>
        </a:p>
      </dgm:t>
    </dgm:pt>
    <dgm:pt modelId="{809A56A7-73FE-4E14-AB6A-79B58CCFD102}" type="parTrans" cxnId="{A79CCFCE-1C04-404A-942B-9BB439FAA316}">
      <dgm:prSet/>
      <dgm:spPr/>
      <dgm:t>
        <a:bodyPr/>
        <a:lstStyle/>
        <a:p>
          <a:endParaRPr lang="en-GB"/>
        </a:p>
      </dgm:t>
    </dgm:pt>
    <dgm:pt modelId="{B94A2596-CDCE-4A62-82DA-5890B4D56064}" type="sibTrans" cxnId="{A79CCFCE-1C04-404A-942B-9BB439FAA316}">
      <dgm:prSet/>
      <dgm:spPr/>
      <dgm:t>
        <a:bodyPr/>
        <a:lstStyle/>
        <a:p>
          <a:endParaRPr lang="en-GB"/>
        </a:p>
      </dgm:t>
    </dgm:pt>
    <dgm:pt modelId="{43A0AAE5-A921-4ADE-B4B1-E6285F8D7737}">
      <dgm:prSet phldrT="[Text]"/>
      <dgm:spPr/>
      <dgm:t>
        <a:bodyPr/>
        <a:lstStyle/>
        <a:p>
          <a:r>
            <a:rPr lang="en-GB" dirty="0"/>
            <a:t>Level 4</a:t>
          </a:r>
        </a:p>
      </dgm:t>
    </dgm:pt>
    <dgm:pt modelId="{15B5D890-2BC3-4644-A920-0630A56320DC}" type="parTrans" cxnId="{AE46D16C-EC44-42AB-B803-8B22129E8BB0}">
      <dgm:prSet/>
      <dgm:spPr/>
      <dgm:t>
        <a:bodyPr/>
        <a:lstStyle/>
        <a:p>
          <a:endParaRPr lang="en-GB"/>
        </a:p>
      </dgm:t>
    </dgm:pt>
    <dgm:pt modelId="{5E89C18E-F338-49DF-87E2-5C4BFBD0B077}" type="sibTrans" cxnId="{AE46D16C-EC44-42AB-B803-8B22129E8BB0}">
      <dgm:prSet/>
      <dgm:spPr/>
      <dgm:t>
        <a:bodyPr/>
        <a:lstStyle/>
        <a:p>
          <a:endParaRPr lang="en-GB"/>
        </a:p>
      </dgm:t>
    </dgm:pt>
    <dgm:pt modelId="{8C8A3967-2444-4087-8905-5E9C68C268C5}">
      <dgm:prSet phldrT="[Text]"/>
      <dgm:spPr/>
      <dgm:t>
        <a:bodyPr/>
        <a:lstStyle/>
        <a:p>
          <a:r>
            <a:rPr lang="en-GB" dirty="0"/>
            <a:t>Level 4</a:t>
          </a:r>
        </a:p>
      </dgm:t>
    </dgm:pt>
    <dgm:pt modelId="{CE4001F4-A6B1-4129-927F-2CDB56E609CF}" type="parTrans" cxnId="{B7CE11A8-F3EF-4D3F-9A67-82F4DE10798B}">
      <dgm:prSet/>
      <dgm:spPr/>
      <dgm:t>
        <a:bodyPr/>
        <a:lstStyle/>
        <a:p>
          <a:endParaRPr lang="en-GB"/>
        </a:p>
      </dgm:t>
    </dgm:pt>
    <dgm:pt modelId="{99ECC569-134A-401C-BA84-3D0FF79D9B7A}" type="sibTrans" cxnId="{B7CE11A8-F3EF-4D3F-9A67-82F4DE10798B}">
      <dgm:prSet/>
      <dgm:spPr/>
      <dgm:t>
        <a:bodyPr/>
        <a:lstStyle/>
        <a:p>
          <a:endParaRPr lang="en-GB"/>
        </a:p>
      </dgm:t>
    </dgm:pt>
    <dgm:pt modelId="{436B02F6-F4DE-4F15-8980-5F7BEDBDE6B8}">
      <dgm:prSet phldrT="[Text]"/>
      <dgm:spPr/>
      <dgm:t>
        <a:bodyPr/>
        <a:lstStyle/>
        <a:p>
          <a:r>
            <a:rPr lang="en-GB" dirty="0"/>
            <a:t>Level 2</a:t>
          </a:r>
        </a:p>
      </dgm:t>
    </dgm:pt>
    <dgm:pt modelId="{D6D4AEC0-59EC-42D3-94B2-7727D1BB4DED}" type="parTrans" cxnId="{FC09E520-B6D7-4FEA-842C-4448A7AED09D}">
      <dgm:prSet/>
      <dgm:spPr/>
      <dgm:t>
        <a:bodyPr/>
        <a:lstStyle/>
        <a:p>
          <a:endParaRPr lang="en-GB"/>
        </a:p>
      </dgm:t>
    </dgm:pt>
    <dgm:pt modelId="{B0945317-B32E-4A5E-9F41-05D88C632926}" type="sibTrans" cxnId="{FC09E520-B6D7-4FEA-842C-4448A7AED09D}">
      <dgm:prSet/>
      <dgm:spPr/>
      <dgm:t>
        <a:bodyPr/>
        <a:lstStyle/>
        <a:p>
          <a:endParaRPr lang="en-GB"/>
        </a:p>
      </dgm:t>
    </dgm:pt>
    <dgm:pt modelId="{621B9AB0-52B4-4568-9714-82EC3EC0DE65}">
      <dgm:prSet phldrT="[Text]"/>
      <dgm:spPr/>
      <dgm:t>
        <a:bodyPr/>
        <a:lstStyle/>
        <a:p>
          <a:r>
            <a:rPr lang="en-GB" dirty="0"/>
            <a:t>Level 2</a:t>
          </a:r>
        </a:p>
      </dgm:t>
    </dgm:pt>
    <dgm:pt modelId="{CCB07602-5D18-49D3-AC6E-F4B7FBAF5B7E}" type="parTrans" cxnId="{B072E5F0-92D0-449A-8F13-738275761594}">
      <dgm:prSet/>
      <dgm:spPr/>
      <dgm:t>
        <a:bodyPr/>
        <a:lstStyle/>
        <a:p>
          <a:endParaRPr lang="en-GB"/>
        </a:p>
      </dgm:t>
    </dgm:pt>
    <dgm:pt modelId="{C6146C72-CE60-4A13-ABCC-F19F440C63EC}" type="sibTrans" cxnId="{B072E5F0-92D0-449A-8F13-738275761594}">
      <dgm:prSet/>
      <dgm:spPr/>
      <dgm:t>
        <a:bodyPr/>
        <a:lstStyle/>
        <a:p>
          <a:endParaRPr lang="en-GB"/>
        </a:p>
      </dgm:t>
    </dgm:pt>
    <dgm:pt modelId="{FC881DFD-09B3-41F1-AA58-93EAA1DC51F4}">
      <dgm:prSet phldrT="[Text]"/>
      <dgm:spPr/>
      <dgm:t>
        <a:bodyPr/>
        <a:lstStyle/>
        <a:p>
          <a:r>
            <a:rPr lang="en-GB" dirty="0"/>
            <a:t>Level 3</a:t>
          </a:r>
        </a:p>
      </dgm:t>
    </dgm:pt>
    <dgm:pt modelId="{650DBEA8-39C0-4E9A-A66D-702070F3C466}" type="parTrans" cxnId="{4B763BFE-D73A-4405-B9D1-366220ADDFEE}">
      <dgm:prSet/>
      <dgm:spPr/>
      <dgm:t>
        <a:bodyPr/>
        <a:lstStyle/>
        <a:p>
          <a:endParaRPr lang="en-GB"/>
        </a:p>
      </dgm:t>
    </dgm:pt>
    <dgm:pt modelId="{86F71BDC-EB33-477C-ADCB-142347552B89}" type="sibTrans" cxnId="{4B763BFE-D73A-4405-B9D1-366220ADDFEE}">
      <dgm:prSet/>
      <dgm:spPr/>
      <dgm:t>
        <a:bodyPr/>
        <a:lstStyle/>
        <a:p>
          <a:endParaRPr lang="en-GB"/>
        </a:p>
      </dgm:t>
    </dgm:pt>
    <dgm:pt modelId="{3D2186B8-90EF-490C-AF59-562907078203}" type="pres">
      <dgm:prSet presAssocID="{5BD51E99-FFC0-4EEF-9C6C-468F6122572C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1E06A66F-789C-4634-972E-45A55E344851}" type="pres">
      <dgm:prSet presAssocID="{641A81AC-9EA2-4A34-9E00-9385ED1FD422}" presName="hierRoot1" presStyleCnt="0">
        <dgm:presLayoutVars>
          <dgm:hierBranch val="init"/>
        </dgm:presLayoutVars>
      </dgm:prSet>
      <dgm:spPr/>
    </dgm:pt>
    <dgm:pt modelId="{D3664D89-3D5F-414F-BDF9-6DD184467A80}" type="pres">
      <dgm:prSet presAssocID="{641A81AC-9EA2-4A34-9E00-9385ED1FD422}" presName="rootComposite1" presStyleCnt="0"/>
      <dgm:spPr/>
    </dgm:pt>
    <dgm:pt modelId="{D576F7C4-99BB-4A3C-BD1B-DFAD90EDE4D6}" type="pres">
      <dgm:prSet presAssocID="{641A81AC-9EA2-4A34-9E00-9385ED1FD422}" presName="rootText1" presStyleLbl="node0" presStyleIdx="0" presStyleCnt="1">
        <dgm:presLayoutVars>
          <dgm:chPref val="3"/>
        </dgm:presLayoutVars>
      </dgm:prSet>
      <dgm:spPr/>
    </dgm:pt>
    <dgm:pt modelId="{763F14C9-31F7-4A39-A50A-BF7F0E6BC962}" type="pres">
      <dgm:prSet presAssocID="{641A81AC-9EA2-4A34-9E00-9385ED1FD422}" presName="rootConnector1" presStyleLbl="node1" presStyleIdx="0" presStyleCnt="0"/>
      <dgm:spPr/>
    </dgm:pt>
    <dgm:pt modelId="{0B4BED53-69EF-4477-8AAD-1DFACCE7A55E}" type="pres">
      <dgm:prSet presAssocID="{641A81AC-9EA2-4A34-9E00-9385ED1FD422}" presName="hierChild2" presStyleCnt="0"/>
      <dgm:spPr/>
    </dgm:pt>
    <dgm:pt modelId="{A3C2E62E-2279-45DD-9935-5F1124B4ABFE}" type="pres">
      <dgm:prSet presAssocID="{6B487201-48C7-4A3F-82AF-53B03C877328}" presName="Name37" presStyleLbl="parChTrans1D2" presStyleIdx="0" presStyleCnt="3"/>
      <dgm:spPr/>
    </dgm:pt>
    <dgm:pt modelId="{603721B2-9CF4-41FF-97F5-DD1B68583295}" type="pres">
      <dgm:prSet presAssocID="{6A310116-E4CA-4DAA-9FA7-A32CC4C882C1}" presName="hierRoot2" presStyleCnt="0">
        <dgm:presLayoutVars>
          <dgm:hierBranch val="init"/>
        </dgm:presLayoutVars>
      </dgm:prSet>
      <dgm:spPr/>
    </dgm:pt>
    <dgm:pt modelId="{5927D8ED-53DA-49FE-8312-936A732D096B}" type="pres">
      <dgm:prSet presAssocID="{6A310116-E4CA-4DAA-9FA7-A32CC4C882C1}" presName="rootComposite" presStyleCnt="0"/>
      <dgm:spPr/>
    </dgm:pt>
    <dgm:pt modelId="{B6399BF2-009D-4A46-AC79-56E91FE2E714}" type="pres">
      <dgm:prSet presAssocID="{6A310116-E4CA-4DAA-9FA7-A32CC4C882C1}" presName="rootText" presStyleLbl="node2" presStyleIdx="0" presStyleCnt="3">
        <dgm:presLayoutVars>
          <dgm:chPref val="3"/>
        </dgm:presLayoutVars>
      </dgm:prSet>
      <dgm:spPr/>
    </dgm:pt>
    <dgm:pt modelId="{E33AA7E0-5967-4269-BC66-7E754E5BB239}" type="pres">
      <dgm:prSet presAssocID="{6A310116-E4CA-4DAA-9FA7-A32CC4C882C1}" presName="rootConnector" presStyleLbl="node2" presStyleIdx="0" presStyleCnt="3"/>
      <dgm:spPr/>
    </dgm:pt>
    <dgm:pt modelId="{D05DF558-AE88-4381-905C-443EA7B3F85F}" type="pres">
      <dgm:prSet presAssocID="{6A310116-E4CA-4DAA-9FA7-A32CC4C882C1}" presName="hierChild4" presStyleCnt="0"/>
      <dgm:spPr/>
    </dgm:pt>
    <dgm:pt modelId="{A7E15207-8AED-42D1-AE65-D9C3A49D6871}" type="pres">
      <dgm:prSet presAssocID="{6A310116-E4CA-4DAA-9FA7-A32CC4C882C1}" presName="hierChild5" presStyleCnt="0"/>
      <dgm:spPr/>
    </dgm:pt>
    <dgm:pt modelId="{B0C452E7-0527-4733-893D-D2DCA3E0B86A}" type="pres">
      <dgm:prSet presAssocID="{17664803-913D-4594-93F0-C8830109BDA9}" presName="Name37" presStyleLbl="parChTrans1D2" presStyleIdx="1" presStyleCnt="3"/>
      <dgm:spPr/>
    </dgm:pt>
    <dgm:pt modelId="{3BAAD0FD-FD3B-4A1C-B2B4-BBDABE835047}" type="pres">
      <dgm:prSet presAssocID="{0BFD83F9-A816-4B0E-8A50-137C4309344B}" presName="hierRoot2" presStyleCnt="0">
        <dgm:presLayoutVars>
          <dgm:hierBranch val="init"/>
        </dgm:presLayoutVars>
      </dgm:prSet>
      <dgm:spPr/>
    </dgm:pt>
    <dgm:pt modelId="{4F81FDAA-0F87-4EB1-8B12-9E2B175A6B3D}" type="pres">
      <dgm:prSet presAssocID="{0BFD83F9-A816-4B0E-8A50-137C4309344B}" presName="rootComposite" presStyleCnt="0"/>
      <dgm:spPr/>
    </dgm:pt>
    <dgm:pt modelId="{FBE47A00-8EE7-4080-89CC-AD8807DE86A1}" type="pres">
      <dgm:prSet presAssocID="{0BFD83F9-A816-4B0E-8A50-137C4309344B}" presName="rootText" presStyleLbl="node2" presStyleIdx="1" presStyleCnt="3">
        <dgm:presLayoutVars>
          <dgm:chPref val="3"/>
        </dgm:presLayoutVars>
      </dgm:prSet>
      <dgm:spPr/>
    </dgm:pt>
    <dgm:pt modelId="{36EA9703-42D7-46A2-AC9B-82FB320E9B2A}" type="pres">
      <dgm:prSet presAssocID="{0BFD83F9-A816-4B0E-8A50-137C4309344B}" presName="rootConnector" presStyleLbl="node2" presStyleIdx="1" presStyleCnt="3"/>
      <dgm:spPr/>
    </dgm:pt>
    <dgm:pt modelId="{77D4AC6C-D4DD-46E0-98EB-7A53BF0C379C}" type="pres">
      <dgm:prSet presAssocID="{0BFD83F9-A816-4B0E-8A50-137C4309344B}" presName="hierChild4" presStyleCnt="0"/>
      <dgm:spPr/>
    </dgm:pt>
    <dgm:pt modelId="{8C30806D-D8C1-4C5A-8CF4-73EB3C36C9DA}" type="pres">
      <dgm:prSet presAssocID="{856CED3C-6A07-41E7-8561-CB3006FF3AE2}" presName="Name37" presStyleLbl="parChTrans1D3" presStyleIdx="0" presStyleCnt="4"/>
      <dgm:spPr/>
    </dgm:pt>
    <dgm:pt modelId="{5F0424E5-897A-4245-A458-6A7F68A661F6}" type="pres">
      <dgm:prSet presAssocID="{F96BA4A3-9A65-4CDD-BE04-7D66D0FCFE40}" presName="hierRoot2" presStyleCnt="0">
        <dgm:presLayoutVars>
          <dgm:hierBranch val="init"/>
        </dgm:presLayoutVars>
      </dgm:prSet>
      <dgm:spPr/>
    </dgm:pt>
    <dgm:pt modelId="{539781AD-DB36-41B8-945C-153862882B6F}" type="pres">
      <dgm:prSet presAssocID="{F96BA4A3-9A65-4CDD-BE04-7D66D0FCFE40}" presName="rootComposite" presStyleCnt="0"/>
      <dgm:spPr/>
    </dgm:pt>
    <dgm:pt modelId="{AFEED0B6-79A9-4BA0-AB3B-7E79AA532C3F}" type="pres">
      <dgm:prSet presAssocID="{F96BA4A3-9A65-4CDD-BE04-7D66D0FCFE40}" presName="rootText" presStyleLbl="node3" presStyleIdx="0" presStyleCnt="4">
        <dgm:presLayoutVars>
          <dgm:chPref val="3"/>
        </dgm:presLayoutVars>
      </dgm:prSet>
      <dgm:spPr/>
    </dgm:pt>
    <dgm:pt modelId="{42E800FE-8EC5-4861-A543-A4A83C122143}" type="pres">
      <dgm:prSet presAssocID="{F96BA4A3-9A65-4CDD-BE04-7D66D0FCFE40}" presName="rootConnector" presStyleLbl="node3" presStyleIdx="0" presStyleCnt="4"/>
      <dgm:spPr/>
    </dgm:pt>
    <dgm:pt modelId="{BD6CF84E-1A4D-4159-BDE6-EDA49A591F50}" type="pres">
      <dgm:prSet presAssocID="{F96BA4A3-9A65-4CDD-BE04-7D66D0FCFE40}" presName="hierChild4" presStyleCnt="0"/>
      <dgm:spPr/>
    </dgm:pt>
    <dgm:pt modelId="{C23846EB-908E-4FA1-9B28-15B96A0AC423}" type="pres">
      <dgm:prSet presAssocID="{F96BA4A3-9A65-4CDD-BE04-7D66D0FCFE40}" presName="hierChild5" presStyleCnt="0"/>
      <dgm:spPr/>
    </dgm:pt>
    <dgm:pt modelId="{77630F50-41BB-4F9E-AB3F-31EF4446C5B7}" type="pres">
      <dgm:prSet presAssocID="{71FDD5FF-1B35-462D-8FDA-043D7D12CBE8}" presName="Name37" presStyleLbl="parChTrans1D3" presStyleIdx="1" presStyleCnt="4"/>
      <dgm:spPr/>
    </dgm:pt>
    <dgm:pt modelId="{69CB6533-44E8-444F-B060-4DED15565DAE}" type="pres">
      <dgm:prSet presAssocID="{37E02828-0FFE-430F-8E85-F035E69B43BD}" presName="hierRoot2" presStyleCnt="0">
        <dgm:presLayoutVars>
          <dgm:hierBranch val="init"/>
        </dgm:presLayoutVars>
      </dgm:prSet>
      <dgm:spPr/>
    </dgm:pt>
    <dgm:pt modelId="{4AE5A6C0-51E6-48E2-9E35-69BEDFE82D8A}" type="pres">
      <dgm:prSet presAssocID="{37E02828-0FFE-430F-8E85-F035E69B43BD}" presName="rootComposite" presStyleCnt="0"/>
      <dgm:spPr/>
    </dgm:pt>
    <dgm:pt modelId="{E5D6B167-3FA9-4213-BD5D-6DD94637F056}" type="pres">
      <dgm:prSet presAssocID="{37E02828-0FFE-430F-8E85-F035E69B43BD}" presName="rootText" presStyleLbl="node3" presStyleIdx="1" presStyleCnt="4">
        <dgm:presLayoutVars>
          <dgm:chPref val="3"/>
        </dgm:presLayoutVars>
      </dgm:prSet>
      <dgm:spPr/>
    </dgm:pt>
    <dgm:pt modelId="{8A75ABF9-B80F-477E-ADA7-48AD52BEF5B3}" type="pres">
      <dgm:prSet presAssocID="{37E02828-0FFE-430F-8E85-F035E69B43BD}" presName="rootConnector" presStyleLbl="node3" presStyleIdx="1" presStyleCnt="4"/>
      <dgm:spPr/>
    </dgm:pt>
    <dgm:pt modelId="{C505006E-A92F-4332-A50A-5A2BF1131422}" type="pres">
      <dgm:prSet presAssocID="{37E02828-0FFE-430F-8E85-F035E69B43BD}" presName="hierChild4" presStyleCnt="0"/>
      <dgm:spPr/>
    </dgm:pt>
    <dgm:pt modelId="{B30C41FA-EECB-4F61-9206-E22CF485CCE5}" type="pres">
      <dgm:prSet presAssocID="{64162D27-ACD0-48D3-8580-91C04278FB3A}" presName="Name37" presStyleLbl="parChTrans1D4" presStyleIdx="0" presStyleCnt="7"/>
      <dgm:spPr/>
    </dgm:pt>
    <dgm:pt modelId="{BA735728-FC71-4AFE-B51A-E63C0200C78C}" type="pres">
      <dgm:prSet presAssocID="{D1A46C56-A8CE-46E8-BF6D-053309496E1D}" presName="hierRoot2" presStyleCnt="0">
        <dgm:presLayoutVars>
          <dgm:hierBranch val="init"/>
        </dgm:presLayoutVars>
      </dgm:prSet>
      <dgm:spPr/>
    </dgm:pt>
    <dgm:pt modelId="{9395150D-5420-4CC7-AF02-A3CA4A2FDEA3}" type="pres">
      <dgm:prSet presAssocID="{D1A46C56-A8CE-46E8-BF6D-053309496E1D}" presName="rootComposite" presStyleCnt="0"/>
      <dgm:spPr/>
    </dgm:pt>
    <dgm:pt modelId="{8D865ED3-DDFE-4DC4-9E13-9C136E1F4596}" type="pres">
      <dgm:prSet presAssocID="{D1A46C56-A8CE-46E8-BF6D-053309496E1D}" presName="rootText" presStyleLbl="node4" presStyleIdx="0" presStyleCnt="7">
        <dgm:presLayoutVars>
          <dgm:chPref val="3"/>
        </dgm:presLayoutVars>
      </dgm:prSet>
      <dgm:spPr/>
    </dgm:pt>
    <dgm:pt modelId="{36A1C92A-2A81-4A4B-83BA-805B1367B0BE}" type="pres">
      <dgm:prSet presAssocID="{D1A46C56-A8CE-46E8-BF6D-053309496E1D}" presName="rootConnector" presStyleLbl="node4" presStyleIdx="0" presStyleCnt="7"/>
      <dgm:spPr/>
    </dgm:pt>
    <dgm:pt modelId="{AE6179CE-3C26-4DDD-A9C6-7FDACD0D0950}" type="pres">
      <dgm:prSet presAssocID="{D1A46C56-A8CE-46E8-BF6D-053309496E1D}" presName="hierChild4" presStyleCnt="0"/>
      <dgm:spPr/>
    </dgm:pt>
    <dgm:pt modelId="{85F97C8F-E39A-4D0E-95B2-704CE74BE420}" type="pres">
      <dgm:prSet presAssocID="{D1A46C56-A8CE-46E8-BF6D-053309496E1D}" presName="hierChild5" presStyleCnt="0"/>
      <dgm:spPr/>
    </dgm:pt>
    <dgm:pt modelId="{68C7BD88-A8CF-414B-BDFC-66464783C2D7}" type="pres">
      <dgm:prSet presAssocID="{0965D37B-9E1E-488D-ABA3-919261D6ECE9}" presName="Name37" presStyleLbl="parChTrans1D4" presStyleIdx="1" presStyleCnt="7"/>
      <dgm:spPr/>
    </dgm:pt>
    <dgm:pt modelId="{0E30D6F3-3205-4B25-B383-43F08D8B0B33}" type="pres">
      <dgm:prSet presAssocID="{11BD22DB-2729-4AC4-B641-6CB331239F43}" presName="hierRoot2" presStyleCnt="0">
        <dgm:presLayoutVars>
          <dgm:hierBranch val="init"/>
        </dgm:presLayoutVars>
      </dgm:prSet>
      <dgm:spPr/>
    </dgm:pt>
    <dgm:pt modelId="{7C549D11-784E-460E-AE1C-53731F980629}" type="pres">
      <dgm:prSet presAssocID="{11BD22DB-2729-4AC4-B641-6CB331239F43}" presName="rootComposite" presStyleCnt="0"/>
      <dgm:spPr/>
    </dgm:pt>
    <dgm:pt modelId="{75D95989-366C-4CD5-85A1-9C1B9C87D98A}" type="pres">
      <dgm:prSet presAssocID="{11BD22DB-2729-4AC4-B641-6CB331239F43}" presName="rootText" presStyleLbl="node4" presStyleIdx="1" presStyleCnt="7">
        <dgm:presLayoutVars>
          <dgm:chPref val="3"/>
        </dgm:presLayoutVars>
      </dgm:prSet>
      <dgm:spPr/>
    </dgm:pt>
    <dgm:pt modelId="{8979F7BD-16FC-418C-B14B-576370E02F17}" type="pres">
      <dgm:prSet presAssocID="{11BD22DB-2729-4AC4-B641-6CB331239F43}" presName="rootConnector" presStyleLbl="node4" presStyleIdx="1" presStyleCnt="7"/>
      <dgm:spPr/>
    </dgm:pt>
    <dgm:pt modelId="{D1054AA5-823B-4AB2-9B33-37BD7B5F3FD9}" type="pres">
      <dgm:prSet presAssocID="{11BD22DB-2729-4AC4-B641-6CB331239F43}" presName="hierChild4" presStyleCnt="0"/>
      <dgm:spPr/>
    </dgm:pt>
    <dgm:pt modelId="{AAD28A56-9167-4321-9E14-94481E6FAF09}" type="pres">
      <dgm:prSet presAssocID="{11BD22DB-2729-4AC4-B641-6CB331239F43}" presName="hierChild5" presStyleCnt="0"/>
      <dgm:spPr/>
    </dgm:pt>
    <dgm:pt modelId="{57B4B7B4-DBBB-42BE-8244-08C6A48F1D4E}" type="pres">
      <dgm:prSet presAssocID="{524533BF-699D-4A11-83C6-396CB5FD9988}" presName="Name37" presStyleLbl="parChTrans1D4" presStyleIdx="2" presStyleCnt="7"/>
      <dgm:spPr/>
    </dgm:pt>
    <dgm:pt modelId="{9ACD3656-6786-4433-B685-1A5F511C5523}" type="pres">
      <dgm:prSet presAssocID="{00933EF1-2AF1-44E9-B9F3-218820BF70C0}" presName="hierRoot2" presStyleCnt="0">
        <dgm:presLayoutVars>
          <dgm:hierBranch val="init"/>
        </dgm:presLayoutVars>
      </dgm:prSet>
      <dgm:spPr/>
    </dgm:pt>
    <dgm:pt modelId="{E45FF460-365C-43E0-AE4C-325CAFDEF6E6}" type="pres">
      <dgm:prSet presAssocID="{00933EF1-2AF1-44E9-B9F3-218820BF70C0}" presName="rootComposite" presStyleCnt="0"/>
      <dgm:spPr/>
    </dgm:pt>
    <dgm:pt modelId="{4AD9E192-BE6A-4DF8-9AC2-D273DA4F1EAA}" type="pres">
      <dgm:prSet presAssocID="{00933EF1-2AF1-44E9-B9F3-218820BF70C0}" presName="rootText" presStyleLbl="node4" presStyleIdx="2" presStyleCnt="7">
        <dgm:presLayoutVars>
          <dgm:chPref val="3"/>
        </dgm:presLayoutVars>
      </dgm:prSet>
      <dgm:spPr/>
    </dgm:pt>
    <dgm:pt modelId="{C0712093-7C06-4635-86EE-79EF4D8F9B68}" type="pres">
      <dgm:prSet presAssocID="{00933EF1-2AF1-44E9-B9F3-218820BF70C0}" presName="rootConnector" presStyleLbl="node4" presStyleIdx="2" presStyleCnt="7"/>
      <dgm:spPr/>
    </dgm:pt>
    <dgm:pt modelId="{B2477B42-3E0C-4CA1-92EB-BBA77E3114E6}" type="pres">
      <dgm:prSet presAssocID="{00933EF1-2AF1-44E9-B9F3-218820BF70C0}" presName="hierChild4" presStyleCnt="0"/>
      <dgm:spPr/>
    </dgm:pt>
    <dgm:pt modelId="{C3EAA277-39AA-48B0-B65E-C2B3D7E588D6}" type="pres">
      <dgm:prSet presAssocID="{15B5D890-2BC3-4644-A920-0630A56320DC}" presName="Name37" presStyleLbl="parChTrans1D4" presStyleIdx="3" presStyleCnt="7"/>
      <dgm:spPr/>
    </dgm:pt>
    <dgm:pt modelId="{5D19745E-496D-44D4-8733-73485559765B}" type="pres">
      <dgm:prSet presAssocID="{43A0AAE5-A921-4ADE-B4B1-E6285F8D7737}" presName="hierRoot2" presStyleCnt="0">
        <dgm:presLayoutVars>
          <dgm:hierBranch val="init"/>
        </dgm:presLayoutVars>
      </dgm:prSet>
      <dgm:spPr/>
    </dgm:pt>
    <dgm:pt modelId="{58580F0E-6931-4F7A-B4F1-9E2E3F3D8BE7}" type="pres">
      <dgm:prSet presAssocID="{43A0AAE5-A921-4ADE-B4B1-E6285F8D7737}" presName="rootComposite" presStyleCnt="0"/>
      <dgm:spPr/>
    </dgm:pt>
    <dgm:pt modelId="{723A56C0-86CD-484D-B45E-EBE7DB623610}" type="pres">
      <dgm:prSet presAssocID="{43A0AAE5-A921-4ADE-B4B1-E6285F8D7737}" presName="rootText" presStyleLbl="node4" presStyleIdx="3" presStyleCnt="7">
        <dgm:presLayoutVars>
          <dgm:chPref val="3"/>
        </dgm:presLayoutVars>
      </dgm:prSet>
      <dgm:spPr/>
    </dgm:pt>
    <dgm:pt modelId="{15911C11-9E50-4D07-ABE7-EBD0908B30C9}" type="pres">
      <dgm:prSet presAssocID="{43A0AAE5-A921-4ADE-B4B1-E6285F8D7737}" presName="rootConnector" presStyleLbl="node4" presStyleIdx="3" presStyleCnt="7"/>
      <dgm:spPr/>
    </dgm:pt>
    <dgm:pt modelId="{486E198A-BA19-487D-A8BF-D3C9B09AEA87}" type="pres">
      <dgm:prSet presAssocID="{43A0AAE5-A921-4ADE-B4B1-E6285F8D7737}" presName="hierChild4" presStyleCnt="0"/>
      <dgm:spPr/>
    </dgm:pt>
    <dgm:pt modelId="{57C01876-71D7-48ED-8CF2-242A0F3DF359}" type="pres">
      <dgm:prSet presAssocID="{43A0AAE5-A921-4ADE-B4B1-E6285F8D7737}" presName="hierChild5" presStyleCnt="0"/>
      <dgm:spPr/>
    </dgm:pt>
    <dgm:pt modelId="{2B6216EE-0332-46F3-BC8E-9FC18354BC59}" type="pres">
      <dgm:prSet presAssocID="{CE4001F4-A6B1-4129-927F-2CDB56E609CF}" presName="Name37" presStyleLbl="parChTrans1D4" presStyleIdx="4" presStyleCnt="7"/>
      <dgm:spPr/>
    </dgm:pt>
    <dgm:pt modelId="{84857238-4826-4AF8-A762-41EE06FE4C28}" type="pres">
      <dgm:prSet presAssocID="{8C8A3967-2444-4087-8905-5E9C68C268C5}" presName="hierRoot2" presStyleCnt="0">
        <dgm:presLayoutVars>
          <dgm:hierBranch val="init"/>
        </dgm:presLayoutVars>
      </dgm:prSet>
      <dgm:spPr/>
    </dgm:pt>
    <dgm:pt modelId="{9DCC0560-9926-4A3E-86C4-C98A777A4113}" type="pres">
      <dgm:prSet presAssocID="{8C8A3967-2444-4087-8905-5E9C68C268C5}" presName="rootComposite" presStyleCnt="0"/>
      <dgm:spPr/>
    </dgm:pt>
    <dgm:pt modelId="{AED04F68-6CFF-47E4-A0B1-8EB9FEEA82A7}" type="pres">
      <dgm:prSet presAssocID="{8C8A3967-2444-4087-8905-5E9C68C268C5}" presName="rootText" presStyleLbl="node4" presStyleIdx="4" presStyleCnt="7">
        <dgm:presLayoutVars>
          <dgm:chPref val="3"/>
        </dgm:presLayoutVars>
      </dgm:prSet>
      <dgm:spPr/>
    </dgm:pt>
    <dgm:pt modelId="{2C06A797-5204-4565-AD23-5EA462DB4912}" type="pres">
      <dgm:prSet presAssocID="{8C8A3967-2444-4087-8905-5E9C68C268C5}" presName="rootConnector" presStyleLbl="node4" presStyleIdx="4" presStyleCnt="7"/>
      <dgm:spPr/>
    </dgm:pt>
    <dgm:pt modelId="{5CA96AD2-300D-4A7E-B874-FF6D058776F2}" type="pres">
      <dgm:prSet presAssocID="{8C8A3967-2444-4087-8905-5E9C68C268C5}" presName="hierChild4" presStyleCnt="0"/>
      <dgm:spPr/>
    </dgm:pt>
    <dgm:pt modelId="{5AD8BB6F-BF37-4E6D-87C3-448D81E9C9FB}" type="pres">
      <dgm:prSet presAssocID="{8C8A3967-2444-4087-8905-5E9C68C268C5}" presName="hierChild5" presStyleCnt="0"/>
      <dgm:spPr/>
    </dgm:pt>
    <dgm:pt modelId="{EA32AA4E-B8E5-46C4-B0BE-2C86B62B14A1}" type="pres">
      <dgm:prSet presAssocID="{00933EF1-2AF1-44E9-B9F3-218820BF70C0}" presName="hierChild5" presStyleCnt="0"/>
      <dgm:spPr/>
    </dgm:pt>
    <dgm:pt modelId="{7D4A13F4-FD34-4B8E-B53E-BFCE53B83B25}" type="pres">
      <dgm:prSet presAssocID="{809A56A7-73FE-4E14-AB6A-79B58CCFD102}" presName="Name37" presStyleLbl="parChTrans1D4" presStyleIdx="5" presStyleCnt="7"/>
      <dgm:spPr/>
    </dgm:pt>
    <dgm:pt modelId="{24018752-8D79-4F05-BA8A-34A6007A8DDF}" type="pres">
      <dgm:prSet presAssocID="{C699788F-5BCF-4227-A8EA-856282BAC641}" presName="hierRoot2" presStyleCnt="0">
        <dgm:presLayoutVars>
          <dgm:hierBranch val="init"/>
        </dgm:presLayoutVars>
      </dgm:prSet>
      <dgm:spPr/>
    </dgm:pt>
    <dgm:pt modelId="{AED6B1B9-92B7-41BC-92DD-BBADDD7E3492}" type="pres">
      <dgm:prSet presAssocID="{C699788F-5BCF-4227-A8EA-856282BAC641}" presName="rootComposite" presStyleCnt="0"/>
      <dgm:spPr/>
    </dgm:pt>
    <dgm:pt modelId="{2686E213-FD5F-40A3-B80F-3392F1DA8ED0}" type="pres">
      <dgm:prSet presAssocID="{C699788F-5BCF-4227-A8EA-856282BAC641}" presName="rootText" presStyleLbl="node4" presStyleIdx="5" presStyleCnt="7">
        <dgm:presLayoutVars>
          <dgm:chPref val="3"/>
        </dgm:presLayoutVars>
      </dgm:prSet>
      <dgm:spPr/>
    </dgm:pt>
    <dgm:pt modelId="{8CF86E3D-8369-4746-A0C5-B9AEB9DE51CC}" type="pres">
      <dgm:prSet presAssocID="{C699788F-5BCF-4227-A8EA-856282BAC641}" presName="rootConnector" presStyleLbl="node4" presStyleIdx="5" presStyleCnt="7"/>
      <dgm:spPr/>
    </dgm:pt>
    <dgm:pt modelId="{74FC7C2C-17F4-4A43-961B-9082E34CDB09}" type="pres">
      <dgm:prSet presAssocID="{C699788F-5BCF-4227-A8EA-856282BAC641}" presName="hierChild4" presStyleCnt="0"/>
      <dgm:spPr/>
    </dgm:pt>
    <dgm:pt modelId="{1215291A-3532-4E39-B8BD-33802FD12233}" type="pres">
      <dgm:prSet presAssocID="{C699788F-5BCF-4227-A8EA-856282BAC641}" presName="hierChild5" presStyleCnt="0"/>
      <dgm:spPr/>
    </dgm:pt>
    <dgm:pt modelId="{B5DFD584-7DD8-4931-8268-360A1EADE16A}" type="pres">
      <dgm:prSet presAssocID="{37E02828-0FFE-430F-8E85-F035E69B43BD}" presName="hierChild5" presStyleCnt="0"/>
      <dgm:spPr/>
    </dgm:pt>
    <dgm:pt modelId="{CC508A1B-ED9C-4203-AACE-73E98147CF12}" type="pres">
      <dgm:prSet presAssocID="{0BFD83F9-A816-4B0E-8A50-137C4309344B}" presName="hierChild5" presStyleCnt="0"/>
      <dgm:spPr/>
    </dgm:pt>
    <dgm:pt modelId="{0C862B2C-9C17-4CD1-86B1-D0D172B39D5B}" type="pres">
      <dgm:prSet presAssocID="{EB29657B-05A7-4512-B1DB-9DBBED53CC83}" presName="Name37" presStyleLbl="parChTrans1D2" presStyleIdx="2" presStyleCnt="3"/>
      <dgm:spPr/>
    </dgm:pt>
    <dgm:pt modelId="{E82969CF-4210-412A-944E-A074694922E3}" type="pres">
      <dgm:prSet presAssocID="{8C96C477-B505-4AA8-BC4E-76003BD52243}" presName="hierRoot2" presStyleCnt="0">
        <dgm:presLayoutVars>
          <dgm:hierBranch val="init"/>
        </dgm:presLayoutVars>
      </dgm:prSet>
      <dgm:spPr/>
    </dgm:pt>
    <dgm:pt modelId="{AC8A4E19-7E1B-46B6-B890-215C17914313}" type="pres">
      <dgm:prSet presAssocID="{8C96C477-B505-4AA8-BC4E-76003BD52243}" presName="rootComposite" presStyleCnt="0"/>
      <dgm:spPr/>
    </dgm:pt>
    <dgm:pt modelId="{EC45E921-B3F0-4613-938B-117C53447DC4}" type="pres">
      <dgm:prSet presAssocID="{8C96C477-B505-4AA8-BC4E-76003BD52243}" presName="rootText" presStyleLbl="node2" presStyleIdx="2" presStyleCnt="3">
        <dgm:presLayoutVars>
          <dgm:chPref val="3"/>
        </dgm:presLayoutVars>
      </dgm:prSet>
      <dgm:spPr/>
    </dgm:pt>
    <dgm:pt modelId="{D1706F98-20E8-4169-B7AE-D4B0D259237F}" type="pres">
      <dgm:prSet presAssocID="{8C96C477-B505-4AA8-BC4E-76003BD52243}" presName="rootConnector" presStyleLbl="node2" presStyleIdx="2" presStyleCnt="3"/>
      <dgm:spPr/>
    </dgm:pt>
    <dgm:pt modelId="{B8F4354E-50D6-465C-902F-7EFC89B5E4DF}" type="pres">
      <dgm:prSet presAssocID="{8C96C477-B505-4AA8-BC4E-76003BD52243}" presName="hierChild4" presStyleCnt="0"/>
      <dgm:spPr/>
    </dgm:pt>
    <dgm:pt modelId="{FD570B6E-AF9B-4F42-83DB-21DFD1A0CF24}" type="pres">
      <dgm:prSet presAssocID="{D6D4AEC0-59EC-42D3-94B2-7727D1BB4DED}" presName="Name37" presStyleLbl="parChTrans1D3" presStyleIdx="2" presStyleCnt="4"/>
      <dgm:spPr/>
    </dgm:pt>
    <dgm:pt modelId="{389C891F-BF5D-4FBF-A27F-47D914E60E0E}" type="pres">
      <dgm:prSet presAssocID="{436B02F6-F4DE-4F15-8980-5F7BEDBDE6B8}" presName="hierRoot2" presStyleCnt="0">
        <dgm:presLayoutVars>
          <dgm:hierBranch val="init"/>
        </dgm:presLayoutVars>
      </dgm:prSet>
      <dgm:spPr/>
    </dgm:pt>
    <dgm:pt modelId="{4A5205A5-1EAF-4E1A-9F62-415C5185099B}" type="pres">
      <dgm:prSet presAssocID="{436B02F6-F4DE-4F15-8980-5F7BEDBDE6B8}" presName="rootComposite" presStyleCnt="0"/>
      <dgm:spPr/>
    </dgm:pt>
    <dgm:pt modelId="{078868D4-D600-4760-96C3-67E91C37F21A}" type="pres">
      <dgm:prSet presAssocID="{436B02F6-F4DE-4F15-8980-5F7BEDBDE6B8}" presName="rootText" presStyleLbl="node3" presStyleIdx="2" presStyleCnt="4">
        <dgm:presLayoutVars>
          <dgm:chPref val="3"/>
        </dgm:presLayoutVars>
      </dgm:prSet>
      <dgm:spPr/>
    </dgm:pt>
    <dgm:pt modelId="{0250E01B-80D8-4D93-A6EC-5881C66E2D0A}" type="pres">
      <dgm:prSet presAssocID="{436B02F6-F4DE-4F15-8980-5F7BEDBDE6B8}" presName="rootConnector" presStyleLbl="node3" presStyleIdx="2" presStyleCnt="4"/>
      <dgm:spPr/>
    </dgm:pt>
    <dgm:pt modelId="{C682DC6D-5D2C-4790-B00E-F56B85DFF2EF}" type="pres">
      <dgm:prSet presAssocID="{436B02F6-F4DE-4F15-8980-5F7BEDBDE6B8}" presName="hierChild4" presStyleCnt="0"/>
      <dgm:spPr/>
    </dgm:pt>
    <dgm:pt modelId="{53559EFD-6332-401E-885F-2A19B26FCE73}" type="pres">
      <dgm:prSet presAssocID="{436B02F6-F4DE-4F15-8980-5F7BEDBDE6B8}" presName="hierChild5" presStyleCnt="0"/>
      <dgm:spPr/>
    </dgm:pt>
    <dgm:pt modelId="{569D8539-D913-43E9-9AA0-A920583698EB}" type="pres">
      <dgm:prSet presAssocID="{CCB07602-5D18-49D3-AC6E-F4B7FBAF5B7E}" presName="Name37" presStyleLbl="parChTrans1D3" presStyleIdx="3" presStyleCnt="4"/>
      <dgm:spPr/>
    </dgm:pt>
    <dgm:pt modelId="{17C09E0C-A62A-4719-86A1-FDE805E9242C}" type="pres">
      <dgm:prSet presAssocID="{621B9AB0-52B4-4568-9714-82EC3EC0DE65}" presName="hierRoot2" presStyleCnt="0">
        <dgm:presLayoutVars>
          <dgm:hierBranch val="init"/>
        </dgm:presLayoutVars>
      </dgm:prSet>
      <dgm:spPr/>
    </dgm:pt>
    <dgm:pt modelId="{AEE387F9-C8E9-4D9E-B5A6-423866813381}" type="pres">
      <dgm:prSet presAssocID="{621B9AB0-52B4-4568-9714-82EC3EC0DE65}" presName="rootComposite" presStyleCnt="0"/>
      <dgm:spPr/>
    </dgm:pt>
    <dgm:pt modelId="{959183C9-9C5F-4DA1-BF47-250FFAB507D3}" type="pres">
      <dgm:prSet presAssocID="{621B9AB0-52B4-4568-9714-82EC3EC0DE65}" presName="rootText" presStyleLbl="node3" presStyleIdx="3" presStyleCnt="4">
        <dgm:presLayoutVars>
          <dgm:chPref val="3"/>
        </dgm:presLayoutVars>
      </dgm:prSet>
      <dgm:spPr/>
    </dgm:pt>
    <dgm:pt modelId="{6C3D10A8-B155-40C5-AC73-F27AA6662E2D}" type="pres">
      <dgm:prSet presAssocID="{621B9AB0-52B4-4568-9714-82EC3EC0DE65}" presName="rootConnector" presStyleLbl="node3" presStyleIdx="3" presStyleCnt="4"/>
      <dgm:spPr/>
    </dgm:pt>
    <dgm:pt modelId="{5BA3CE3A-22F3-4093-82AB-F208DC23A111}" type="pres">
      <dgm:prSet presAssocID="{621B9AB0-52B4-4568-9714-82EC3EC0DE65}" presName="hierChild4" presStyleCnt="0"/>
      <dgm:spPr/>
    </dgm:pt>
    <dgm:pt modelId="{353FB217-4855-417B-A5C0-3F2C2BBAB9FB}" type="pres">
      <dgm:prSet presAssocID="{650DBEA8-39C0-4E9A-A66D-702070F3C466}" presName="Name37" presStyleLbl="parChTrans1D4" presStyleIdx="6" presStyleCnt="7"/>
      <dgm:spPr/>
    </dgm:pt>
    <dgm:pt modelId="{FCB3C386-1526-445A-9998-5C908FB37262}" type="pres">
      <dgm:prSet presAssocID="{FC881DFD-09B3-41F1-AA58-93EAA1DC51F4}" presName="hierRoot2" presStyleCnt="0">
        <dgm:presLayoutVars>
          <dgm:hierBranch val="init"/>
        </dgm:presLayoutVars>
      </dgm:prSet>
      <dgm:spPr/>
    </dgm:pt>
    <dgm:pt modelId="{433FF2AD-EF8D-4CF7-8B5D-41200CCAA264}" type="pres">
      <dgm:prSet presAssocID="{FC881DFD-09B3-41F1-AA58-93EAA1DC51F4}" presName="rootComposite" presStyleCnt="0"/>
      <dgm:spPr/>
    </dgm:pt>
    <dgm:pt modelId="{5A4FB645-BC77-41B0-B5A6-D782CA5549D3}" type="pres">
      <dgm:prSet presAssocID="{FC881DFD-09B3-41F1-AA58-93EAA1DC51F4}" presName="rootText" presStyleLbl="node4" presStyleIdx="6" presStyleCnt="7">
        <dgm:presLayoutVars>
          <dgm:chPref val="3"/>
        </dgm:presLayoutVars>
      </dgm:prSet>
      <dgm:spPr/>
    </dgm:pt>
    <dgm:pt modelId="{34ACE09C-5492-48EF-9A8D-F244F39A1CC9}" type="pres">
      <dgm:prSet presAssocID="{FC881DFD-09B3-41F1-AA58-93EAA1DC51F4}" presName="rootConnector" presStyleLbl="node4" presStyleIdx="6" presStyleCnt="7"/>
      <dgm:spPr/>
    </dgm:pt>
    <dgm:pt modelId="{2911D249-21EF-4347-B934-27704CB75F9F}" type="pres">
      <dgm:prSet presAssocID="{FC881DFD-09B3-41F1-AA58-93EAA1DC51F4}" presName="hierChild4" presStyleCnt="0"/>
      <dgm:spPr/>
    </dgm:pt>
    <dgm:pt modelId="{D2EAFF18-C991-4986-B2F2-E48995C4722A}" type="pres">
      <dgm:prSet presAssocID="{FC881DFD-09B3-41F1-AA58-93EAA1DC51F4}" presName="hierChild5" presStyleCnt="0"/>
      <dgm:spPr/>
    </dgm:pt>
    <dgm:pt modelId="{B2F25F58-848A-4725-ADC9-C030CF567C1D}" type="pres">
      <dgm:prSet presAssocID="{621B9AB0-52B4-4568-9714-82EC3EC0DE65}" presName="hierChild5" presStyleCnt="0"/>
      <dgm:spPr/>
    </dgm:pt>
    <dgm:pt modelId="{99D5E546-E86E-404B-91B5-118A9240783A}" type="pres">
      <dgm:prSet presAssocID="{8C96C477-B505-4AA8-BC4E-76003BD52243}" presName="hierChild5" presStyleCnt="0"/>
      <dgm:spPr/>
    </dgm:pt>
    <dgm:pt modelId="{3DB67EBA-2C55-4ED7-910D-FF00B28E1BA3}" type="pres">
      <dgm:prSet presAssocID="{641A81AC-9EA2-4A34-9E00-9385ED1FD422}" presName="hierChild3" presStyleCnt="0"/>
      <dgm:spPr/>
    </dgm:pt>
  </dgm:ptLst>
  <dgm:cxnLst>
    <dgm:cxn modelId="{1E693406-7032-4A62-BA6F-9403467CB2BA}" type="presOf" srcId="{17664803-913D-4594-93F0-C8830109BDA9}" destId="{B0C452E7-0527-4733-893D-D2DCA3E0B86A}" srcOrd="0" destOrd="0" presId="urn:microsoft.com/office/officeart/2005/8/layout/orgChart1"/>
    <dgm:cxn modelId="{A486970A-A97C-4E01-8915-FA81F0CE27E3}" type="presOf" srcId="{621B9AB0-52B4-4568-9714-82EC3EC0DE65}" destId="{6C3D10A8-B155-40C5-AC73-F27AA6662E2D}" srcOrd="1" destOrd="0" presId="urn:microsoft.com/office/officeart/2005/8/layout/orgChart1"/>
    <dgm:cxn modelId="{CEE99410-6B77-481C-BD40-2188BEEDC126}" type="presOf" srcId="{641A81AC-9EA2-4A34-9E00-9385ED1FD422}" destId="{D576F7C4-99BB-4A3C-BD1B-DFAD90EDE4D6}" srcOrd="0" destOrd="0" presId="urn:microsoft.com/office/officeart/2005/8/layout/orgChart1"/>
    <dgm:cxn modelId="{7039E213-1940-44F3-9CF1-6FDCABA8F8A4}" type="presOf" srcId="{37E02828-0FFE-430F-8E85-F035E69B43BD}" destId="{E5D6B167-3FA9-4213-BD5D-6DD94637F056}" srcOrd="0" destOrd="0" presId="urn:microsoft.com/office/officeart/2005/8/layout/orgChart1"/>
    <dgm:cxn modelId="{150AC314-08B9-4D9B-A1DD-FF166253CF9C}" type="presOf" srcId="{11BD22DB-2729-4AC4-B641-6CB331239F43}" destId="{8979F7BD-16FC-418C-B14B-576370E02F17}" srcOrd="1" destOrd="0" presId="urn:microsoft.com/office/officeart/2005/8/layout/orgChart1"/>
    <dgm:cxn modelId="{F589BC16-D33D-4024-B2C4-44196167E9FD}" type="presOf" srcId="{8C8A3967-2444-4087-8905-5E9C68C268C5}" destId="{2C06A797-5204-4565-AD23-5EA462DB4912}" srcOrd="1" destOrd="0" presId="urn:microsoft.com/office/officeart/2005/8/layout/orgChart1"/>
    <dgm:cxn modelId="{CE91631B-7C28-41B2-AD33-A3DBDFAE4F9A}" type="presOf" srcId="{43A0AAE5-A921-4ADE-B4B1-E6285F8D7737}" destId="{723A56C0-86CD-484D-B45E-EBE7DB623610}" srcOrd="0" destOrd="0" presId="urn:microsoft.com/office/officeart/2005/8/layout/orgChart1"/>
    <dgm:cxn modelId="{FC09E520-B6D7-4FEA-842C-4448A7AED09D}" srcId="{8C96C477-B505-4AA8-BC4E-76003BD52243}" destId="{436B02F6-F4DE-4F15-8980-5F7BEDBDE6B8}" srcOrd="0" destOrd="0" parTransId="{D6D4AEC0-59EC-42D3-94B2-7727D1BB4DED}" sibTransId="{B0945317-B32E-4A5E-9F41-05D88C632926}"/>
    <dgm:cxn modelId="{816E4A28-2DC3-4F55-BF1E-5346691A14B7}" type="presOf" srcId="{8C8A3967-2444-4087-8905-5E9C68C268C5}" destId="{AED04F68-6CFF-47E4-A0B1-8EB9FEEA82A7}" srcOrd="0" destOrd="0" presId="urn:microsoft.com/office/officeart/2005/8/layout/orgChart1"/>
    <dgm:cxn modelId="{37F4B228-67E0-4B63-8500-BAFF91063D5D}" srcId="{37E02828-0FFE-430F-8E85-F035E69B43BD}" destId="{00933EF1-2AF1-44E9-B9F3-218820BF70C0}" srcOrd="2" destOrd="0" parTransId="{524533BF-699D-4A11-83C6-396CB5FD9988}" sibTransId="{D541FE28-E87F-42A0-A41F-D4466F3B00E8}"/>
    <dgm:cxn modelId="{F1756E2A-41B7-436E-8E45-D33F14DF81A2}" type="presOf" srcId="{856CED3C-6A07-41E7-8561-CB3006FF3AE2}" destId="{8C30806D-D8C1-4C5A-8CF4-73EB3C36C9DA}" srcOrd="0" destOrd="0" presId="urn:microsoft.com/office/officeart/2005/8/layout/orgChart1"/>
    <dgm:cxn modelId="{589B462F-9C79-4198-8F70-6054238063EC}" srcId="{0BFD83F9-A816-4B0E-8A50-137C4309344B}" destId="{F96BA4A3-9A65-4CDD-BE04-7D66D0FCFE40}" srcOrd="0" destOrd="0" parTransId="{856CED3C-6A07-41E7-8561-CB3006FF3AE2}" sibTransId="{DE35821D-3CE8-4AE6-908C-91416B671ED8}"/>
    <dgm:cxn modelId="{FD903D31-D420-46A7-92DD-D1E6546219BA}" type="presOf" srcId="{621B9AB0-52B4-4568-9714-82EC3EC0DE65}" destId="{959183C9-9C5F-4DA1-BF47-250FFAB507D3}" srcOrd="0" destOrd="0" presId="urn:microsoft.com/office/officeart/2005/8/layout/orgChart1"/>
    <dgm:cxn modelId="{0ADEBB36-1910-489A-9520-E3565258F6BF}" type="presOf" srcId="{EB29657B-05A7-4512-B1DB-9DBBED53CC83}" destId="{0C862B2C-9C17-4CD1-86B1-D0D172B39D5B}" srcOrd="0" destOrd="0" presId="urn:microsoft.com/office/officeart/2005/8/layout/orgChart1"/>
    <dgm:cxn modelId="{4C5B2839-45FA-4A2F-9B6D-DB210690F4D6}" type="presOf" srcId="{43A0AAE5-A921-4ADE-B4B1-E6285F8D7737}" destId="{15911C11-9E50-4D07-ABE7-EBD0908B30C9}" srcOrd="1" destOrd="0" presId="urn:microsoft.com/office/officeart/2005/8/layout/orgChart1"/>
    <dgm:cxn modelId="{78B6273A-A471-4FC1-B19B-045DF57C0061}" type="presOf" srcId="{D1A46C56-A8CE-46E8-BF6D-053309496E1D}" destId="{8D865ED3-DDFE-4DC4-9E13-9C136E1F4596}" srcOrd="0" destOrd="0" presId="urn:microsoft.com/office/officeart/2005/8/layout/orgChart1"/>
    <dgm:cxn modelId="{5935753D-7A59-45F2-B531-B47CCB4E0790}" srcId="{641A81AC-9EA2-4A34-9E00-9385ED1FD422}" destId="{8C96C477-B505-4AA8-BC4E-76003BD52243}" srcOrd="2" destOrd="0" parTransId="{EB29657B-05A7-4512-B1DB-9DBBED53CC83}" sibTransId="{8A9E2267-C94C-491D-B416-D5C822C5BDA5}"/>
    <dgm:cxn modelId="{A151225D-8CAE-4BEF-9704-16119484DA7A}" type="presOf" srcId="{5BD51E99-FFC0-4EEF-9C6C-468F6122572C}" destId="{3D2186B8-90EF-490C-AF59-562907078203}" srcOrd="0" destOrd="0" presId="urn:microsoft.com/office/officeart/2005/8/layout/orgChart1"/>
    <dgm:cxn modelId="{68CA4F5F-A661-4CD7-9CFC-A28E69D12C4E}" type="presOf" srcId="{11BD22DB-2729-4AC4-B641-6CB331239F43}" destId="{75D95989-366C-4CD5-85A1-9C1B9C87D98A}" srcOrd="0" destOrd="0" presId="urn:microsoft.com/office/officeart/2005/8/layout/orgChart1"/>
    <dgm:cxn modelId="{242C1062-896A-438F-A717-F13665E44CB9}" type="presOf" srcId="{FC881DFD-09B3-41F1-AA58-93EAA1DC51F4}" destId="{5A4FB645-BC77-41B0-B5A6-D782CA5549D3}" srcOrd="0" destOrd="0" presId="urn:microsoft.com/office/officeart/2005/8/layout/orgChart1"/>
    <dgm:cxn modelId="{55A26544-7E7F-4C98-8CDC-C522B9EA27D1}" type="presOf" srcId="{0BFD83F9-A816-4B0E-8A50-137C4309344B}" destId="{36EA9703-42D7-46A2-AC9B-82FB320E9B2A}" srcOrd="1" destOrd="0" presId="urn:microsoft.com/office/officeart/2005/8/layout/orgChart1"/>
    <dgm:cxn modelId="{C3399269-72AF-4651-A536-16860ED83395}" type="presOf" srcId="{00933EF1-2AF1-44E9-B9F3-218820BF70C0}" destId="{C0712093-7C06-4635-86EE-79EF4D8F9B68}" srcOrd="1" destOrd="0" presId="urn:microsoft.com/office/officeart/2005/8/layout/orgChart1"/>
    <dgm:cxn modelId="{A5AD5A4B-DA1D-4AC4-9098-839011D727BD}" type="presOf" srcId="{D1A46C56-A8CE-46E8-BF6D-053309496E1D}" destId="{36A1C92A-2A81-4A4B-83BA-805B1367B0BE}" srcOrd="1" destOrd="0" presId="urn:microsoft.com/office/officeart/2005/8/layout/orgChart1"/>
    <dgm:cxn modelId="{AE46D16C-EC44-42AB-B803-8B22129E8BB0}" srcId="{00933EF1-2AF1-44E9-B9F3-218820BF70C0}" destId="{43A0AAE5-A921-4ADE-B4B1-E6285F8D7737}" srcOrd="0" destOrd="0" parTransId="{15B5D890-2BC3-4644-A920-0630A56320DC}" sibTransId="{5E89C18E-F338-49DF-87E2-5C4BFBD0B077}"/>
    <dgm:cxn modelId="{823E674F-CD85-4ADA-AB2F-F7AFDF17A46B}" type="presOf" srcId="{00933EF1-2AF1-44E9-B9F3-218820BF70C0}" destId="{4AD9E192-BE6A-4DF8-9AC2-D273DA4F1EAA}" srcOrd="0" destOrd="0" presId="urn:microsoft.com/office/officeart/2005/8/layout/orgChart1"/>
    <dgm:cxn modelId="{AEFB6B52-60EE-434D-91DE-BECC70627F92}" type="presOf" srcId="{0965D37B-9E1E-488D-ABA3-919261D6ECE9}" destId="{68C7BD88-A8CF-414B-BDFC-66464783C2D7}" srcOrd="0" destOrd="0" presId="urn:microsoft.com/office/officeart/2005/8/layout/orgChart1"/>
    <dgm:cxn modelId="{9AA79A72-876C-4BFA-8CC9-F0580FB86783}" type="presOf" srcId="{8C96C477-B505-4AA8-BC4E-76003BD52243}" destId="{D1706F98-20E8-4169-B7AE-D4B0D259237F}" srcOrd="1" destOrd="0" presId="urn:microsoft.com/office/officeart/2005/8/layout/orgChart1"/>
    <dgm:cxn modelId="{D8852674-7169-4E35-B278-EA11859035B6}" type="presOf" srcId="{650DBEA8-39C0-4E9A-A66D-702070F3C466}" destId="{353FB217-4855-417B-A5C0-3F2C2BBAB9FB}" srcOrd="0" destOrd="0" presId="urn:microsoft.com/office/officeart/2005/8/layout/orgChart1"/>
    <dgm:cxn modelId="{EBCB6675-A89C-44A8-9208-8FD73A22302E}" type="presOf" srcId="{C699788F-5BCF-4227-A8EA-856282BAC641}" destId="{8CF86E3D-8369-4746-A0C5-B9AEB9DE51CC}" srcOrd="1" destOrd="0" presId="urn:microsoft.com/office/officeart/2005/8/layout/orgChart1"/>
    <dgm:cxn modelId="{2BE77B75-0655-44DD-A872-B8A666BDB35D}" type="presOf" srcId="{FC881DFD-09B3-41F1-AA58-93EAA1DC51F4}" destId="{34ACE09C-5492-48EF-9A8D-F244F39A1CC9}" srcOrd="1" destOrd="0" presId="urn:microsoft.com/office/officeart/2005/8/layout/orgChart1"/>
    <dgm:cxn modelId="{901DD557-D687-46A6-9AAD-9E16A364BB58}" type="presOf" srcId="{71FDD5FF-1B35-462D-8FDA-043D7D12CBE8}" destId="{77630F50-41BB-4F9E-AB3F-31EF4446C5B7}" srcOrd="0" destOrd="0" presId="urn:microsoft.com/office/officeart/2005/8/layout/orgChart1"/>
    <dgm:cxn modelId="{EBA0EA77-24B0-44F1-8A95-0A2856806F90}" srcId="{0BFD83F9-A816-4B0E-8A50-137C4309344B}" destId="{37E02828-0FFE-430F-8E85-F035E69B43BD}" srcOrd="1" destOrd="0" parTransId="{71FDD5FF-1B35-462D-8FDA-043D7D12CBE8}" sibTransId="{9BA3413D-232A-43A5-9D28-083C51FEF669}"/>
    <dgm:cxn modelId="{B536DD7C-9CCC-47D8-901C-36BB48EF8934}" type="presOf" srcId="{C699788F-5BCF-4227-A8EA-856282BAC641}" destId="{2686E213-FD5F-40A3-B80F-3392F1DA8ED0}" srcOrd="0" destOrd="0" presId="urn:microsoft.com/office/officeart/2005/8/layout/orgChart1"/>
    <dgm:cxn modelId="{EDDC0782-DD30-40F5-8C3A-8ACF3AA319BF}" type="presOf" srcId="{809A56A7-73FE-4E14-AB6A-79B58CCFD102}" destId="{7D4A13F4-FD34-4B8E-B53E-BFCE53B83B25}" srcOrd="0" destOrd="0" presId="urn:microsoft.com/office/officeart/2005/8/layout/orgChart1"/>
    <dgm:cxn modelId="{08E34895-11D1-4CB3-B06E-201BA1C44F7F}" srcId="{5BD51E99-FFC0-4EEF-9C6C-468F6122572C}" destId="{641A81AC-9EA2-4A34-9E00-9385ED1FD422}" srcOrd="0" destOrd="0" parTransId="{FE9D218B-9D24-4764-B6A2-6380B9E0F411}" sibTransId="{CA4593E2-4752-4C4F-986F-72D2B7FDDEFF}"/>
    <dgm:cxn modelId="{5353DF97-C555-499D-882E-F9FCA8A9B3CD}" type="presOf" srcId="{CE4001F4-A6B1-4129-927F-2CDB56E609CF}" destId="{2B6216EE-0332-46F3-BC8E-9FC18354BC59}" srcOrd="0" destOrd="0" presId="urn:microsoft.com/office/officeart/2005/8/layout/orgChart1"/>
    <dgm:cxn modelId="{4E0AFB99-5DA1-48A3-8901-F8DED534824D}" srcId="{37E02828-0FFE-430F-8E85-F035E69B43BD}" destId="{11BD22DB-2729-4AC4-B641-6CB331239F43}" srcOrd="1" destOrd="0" parTransId="{0965D37B-9E1E-488D-ABA3-919261D6ECE9}" sibTransId="{DA1D93BB-2A65-4CA2-8266-7D7E29B41B60}"/>
    <dgm:cxn modelId="{9C00559D-8453-449C-BA1D-6D269B781942}" srcId="{641A81AC-9EA2-4A34-9E00-9385ED1FD422}" destId="{6A310116-E4CA-4DAA-9FA7-A32CC4C882C1}" srcOrd="0" destOrd="0" parTransId="{6B487201-48C7-4A3F-82AF-53B03C877328}" sibTransId="{6D1A143E-D152-4857-91C0-707785665A42}"/>
    <dgm:cxn modelId="{805AF59F-1AB1-47CD-B398-336B4E02098A}" type="presOf" srcId="{8C96C477-B505-4AA8-BC4E-76003BD52243}" destId="{EC45E921-B3F0-4613-938B-117C53447DC4}" srcOrd="0" destOrd="0" presId="urn:microsoft.com/office/officeart/2005/8/layout/orgChart1"/>
    <dgm:cxn modelId="{50CCCEA7-DCD7-48A9-8213-C44F2997E4AF}" type="presOf" srcId="{524533BF-699D-4A11-83C6-396CB5FD9988}" destId="{57B4B7B4-DBBB-42BE-8244-08C6A48F1D4E}" srcOrd="0" destOrd="0" presId="urn:microsoft.com/office/officeart/2005/8/layout/orgChart1"/>
    <dgm:cxn modelId="{B7CE11A8-F3EF-4D3F-9A67-82F4DE10798B}" srcId="{00933EF1-2AF1-44E9-B9F3-218820BF70C0}" destId="{8C8A3967-2444-4087-8905-5E9C68C268C5}" srcOrd="1" destOrd="0" parTransId="{CE4001F4-A6B1-4129-927F-2CDB56E609CF}" sibTransId="{99ECC569-134A-401C-BA84-3D0FF79D9B7A}"/>
    <dgm:cxn modelId="{0126A5A8-DD3C-430A-95CB-58645447D86C}" type="presOf" srcId="{CCB07602-5D18-49D3-AC6E-F4B7FBAF5B7E}" destId="{569D8539-D913-43E9-9AA0-A920583698EB}" srcOrd="0" destOrd="0" presId="urn:microsoft.com/office/officeart/2005/8/layout/orgChart1"/>
    <dgm:cxn modelId="{F719F0B0-27C2-4078-B831-B2617B841824}" type="presOf" srcId="{6A310116-E4CA-4DAA-9FA7-A32CC4C882C1}" destId="{E33AA7E0-5967-4269-BC66-7E754E5BB239}" srcOrd="1" destOrd="0" presId="urn:microsoft.com/office/officeart/2005/8/layout/orgChart1"/>
    <dgm:cxn modelId="{4ED06DB7-0AA3-42E6-BFA0-1BA4954E6158}" type="presOf" srcId="{F96BA4A3-9A65-4CDD-BE04-7D66D0FCFE40}" destId="{AFEED0B6-79A9-4BA0-AB3B-7E79AA532C3F}" srcOrd="0" destOrd="0" presId="urn:microsoft.com/office/officeart/2005/8/layout/orgChart1"/>
    <dgm:cxn modelId="{0529E3B7-4ED6-4321-82C7-973AEAC5C4EC}" type="presOf" srcId="{436B02F6-F4DE-4F15-8980-5F7BEDBDE6B8}" destId="{078868D4-D600-4760-96C3-67E91C37F21A}" srcOrd="0" destOrd="0" presId="urn:microsoft.com/office/officeart/2005/8/layout/orgChart1"/>
    <dgm:cxn modelId="{E181F3BD-7839-4225-9C14-F05C2E7F37A6}" type="presOf" srcId="{436B02F6-F4DE-4F15-8980-5F7BEDBDE6B8}" destId="{0250E01B-80D8-4D93-A6EC-5881C66E2D0A}" srcOrd="1" destOrd="0" presId="urn:microsoft.com/office/officeart/2005/8/layout/orgChart1"/>
    <dgm:cxn modelId="{821212C7-286D-48D9-A1CC-D27A6D1314E2}" type="presOf" srcId="{6A310116-E4CA-4DAA-9FA7-A32CC4C882C1}" destId="{B6399BF2-009D-4A46-AC79-56E91FE2E714}" srcOrd="0" destOrd="0" presId="urn:microsoft.com/office/officeart/2005/8/layout/orgChart1"/>
    <dgm:cxn modelId="{426360CB-64C4-4890-83A5-774B4E90C7C2}" type="presOf" srcId="{6B487201-48C7-4A3F-82AF-53B03C877328}" destId="{A3C2E62E-2279-45DD-9935-5F1124B4ABFE}" srcOrd="0" destOrd="0" presId="urn:microsoft.com/office/officeart/2005/8/layout/orgChart1"/>
    <dgm:cxn modelId="{BCDA3ECD-BBA9-42F9-A770-D8C5DA627ADD}" type="presOf" srcId="{D6D4AEC0-59EC-42D3-94B2-7727D1BB4DED}" destId="{FD570B6E-AF9B-4F42-83DB-21DFD1A0CF24}" srcOrd="0" destOrd="0" presId="urn:microsoft.com/office/officeart/2005/8/layout/orgChart1"/>
    <dgm:cxn modelId="{A79CCFCE-1C04-404A-942B-9BB439FAA316}" srcId="{37E02828-0FFE-430F-8E85-F035E69B43BD}" destId="{C699788F-5BCF-4227-A8EA-856282BAC641}" srcOrd="3" destOrd="0" parTransId="{809A56A7-73FE-4E14-AB6A-79B58CCFD102}" sibTransId="{B94A2596-CDCE-4A62-82DA-5890B4D56064}"/>
    <dgm:cxn modelId="{B19FCADE-9544-40C7-A410-D48050C29039}" type="presOf" srcId="{37E02828-0FFE-430F-8E85-F035E69B43BD}" destId="{8A75ABF9-B80F-477E-ADA7-48AD52BEF5B3}" srcOrd="1" destOrd="0" presId="urn:microsoft.com/office/officeart/2005/8/layout/orgChart1"/>
    <dgm:cxn modelId="{DCA468E5-204F-4247-A4A6-6426A3FC18E2}" type="presOf" srcId="{641A81AC-9EA2-4A34-9E00-9385ED1FD422}" destId="{763F14C9-31F7-4A39-A50A-BF7F0E6BC962}" srcOrd="1" destOrd="0" presId="urn:microsoft.com/office/officeart/2005/8/layout/orgChart1"/>
    <dgm:cxn modelId="{49921FEF-8519-49E6-AAA8-6A37AF928EE7}" srcId="{37E02828-0FFE-430F-8E85-F035E69B43BD}" destId="{D1A46C56-A8CE-46E8-BF6D-053309496E1D}" srcOrd="0" destOrd="0" parTransId="{64162D27-ACD0-48D3-8580-91C04278FB3A}" sibTransId="{322882EF-18E1-4EDC-8875-C3B012730B17}"/>
    <dgm:cxn modelId="{B072E5F0-92D0-449A-8F13-738275761594}" srcId="{8C96C477-B505-4AA8-BC4E-76003BD52243}" destId="{621B9AB0-52B4-4568-9714-82EC3EC0DE65}" srcOrd="1" destOrd="0" parTransId="{CCB07602-5D18-49D3-AC6E-F4B7FBAF5B7E}" sibTransId="{C6146C72-CE60-4A13-ABCC-F19F440C63EC}"/>
    <dgm:cxn modelId="{41A7BEF1-F758-499C-A655-80B2F046E51A}" type="presOf" srcId="{15B5D890-2BC3-4644-A920-0630A56320DC}" destId="{C3EAA277-39AA-48B0-B65E-C2B3D7E588D6}" srcOrd="0" destOrd="0" presId="urn:microsoft.com/office/officeart/2005/8/layout/orgChart1"/>
    <dgm:cxn modelId="{BC591AF3-2C92-4776-8F27-0E7D6CD05D2F}" type="presOf" srcId="{F96BA4A3-9A65-4CDD-BE04-7D66D0FCFE40}" destId="{42E800FE-8EC5-4861-A543-A4A83C122143}" srcOrd="1" destOrd="0" presId="urn:microsoft.com/office/officeart/2005/8/layout/orgChart1"/>
    <dgm:cxn modelId="{4612C9F7-D623-4042-A9D0-4F21E8ECD726}" srcId="{641A81AC-9EA2-4A34-9E00-9385ED1FD422}" destId="{0BFD83F9-A816-4B0E-8A50-137C4309344B}" srcOrd="1" destOrd="0" parTransId="{17664803-913D-4594-93F0-C8830109BDA9}" sibTransId="{7AAB4858-3F6F-49B3-BB51-EA242583CFD2}"/>
    <dgm:cxn modelId="{F644FFF8-9B99-43E0-98EB-BB9C8820D5BF}" type="presOf" srcId="{0BFD83F9-A816-4B0E-8A50-137C4309344B}" destId="{FBE47A00-8EE7-4080-89CC-AD8807DE86A1}" srcOrd="0" destOrd="0" presId="urn:microsoft.com/office/officeart/2005/8/layout/orgChart1"/>
    <dgm:cxn modelId="{1BE7B6FA-2037-4055-A4BA-C9421B51CAA9}" type="presOf" srcId="{64162D27-ACD0-48D3-8580-91C04278FB3A}" destId="{B30C41FA-EECB-4F61-9206-E22CF485CCE5}" srcOrd="0" destOrd="0" presId="urn:microsoft.com/office/officeart/2005/8/layout/orgChart1"/>
    <dgm:cxn modelId="{4B763BFE-D73A-4405-B9D1-366220ADDFEE}" srcId="{621B9AB0-52B4-4568-9714-82EC3EC0DE65}" destId="{FC881DFD-09B3-41F1-AA58-93EAA1DC51F4}" srcOrd="0" destOrd="0" parTransId="{650DBEA8-39C0-4E9A-A66D-702070F3C466}" sibTransId="{86F71BDC-EB33-477C-ADCB-142347552B89}"/>
    <dgm:cxn modelId="{1BDBC396-F98B-4CE9-96DF-8B01CE9EF13C}" type="presParOf" srcId="{3D2186B8-90EF-490C-AF59-562907078203}" destId="{1E06A66F-789C-4634-972E-45A55E344851}" srcOrd="0" destOrd="0" presId="urn:microsoft.com/office/officeart/2005/8/layout/orgChart1"/>
    <dgm:cxn modelId="{A1BA3E43-1028-451F-A9BF-C889A2BD3020}" type="presParOf" srcId="{1E06A66F-789C-4634-972E-45A55E344851}" destId="{D3664D89-3D5F-414F-BDF9-6DD184467A80}" srcOrd="0" destOrd="0" presId="urn:microsoft.com/office/officeart/2005/8/layout/orgChart1"/>
    <dgm:cxn modelId="{1D162CAF-D742-41BF-9615-BF78509CC9FF}" type="presParOf" srcId="{D3664D89-3D5F-414F-BDF9-6DD184467A80}" destId="{D576F7C4-99BB-4A3C-BD1B-DFAD90EDE4D6}" srcOrd="0" destOrd="0" presId="urn:microsoft.com/office/officeart/2005/8/layout/orgChart1"/>
    <dgm:cxn modelId="{CA52516E-F96B-4494-BD92-0225949FAC8E}" type="presParOf" srcId="{D3664D89-3D5F-414F-BDF9-6DD184467A80}" destId="{763F14C9-31F7-4A39-A50A-BF7F0E6BC962}" srcOrd="1" destOrd="0" presId="urn:microsoft.com/office/officeart/2005/8/layout/orgChart1"/>
    <dgm:cxn modelId="{5A9C175D-FF7B-4907-9D5A-51114B3E03E3}" type="presParOf" srcId="{1E06A66F-789C-4634-972E-45A55E344851}" destId="{0B4BED53-69EF-4477-8AAD-1DFACCE7A55E}" srcOrd="1" destOrd="0" presId="urn:microsoft.com/office/officeart/2005/8/layout/orgChart1"/>
    <dgm:cxn modelId="{D54884F0-3DBA-4E33-A41C-FB81B3722610}" type="presParOf" srcId="{0B4BED53-69EF-4477-8AAD-1DFACCE7A55E}" destId="{A3C2E62E-2279-45DD-9935-5F1124B4ABFE}" srcOrd="0" destOrd="0" presId="urn:microsoft.com/office/officeart/2005/8/layout/orgChart1"/>
    <dgm:cxn modelId="{92E2FDFC-6FDF-42EF-9E04-497FEE285366}" type="presParOf" srcId="{0B4BED53-69EF-4477-8AAD-1DFACCE7A55E}" destId="{603721B2-9CF4-41FF-97F5-DD1B68583295}" srcOrd="1" destOrd="0" presId="urn:microsoft.com/office/officeart/2005/8/layout/orgChart1"/>
    <dgm:cxn modelId="{7CF840EB-5271-412A-BFD4-CCFF6347BFF5}" type="presParOf" srcId="{603721B2-9CF4-41FF-97F5-DD1B68583295}" destId="{5927D8ED-53DA-49FE-8312-936A732D096B}" srcOrd="0" destOrd="0" presId="urn:microsoft.com/office/officeart/2005/8/layout/orgChart1"/>
    <dgm:cxn modelId="{7219A8B3-00B4-4E6E-8DFE-6CCD71841943}" type="presParOf" srcId="{5927D8ED-53DA-49FE-8312-936A732D096B}" destId="{B6399BF2-009D-4A46-AC79-56E91FE2E714}" srcOrd="0" destOrd="0" presId="urn:microsoft.com/office/officeart/2005/8/layout/orgChart1"/>
    <dgm:cxn modelId="{273EAEB6-5C98-488B-ABDD-A7FAA7818A33}" type="presParOf" srcId="{5927D8ED-53DA-49FE-8312-936A732D096B}" destId="{E33AA7E0-5967-4269-BC66-7E754E5BB239}" srcOrd="1" destOrd="0" presId="urn:microsoft.com/office/officeart/2005/8/layout/orgChart1"/>
    <dgm:cxn modelId="{BBD6D60E-B16E-4BE8-BF66-D923987757CE}" type="presParOf" srcId="{603721B2-9CF4-41FF-97F5-DD1B68583295}" destId="{D05DF558-AE88-4381-905C-443EA7B3F85F}" srcOrd="1" destOrd="0" presId="urn:microsoft.com/office/officeart/2005/8/layout/orgChart1"/>
    <dgm:cxn modelId="{9861F013-6582-4BC1-A46E-7393DAF191CC}" type="presParOf" srcId="{603721B2-9CF4-41FF-97F5-DD1B68583295}" destId="{A7E15207-8AED-42D1-AE65-D9C3A49D6871}" srcOrd="2" destOrd="0" presId="urn:microsoft.com/office/officeart/2005/8/layout/orgChart1"/>
    <dgm:cxn modelId="{CB88061B-E668-422F-8F35-83897ECAD91B}" type="presParOf" srcId="{0B4BED53-69EF-4477-8AAD-1DFACCE7A55E}" destId="{B0C452E7-0527-4733-893D-D2DCA3E0B86A}" srcOrd="2" destOrd="0" presId="urn:microsoft.com/office/officeart/2005/8/layout/orgChart1"/>
    <dgm:cxn modelId="{6F3C3564-67E2-490A-B0C6-190D34E2A5E7}" type="presParOf" srcId="{0B4BED53-69EF-4477-8AAD-1DFACCE7A55E}" destId="{3BAAD0FD-FD3B-4A1C-B2B4-BBDABE835047}" srcOrd="3" destOrd="0" presId="urn:microsoft.com/office/officeart/2005/8/layout/orgChart1"/>
    <dgm:cxn modelId="{E3F74002-C8E1-4B56-85DA-7D266CC71144}" type="presParOf" srcId="{3BAAD0FD-FD3B-4A1C-B2B4-BBDABE835047}" destId="{4F81FDAA-0F87-4EB1-8B12-9E2B175A6B3D}" srcOrd="0" destOrd="0" presId="urn:microsoft.com/office/officeart/2005/8/layout/orgChart1"/>
    <dgm:cxn modelId="{5250CE1F-0946-4B27-AA60-BFEE1503404E}" type="presParOf" srcId="{4F81FDAA-0F87-4EB1-8B12-9E2B175A6B3D}" destId="{FBE47A00-8EE7-4080-89CC-AD8807DE86A1}" srcOrd="0" destOrd="0" presId="urn:microsoft.com/office/officeart/2005/8/layout/orgChart1"/>
    <dgm:cxn modelId="{ABD920B8-EDD5-4D62-BB1B-92E3E20301F3}" type="presParOf" srcId="{4F81FDAA-0F87-4EB1-8B12-9E2B175A6B3D}" destId="{36EA9703-42D7-46A2-AC9B-82FB320E9B2A}" srcOrd="1" destOrd="0" presId="urn:microsoft.com/office/officeart/2005/8/layout/orgChart1"/>
    <dgm:cxn modelId="{B5B7B2D4-5E76-4E48-BAC3-FB770E3A1120}" type="presParOf" srcId="{3BAAD0FD-FD3B-4A1C-B2B4-BBDABE835047}" destId="{77D4AC6C-D4DD-46E0-98EB-7A53BF0C379C}" srcOrd="1" destOrd="0" presId="urn:microsoft.com/office/officeart/2005/8/layout/orgChart1"/>
    <dgm:cxn modelId="{A4CED125-967A-4842-9929-CBEF1E587A06}" type="presParOf" srcId="{77D4AC6C-D4DD-46E0-98EB-7A53BF0C379C}" destId="{8C30806D-D8C1-4C5A-8CF4-73EB3C36C9DA}" srcOrd="0" destOrd="0" presId="urn:microsoft.com/office/officeart/2005/8/layout/orgChart1"/>
    <dgm:cxn modelId="{B816CE1A-095B-4927-8494-AAB2D5CB881B}" type="presParOf" srcId="{77D4AC6C-D4DD-46E0-98EB-7A53BF0C379C}" destId="{5F0424E5-897A-4245-A458-6A7F68A661F6}" srcOrd="1" destOrd="0" presId="urn:microsoft.com/office/officeart/2005/8/layout/orgChart1"/>
    <dgm:cxn modelId="{267D5029-A380-4E53-AA27-3D6F3A397879}" type="presParOf" srcId="{5F0424E5-897A-4245-A458-6A7F68A661F6}" destId="{539781AD-DB36-41B8-945C-153862882B6F}" srcOrd="0" destOrd="0" presId="urn:microsoft.com/office/officeart/2005/8/layout/orgChart1"/>
    <dgm:cxn modelId="{131C498B-8267-4CA5-8354-E52F226F06B7}" type="presParOf" srcId="{539781AD-DB36-41B8-945C-153862882B6F}" destId="{AFEED0B6-79A9-4BA0-AB3B-7E79AA532C3F}" srcOrd="0" destOrd="0" presId="urn:microsoft.com/office/officeart/2005/8/layout/orgChart1"/>
    <dgm:cxn modelId="{5662A48E-1497-4ECD-A146-9DEC712EAB03}" type="presParOf" srcId="{539781AD-DB36-41B8-945C-153862882B6F}" destId="{42E800FE-8EC5-4861-A543-A4A83C122143}" srcOrd="1" destOrd="0" presId="urn:microsoft.com/office/officeart/2005/8/layout/orgChart1"/>
    <dgm:cxn modelId="{43830EA4-2FD8-4B99-AF83-BD69491C5B9E}" type="presParOf" srcId="{5F0424E5-897A-4245-A458-6A7F68A661F6}" destId="{BD6CF84E-1A4D-4159-BDE6-EDA49A591F50}" srcOrd="1" destOrd="0" presId="urn:microsoft.com/office/officeart/2005/8/layout/orgChart1"/>
    <dgm:cxn modelId="{AF73D7C4-DA5F-493F-A5E9-008AF9CAC941}" type="presParOf" srcId="{5F0424E5-897A-4245-A458-6A7F68A661F6}" destId="{C23846EB-908E-4FA1-9B28-15B96A0AC423}" srcOrd="2" destOrd="0" presId="urn:microsoft.com/office/officeart/2005/8/layout/orgChart1"/>
    <dgm:cxn modelId="{FE4AB3B1-41F8-4502-BA05-50717488ED85}" type="presParOf" srcId="{77D4AC6C-D4DD-46E0-98EB-7A53BF0C379C}" destId="{77630F50-41BB-4F9E-AB3F-31EF4446C5B7}" srcOrd="2" destOrd="0" presId="urn:microsoft.com/office/officeart/2005/8/layout/orgChart1"/>
    <dgm:cxn modelId="{D34CC5E5-1653-425D-B8DE-BBB5EC251D37}" type="presParOf" srcId="{77D4AC6C-D4DD-46E0-98EB-7A53BF0C379C}" destId="{69CB6533-44E8-444F-B060-4DED15565DAE}" srcOrd="3" destOrd="0" presId="urn:microsoft.com/office/officeart/2005/8/layout/orgChart1"/>
    <dgm:cxn modelId="{661BDA55-5E49-426A-9BEA-248AA1DEC1B7}" type="presParOf" srcId="{69CB6533-44E8-444F-B060-4DED15565DAE}" destId="{4AE5A6C0-51E6-48E2-9E35-69BEDFE82D8A}" srcOrd="0" destOrd="0" presId="urn:microsoft.com/office/officeart/2005/8/layout/orgChart1"/>
    <dgm:cxn modelId="{1D65DB2B-2B84-4ACE-B549-57AE5C8DCFE7}" type="presParOf" srcId="{4AE5A6C0-51E6-48E2-9E35-69BEDFE82D8A}" destId="{E5D6B167-3FA9-4213-BD5D-6DD94637F056}" srcOrd="0" destOrd="0" presId="urn:microsoft.com/office/officeart/2005/8/layout/orgChart1"/>
    <dgm:cxn modelId="{486A0073-4E61-4017-BE19-532808DBA356}" type="presParOf" srcId="{4AE5A6C0-51E6-48E2-9E35-69BEDFE82D8A}" destId="{8A75ABF9-B80F-477E-ADA7-48AD52BEF5B3}" srcOrd="1" destOrd="0" presId="urn:microsoft.com/office/officeart/2005/8/layout/orgChart1"/>
    <dgm:cxn modelId="{293915DA-A8C8-43BA-9514-C30D682D86DF}" type="presParOf" srcId="{69CB6533-44E8-444F-B060-4DED15565DAE}" destId="{C505006E-A92F-4332-A50A-5A2BF1131422}" srcOrd="1" destOrd="0" presId="urn:microsoft.com/office/officeart/2005/8/layout/orgChart1"/>
    <dgm:cxn modelId="{9E9E67D0-52B0-4DD6-A5C0-CAF4E6FFF88D}" type="presParOf" srcId="{C505006E-A92F-4332-A50A-5A2BF1131422}" destId="{B30C41FA-EECB-4F61-9206-E22CF485CCE5}" srcOrd="0" destOrd="0" presId="urn:microsoft.com/office/officeart/2005/8/layout/orgChart1"/>
    <dgm:cxn modelId="{93FB52BB-7D26-41F3-B6F5-08773DD07A9E}" type="presParOf" srcId="{C505006E-A92F-4332-A50A-5A2BF1131422}" destId="{BA735728-FC71-4AFE-B51A-E63C0200C78C}" srcOrd="1" destOrd="0" presId="urn:microsoft.com/office/officeart/2005/8/layout/orgChart1"/>
    <dgm:cxn modelId="{492DE679-F898-4A87-AE37-E9679EF74FAD}" type="presParOf" srcId="{BA735728-FC71-4AFE-B51A-E63C0200C78C}" destId="{9395150D-5420-4CC7-AF02-A3CA4A2FDEA3}" srcOrd="0" destOrd="0" presId="urn:microsoft.com/office/officeart/2005/8/layout/orgChart1"/>
    <dgm:cxn modelId="{E7CA9B9D-85FA-4042-8831-BA238F98A66A}" type="presParOf" srcId="{9395150D-5420-4CC7-AF02-A3CA4A2FDEA3}" destId="{8D865ED3-DDFE-4DC4-9E13-9C136E1F4596}" srcOrd="0" destOrd="0" presId="urn:microsoft.com/office/officeart/2005/8/layout/orgChart1"/>
    <dgm:cxn modelId="{E5444A9C-93DC-4053-826F-06DACF57773A}" type="presParOf" srcId="{9395150D-5420-4CC7-AF02-A3CA4A2FDEA3}" destId="{36A1C92A-2A81-4A4B-83BA-805B1367B0BE}" srcOrd="1" destOrd="0" presId="urn:microsoft.com/office/officeart/2005/8/layout/orgChart1"/>
    <dgm:cxn modelId="{C87E00C7-9BCB-4368-B9A2-7D70B2605A14}" type="presParOf" srcId="{BA735728-FC71-4AFE-B51A-E63C0200C78C}" destId="{AE6179CE-3C26-4DDD-A9C6-7FDACD0D0950}" srcOrd="1" destOrd="0" presId="urn:microsoft.com/office/officeart/2005/8/layout/orgChart1"/>
    <dgm:cxn modelId="{39748831-FA07-47D8-876C-E4546EB77479}" type="presParOf" srcId="{BA735728-FC71-4AFE-B51A-E63C0200C78C}" destId="{85F97C8F-E39A-4D0E-95B2-704CE74BE420}" srcOrd="2" destOrd="0" presId="urn:microsoft.com/office/officeart/2005/8/layout/orgChart1"/>
    <dgm:cxn modelId="{91DEF4CD-8BFC-47A7-B98D-AAFD58349CDC}" type="presParOf" srcId="{C505006E-A92F-4332-A50A-5A2BF1131422}" destId="{68C7BD88-A8CF-414B-BDFC-66464783C2D7}" srcOrd="2" destOrd="0" presId="urn:microsoft.com/office/officeart/2005/8/layout/orgChart1"/>
    <dgm:cxn modelId="{16834698-484C-4179-8E35-D50FE522C53C}" type="presParOf" srcId="{C505006E-A92F-4332-A50A-5A2BF1131422}" destId="{0E30D6F3-3205-4B25-B383-43F08D8B0B33}" srcOrd="3" destOrd="0" presId="urn:microsoft.com/office/officeart/2005/8/layout/orgChart1"/>
    <dgm:cxn modelId="{694C9372-C4E4-40CF-9159-C2DB96028970}" type="presParOf" srcId="{0E30D6F3-3205-4B25-B383-43F08D8B0B33}" destId="{7C549D11-784E-460E-AE1C-53731F980629}" srcOrd="0" destOrd="0" presId="urn:microsoft.com/office/officeart/2005/8/layout/orgChart1"/>
    <dgm:cxn modelId="{D197F834-F92F-44DD-84B1-A05AE0B9BD39}" type="presParOf" srcId="{7C549D11-784E-460E-AE1C-53731F980629}" destId="{75D95989-366C-4CD5-85A1-9C1B9C87D98A}" srcOrd="0" destOrd="0" presId="urn:microsoft.com/office/officeart/2005/8/layout/orgChart1"/>
    <dgm:cxn modelId="{D400EC88-8F46-4077-93CB-D0EAAF31C907}" type="presParOf" srcId="{7C549D11-784E-460E-AE1C-53731F980629}" destId="{8979F7BD-16FC-418C-B14B-576370E02F17}" srcOrd="1" destOrd="0" presId="urn:microsoft.com/office/officeart/2005/8/layout/orgChart1"/>
    <dgm:cxn modelId="{F0103CA7-6E3C-49CF-A943-6664DF85AA7F}" type="presParOf" srcId="{0E30D6F3-3205-4B25-B383-43F08D8B0B33}" destId="{D1054AA5-823B-4AB2-9B33-37BD7B5F3FD9}" srcOrd="1" destOrd="0" presId="urn:microsoft.com/office/officeart/2005/8/layout/orgChart1"/>
    <dgm:cxn modelId="{55946AE3-2F6B-4215-A624-E34CEFD5BB6A}" type="presParOf" srcId="{0E30D6F3-3205-4B25-B383-43F08D8B0B33}" destId="{AAD28A56-9167-4321-9E14-94481E6FAF09}" srcOrd="2" destOrd="0" presId="urn:microsoft.com/office/officeart/2005/8/layout/orgChart1"/>
    <dgm:cxn modelId="{9D6F196C-6899-4FC2-9479-36A705DE908A}" type="presParOf" srcId="{C505006E-A92F-4332-A50A-5A2BF1131422}" destId="{57B4B7B4-DBBB-42BE-8244-08C6A48F1D4E}" srcOrd="4" destOrd="0" presId="urn:microsoft.com/office/officeart/2005/8/layout/orgChart1"/>
    <dgm:cxn modelId="{55B57AB8-C38F-4B1B-AA2D-0CFA19C236E0}" type="presParOf" srcId="{C505006E-A92F-4332-A50A-5A2BF1131422}" destId="{9ACD3656-6786-4433-B685-1A5F511C5523}" srcOrd="5" destOrd="0" presId="urn:microsoft.com/office/officeart/2005/8/layout/orgChart1"/>
    <dgm:cxn modelId="{5F707F4C-A5B6-4677-853F-12C3CC2AF33C}" type="presParOf" srcId="{9ACD3656-6786-4433-B685-1A5F511C5523}" destId="{E45FF460-365C-43E0-AE4C-325CAFDEF6E6}" srcOrd="0" destOrd="0" presId="urn:microsoft.com/office/officeart/2005/8/layout/orgChart1"/>
    <dgm:cxn modelId="{68608A5D-2776-4277-B7E4-4658ABDA2BA4}" type="presParOf" srcId="{E45FF460-365C-43E0-AE4C-325CAFDEF6E6}" destId="{4AD9E192-BE6A-4DF8-9AC2-D273DA4F1EAA}" srcOrd="0" destOrd="0" presId="urn:microsoft.com/office/officeart/2005/8/layout/orgChart1"/>
    <dgm:cxn modelId="{625A7588-0FE6-44B1-80C9-BEDD2E92A231}" type="presParOf" srcId="{E45FF460-365C-43E0-AE4C-325CAFDEF6E6}" destId="{C0712093-7C06-4635-86EE-79EF4D8F9B68}" srcOrd="1" destOrd="0" presId="urn:microsoft.com/office/officeart/2005/8/layout/orgChart1"/>
    <dgm:cxn modelId="{CB20E0E0-CA6F-4846-8128-D3DE56999708}" type="presParOf" srcId="{9ACD3656-6786-4433-B685-1A5F511C5523}" destId="{B2477B42-3E0C-4CA1-92EB-BBA77E3114E6}" srcOrd="1" destOrd="0" presId="urn:microsoft.com/office/officeart/2005/8/layout/orgChart1"/>
    <dgm:cxn modelId="{0B48C285-FF5C-4A12-926C-232E9F4C6620}" type="presParOf" srcId="{B2477B42-3E0C-4CA1-92EB-BBA77E3114E6}" destId="{C3EAA277-39AA-48B0-B65E-C2B3D7E588D6}" srcOrd="0" destOrd="0" presId="urn:microsoft.com/office/officeart/2005/8/layout/orgChart1"/>
    <dgm:cxn modelId="{38C80158-DFED-425E-B44D-2D6408802EBB}" type="presParOf" srcId="{B2477B42-3E0C-4CA1-92EB-BBA77E3114E6}" destId="{5D19745E-496D-44D4-8733-73485559765B}" srcOrd="1" destOrd="0" presId="urn:microsoft.com/office/officeart/2005/8/layout/orgChart1"/>
    <dgm:cxn modelId="{958BFA25-0418-475C-8856-DF09ACB9476B}" type="presParOf" srcId="{5D19745E-496D-44D4-8733-73485559765B}" destId="{58580F0E-6931-4F7A-B4F1-9E2E3F3D8BE7}" srcOrd="0" destOrd="0" presId="urn:microsoft.com/office/officeart/2005/8/layout/orgChart1"/>
    <dgm:cxn modelId="{09E5B82E-5F84-429D-8E5D-8679C655C544}" type="presParOf" srcId="{58580F0E-6931-4F7A-B4F1-9E2E3F3D8BE7}" destId="{723A56C0-86CD-484D-B45E-EBE7DB623610}" srcOrd="0" destOrd="0" presId="urn:microsoft.com/office/officeart/2005/8/layout/orgChart1"/>
    <dgm:cxn modelId="{883AD440-CA5D-4B68-8A3E-6D65C8713D5D}" type="presParOf" srcId="{58580F0E-6931-4F7A-B4F1-9E2E3F3D8BE7}" destId="{15911C11-9E50-4D07-ABE7-EBD0908B30C9}" srcOrd="1" destOrd="0" presId="urn:microsoft.com/office/officeart/2005/8/layout/orgChart1"/>
    <dgm:cxn modelId="{65B01F88-7E19-4B5F-A32C-ABA55F38E03D}" type="presParOf" srcId="{5D19745E-496D-44D4-8733-73485559765B}" destId="{486E198A-BA19-487D-A8BF-D3C9B09AEA87}" srcOrd="1" destOrd="0" presId="urn:microsoft.com/office/officeart/2005/8/layout/orgChart1"/>
    <dgm:cxn modelId="{54229F1B-47A8-4F72-A6A5-771B571A7709}" type="presParOf" srcId="{5D19745E-496D-44D4-8733-73485559765B}" destId="{57C01876-71D7-48ED-8CF2-242A0F3DF359}" srcOrd="2" destOrd="0" presId="urn:microsoft.com/office/officeart/2005/8/layout/orgChart1"/>
    <dgm:cxn modelId="{AC1FC7DC-5F3C-4F99-B5D6-F8735F1513A8}" type="presParOf" srcId="{B2477B42-3E0C-4CA1-92EB-BBA77E3114E6}" destId="{2B6216EE-0332-46F3-BC8E-9FC18354BC59}" srcOrd="2" destOrd="0" presId="urn:microsoft.com/office/officeart/2005/8/layout/orgChart1"/>
    <dgm:cxn modelId="{AD0226B9-60BD-4167-80D4-E7E9F3241E61}" type="presParOf" srcId="{B2477B42-3E0C-4CA1-92EB-BBA77E3114E6}" destId="{84857238-4826-4AF8-A762-41EE06FE4C28}" srcOrd="3" destOrd="0" presId="urn:microsoft.com/office/officeart/2005/8/layout/orgChart1"/>
    <dgm:cxn modelId="{412E4537-2F6E-4E5C-BE6C-80C1A4271780}" type="presParOf" srcId="{84857238-4826-4AF8-A762-41EE06FE4C28}" destId="{9DCC0560-9926-4A3E-86C4-C98A777A4113}" srcOrd="0" destOrd="0" presId="urn:microsoft.com/office/officeart/2005/8/layout/orgChart1"/>
    <dgm:cxn modelId="{831308F1-E44E-42AF-8574-EA0AA6C589A8}" type="presParOf" srcId="{9DCC0560-9926-4A3E-86C4-C98A777A4113}" destId="{AED04F68-6CFF-47E4-A0B1-8EB9FEEA82A7}" srcOrd="0" destOrd="0" presId="urn:microsoft.com/office/officeart/2005/8/layout/orgChart1"/>
    <dgm:cxn modelId="{CACB495A-4651-4673-AABE-49B6EF48BC39}" type="presParOf" srcId="{9DCC0560-9926-4A3E-86C4-C98A777A4113}" destId="{2C06A797-5204-4565-AD23-5EA462DB4912}" srcOrd="1" destOrd="0" presId="urn:microsoft.com/office/officeart/2005/8/layout/orgChart1"/>
    <dgm:cxn modelId="{A9F8C3AE-FA7F-4C09-9277-FD804DF9D0E0}" type="presParOf" srcId="{84857238-4826-4AF8-A762-41EE06FE4C28}" destId="{5CA96AD2-300D-4A7E-B874-FF6D058776F2}" srcOrd="1" destOrd="0" presId="urn:microsoft.com/office/officeart/2005/8/layout/orgChart1"/>
    <dgm:cxn modelId="{06B1EDF3-3A70-41AA-AE14-810AED8C45DF}" type="presParOf" srcId="{84857238-4826-4AF8-A762-41EE06FE4C28}" destId="{5AD8BB6F-BF37-4E6D-87C3-448D81E9C9FB}" srcOrd="2" destOrd="0" presId="urn:microsoft.com/office/officeart/2005/8/layout/orgChart1"/>
    <dgm:cxn modelId="{4561863A-8047-4BA5-9867-7069C3FC37C5}" type="presParOf" srcId="{9ACD3656-6786-4433-B685-1A5F511C5523}" destId="{EA32AA4E-B8E5-46C4-B0BE-2C86B62B14A1}" srcOrd="2" destOrd="0" presId="urn:microsoft.com/office/officeart/2005/8/layout/orgChart1"/>
    <dgm:cxn modelId="{CAD4DC54-518E-42AB-A6BF-E6CADBB4D26D}" type="presParOf" srcId="{C505006E-A92F-4332-A50A-5A2BF1131422}" destId="{7D4A13F4-FD34-4B8E-B53E-BFCE53B83B25}" srcOrd="6" destOrd="0" presId="urn:microsoft.com/office/officeart/2005/8/layout/orgChart1"/>
    <dgm:cxn modelId="{D7027185-CAAF-46F6-9AD5-1F114232E57F}" type="presParOf" srcId="{C505006E-A92F-4332-A50A-5A2BF1131422}" destId="{24018752-8D79-4F05-BA8A-34A6007A8DDF}" srcOrd="7" destOrd="0" presId="urn:microsoft.com/office/officeart/2005/8/layout/orgChart1"/>
    <dgm:cxn modelId="{58005122-2EA9-4FA7-851E-A289E593A63A}" type="presParOf" srcId="{24018752-8D79-4F05-BA8A-34A6007A8DDF}" destId="{AED6B1B9-92B7-41BC-92DD-BBADDD7E3492}" srcOrd="0" destOrd="0" presId="urn:microsoft.com/office/officeart/2005/8/layout/orgChart1"/>
    <dgm:cxn modelId="{2EA3010B-50BF-4140-BDF1-43FB30C682CC}" type="presParOf" srcId="{AED6B1B9-92B7-41BC-92DD-BBADDD7E3492}" destId="{2686E213-FD5F-40A3-B80F-3392F1DA8ED0}" srcOrd="0" destOrd="0" presId="urn:microsoft.com/office/officeart/2005/8/layout/orgChart1"/>
    <dgm:cxn modelId="{4F651488-04E7-4F5D-98D1-EDAB4F5EA1F5}" type="presParOf" srcId="{AED6B1B9-92B7-41BC-92DD-BBADDD7E3492}" destId="{8CF86E3D-8369-4746-A0C5-B9AEB9DE51CC}" srcOrd="1" destOrd="0" presId="urn:microsoft.com/office/officeart/2005/8/layout/orgChart1"/>
    <dgm:cxn modelId="{79A8117F-D287-485E-A283-DAE100FE1110}" type="presParOf" srcId="{24018752-8D79-4F05-BA8A-34A6007A8DDF}" destId="{74FC7C2C-17F4-4A43-961B-9082E34CDB09}" srcOrd="1" destOrd="0" presId="urn:microsoft.com/office/officeart/2005/8/layout/orgChart1"/>
    <dgm:cxn modelId="{B10E20C8-CF15-49B1-A1B5-1B998CC23265}" type="presParOf" srcId="{24018752-8D79-4F05-BA8A-34A6007A8DDF}" destId="{1215291A-3532-4E39-B8BD-33802FD12233}" srcOrd="2" destOrd="0" presId="urn:microsoft.com/office/officeart/2005/8/layout/orgChart1"/>
    <dgm:cxn modelId="{7ACCDD5B-C1B0-40FC-A38F-65CB41D8E28A}" type="presParOf" srcId="{69CB6533-44E8-444F-B060-4DED15565DAE}" destId="{B5DFD584-7DD8-4931-8268-360A1EADE16A}" srcOrd="2" destOrd="0" presId="urn:microsoft.com/office/officeart/2005/8/layout/orgChart1"/>
    <dgm:cxn modelId="{D81C7164-CDDD-411D-A184-2B5582BD1CFB}" type="presParOf" srcId="{3BAAD0FD-FD3B-4A1C-B2B4-BBDABE835047}" destId="{CC508A1B-ED9C-4203-AACE-73E98147CF12}" srcOrd="2" destOrd="0" presId="urn:microsoft.com/office/officeart/2005/8/layout/orgChart1"/>
    <dgm:cxn modelId="{A63FE62A-7726-4F9E-8545-72098C8C41CF}" type="presParOf" srcId="{0B4BED53-69EF-4477-8AAD-1DFACCE7A55E}" destId="{0C862B2C-9C17-4CD1-86B1-D0D172B39D5B}" srcOrd="4" destOrd="0" presId="urn:microsoft.com/office/officeart/2005/8/layout/orgChart1"/>
    <dgm:cxn modelId="{61ADF32A-1DA5-4C8E-A8F9-1F5F67294649}" type="presParOf" srcId="{0B4BED53-69EF-4477-8AAD-1DFACCE7A55E}" destId="{E82969CF-4210-412A-944E-A074694922E3}" srcOrd="5" destOrd="0" presId="urn:microsoft.com/office/officeart/2005/8/layout/orgChart1"/>
    <dgm:cxn modelId="{D3F9A397-1A7B-4963-9EFA-A45DE2B63498}" type="presParOf" srcId="{E82969CF-4210-412A-944E-A074694922E3}" destId="{AC8A4E19-7E1B-46B6-B890-215C17914313}" srcOrd="0" destOrd="0" presId="urn:microsoft.com/office/officeart/2005/8/layout/orgChart1"/>
    <dgm:cxn modelId="{764E5C74-98F5-40B3-980D-76FC4A386D7D}" type="presParOf" srcId="{AC8A4E19-7E1B-46B6-B890-215C17914313}" destId="{EC45E921-B3F0-4613-938B-117C53447DC4}" srcOrd="0" destOrd="0" presId="urn:microsoft.com/office/officeart/2005/8/layout/orgChart1"/>
    <dgm:cxn modelId="{4C5ECF7F-F234-42BC-A8B6-A3D6C06E2E6E}" type="presParOf" srcId="{AC8A4E19-7E1B-46B6-B890-215C17914313}" destId="{D1706F98-20E8-4169-B7AE-D4B0D259237F}" srcOrd="1" destOrd="0" presId="urn:microsoft.com/office/officeart/2005/8/layout/orgChart1"/>
    <dgm:cxn modelId="{8EEA4F5E-A8C7-4923-8DD5-E46881C5EAF6}" type="presParOf" srcId="{E82969CF-4210-412A-944E-A074694922E3}" destId="{B8F4354E-50D6-465C-902F-7EFC89B5E4DF}" srcOrd="1" destOrd="0" presId="urn:microsoft.com/office/officeart/2005/8/layout/orgChart1"/>
    <dgm:cxn modelId="{414F2F9E-F91F-4F05-AB3B-E3255A8A12D7}" type="presParOf" srcId="{B8F4354E-50D6-465C-902F-7EFC89B5E4DF}" destId="{FD570B6E-AF9B-4F42-83DB-21DFD1A0CF24}" srcOrd="0" destOrd="0" presId="urn:microsoft.com/office/officeart/2005/8/layout/orgChart1"/>
    <dgm:cxn modelId="{DF856A3E-7F68-421B-8211-876D6061D496}" type="presParOf" srcId="{B8F4354E-50D6-465C-902F-7EFC89B5E4DF}" destId="{389C891F-BF5D-4FBF-A27F-47D914E60E0E}" srcOrd="1" destOrd="0" presId="urn:microsoft.com/office/officeart/2005/8/layout/orgChart1"/>
    <dgm:cxn modelId="{9E39C9CB-1C4D-4D2E-802A-2F3A5601125C}" type="presParOf" srcId="{389C891F-BF5D-4FBF-A27F-47D914E60E0E}" destId="{4A5205A5-1EAF-4E1A-9F62-415C5185099B}" srcOrd="0" destOrd="0" presId="urn:microsoft.com/office/officeart/2005/8/layout/orgChart1"/>
    <dgm:cxn modelId="{6758302F-D91D-42D2-94B8-65B9742FF6D6}" type="presParOf" srcId="{4A5205A5-1EAF-4E1A-9F62-415C5185099B}" destId="{078868D4-D600-4760-96C3-67E91C37F21A}" srcOrd="0" destOrd="0" presId="urn:microsoft.com/office/officeart/2005/8/layout/orgChart1"/>
    <dgm:cxn modelId="{188FE92C-7487-4F1F-AE30-FD17BFF7D320}" type="presParOf" srcId="{4A5205A5-1EAF-4E1A-9F62-415C5185099B}" destId="{0250E01B-80D8-4D93-A6EC-5881C66E2D0A}" srcOrd="1" destOrd="0" presId="urn:microsoft.com/office/officeart/2005/8/layout/orgChart1"/>
    <dgm:cxn modelId="{BF2412A8-5B02-4898-A74E-9CC6747DEA8D}" type="presParOf" srcId="{389C891F-BF5D-4FBF-A27F-47D914E60E0E}" destId="{C682DC6D-5D2C-4790-B00E-F56B85DFF2EF}" srcOrd="1" destOrd="0" presId="urn:microsoft.com/office/officeart/2005/8/layout/orgChart1"/>
    <dgm:cxn modelId="{854ED1FB-9D17-4ED9-AED8-1195F4D9944D}" type="presParOf" srcId="{389C891F-BF5D-4FBF-A27F-47D914E60E0E}" destId="{53559EFD-6332-401E-885F-2A19B26FCE73}" srcOrd="2" destOrd="0" presId="urn:microsoft.com/office/officeart/2005/8/layout/orgChart1"/>
    <dgm:cxn modelId="{F0E621C5-E09F-4D32-8E68-E33C3F893682}" type="presParOf" srcId="{B8F4354E-50D6-465C-902F-7EFC89B5E4DF}" destId="{569D8539-D913-43E9-9AA0-A920583698EB}" srcOrd="2" destOrd="0" presId="urn:microsoft.com/office/officeart/2005/8/layout/orgChart1"/>
    <dgm:cxn modelId="{BB2C9354-113D-41A1-9DE8-2456747D131B}" type="presParOf" srcId="{B8F4354E-50D6-465C-902F-7EFC89B5E4DF}" destId="{17C09E0C-A62A-4719-86A1-FDE805E9242C}" srcOrd="3" destOrd="0" presId="urn:microsoft.com/office/officeart/2005/8/layout/orgChart1"/>
    <dgm:cxn modelId="{AA9A86E3-FBEB-4CE1-BBD6-23E94E89125D}" type="presParOf" srcId="{17C09E0C-A62A-4719-86A1-FDE805E9242C}" destId="{AEE387F9-C8E9-4D9E-B5A6-423866813381}" srcOrd="0" destOrd="0" presId="urn:microsoft.com/office/officeart/2005/8/layout/orgChart1"/>
    <dgm:cxn modelId="{B5DAF5BA-DDCB-4FD7-AD74-6DD91B848F74}" type="presParOf" srcId="{AEE387F9-C8E9-4D9E-B5A6-423866813381}" destId="{959183C9-9C5F-4DA1-BF47-250FFAB507D3}" srcOrd="0" destOrd="0" presId="urn:microsoft.com/office/officeart/2005/8/layout/orgChart1"/>
    <dgm:cxn modelId="{282743A6-1BFA-41C3-B505-8F7E63A4AFD1}" type="presParOf" srcId="{AEE387F9-C8E9-4D9E-B5A6-423866813381}" destId="{6C3D10A8-B155-40C5-AC73-F27AA6662E2D}" srcOrd="1" destOrd="0" presId="urn:microsoft.com/office/officeart/2005/8/layout/orgChart1"/>
    <dgm:cxn modelId="{29D072B0-35E7-42FC-BF2D-A2A95A07D8AC}" type="presParOf" srcId="{17C09E0C-A62A-4719-86A1-FDE805E9242C}" destId="{5BA3CE3A-22F3-4093-82AB-F208DC23A111}" srcOrd="1" destOrd="0" presId="urn:microsoft.com/office/officeart/2005/8/layout/orgChart1"/>
    <dgm:cxn modelId="{C1F30F10-18B3-4597-A8DD-633DFE5145C6}" type="presParOf" srcId="{5BA3CE3A-22F3-4093-82AB-F208DC23A111}" destId="{353FB217-4855-417B-A5C0-3F2C2BBAB9FB}" srcOrd="0" destOrd="0" presId="urn:microsoft.com/office/officeart/2005/8/layout/orgChart1"/>
    <dgm:cxn modelId="{7FFA1EA6-E8C7-4754-B8C6-188699BFC1B2}" type="presParOf" srcId="{5BA3CE3A-22F3-4093-82AB-F208DC23A111}" destId="{FCB3C386-1526-445A-9998-5C908FB37262}" srcOrd="1" destOrd="0" presId="urn:microsoft.com/office/officeart/2005/8/layout/orgChart1"/>
    <dgm:cxn modelId="{EB83A844-AADD-40A9-879F-8EAD846B980A}" type="presParOf" srcId="{FCB3C386-1526-445A-9998-5C908FB37262}" destId="{433FF2AD-EF8D-4CF7-8B5D-41200CCAA264}" srcOrd="0" destOrd="0" presId="urn:microsoft.com/office/officeart/2005/8/layout/orgChart1"/>
    <dgm:cxn modelId="{D1AE2AB8-4B90-4024-B700-75904CB7C56E}" type="presParOf" srcId="{433FF2AD-EF8D-4CF7-8B5D-41200CCAA264}" destId="{5A4FB645-BC77-41B0-B5A6-D782CA5549D3}" srcOrd="0" destOrd="0" presId="urn:microsoft.com/office/officeart/2005/8/layout/orgChart1"/>
    <dgm:cxn modelId="{F8347349-1097-4668-AD9B-FC324B310E8E}" type="presParOf" srcId="{433FF2AD-EF8D-4CF7-8B5D-41200CCAA264}" destId="{34ACE09C-5492-48EF-9A8D-F244F39A1CC9}" srcOrd="1" destOrd="0" presId="urn:microsoft.com/office/officeart/2005/8/layout/orgChart1"/>
    <dgm:cxn modelId="{6439A31F-28B2-4648-83B4-6E388D1F8710}" type="presParOf" srcId="{FCB3C386-1526-445A-9998-5C908FB37262}" destId="{2911D249-21EF-4347-B934-27704CB75F9F}" srcOrd="1" destOrd="0" presId="urn:microsoft.com/office/officeart/2005/8/layout/orgChart1"/>
    <dgm:cxn modelId="{4F33CDFD-0A62-4314-A604-9FB274B7DF01}" type="presParOf" srcId="{FCB3C386-1526-445A-9998-5C908FB37262}" destId="{D2EAFF18-C991-4986-B2F2-E48995C4722A}" srcOrd="2" destOrd="0" presId="urn:microsoft.com/office/officeart/2005/8/layout/orgChart1"/>
    <dgm:cxn modelId="{DD6DC628-9A14-453A-B99D-9B6B8FA7B7CF}" type="presParOf" srcId="{17C09E0C-A62A-4719-86A1-FDE805E9242C}" destId="{B2F25F58-848A-4725-ADC9-C030CF567C1D}" srcOrd="2" destOrd="0" presId="urn:microsoft.com/office/officeart/2005/8/layout/orgChart1"/>
    <dgm:cxn modelId="{3F73EF5B-107C-4658-B6FD-72BAB3B71792}" type="presParOf" srcId="{E82969CF-4210-412A-944E-A074694922E3}" destId="{99D5E546-E86E-404B-91B5-118A9240783A}" srcOrd="2" destOrd="0" presId="urn:microsoft.com/office/officeart/2005/8/layout/orgChart1"/>
    <dgm:cxn modelId="{FB3E01A4-EF15-4077-A424-BF8F1364AA64}" type="presParOf" srcId="{1E06A66F-789C-4634-972E-45A55E344851}" destId="{3DB67EBA-2C55-4ED7-910D-FF00B28E1BA3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BD51E99-FFC0-4EEF-9C6C-468F6122572C}" type="doc">
      <dgm:prSet loTypeId="urn:microsoft.com/office/officeart/2005/8/layout/orgChart1" loCatId="hierarchy" qsTypeId="urn:microsoft.com/office/officeart/2005/8/quickstyle/simple1" qsCatId="simple" csTypeId="urn:microsoft.com/office/officeart/2005/8/colors/accent2_3" csCatId="accent2" phldr="1"/>
      <dgm:spPr/>
      <dgm:t>
        <a:bodyPr/>
        <a:lstStyle/>
        <a:p>
          <a:endParaRPr lang="en-GB"/>
        </a:p>
      </dgm:t>
    </dgm:pt>
    <dgm:pt modelId="{641A81AC-9EA2-4A34-9E00-9385ED1FD422}">
      <dgm:prSet phldrT="[Text]"/>
      <dgm:spPr>
        <a:effectLst>
          <a:glow rad="228600">
            <a:schemeClr val="accent4">
              <a:satMod val="175000"/>
              <a:alpha val="40000"/>
            </a:schemeClr>
          </a:glow>
        </a:effectLst>
      </dgm:spPr>
      <dgm:t>
        <a:bodyPr/>
        <a:lstStyle/>
        <a:p>
          <a:r>
            <a:rPr lang="en-GB" dirty="0"/>
            <a:t>Company wage program</a:t>
          </a:r>
        </a:p>
      </dgm:t>
    </dgm:pt>
    <dgm:pt modelId="{FE9D218B-9D24-4764-B6A2-6380B9E0F411}" type="parTrans" cxnId="{08E34895-11D1-4CB3-B06E-201BA1C44F7F}">
      <dgm:prSet/>
      <dgm:spPr/>
      <dgm:t>
        <a:bodyPr/>
        <a:lstStyle/>
        <a:p>
          <a:endParaRPr lang="en-GB"/>
        </a:p>
      </dgm:t>
    </dgm:pt>
    <dgm:pt modelId="{CA4593E2-4752-4C4F-986F-72D2B7FDDEFF}" type="sibTrans" cxnId="{08E34895-11D1-4CB3-B06E-201BA1C44F7F}">
      <dgm:prSet/>
      <dgm:spPr/>
      <dgm:t>
        <a:bodyPr/>
        <a:lstStyle/>
        <a:p>
          <a:endParaRPr lang="en-GB"/>
        </a:p>
      </dgm:t>
    </dgm:pt>
    <dgm:pt modelId="{6A310116-E4CA-4DAA-9FA7-A32CC4C882C1}">
      <dgm:prSet phldrT="[Text]"/>
      <dgm:spPr/>
      <dgm:t>
        <a:bodyPr/>
        <a:lstStyle/>
        <a:p>
          <a:r>
            <a:rPr lang="en-GB" dirty="0"/>
            <a:t>Level 1</a:t>
          </a:r>
        </a:p>
      </dgm:t>
    </dgm:pt>
    <dgm:pt modelId="{6B487201-48C7-4A3F-82AF-53B03C877328}" type="parTrans" cxnId="{9C00559D-8453-449C-BA1D-6D269B781942}">
      <dgm:prSet/>
      <dgm:spPr/>
      <dgm:t>
        <a:bodyPr/>
        <a:lstStyle/>
        <a:p>
          <a:endParaRPr lang="en-GB"/>
        </a:p>
      </dgm:t>
    </dgm:pt>
    <dgm:pt modelId="{6D1A143E-D152-4857-91C0-707785665A42}" type="sibTrans" cxnId="{9C00559D-8453-449C-BA1D-6D269B781942}">
      <dgm:prSet/>
      <dgm:spPr/>
      <dgm:t>
        <a:bodyPr/>
        <a:lstStyle/>
        <a:p>
          <a:endParaRPr lang="en-GB"/>
        </a:p>
      </dgm:t>
    </dgm:pt>
    <dgm:pt modelId="{0BFD83F9-A816-4B0E-8A50-137C4309344B}">
      <dgm:prSet phldrT="[Text]"/>
      <dgm:spPr/>
      <dgm:t>
        <a:bodyPr/>
        <a:lstStyle/>
        <a:p>
          <a:r>
            <a:rPr lang="en-GB" dirty="0"/>
            <a:t>Level 1</a:t>
          </a:r>
        </a:p>
      </dgm:t>
    </dgm:pt>
    <dgm:pt modelId="{17664803-913D-4594-93F0-C8830109BDA9}" type="parTrans" cxnId="{4612C9F7-D623-4042-A9D0-4F21E8ECD726}">
      <dgm:prSet/>
      <dgm:spPr/>
      <dgm:t>
        <a:bodyPr/>
        <a:lstStyle/>
        <a:p>
          <a:endParaRPr lang="en-GB"/>
        </a:p>
      </dgm:t>
    </dgm:pt>
    <dgm:pt modelId="{7AAB4858-3F6F-49B3-BB51-EA242583CFD2}" type="sibTrans" cxnId="{4612C9F7-D623-4042-A9D0-4F21E8ECD726}">
      <dgm:prSet/>
      <dgm:spPr/>
      <dgm:t>
        <a:bodyPr/>
        <a:lstStyle/>
        <a:p>
          <a:endParaRPr lang="en-GB"/>
        </a:p>
      </dgm:t>
    </dgm:pt>
    <dgm:pt modelId="{8C96C477-B505-4AA8-BC4E-76003BD52243}">
      <dgm:prSet phldrT="[Text]"/>
      <dgm:spPr/>
      <dgm:t>
        <a:bodyPr/>
        <a:lstStyle/>
        <a:p>
          <a:r>
            <a:rPr lang="en-GB" dirty="0"/>
            <a:t>Level 1</a:t>
          </a:r>
        </a:p>
      </dgm:t>
    </dgm:pt>
    <dgm:pt modelId="{EB29657B-05A7-4512-B1DB-9DBBED53CC83}" type="parTrans" cxnId="{5935753D-7A59-45F2-B531-B47CCB4E0790}">
      <dgm:prSet/>
      <dgm:spPr/>
      <dgm:t>
        <a:bodyPr/>
        <a:lstStyle/>
        <a:p>
          <a:endParaRPr lang="en-GB"/>
        </a:p>
      </dgm:t>
    </dgm:pt>
    <dgm:pt modelId="{8A9E2267-C94C-491D-B416-D5C822C5BDA5}" type="sibTrans" cxnId="{5935753D-7A59-45F2-B531-B47CCB4E0790}">
      <dgm:prSet/>
      <dgm:spPr/>
      <dgm:t>
        <a:bodyPr/>
        <a:lstStyle/>
        <a:p>
          <a:endParaRPr lang="en-GB"/>
        </a:p>
      </dgm:t>
    </dgm:pt>
    <dgm:pt modelId="{F96BA4A3-9A65-4CDD-BE04-7D66D0FCFE40}">
      <dgm:prSet phldrT="[Text]"/>
      <dgm:spPr/>
      <dgm:t>
        <a:bodyPr/>
        <a:lstStyle/>
        <a:p>
          <a:r>
            <a:rPr lang="en-GB" dirty="0"/>
            <a:t>Level 2</a:t>
          </a:r>
        </a:p>
      </dgm:t>
    </dgm:pt>
    <dgm:pt modelId="{856CED3C-6A07-41E7-8561-CB3006FF3AE2}" type="parTrans" cxnId="{589B462F-9C79-4198-8F70-6054238063EC}">
      <dgm:prSet/>
      <dgm:spPr/>
      <dgm:t>
        <a:bodyPr/>
        <a:lstStyle/>
        <a:p>
          <a:endParaRPr lang="en-GB"/>
        </a:p>
      </dgm:t>
    </dgm:pt>
    <dgm:pt modelId="{DE35821D-3CE8-4AE6-908C-91416B671ED8}" type="sibTrans" cxnId="{589B462F-9C79-4198-8F70-6054238063EC}">
      <dgm:prSet/>
      <dgm:spPr/>
      <dgm:t>
        <a:bodyPr/>
        <a:lstStyle/>
        <a:p>
          <a:endParaRPr lang="en-GB"/>
        </a:p>
      </dgm:t>
    </dgm:pt>
    <dgm:pt modelId="{37E02828-0FFE-430F-8E85-F035E69B43BD}">
      <dgm:prSet phldrT="[Text]"/>
      <dgm:spPr/>
      <dgm:t>
        <a:bodyPr/>
        <a:lstStyle/>
        <a:p>
          <a:r>
            <a:rPr lang="en-GB" dirty="0"/>
            <a:t>Level 2</a:t>
          </a:r>
        </a:p>
      </dgm:t>
    </dgm:pt>
    <dgm:pt modelId="{71FDD5FF-1B35-462D-8FDA-043D7D12CBE8}" type="parTrans" cxnId="{EBA0EA77-24B0-44F1-8A95-0A2856806F90}">
      <dgm:prSet/>
      <dgm:spPr/>
      <dgm:t>
        <a:bodyPr/>
        <a:lstStyle/>
        <a:p>
          <a:endParaRPr lang="en-GB"/>
        </a:p>
      </dgm:t>
    </dgm:pt>
    <dgm:pt modelId="{9BA3413D-232A-43A5-9D28-083C51FEF669}" type="sibTrans" cxnId="{EBA0EA77-24B0-44F1-8A95-0A2856806F90}">
      <dgm:prSet/>
      <dgm:spPr/>
      <dgm:t>
        <a:bodyPr/>
        <a:lstStyle/>
        <a:p>
          <a:endParaRPr lang="en-GB"/>
        </a:p>
      </dgm:t>
    </dgm:pt>
    <dgm:pt modelId="{D1A46C56-A8CE-46E8-BF6D-053309496E1D}">
      <dgm:prSet phldrT="[Text]"/>
      <dgm:spPr/>
      <dgm:t>
        <a:bodyPr/>
        <a:lstStyle/>
        <a:p>
          <a:r>
            <a:rPr lang="en-GB" dirty="0"/>
            <a:t>Level 3</a:t>
          </a:r>
        </a:p>
      </dgm:t>
    </dgm:pt>
    <dgm:pt modelId="{64162D27-ACD0-48D3-8580-91C04278FB3A}" type="parTrans" cxnId="{49921FEF-8519-49E6-AAA8-6A37AF928EE7}">
      <dgm:prSet/>
      <dgm:spPr/>
      <dgm:t>
        <a:bodyPr/>
        <a:lstStyle/>
        <a:p>
          <a:endParaRPr lang="en-GB"/>
        </a:p>
      </dgm:t>
    </dgm:pt>
    <dgm:pt modelId="{322882EF-18E1-4EDC-8875-C3B012730B17}" type="sibTrans" cxnId="{49921FEF-8519-49E6-AAA8-6A37AF928EE7}">
      <dgm:prSet/>
      <dgm:spPr/>
      <dgm:t>
        <a:bodyPr/>
        <a:lstStyle/>
        <a:p>
          <a:endParaRPr lang="en-GB"/>
        </a:p>
      </dgm:t>
    </dgm:pt>
    <dgm:pt modelId="{11BD22DB-2729-4AC4-B641-6CB331239F43}">
      <dgm:prSet phldrT="[Text]"/>
      <dgm:spPr/>
      <dgm:t>
        <a:bodyPr/>
        <a:lstStyle/>
        <a:p>
          <a:r>
            <a:rPr lang="en-GB" dirty="0"/>
            <a:t>Level 3</a:t>
          </a:r>
        </a:p>
      </dgm:t>
    </dgm:pt>
    <dgm:pt modelId="{0965D37B-9E1E-488D-ABA3-919261D6ECE9}" type="parTrans" cxnId="{4E0AFB99-5DA1-48A3-8901-F8DED534824D}">
      <dgm:prSet/>
      <dgm:spPr/>
      <dgm:t>
        <a:bodyPr/>
        <a:lstStyle/>
        <a:p>
          <a:endParaRPr lang="en-GB"/>
        </a:p>
      </dgm:t>
    </dgm:pt>
    <dgm:pt modelId="{DA1D93BB-2A65-4CA2-8266-7D7E29B41B60}" type="sibTrans" cxnId="{4E0AFB99-5DA1-48A3-8901-F8DED534824D}">
      <dgm:prSet/>
      <dgm:spPr/>
      <dgm:t>
        <a:bodyPr/>
        <a:lstStyle/>
        <a:p>
          <a:endParaRPr lang="en-GB"/>
        </a:p>
      </dgm:t>
    </dgm:pt>
    <dgm:pt modelId="{00933EF1-2AF1-44E9-B9F3-218820BF70C0}">
      <dgm:prSet phldrT="[Text]"/>
      <dgm:spPr/>
      <dgm:t>
        <a:bodyPr/>
        <a:lstStyle/>
        <a:p>
          <a:r>
            <a:rPr lang="en-GB" dirty="0"/>
            <a:t>Level 3</a:t>
          </a:r>
        </a:p>
      </dgm:t>
    </dgm:pt>
    <dgm:pt modelId="{524533BF-699D-4A11-83C6-396CB5FD9988}" type="parTrans" cxnId="{37F4B228-67E0-4B63-8500-BAFF91063D5D}">
      <dgm:prSet/>
      <dgm:spPr/>
      <dgm:t>
        <a:bodyPr/>
        <a:lstStyle/>
        <a:p>
          <a:endParaRPr lang="en-GB"/>
        </a:p>
      </dgm:t>
    </dgm:pt>
    <dgm:pt modelId="{D541FE28-E87F-42A0-A41F-D4466F3B00E8}" type="sibTrans" cxnId="{37F4B228-67E0-4B63-8500-BAFF91063D5D}">
      <dgm:prSet/>
      <dgm:spPr/>
      <dgm:t>
        <a:bodyPr/>
        <a:lstStyle/>
        <a:p>
          <a:endParaRPr lang="en-GB"/>
        </a:p>
      </dgm:t>
    </dgm:pt>
    <dgm:pt modelId="{C699788F-5BCF-4227-A8EA-856282BAC641}">
      <dgm:prSet phldrT="[Text]"/>
      <dgm:spPr/>
      <dgm:t>
        <a:bodyPr/>
        <a:lstStyle/>
        <a:p>
          <a:r>
            <a:rPr lang="en-GB" dirty="0"/>
            <a:t>Level 3</a:t>
          </a:r>
        </a:p>
      </dgm:t>
    </dgm:pt>
    <dgm:pt modelId="{809A56A7-73FE-4E14-AB6A-79B58CCFD102}" type="parTrans" cxnId="{A79CCFCE-1C04-404A-942B-9BB439FAA316}">
      <dgm:prSet/>
      <dgm:spPr/>
      <dgm:t>
        <a:bodyPr/>
        <a:lstStyle/>
        <a:p>
          <a:endParaRPr lang="en-GB"/>
        </a:p>
      </dgm:t>
    </dgm:pt>
    <dgm:pt modelId="{B94A2596-CDCE-4A62-82DA-5890B4D56064}" type="sibTrans" cxnId="{A79CCFCE-1C04-404A-942B-9BB439FAA316}">
      <dgm:prSet/>
      <dgm:spPr/>
      <dgm:t>
        <a:bodyPr/>
        <a:lstStyle/>
        <a:p>
          <a:endParaRPr lang="en-GB"/>
        </a:p>
      </dgm:t>
    </dgm:pt>
    <dgm:pt modelId="{43A0AAE5-A921-4ADE-B4B1-E6285F8D7737}">
      <dgm:prSet phldrT="[Text]"/>
      <dgm:spPr/>
      <dgm:t>
        <a:bodyPr/>
        <a:lstStyle/>
        <a:p>
          <a:r>
            <a:rPr lang="en-GB" dirty="0"/>
            <a:t>Level 4</a:t>
          </a:r>
        </a:p>
      </dgm:t>
    </dgm:pt>
    <dgm:pt modelId="{15B5D890-2BC3-4644-A920-0630A56320DC}" type="parTrans" cxnId="{AE46D16C-EC44-42AB-B803-8B22129E8BB0}">
      <dgm:prSet/>
      <dgm:spPr/>
      <dgm:t>
        <a:bodyPr/>
        <a:lstStyle/>
        <a:p>
          <a:endParaRPr lang="en-GB"/>
        </a:p>
      </dgm:t>
    </dgm:pt>
    <dgm:pt modelId="{5E89C18E-F338-49DF-87E2-5C4BFBD0B077}" type="sibTrans" cxnId="{AE46D16C-EC44-42AB-B803-8B22129E8BB0}">
      <dgm:prSet/>
      <dgm:spPr/>
      <dgm:t>
        <a:bodyPr/>
        <a:lstStyle/>
        <a:p>
          <a:endParaRPr lang="en-GB"/>
        </a:p>
      </dgm:t>
    </dgm:pt>
    <dgm:pt modelId="{8C8A3967-2444-4087-8905-5E9C68C268C5}">
      <dgm:prSet phldrT="[Text]"/>
      <dgm:spPr/>
      <dgm:t>
        <a:bodyPr/>
        <a:lstStyle/>
        <a:p>
          <a:r>
            <a:rPr lang="en-GB" dirty="0"/>
            <a:t>Level 4</a:t>
          </a:r>
        </a:p>
      </dgm:t>
    </dgm:pt>
    <dgm:pt modelId="{CE4001F4-A6B1-4129-927F-2CDB56E609CF}" type="parTrans" cxnId="{B7CE11A8-F3EF-4D3F-9A67-82F4DE10798B}">
      <dgm:prSet/>
      <dgm:spPr/>
      <dgm:t>
        <a:bodyPr/>
        <a:lstStyle/>
        <a:p>
          <a:endParaRPr lang="en-GB"/>
        </a:p>
      </dgm:t>
    </dgm:pt>
    <dgm:pt modelId="{99ECC569-134A-401C-BA84-3D0FF79D9B7A}" type="sibTrans" cxnId="{B7CE11A8-F3EF-4D3F-9A67-82F4DE10798B}">
      <dgm:prSet/>
      <dgm:spPr/>
      <dgm:t>
        <a:bodyPr/>
        <a:lstStyle/>
        <a:p>
          <a:endParaRPr lang="en-GB"/>
        </a:p>
      </dgm:t>
    </dgm:pt>
    <dgm:pt modelId="{436B02F6-F4DE-4F15-8980-5F7BEDBDE6B8}">
      <dgm:prSet phldrT="[Text]"/>
      <dgm:spPr/>
      <dgm:t>
        <a:bodyPr/>
        <a:lstStyle/>
        <a:p>
          <a:r>
            <a:rPr lang="en-GB" dirty="0"/>
            <a:t>Level 2</a:t>
          </a:r>
        </a:p>
      </dgm:t>
    </dgm:pt>
    <dgm:pt modelId="{D6D4AEC0-59EC-42D3-94B2-7727D1BB4DED}" type="parTrans" cxnId="{FC09E520-B6D7-4FEA-842C-4448A7AED09D}">
      <dgm:prSet/>
      <dgm:spPr/>
      <dgm:t>
        <a:bodyPr/>
        <a:lstStyle/>
        <a:p>
          <a:endParaRPr lang="en-GB"/>
        </a:p>
      </dgm:t>
    </dgm:pt>
    <dgm:pt modelId="{B0945317-B32E-4A5E-9F41-05D88C632926}" type="sibTrans" cxnId="{FC09E520-B6D7-4FEA-842C-4448A7AED09D}">
      <dgm:prSet/>
      <dgm:spPr/>
      <dgm:t>
        <a:bodyPr/>
        <a:lstStyle/>
        <a:p>
          <a:endParaRPr lang="en-GB"/>
        </a:p>
      </dgm:t>
    </dgm:pt>
    <dgm:pt modelId="{621B9AB0-52B4-4568-9714-82EC3EC0DE65}">
      <dgm:prSet phldrT="[Text]"/>
      <dgm:spPr/>
      <dgm:t>
        <a:bodyPr/>
        <a:lstStyle/>
        <a:p>
          <a:r>
            <a:rPr lang="en-GB" dirty="0"/>
            <a:t>Level 2</a:t>
          </a:r>
        </a:p>
      </dgm:t>
    </dgm:pt>
    <dgm:pt modelId="{CCB07602-5D18-49D3-AC6E-F4B7FBAF5B7E}" type="parTrans" cxnId="{B072E5F0-92D0-449A-8F13-738275761594}">
      <dgm:prSet/>
      <dgm:spPr/>
      <dgm:t>
        <a:bodyPr/>
        <a:lstStyle/>
        <a:p>
          <a:endParaRPr lang="en-GB"/>
        </a:p>
      </dgm:t>
    </dgm:pt>
    <dgm:pt modelId="{C6146C72-CE60-4A13-ABCC-F19F440C63EC}" type="sibTrans" cxnId="{B072E5F0-92D0-449A-8F13-738275761594}">
      <dgm:prSet/>
      <dgm:spPr/>
      <dgm:t>
        <a:bodyPr/>
        <a:lstStyle/>
        <a:p>
          <a:endParaRPr lang="en-GB"/>
        </a:p>
      </dgm:t>
    </dgm:pt>
    <dgm:pt modelId="{FC881DFD-09B3-41F1-AA58-93EAA1DC51F4}">
      <dgm:prSet phldrT="[Text]"/>
      <dgm:spPr/>
      <dgm:t>
        <a:bodyPr/>
        <a:lstStyle/>
        <a:p>
          <a:r>
            <a:rPr lang="en-GB" dirty="0"/>
            <a:t>Level 3</a:t>
          </a:r>
        </a:p>
      </dgm:t>
    </dgm:pt>
    <dgm:pt modelId="{650DBEA8-39C0-4E9A-A66D-702070F3C466}" type="parTrans" cxnId="{4B763BFE-D73A-4405-B9D1-366220ADDFEE}">
      <dgm:prSet/>
      <dgm:spPr/>
      <dgm:t>
        <a:bodyPr/>
        <a:lstStyle/>
        <a:p>
          <a:endParaRPr lang="en-GB"/>
        </a:p>
      </dgm:t>
    </dgm:pt>
    <dgm:pt modelId="{86F71BDC-EB33-477C-ADCB-142347552B89}" type="sibTrans" cxnId="{4B763BFE-D73A-4405-B9D1-366220ADDFEE}">
      <dgm:prSet/>
      <dgm:spPr/>
      <dgm:t>
        <a:bodyPr/>
        <a:lstStyle/>
        <a:p>
          <a:endParaRPr lang="en-GB"/>
        </a:p>
      </dgm:t>
    </dgm:pt>
    <dgm:pt modelId="{3D2186B8-90EF-490C-AF59-562907078203}" type="pres">
      <dgm:prSet presAssocID="{5BD51E99-FFC0-4EEF-9C6C-468F6122572C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1E06A66F-789C-4634-972E-45A55E344851}" type="pres">
      <dgm:prSet presAssocID="{641A81AC-9EA2-4A34-9E00-9385ED1FD422}" presName="hierRoot1" presStyleCnt="0">
        <dgm:presLayoutVars>
          <dgm:hierBranch val="init"/>
        </dgm:presLayoutVars>
      </dgm:prSet>
      <dgm:spPr/>
    </dgm:pt>
    <dgm:pt modelId="{D3664D89-3D5F-414F-BDF9-6DD184467A80}" type="pres">
      <dgm:prSet presAssocID="{641A81AC-9EA2-4A34-9E00-9385ED1FD422}" presName="rootComposite1" presStyleCnt="0"/>
      <dgm:spPr/>
    </dgm:pt>
    <dgm:pt modelId="{D576F7C4-99BB-4A3C-BD1B-DFAD90EDE4D6}" type="pres">
      <dgm:prSet presAssocID="{641A81AC-9EA2-4A34-9E00-9385ED1FD422}" presName="rootText1" presStyleLbl="node0" presStyleIdx="0" presStyleCnt="1">
        <dgm:presLayoutVars>
          <dgm:chPref val="3"/>
        </dgm:presLayoutVars>
      </dgm:prSet>
      <dgm:spPr/>
    </dgm:pt>
    <dgm:pt modelId="{763F14C9-31F7-4A39-A50A-BF7F0E6BC962}" type="pres">
      <dgm:prSet presAssocID="{641A81AC-9EA2-4A34-9E00-9385ED1FD422}" presName="rootConnector1" presStyleLbl="node1" presStyleIdx="0" presStyleCnt="0"/>
      <dgm:spPr/>
    </dgm:pt>
    <dgm:pt modelId="{0B4BED53-69EF-4477-8AAD-1DFACCE7A55E}" type="pres">
      <dgm:prSet presAssocID="{641A81AC-9EA2-4A34-9E00-9385ED1FD422}" presName="hierChild2" presStyleCnt="0"/>
      <dgm:spPr/>
    </dgm:pt>
    <dgm:pt modelId="{A3C2E62E-2279-45DD-9935-5F1124B4ABFE}" type="pres">
      <dgm:prSet presAssocID="{6B487201-48C7-4A3F-82AF-53B03C877328}" presName="Name37" presStyleLbl="parChTrans1D2" presStyleIdx="0" presStyleCnt="3"/>
      <dgm:spPr/>
    </dgm:pt>
    <dgm:pt modelId="{603721B2-9CF4-41FF-97F5-DD1B68583295}" type="pres">
      <dgm:prSet presAssocID="{6A310116-E4CA-4DAA-9FA7-A32CC4C882C1}" presName="hierRoot2" presStyleCnt="0">
        <dgm:presLayoutVars>
          <dgm:hierBranch val="init"/>
        </dgm:presLayoutVars>
      </dgm:prSet>
      <dgm:spPr/>
    </dgm:pt>
    <dgm:pt modelId="{5927D8ED-53DA-49FE-8312-936A732D096B}" type="pres">
      <dgm:prSet presAssocID="{6A310116-E4CA-4DAA-9FA7-A32CC4C882C1}" presName="rootComposite" presStyleCnt="0"/>
      <dgm:spPr/>
    </dgm:pt>
    <dgm:pt modelId="{B6399BF2-009D-4A46-AC79-56E91FE2E714}" type="pres">
      <dgm:prSet presAssocID="{6A310116-E4CA-4DAA-9FA7-A32CC4C882C1}" presName="rootText" presStyleLbl="node2" presStyleIdx="0" presStyleCnt="3">
        <dgm:presLayoutVars>
          <dgm:chPref val="3"/>
        </dgm:presLayoutVars>
      </dgm:prSet>
      <dgm:spPr/>
    </dgm:pt>
    <dgm:pt modelId="{E33AA7E0-5967-4269-BC66-7E754E5BB239}" type="pres">
      <dgm:prSet presAssocID="{6A310116-E4CA-4DAA-9FA7-A32CC4C882C1}" presName="rootConnector" presStyleLbl="node2" presStyleIdx="0" presStyleCnt="3"/>
      <dgm:spPr/>
    </dgm:pt>
    <dgm:pt modelId="{D05DF558-AE88-4381-905C-443EA7B3F85F}" type="pres">
      <dgm:prSet presAssocID="{6A310116-E4CA-4DAA-9FA7-A32CC4C882C1}" presName="hierChild4" presStyleCnt="0"/>
      <dgm:spPr/>
    </dgm:pt>
    <dgm:pt modelId="{A7E15207-8AED-42D1-AE65-D9C3A49D6871}" type="pres">
      <dgm:prSet presAssocID="{6A310116-E4CA-4DAA-9FA7-A32CC4C882C1}" presName="hierChild5" presStyleCnt="0"/>
      <dgm:spPr/>
    </dgm:pt>
    <dgm:pt modelId="{B0C452E7-0527-4733-893D-D2DCA3E0B86A}" type="pres">
      <dgm:prSet presAssocID="{17664803-913D-4594-93F0-C8830109BDA9}" presName="Name37" presStyleLbl="parChTrans1D2" presStyleIdx="1" presStyleCnt="3"/>
      <dgm:spPr/>
    </dgm:pt>
    <dgm:pt modelId="{3BAAD0FD-FD3B-4A1C-B2B4-BBDABE835047}" type="pres">
      <dgm:prSet presAssocID="{0BFD83F9-A816-4B0E-8A50-137C4309344B}" presName="hierRoot2" presStyleCnt="0">
        <dgm:presLayoutVars>
          <dgm:hierBranch val="init"/>
        </dgm:presLayoutVars>
      </dgm:prSet>
      <dgm:spPr/>
    </dgm:pt>
    <dgm:pt modelId="{4F81FDAA-0F87-4EB1-8B12-9E2B175A6B3D}" type="pres">
      <dgm:prSet presAssocID="{0BFD83F9-A816-4B0E-8A50-137C4309344B}" presName="rootComposite" presStyleCnt="0"/>
      <dgm:spPr/>
    </dgm:pt>
    <dgm:pt modelId="{FBE47A00-8EE7-4080-89CC-AD8807DE86A1}" type="pres">
      <dgm:prSet presAssocID="{0BFD83F9-A816-4B0E-8A50-137C4309344B}" presName="rootText" presStyleLbl="node2" presStyleIdx="1" presStyleCnt="3">
        <dgm:presLayoutVars>
          <dgm:chPref val="3"/>
        </dgm:presLayoutVars>
      </dgm:prSet>
      <dgm:spPr/>
    </dgm:pt>
    <dgm:pt modelId="{36EA9703-42D7-46A2-AC9B-82FB320E9B2A}" type="pres">
      <dgm:prSet presAssocID="{0BFD83F9-A816-4B0E-8A50-137C4309344B}" presName="rootConnector" presStyleLbl="node2" presStyleIdx="1" presStyleCnt="3"/>
      <dgm:spPr/>
    </dgm:pt>
    <dgm:pt modelId="{77D4AC6C-D4DD-46E0-98EB-7A53BF0C379C}" type="pres">
      <dgm:prSet presAssocID="{0BFD83F9-A816-4B0E-8A50-137C4309344B}" presName="hierChild4" presStyleCnt="0"/>
      <dgm:spPr/>
    </dgm:pt>
    <dgm:pt modelId="{8C30806D-D8C1-4C5A-8CF4-73EB3C36C9DA}" type="pres">
      <dgm:prSet presAssocID="{856CED3C-6A07-41E7-8561-CB3006FF3AE2}" presName="Name37" presStyleLbl="parChTrans1D3" presStyleIdx="0" presStyleCnt="4"/>
      <dgm:spPr/>
    </dgm:pt>
    <dgm:pt modelId="{5F0424E5-897A-4245-A458-6A7F68A661F6}" type="pres">
      <dgm:prSet presAssocID="{F96BA4A3-9A65-4CDD-BE04-7D66D0FCFE40}" presName="hierRoot2" presStyleCnt="0">
        <dgm:presLayoutVars>
          <dgm:hierBranch val="init"/>
        </dgm:presLayoutVars>
      </dgm:prSet>
      <dgm:spPr/>
    </dgm:pt>
    <dgm:pt modelId="{539781AD-DB36-41B8-945C-153862882B6F}" type="pres">
      <dgm:prSet presAssocID="{F96BA4A3-9A65-4CDD-BE04-7D66D0FCFE40}" presName="rootComposite" presStyleCnt="0"/>
      <dgm:spPr/>
    </dgm:pt>
    <dgm:pt modelId="{AFEED0B6-79A9-4BA0-AB3B-7E79AA532C3F}" type="pres">
      <dgm:prSet presAssocID="{F96BA4A3-9A65-4CDD-BE04-7D66D0FCFE40}" presName="rootText" presStyleLbl="node3" presStyleIdx="0" presStyleCnt="4">
        <dgm:presLayoutVars>
          <dgm:chPref val="3"/>
        </dgm:presLayoutVars>
      </dgm:prSet>
      <dgm:spPr/>
    </dgm:pt>
    <dgm:pt modelId="{42E800FE-8EC5-4861-A543-A4A83C122143}" type="pres">
      <dgm:prSet presAssocID="{F96BA4A3-9A65-4CDD-BE04-7D66D0FCFE40}" presName="rootConnector" presStyleLbl="node3" presStyleIdx="0" presStyleCnt="4"/>
      <dgm:spPr/>
    </dgm:pt>
    <dgm:pt modelId="{BD6CF84E-1A4D-4159-BDE6-EDA49A591F50}" type="pres">
      <dgm:prSet presAssocID="{F96BA4A3-9A65-4CDD-BE04-7D66D0FCFE40}" presName="hierChild4" presStyleCnt="0"/>
      <dgm:spPr/>
    </dgm:pt>
    <dgm:pt modelId="{C23846EB-908E-4FA1-9B28-15B96A0AC423}" type="pres">
      <dgm:prSet presAssocID="{F96BA4A3-9A65-4CDD-BE04-7D66D0FCFE40}" presName="hierChild5" presStyleCnt="0"/>
      <dgm:spPr/>
    </dgm:pt>
    <dgm:pt modelId="{77630F50-41BB-4F9E-AB3F-31EF4446C5B7}" type="pres">
      <dgm:prSet presAssocID="{71FDD5FF-1B35-462D-8FDA-043D7D12CBE8}" presName="Name37" presStyleLbl="parChTrans1D3" presStyleIdx="1" presStyleCnt="4"/>
      <dgm:spPr/>
    </dgm:pt>
    <dgm:pt modelId="{69CB6533-44E8-444F-B060-4DED15565DAE}" type="pres">
      <dgm:prSet presAssocID="{37E02828-0FFE-430F-8E85-F035E69B43BD}" presName="hierRoot2" presStyleCnt="0">
        <dgm:presLayoutVars>
          <dgm:hierBranch val="init"/>
        </dgm:presLayoutVars>
      </dgm:prSet>
      <dgm:spPr/>
    </dgm:pt>
    <dgm:pt modelId="{4AE5A6C0-51E6-48E2-9E35-69BEDFE82D8A}" type="pres">
      <dgm:prSet presAssocID="{37E02828-0FFE-430F-8E85-F035E69B43BD}" presName="rootComposite" presStyleCnt="0"/>
      <dgm:spPr/>
    </dgm:pt>
    <dgm:pt modelId="{E5D6B167-3FA9-4213-BD5D-6DD94637F056}" type="pres">
      <dgm:prSet presAssocID="{37E02828-0FFE-430F-8E85-F035E69B43BD}" presName="rootText" presStyleLbl="node3" presStyleIdx="1" presStyleCnt="4">
        <dgm:presLayoutVars>
          <dgm:chPref val="3"/>
        </dgm:presLayoutVars>
      </dgm:prSet>
      <dgm:spPr/>
    </dgm:pt>
    <dgm:pt modelId="{8A75ABF9-B80F-477E-ADA7-48AD52BEF5B3}" type="pres">
      <dgm:prSet presAssocID="{37E02828-0FFE-430F-8E85-F035E69B43BD}" presName="rootConnector" presStyleLbl="node3" presStyleIdx="1" presStyleCnt="4"/>
      <dgm:spPr/>
    </dgm:pt>
    <dgm:pt modelId="{C505006E-A92F-4332-A50A-5A2BF1131422}" type="pres">
      <dgm:prSet presAssocID="{37E02828-0FFE-430F-8E85-F035E69B43BD}" presName="hierChild4" presStyleCnt="0"/>
      <dgm:spPr/>
    </dgm:pt>
    <dgm:pt modelId="{B30C41FA-EECB-4F61-9206-E22CF485CCE5}" type="pres">
      <dgm:prSet presAssocID="{64162D27-ACD0-48D3-8580-91C04278FB3A}" presName="Name37" presStyleLbl="parChTrans1D4" presStyleIdx="0" presStyleCnt="7"/>
      <dgm:spPr/>
    </dgm:pt>
    <dgm:pt modelId="{BA735728-FC71-4AFE-B51A-E63C0200C78C}" type="pres">
      <dgm:prSet presAssocID="{D1A46C56-A8CE-46E8-BF6D-053309496E1D}" presName="hierRoot2" presStyleCnt="0">
        <dgm:presLayoutVars>
          <dgm:hierBranch val="init"/>
        </dgm:presLayoutVars>
      </dgm:prSet>
      <dgm:spPr/>
    </dgm:pt>
    <dgm:pt modelId="{9395150D-5420-4CC7-AF02-A3CA4A2FDEA3}" type="pres">
      <dgm:prSet presAssocID="{D1A46C56-A8CE-46E8-BF6D-053309496E1D}" presName="rootComposite" presStyleCnt="0"/>
      <dgm:spPr/>
    </dgm:pt>
    <dgm:pt modelId="{8D865ED3-DDFE-4DC4-9E13-9C136E1F4596}" type="pres">
      <dgm:prSet presAssocID="{D1A46C56-A8CE-46E8-BF6D-053309496E1D}" presName="rootText" presStyleLbl="node4" presStyleIdx="0" presStyleCnt="7">
        <dgm:presLayoutVars>
          <dgm:chPref val="3"/>
        </dgm:presLayoutVars>
      </dgm:prSet>
      <dgm:spPr/>
    </dgm:pt>
    <dgm:pt modelId="{36A1C92A-2A81-4A4B-83BA-805B1367B0BE}" type="pres">
      <dgm:prSet presAssocID="{D1A46C56-A8CE-46E8-BF6D-053309496E1D}" presName="rootConnector" presStyleLbl="node4" presStyleIdx="0" presStyleCnt="7"/>
      <dgm:spPr/>
    </dgm:pt>
    <dgm:pt modelId="{AE6179CE-3C26-4DDD-A9C6-7FDACD0D0950}" type="pres">
      <dgm:prSet presAssocID="{D1A46C56-A8CE-46E8-BF6D-053309496E1D}" presName="hierChild4" presStyleCnt="0"/>
      <dgm:spPr/>
    </dgm:pt>
    <dgm:pt modelId="{85F97C8F-E39A-4D0E-95B2-704CE74BE420}" type="pres">
      <dgm:prSet presAssocID="{D1A46C56-A8CE-46E8-BF6D-053309496E1D}" presName="hierChild5" presStyleCnt="0"/>
      <dgm:spPr/>
    </dgm:pt>
    <dgm:pt modelId="{68C7BD88-A8CF-414B-BDFC-66464783C2D7}" type="pres">
      <dgm:prSet presAssocID="{0965D37B-9E1E-488D-ABA3-919261D6ECE9}" presName="Name37" presStyleLbl="parChTrans1D4" presStyleIdx="1" presStyleCnt="7"/>
      <dgm:spPr/>
    </dgm:pt>
    <dgm:pt modelId="{0E30D6F3-3205-4B25-B383-43F08D8B0B33}" type="pres">
      <dgm:prSet presAssocID="{11BD22DB-2729-4AC4-B641-6CB331239F43}" presName="hierRoot2" presStyleCnt="0">
        <dgm:presLayoutVars>
          <dgm:hierBranch val="init"/>
        </dgm:presLayoutVars>
      </dgm:prSet>
      <dgm:spPr/>
    </dgm:pt>
    <dgm:pt modelId="{7C549D11-784E-460E-AE1C-53731F980629}" type="pres">
      <dgm:prSet presAssocID="{11BD22DB-2729-4AC4-B641-6CB331239F43}" presName="rootComposite" presStyleCnt="0"/>
      <dgm:spPr/>
    </dgm:pt>
    <dgm:pt modelId="{75D95989-366C-4CD5-85A1-9C1B9C87D98A}" type="pres">
      <dgm:prSet presAssocID="{11BD22DB-2729-4AC4-B641-6CB331239F43}" presName="rootText" presStyleLbl="node4" presStyleIdx="1" presStyleCnt="7">
        <dgm:presLayoutVars>
          <dgm:chPref val="3"/>
        </dgm:presLayoutVars>
      </dgm:prSet>
      <dgm:spPr/>
    </dgm:pt>
    <dgm:pt modelId="{8979F7BD-16FC-418C-B14B-576370E02F17}" type="pres">
      <dgm:prSet presAssocID="{11BD22DB-2729-4AC4-B641-6CB331239F43}" presName="rootConnector" presStyleLbl="node4" presStyleIdx="1" presStyleCnt="7"/>
      <dgm:spPr/>
    </dgm:pt>
    <dgm:pt modelId="{D1054AA5-823B-4AB2-9B33-37BD7B5F3FD9}" type="pres">
      <dgm:prSet presAssocID="{11BD22DB-2729-4AC4-B641-6CB331239F43}" presName="hierChild4" presStyleCnt="0"/>
      <dgm:spPr/>
    </dgm:pt>
    <dgm:pt modelId="{AAD28A56-9167-4321-9E14-94481E6FAF09}" type="pres">
      <dgm:prSet presAssocID="{11BD22DB-2729-4AC4-B641-6CB331239F43}" presName="hierChild5" presStyleCnt="0"/>
      <dgm:spPr/>
    </dgm:pt>
    <dgm:pt modelId="{57B4B7B4-DBBB-42BE-8244-08C6A48F1D4E}" type="pres">
      <dgm:prSet presAssocID="{524533BF-699D-4A11-83C6-396CB5FD9988}" presName="Name37" presStyleLbl="parChTrans1D4" presStyleIdx="2" presStyleCnt="7"/>
      <dgm:spPr/>
    </dgm:pt>
    <dgm:pt modelId="{9ACD3656-6786-4433-B685-1A5F511C5523}" type="pres">
      <dgm:prSet presAssocID="{00933EF1-2AF1-44E9-B9F3-218820BF70C0}" presName="hierRoot2" presStyleCnt="0">
        <dgm:presLayoutVars>
          <dgm:hierBranch val="init"/>
        </dgm:presLayoutVars>
      </dgm:prSet>
      <dgm:spPr/>
    </dgm:pt>
    <dgm:pt modelId="{E45FF460-365C-43E0-AE4C-325CAFDEF6E6}" type="pres">
      <dgm:prSet presAssocID="{00933EF1-2AF1-44E9-B9F3-218820BF70C0}" presName="rootComposite" presStyleCnt="0"/>
      <dgm:spPr/>
    </dgm:pt>
    <dgm:pt modelId="{4AD9E192-BE6A-4DF8-9AC2-D273DA4F1EAA}" type="pres">
      <dgm:prSet presAssocID="{00933EF1-2AF1-44E9-B9F3-218820BF70C0}" presName="rootText" presStyleLbl="node4" presStyleIdx="2" presStyleCnt="7">
        <dgm:presLayoutVars>
          <dgm:chPref val="3"/>
        </dgm:presLayoutVars>
      </dgm:prSet>
      <dgm:spPr/>
    </dgm:pt>
    <dgm:pt modelId="{C0712093-7C06-4635-86EE-79EF4D8F9B68}" type="pres">
      <dgm:prSet presAssocID="{00933EF1-2AF1-44E9-B9F3-218820BF70C0}" presName="rootConnector" presStyleLbl="node4" presStyleIdx="2" presStyleCnt="7"/>
      <dgm:spPr/>
    </dgm:pt>
    <dgm:pt modelId="{B2477B42-3E0C-4CA1-92EB-BBA77E3114E6}" type="pres">
      <dgm:prSet presAssocID="{00933EF1-2AF1-44E9-B9F3-218820BF70C0}" presName="hierChild4" presStyleCnt="0"/>
      <dgm:spPr/>
    </dgm:pt>
    <dgm:pt modelId="{C3EAA277-39AA-48B0-B65E-C2B3D7E588D6}" type="pres">
      <dgm:prSet presAssocID="{15B5D890-2BC3-4644-A920-0630A56320DC}" presName="Name37" presStyleLbl="parChTrans1D4" presStyleIdx="3" presStyleCnt="7"/>
      <dgm:spPr/>
    </dgm:pt>
    <dgm:pt modelId="{5D19745E-496D-44D4-8733-73485559765B}" type="pres">
      <dgm:prSet presAssocID="{43A0AAE5-A921-4ADE-B4B1-E6285F8D7737}" presName="hierRoot2" presStyleCnt="0">
        <dgm:presLayoutVars>
          <dgm:hierBranch val="init"/>
        </dgm:presLayoutVars>
      </dgm:prSet>
      <dgm:spPr/>
    </dgm:pt>
    <dgm:pt modelId="{58580F0E-6931-4F7A-B4F1-9E2E3F3D8BE7}" type="pres">
      <dgm:prSet presAssocID="{43A0AAE5-A921-4ADE-B4B1-E6285F8D7737}" presName="rootComposite" presStyleCnt="0"/>
      <dgm:spPr/>
    </dgm:pt>
    <dgm:pt modelId="{723A56C0-86CD-484D-B45E-EBE7DB623610}" type="pres">
      <dgm:prSet presAssocID="{43A0AAE5-A921-4ADE-B4B1-E6285F8D7737}" presName="rootText" presStyleLbl="node4" presStyleIdx="3" presStyleCnt="7">
        <dgm:presLayoutVars>
          <dgm:chPref val="3"/>
        </dgm:presLayoutVars>
      </dgm:prSet>
      <dgm:spPr/>
    </dgm:pt>
    <dgm:pt modelId="{15911C11-9E50-4D07-ABE7-EBD0908B30C9}" type="pres">
      <dgm:prSet presAssocID="{43A0AAE5-A921-4ADE-B4B1-E6285F8D7737}" presName="rootConnector" presStyleLbl="node4" presStyleIdx="3" presStyleCnt="7"/>
      <dgm:spPr/>
    </dgm:pt>
    <dgm:pt modelId="{486E198A-BA19-487D-A8BF-D3C9B09AEA87}" type="pres">
      <dgm:prSet presAssocID="{43A0AAE5-A921-4ADE-B4B1-E6285F8D7737}" presName="hierChild4" presStyleCnt="0"/>
      <dgm:spPr/>
    </dgm:pt>
    <dgm:pt modelId="{57C01876-71D7-48ED-8CF2-242A0F3DF359}" type="pres">
      <dgm:prSet presAssocID="{43A0AAE5-A921-4ADE-B4B1-E6285F8D7737}" presName="hierChild5" presStyleCnt="0"/>
      <dgm:spPr/>
    </dgm:pt>
    <dgm:pt modelId="{2B6216EE-0332-46F3-BC8E-9FC18354BC59}" type="pres">
      <dgm:prSet presAssocID="{CE4001F4-A6B1-4129-927F-2CDB56E609CF}" presName="Name37" presStyleLbl="parChTrans1D4" presStyleIdx="4" presStyleCnt="7"/>
      <dgm:spPr/>
    </dgm:pt>
    <dgm:pt modelId="{84857238-4826-4AF8-A762-41EE06FE4C28}" type="pres">
      <dgm:prSet presAssocID="{8C8A3967-2444-4087-8905-5E9C68C268C5}" presName="hierRoot2" presStyleCnt="0">
        <dgm:presLayoutVars>
          <dgm:hierBranch val="init"/>
        </dgm:presLayoutVars>
      </dgm:prSet>
      <dgm:spPr/>
    </dgm:pt>
    <dgm:pt modelId="{9DCC0560-9926-4A3E-86C4-C98A777A4113}" type="pres">
      <dgm:prSet presAssocID="{8C8A3967-2444-4087-8905-5E9C68C268C5}" presName="rootComposite" presStyleCnt="0"/>
      <dgm:spPr/>
    </dgm:pt>
    <dgm:pt modelId="{AED04F68-6CFF-47E4-A0B1-8EB9FEEA82A7}" type="pres">
      <dgm:prSet presAssocID="{8C8A3967-2444-4087-8905-5E9C68C268C5}" presName="rootText" presStyleLbl="node4" presStyleIdx="4" presStyleCnt="7">
        <dgm:presLayoutVars>
          <dgm:chPref val="3"/>
        </dgm:presLayoutVars>
      </dgm:prSet>
      <dgm:spPr/>
    </dgm:pt>
    <dgm:pt modelId="{2C06A797-5204-4565-AD23-5EA462DB4912}" type="pres">
      <dgm:prSet presAssocID="{8C8A3967-2444-4087-8905-5E9C68C268C5}" presName="rootConnector" presStyleLbl="node4" presStyleIdx="4" presStyleCnt="7"/>
      <dgm:spPr/>
    </dgm:pt>
    <dgm:pt modelId="{5CA96AD2-300D-4A7E-B874-FF6D058776F2}" type="pres">
      <dgm:prSet presAssocID="{8C8A3967-2444-4087-8905-5E9C68C268C5}" presName="hierChild4" presStyleCnt="0"/>
      <dgm:spPr/>
    </dgm:pt>
    <dgm:pt modelId="{5AD8BB6F-BF37-4E6D-87C3-448D81E9C9FB}" type="pres">
      <dgm:prSet presAssocID="{8C8A3967-2444-4087-8905-5E9C68C268C5}" presName="hierChild5" presStyleCnt="0"/>
      <dgm:spPr/>
    </dgm:pt>
    <dgm:pt modelId="{EA32AA4E-B8E5-46C4-B0BE-2C86B62B14A1}" type="pres">
      <dgm:prSet presAssocID="{00933EF1-2AF1-44E9-B9F3-218820BF70C0}" presName="hierChild5" presStyleCnt="0"/>
      <dgm:spPr/>
    </dgm:pt>
    <dgm:pt modelId="{7D4A13F4-FD34-4B8E-B53E-BFCE53B83B25}" type="pres">
      <dgm:prSet presAssocID="{809A56A7-73FE-4E14-AB6A-79B58CCFD102}" presName="Name37" presStyleLbl="parChTrans1D4" presStyleIdx="5" presStyleCnt="7"/>
      <dgm:spPr/>
    </dgm:pt>
    <dgm:pt modelId="{24018752-8D79-4F05-BA8A-34A6007A8DDF}" type="pres">
      <dgm:prSet presAssocID="{C699788F-5BCF-4227-A8EA-856282BAC641}" presName="hierRoot2" presStyleCnt="0">
        <dgm:presLayoutVars>
          <dgm:hierBranch val="init"/>
        </dgm:presLayoutVars>
      </dgm:prSet>
      <dgm:spPr/>
    </dgm:pt>
    <dgm:pt modelId="{AED6B1B9-92B7-41BC-92DD-BBADDD7E3492}" type="pres">
      <dgm:prSet presAssocID="{C699788F-5BCF-4227-A8EA-856282BAC641}" presName="rootComposite" presStyleCnt="0"/>
      <dgm:spPr/>
    </dgm:pt>
    <dgm:pt modelId="{2686E213-FD5F-40A3-B80F-3392F1DA8ED0}" type="pres">
      <dgm:prSet presAssocID="{C699788F-5BCF-4227-A8EA-856282BAC641}" presName="rootText" presStyleLbl="node4" presStyleIdx="5" presStyleCnt="7">
        <dgm:presLayoutVars>
          <dgm:chPref val="3"/>
        </dgm:presLayoutVars>
      </dgm:prSet>
      <dgm:spPr/>
    </dgm:pt>
    <dgm:pt modelId="{8CF86E3D-8369-4746-A0C5-B9AEB9DE51CC}" type="pres">
      <dgm:prSet presAssocID="{C699788F-5BCF-4227-A8EA-856282BAC641}" presName="rootConnector" presStyleLbl="node4" presStyleIdx="5" presStyleCnt="7"/>
      <dgm:spPr/>
    </dgm:pt>
    <dgm:pt modelId="{74FC7C2C-17F4-4A43-961B-9082E34CDB09}" type="pres">
      <dgm:prSet presAssocID="{C699788F-5BCF-4227-A8EA-856282BAC641}" presName="hierChild4" presStyleCnt="0"/>
      <dgm:spPr/>
    </dgm:pt>
    <dgm:pt modelId="{1215291A-3532-4E39-B8BD-33802FD12233}" type="pres">
      <dgm:prSet presAssocID="{C699788F-5BCF-4227-A8EA-856282BAC641}" presName="hierChild5" presStyleCnt="0"/>
      <dgm:spPr/>
    </dgm:pt>
    <dgm:pt modelId="{B5DFD584-7DD8-4931-8268-360A1EADE16A}" type="pres">
      <dgm:prSet presAssocID="{37E02828-0FFE-430F-8E85-F035E69B43BD}" presName="hierChild5" presStyleCnt="0"/>
      <dgm:spPr/>
    </dgm:pt>
    <dgm:pt modelId="{CC508A1B-ED9C-4203-AACE-73E98147CF12}" type="pres">
      <dgm:prSet presAssocID="{0BFD83F9-A816-4B0E-8A50-137C4309344B}" presName="hierChild5" presStyleCnt="0"/>
      <dgm:spPr/>
    </dgm:pt>
    <dgm:pt modelId="{0C862B2C-9C17-4CD1-86B1-D0D172B39D5B}" type="pres">
      <dgm:prSet presAssocID="{EB29657B-05A7-4512-B1DB-9DBBED53CC83}" presName="Name37" presStyleLbl="parChTrans1D2" presStyleIdx="2" presStyleCnt="3"/>
      <dgm:spPr/>
    </dgm:pt>
    <dgm:pt modelId="{E82969CF-4210-412A-944E-A074694922E3}" type="pres">
      <dgm:prSet presAssocID="{8C96C477-B505-4AA8-BC4E-76003BD52243}" presName="hierRoot2" presStyleCnt="0">
        <dgm:presLayoutVars>
          <dgm:hierBranch val="init"/>
        </dgm:presLayoutVars>
      </dgm:prSet>
      <dgm:spPr/>
    </dgm:pt>
    <dgm:pt modelId="{AC8A4E19-7E1B-46B6-B890-215C17914313}" type="pres">
      <dgm:prSet presAssocID="{8C96C477-B505-4AA8-BC4E-76003BD52243}" presName="rootComposite" presStyleCnt="0"/>
      <dgm:spPr/>
    </dgm:pt>
    <dgm:pt modelId="{EC45E921-B3F0-4613-938B-117C53447DC4}" type="pres">
      <dgm:prSet presAssocID="{8C96C477-B505-4AA8-BC4E-76003BD52243}" presName="rootText" presStyleLbl="node2" presStyleIdx="2" presStyleCnt="3">
        <dgm:presLayoutVars>
          <dgm:chPref val="3"/>
        </dgm:presLayoutVars>
      </dgm:prSet>
      <dgm:spPr/>
    </dgm:pt>
    <dgm:pt modelId="{D1706F98-20E8-4169-B7AE-D4B0D259237F}" type="pres">
      <dgm:prSet presAssocID="{8C96C477-B505-4AA8-BC4E-76003BD52243}" presName="rootConnector" presStyleLbl="node2" presStyleIdx="2" presStyleCnt="3"/>
      <dgm:spPr/>
    </dgm:pt>
    <dgm:pt modelId="{B8F4354E-50D6-465C-902F-7EFC89B5E4DF}" type="pres">
      <dgm:prSet presAssocID="{8C96C477-B505-4AA8-BC4E-76003BD52243}" presName="hierChild4" presStyleCnt="0"/>
      <dgm:spPr/>
    </dgm:pt>
    <dgm:pt modelId="{FD570B6E-AF9B-4F42-83DB-21DFD1A0CF24}" type="pres">
      <dgm:prSet presAssocID="{D6D4AEC0-59EC-42D3-94B2-7727D1BB4DED}" presName="Name37" presStyleLbl="parChTrans1D3" presStyleIdx="2" presStyleCnt="4"/>
      <dgm:spPr/>
    </dgm:pt>
    <dgm:pt modelId="{389C891F-BF5D-4FBF-A27F-47D914E60E0E}" type="pres">
      <dgm:prSet presAssocID="{436B02F6-F4DE-4F15-8980-5F7BEDBDE6B8}" presName="hierRoot2" presStyleCnt="0">
        <dgm:presLayoutVars>
          <dgm:hierBranch val="init"/>
        </dgm:presLayoutVars>
      </dgm:prSet>
      <dgm:spPr/>
    </dgm:pt>
    <dgm:pt modelId="{4A5205A5-1EAF-4E1A-9F62-415C5185099B}" type="pres">
      <dgm:prSet presAssocID="{436B02F6-F4DE-4F15-8980-5F7BEDBDE6B8}" presName="rootComposite" presStyleCnt="0"/>
      <dgm:spPr/>
    </dgm:pt>
    <dgm:pt modelId="{078868D4-D600-4760-96C3-67E91C37F21A}" type="pres">
      <dgm:prSet presAssocID="{436B02F6-F4DE-4F15-8980-5F7BEDBDE6B8}" presName="rootText" presStyleLbl="node3" presStyleIdx="2" presStyleCnt="4">
        <dgm:presLayoutVars>
          <dgm:chPref val="3"/>
        </dgm:presLayoutVars>
      </dgm:prSet>
      <dgm:spPr/>
    </dgm:pt>
    <dgm:pt modelId="{0250E01B-80D8-4D93-A6EC-5881C66E2D0A}" type="pres">
      <dgm:prSet presAssocID="{436B02F6-F4DE-4F15-8980-5F7BEDBDE6B8}" presName="rootConnector" presStyleLbl="node3" presStyleIdx="2" presStyleCnt="4"/>
      <dgm:spPr/>
    </dgm:pt>
    <dgm:pt modelId="{C682DC6D-5D2C-4790-B00E-F56B85DFF2EF}" type="pres">
      <dgm:prSet presAssocID="{436B02F6-F4DE-4F15-8980-5F7BEDBDE6B8}" presName="hierChild4" presStyleCnt="0"/>
      <dgm:spPr/>
    </dgm:pt>
    <dgm:pt modelId="{53559EFD-6332-401E-885F-2A19B26FCE73}" type="pres">
      <dgm:prSet presAssocID="{436B02F6-F4DE-4F15-8980-5F7BEDBDE6B8}" presName="hierChild5" presStyleCnt="0"/>
      <dgm:spPr/>
    </dgm:pt>
    <dgm:pt modelId="{569D8539-D913-43E9-9AA0-A920583698EB}" type="pres">
      <dgm:prSet presAssocID="{CCB07602-5D18-49D3-AC6E-F4B7FBAF5B7E}" presName="Name37" presStyleLbl="parChTrans1D3" presStyleIdx="3" presStyleCnt="4"/>
      <dgm:spPr/>
    </dgm:pt>
    <dgm:pt modelId="{17C09E0C-A62A-4719-86A1-FDE805E9242C}" type="pres">
      <dgm:prSet presAssocID="{621B9AB0-52B4-4568-9714-82EC3EC0DE65}" presName="hierRoot2" presStyleCnt="0">
        <dgm:presLayoutVars>
          <dgm:hierBranch val="init"/>
        </dgm:presLayoutVars>
      </dgm:prSet>
      <dgm:spPr/>
    </dgm:pt>
    <dgm:pt modelId="{AEE387F9-C8E9-4D9E-B5A6-423866813381}" type="pres">
      <dgm:prSet presAssocID="{621B9AB0-52B4-4568-9714-82EC3EC0DE65}" presName="rootComposite" presStyleCnt="0"/>
      <dgm:spPr/>
    </dgm:pt>
    <dgm:pt modelId="{959183C9-9C5F-4DA1-BF47-250FFAB507D3}" type="pres">
      <dgm:prSet presAssocID="{621B9AB0-52B4-4568-9714-82EC3EC0DE65}" presName="rootText" presStyleLbl="node3" presStyleIdx="3" presStyleCnt="4">
        <dgm:presLayoutVars>
          <dgm:chPref val="3"/>
        </dgm:presLayoutVars>
      </dgm:prSet>
      <dgm:spPr/>
    </dgm:pt>
    <dgm:pt modelId="{6C3D10A8-B155-40C5-AC73-F27AA6662E2D}" type="pres">
      <dgm:prSet presAssocID="{621B9AB0-52B4-4568-9714-82EC3EC0DE65}" presName="rootConnector" presStyleLbl="node3" presStyleIdx="3" presStyleCnt="4"/>
      <dgm:spPr/>
    </dgm:pt>
    <dgm:pt modelId="{5BA3CE3A-22F3-4093-82AB-F208DC23A111}" type="pres">
      <dgm:prSet presAssocID="{621B9AB0-52B4-4568-9714-82EC3EC0DE65}" presName="hierChild4" presStyleCnt="0"/>
      <dgm:spPr/>
    </dgm:pt>
    <dgm:pt modelId="{353FB217-4855-417B-A5C0-3F2C2BBAB9FB}" type="pres">
      <dgm:prSet presAssocID="{650DBEA8-39C0-4E9A-A66D-702070F3C466}" presName="Name37" presStyleLbl="parChTrans1D4" presStyleIdx="6" presStyleCnt="7"/>
      <dgm:spPr/>
    </dgm:pt>
    <dgm:pt modelId="{FCB3C386-1526-445A-9998-5C908FB37262}" type="pres">
      <dgm:prSet presAssocID="{FC881DFD-09B3-41F1-AA58-93EAA1DC51F4}" presName="hierRoot2" presStyleCnt="0">
        <dgm:presLayoutVars>
          <dgm:hierBranch val="init"/>
        </dgm:presLayoutVars>
      </dgm:prSet>
      <dgm:spPr/>
    </dgm:pt>
    <dgm:pt modelId="{433FF2AD-EF8D-4CF7-8B5D-41200CCAA264}" type="pres">
      <dgm:prSet presAssocID="{FC881DFD-09B3-41F1-AA58-93EAA1DC51F4}" presName="rootComposite" presStyleCnt="0"/>
      <dgm:spPr/>
    </dgm:pt>
    <dgm:pt modelId="{5A4FB645-BC77-41B0-B5A6-D782CA5549D3}" type="pres">
      <dgm:prSet presAssocID="{FC881DFD-09B3-41F1-AA58-93EAA1DC51F4}" presName="rootText" presStyleLbl="node4" presStyleIdx="6" presStyleCnt="7">
        <dgm:presLayoutVars>
          <dgm:chPref val="3"/>
        </dgm:presLayoutVars>
      </dgm:prSet>
      <dgm:spPr/>
    </dgm:pt>
    <dgm:pt modelId="{34ACE09C-5492-48EF-9A8D-F244F39A1CC9}" type="pres">
      <dgm:prSet presAssocID="{FC881DFD-09B3-41F1-AA58-93EAA1DC51F4}" presName="rootConnector" presStyleLbl="node4" presStyleIdx="6" presStyleCnt="7"/>
      <dgm:spPr/>
    </dgm:pt>
    <dgm:pt modelId="{2911D249-21EF-4347-B934-27704CB75F9F}" type="pres">
      <dgm:prSet presAssocID="{FC881DFD-09B3-41F1-AA58-93EAA1DC51F4}" presName="hierChild4" presStyleCnt="0"/>
      <dgm:spPr/>
    </dgm:pt>
    <dgm:pt modelId="{D2EAFF18-C991-4986-B2F2-E48995C4722A}" type="pres">
      <dgm:prSet presAssocID="{FC881DFD-09B3-41F1-AA58-93EAA1DC51F4}" presName="hierChild5" presStyleCnt="0"/>
      <dgm:spPr/>
    </dgm:pt>
    <dgm:pt modelId="{B2F25F58-848A-4725-ADC9-C030CF567C1D}" type="pres">
      <dgm:prSet presAssocID="{621B9AB0-52B4-4568-9714-82EC3EC0DE65}" presName="hierChild5" presStyleCnt="0"/>
      <dgm:spPr/>
    </dgm:pt>
    <dgm:pt modelId="{99D5E546-E86E-404B-91B5-118A9240783A}" type="pres">
      <dgm:prSet presAssocID="{8C96C477-B505-4AA8-BC4E-76003BD52243}" presName="hierChild5" presStyleCnt="0"/>
      <dgm:spPr/>
    </dgm:pt>
    <dgm:pt modelId="{3DB67EBA-2C55-4ED7-910D-FF00B28E1BA3}" type="pres">
      <dgm:prSet presAssocID="{641A81AC-9EA2-4A34-9E00-9385ED1FD422}" presName="hierChild3" presStyleCnt="0"/>
      <dgm:spPr/>
    </dgm:pt>
  </dgm:ptLst>
  <dgm:cxnLst>
    <dgm:cxn modelId="{1E693406-7032-4A62-BA6F-9403467CB2BA}" type="presOf" srcId="{17664803-913D-4594-93F0-C8830109BDA9}" destId="{B0C452E7-0527-4733-893D-D2DCA3E0B86A}" srcOrd="0" destOrd="0" presId="urn:microsoft.com/office/officeart/2005/8/layout/orgChart1"/>
    <dgm:cxn modelId="{A486970A-A97C-4E01-8915-FA81F0CE27E3}" type="presOf" srcId="{621B9AB0-52B4-4568-9714-82EC3EC0DE65}" destId="{6C3D10A8-B155-40C5-AC73-F27AA6662E2D}" srcOrd="1" destOrd="0" presId="urn:microsoft.com/office/officeart/2005/8/layout/orgChart1"/>
    <dgm:cxn modelId="{CEE99410-6B77-481C-BD40-2188BEEDC126}" type="presOf" srcId="{641A81AC-9EA2-4A34-9E00-9385ED1FD422}" destId="{D576F7C4-99BB-4A3C-BD1B-DFAD90EDE4D6}" srcOrd="0" destOrd="0" presId="urn:microsoft.com/office/officeart/2005/8/layout/orgChart1"/>
    <dgm:cxn modelId="{7039E213-1940-44F3-9CF1-6FDCABA8F8A4}" type="presOf" srcId="{37E02828-0FFE-430F-8E85-F035E69B43BD}" destId="{E5D6B167-3FA9-4213-BD5D-6DD94637F056}" srcOrd="0" destOrd="0" presId="urn:microsoft.com/office/officeart/2005/8/layout/orgChart1"/>
    <dgm:cxn modelId="{150AC314-08B9-4D9B-A1DD-FF166253CF9C}" type="presOf" srcId="{11BD22DB-2729-4AC4-B641-6CB331239F43}" destId="{8979F7BD-16FC-418C-B14B-576370E02F17}" srcOrd="1" destOrd="0" presId="urn:microsoft.com/office/officeart/2005/8/layout/orgChart1"/>
    <dgm:cxn modelId="{F589BC16-D33D-4024-B2C4-44196167E9FD}" type="presOf" srcId="{8C8A3967-2444-4087-8905-5E9C68C268C5}" destId="{2C06A797-5204-4565-AD23-5EA462DB4912}" srcOrd="1" destOrd="0" presId="urn:microsoft.com/office/officeart/2005/8/layout/orgChart1"/>
    <dgm:cxn modelId="{CE91631B-7C28-41B2-AD33-A3DBDFAE4F9A}" type="presOf" srcId="{43A0AAE5-A921-4ADE-B4B1-E6285F8D7737}" destId="{723A56C0-86CD-484D-B45E-EBE7DB623610}" srcOrd="0" destOrd="0" presId="urn:microsoft.com/office/officeart/2005/8/layout/orgChart1"/>
    <dgm:cxn modelId="{FC09E520-B6D7-4FEA-842C-4448A7AED09D}" srcId="{8C96C477-B505-4AA8-BC4E-76003BD52243}" destId="{436B02F6-F4DE-4F15-8980-5F7BEDBDE6B8}" srcOrd="0" destOrd="0" parTransId="{D6D4AEC0-59EC-42D3-94B2-7727D1BB4DED}" sibTransId="{B0945317-B32E-4A5E-9F41-05D88C632926}"/>
    <dgm:cxn modelId="{816E4A28-2DC3-4F55-BF1E-5346691A14B7}" type="presOf" srcId="{8C8A3967-2444-4087-8905-5E9C68C268C5}" destId="{AED04F68-6CFF-47E4-A0B1-8EB9FEEA82A7}" srcOrd="0" destOrd="0" presId="urn:microsoft.com/office/officeart/2005/8/layout/orgChart1"/>
    <dgm:cxn modelId="{37F4B228-67E0-4B63-8500-BAFF91063D5D}" srcId="{37E02828-0FFE-430F-8E85-F035E69B43BD}" destId="{00933EF1-2AF1-44E9-B9F3-218820BF70C0}" srcOrd="2" destOrd="0" parTransId="{524533BF-699D-4A11-83C6-396CB5FD9988}" sibTransId="{D541FE28-E87F-42A0-A41F-D4466F3B00E8}"/>
    <dgm:cxn modelId="{F1756E2A-41B7-436E-8E45-D33F14DF81A2}" type="presOf" srcId="{856CED3C-6A07-41E7-8561-CB3006FF3AE2}" destId="{8C30806D-D8C1-4C5A-8CF4-73EB3C36C9DA}" srcOrd="0" destOrd="0" presId="urn:microsoft.com/office/officeart/2005/8/layout/orgChart1"/>
    <dgm:cxn modelId="{589B462F-9C79-4198-8F70-6054238063EC}" srcId="{0BFD83F9-A816-4B0E-8A50-137C4309344B}" destId="{F96BA4A3-9A65-4CDD-BE04-7D66D0FCFE40}" srcOrd="0" destOrd="0" parTransId="{856CED3C-6A07-41E7-8561-CB3006FF3AE2}" sibTransId="{DE35821D-3CE8-4AE6-908C-91416B671ED8}"/>
    <dgm:cxn modelId="{FD903D31-D420-46A7-92DD-D1E6546219BA}" type="presOf" srcId="{621B9AB0-52B4-4568-9714-82EC3EC0DE65}" destId="{959183C9-9C5F-4DA1-BF47-250FFAB507D3}" srcOrd="0" destOrd="0" presId="urn:microsoft.com/office/officeart/2005/8/layout/orgChart1"/>
    <dgm:cxn modelId="{0ADEBB36-1910-489A-9520-E3565258F6BF}" type="presOf" srcId="{EB29657B-05A7-4512-B1DB-9DBBED53CC83}" destId="{0C862B2C-9C17-4CD1-86B1-D0D172B39D5B}" srcOrd="0" destOrd="0" presId="urn:microsoft.com/office/officeart/2005/8/layout/orgChart1"/>
    <dgm:cxn modelId="{4C5B2839-45FA-4A2F-9B6D-DB210690F4D6}" type="presOf" srcId="{43A0AAE5-A921-4ADE-B4B1-E6285F8D7737}" destId="{15911C11-9E50-4D07-ABE7-EBD0908B30C9}" srcOrd="1" destOrd="0" presId="urn:microsoft.com/office/officeart/2005/8/layout/orgChart1"/>
    <dgm:cxn modelId="{78B6273A-A471-4FC1-B19B-045DF57C0061}" type="presOf" srcId="{D1A46C56-A8CE-46E8-BF6D-053309496E1D}" destId="{8D865ED3-DDFE-4DC4-9E13-9C136E1F4596}" srcOrd="0" destOrd="0" presId="urn:microsoft.com/office/officeart/2005/8/layout/orgChart1"/>
    <dgm:cxn modelId="{5935753D-7A59-45F2-B531-B47CCB4E0790}" srcId="{641A81AC-9EA2-4A34-9E00-9385ED1FD422}" destId="{8C96C477-B505-4AA8-BC4E-76003BD52243}" srcOrd="2" destOrd="0" parTransId="{EB29657B-05A7-4512-B1DB-9DBBED53CC83}" sibTransId="{8A9E2267-C94C-491D-B416-D5C822C5BDA5}"/>
    <dgm:cxn modelId="{A151225D-8CAE-4BEF-9704-16119484DA7A}" type="presOf" srcId="{5BD51E99-FFC0-4EEF-9C6C-468F6122572C}" destId="{3D2186B8-90EF-490C-AF59-562907078203}" srcOrd="0" destOrd="0" presId="urn:microsoft.com/office/officeart/2005/8/layout/orgChart1"/>
    <dgm:cxn modelId="{68CA4F5F-A661-4CD7-9CFC-A28E69D12C4E}" type="presOf" srcId="{11BD22DB-2729-4AC4-B641-6CB331239F43}" destId="{75D95989-366C-4CD5-85A1-9C1B9C87D98A}" srcOrd="0" destOrd="0" presId="urn:microsoft.com/office/officeart/2005/8/layout/orgChart1"/>
    <dgm:cxn modelId="{242C1062-896A-438F-A717-F13665E44CB9}" type="presOf" srcId="{FC881DFD-09B3-41F1-AA58-93EAA1DC51F4}" destId="{5A4FB645-BC77-41B0-B5A6-D782CA5549D3}" srcOrd="0" destOrd="0" presId="urn:microsoft.com/office/officeart/2005/8/layout/orgChart1"/>
    <dgm:cxn modelId="{55A26544-7E7F-4C98-8CDC-C522B9EA27D1}" type="presOf" srcId="{0BFD83F9-A816-4B0E-8A50-137C4309344B}" destId="{36EA9703-42D7-46A2-AC9B-82FB320E9B2A}" srcOrd="1" destOrd="0" presId="urn:microsoft.com/office/officeart/2005/8/layout/orgChart1"/>
    <dgm:cxn modelId="{C3399269-72AF-4651-A536-16860ED83395}" type="presOf" srcId="{00933EF1-2AF1-44E9-B9F3-218820BF70C0}" destId="{C0712093-7C06-4635-86EE-79EF4D8F9B68}" srcOrd="1" destOrd="0" presId="urn:microsoft.com/office/officeart/2005/8/layout/orgChart1"/>
    <dgm:cxn modelId="{A5AD5A4B-DA1D-4AC4-9098-839011D727BD}" type="presOf" srcId="{D1A46C56-A8CE-46E8-BF6D-053309496E1D}" destId="{36A1C92A-2A81-4A4B-83BA-805B1367B0BE}" srcOrd="1" destOrd="0" presId="urn:microsoft.com/office/officeart/2005/8/layout/orgChart1"/>
    <dgm:cxn modelId="{AE46D16C-EC44-42AB-B803-8B22129E8BB0}" srcId="{00933EF1-2AF1-44E9-B9F3-218820BF70C0}" destId="{43A0AAE5-A921-4ADE-B4B1-E6285F8D7737}" srcOrd="0" destOrd="0" parTransId="{15B5D890-2BC3-4644-A920-0630A56320DC}" sibTransId="{5E89C18E-F338-49DF-87E2-5C4BFBD0B077}"/>
    <dgm:cxn modelId="{823E674F-CD85-4ADA-AB2F-F7AFDF17A46B}" type="presOf" srcId="{00933EF1-2AF1-44E9-B9F3-218820BF70C0}" destId="{4AD9E192-BE6A-4DF8-9AC2-D273DA4F1EAA}" srcOrd="0" destOrd="0" presId="urn:microsoft.com/office/officeart/2005/8/layout/orgChart1"/>
    <dgm:cxn modelId="{AEFB6B52-60EE-434D-91DE-BECC70627F92}" type="presOf" srcId="{0965D37B-9E1E-488D-ABA3-919261D6ECE9}" destId="{68C7BD88-A8CF-414B-BDFC-66464783C2D7}" srcOrd="0" destOrd="0" presId="urn:microsoft.com/office/officeart/2005/8/layout/orgChart1"/>
    <dgm:cxn modelId="{9AA79A72-876C-4BFA-8CC9-F0580FB86783}" type="presOf" srcId="{8C96C477-B505-4AA8-BC4E-76003BD52243}" destId="{D1706F98-20E8-4169-B7AE-D4B0D259237F}" srcOrd="1" destOrd="0" presId="urn:microsoft.com/office/officeart/2005/8/layout/orgChart1"/>
    <dgm:cxn modelId="{D8852674-7169-4E35-B278-EA11859035B6}" type="presOf" srcId="{650DBEA8-39C0-4E9A-A66D-702070F3C466}" destId="{353FB217-4855-417B-A5C0-3F2C2BBAB9FB}" srcOrd="0" destOrd="0" presId="urn:microsoft.com/office/officeart/2005/8/layout/orgChart1"/>
    <dgm:cxn modelId="{EBCB6675-A89C-44A8-9208-8FD73A22302E}" type="presOf" srcId="{C699788F-5BCF-4227-A8EA-856282BAC641}" destId="{8CF86E3D-8369-4746-A0C5-B9AEB9DE51CC}" srcOrd="1" destOrd="0" presId="urn:microsoft.com/office/officeart/2005/8/layout/orgChart1"/>
    <dgm:cxn modelId="{2BE77B75-0655-44DD-A872-B8A666BDB35D}" type="presOf" srcId="{FC881DFD-09B3-41F1-AA58-93EAA1DC51F4}" destId="{34ACE09C-5492-48EF-9A8D-F244F39A1CC9}" srcOrd="1" destOrd="0" presId="urn:microsoft.com/office/officeart/2005/8/layout/orgChart1"/>
    <dgm:cxn modelId="{901DD557-D687-46A6-9AAD-9E16A364BB58}" type="presOf" srcId="{71FDD5FF-1B35-462D-8FDA-043D7D12CBE8}" destId="{77630F50-41BB-4F9E-AB3F-31EF4446C5B7}" srcOrd="0" destOrd="0" presId="urn:microsoft.com/office/officeart/2005/8/layout/orgChart1"/>
    <dgm:cxn modelId="{EBA0EA77-24B0-44F1-8A95-0A2856806F90}" srcId="{0BFD83F9-A816-4B0E-8A50-137C4309344B}" destId="{37E02828-0FFE-430F-8E85-F035E69B43BD}" srcOrd="1" destOrd="0" parTransId="{71FDD5FF-1B35-462D-8FDA-043D7D12CBE8}" sibTransId="{9BA3413D-232A-43A5-9D28-083C51FEF669}"/>
    <dgm:cxn modelId="{B536DD7C-9CCC-47D8-901C-36BB48EF8934}" type="presOf" srcId="{C699788F-5BCF-4227-A8EA-856282BAC641}" destId="{2686E213-FD5F-40A3-B80F-3392F1DA8ED0}" srcOrd="0" destOrd="0" presId="urn:microsoft.com/office/officeart/2005/8/layout/orgChart1"/>
    <dgm:cxn modelId="{EDDC0782-DD30-40F5-8C3A-8ACF3AA319BF}" type="presOf" srcId="{809A56A7-73FE-4E14-AB6A-79B58CCFD102}" destId="{7D4A13F4-FD34-4B8E-B53E-BFCE53B83B25}" srcOrd="0" destOrd="0" presId="urn:microsoft.com/office/officeart/2005/8/layout/orgChart1"/>
    <dgm:cxn modelId="{08E34895-11D1-4CB3-B06E-201BA1C44F7F}" srcId="{5BD51E99-FFC0-4EEF-9C6C-468F6122572C}" destId="{641A81AC-9EA2-4A34-9E00-9385ED1FD422}" srcOrd="0" destOrd="0" parTransId="{FE9D218B-9D24-4764-B6A2-6380B9E0F411}" sibTransId="{CA4593E2-4752-4C4F-986F-72D2B7FDDEFF}"/>
    <dgm:cxn modelId="{5353DF97-C555-499D-882E-F9FCA8A9B3CD}" type="presOf" srcId="{CE4001F4-A6B1-4129-927F-2CDB56E609CF}" destId="{2B6216EE-0332-46F3-BC8E-9FC18354BC59}" srcOrd="0" destOrd="0" presId="urn:microsoft.com/office/officeart/2005/8/layout/orgChart1"/>
    <dgm:cxn modelId="{4E0AFB99-5DA1-48A3-8901-F8DED534824D}" srcId="{37E02828-0FFE-430F-8E85-F035E69B43BD}" destId="{11BD22DB-2729-4AC4-B641-6CB331239F43}" srcOrd="1" destOrd="0" parTransId="{0965D37B-9E1E-488D-ABA3-919261D6ECE9}" sibTransId="{DA1D93BB-2A65-4CA2-8266-7D7E29B41B60}"/>
    <dgm:cxn modelId="{9C00559D-8453-449C-BA1D-6D269B781942}" srcId="{641A81AC-9EA2-4A34-9E00-9385ED1FD422}" destId="{6A310116-E4CA-4DAA-9FA7-A32CC4C882C1}" srcOrd="0" destOrd="0" parTransId="{6B487201-48C7-4A3F-82AF-53B03C877328}" sibTransId="{6D1A143E-D152-4857-91C0-707785665A42}"/>
    <dgm:cxn modelId="{805AF59F-1AB1-47CD-B398-336B4E02098A}" type="presOf" srcId="{8C96C477-B505-4AA8-BC4E-76003BD52243}" destId="{EC45E921-B3F0-4613-938B-117C53447DC4}" srcOrd="0" destOrd="0" presId="urn:microsoft.com/office/officeart/2005/8/layout/orgChart1"/>
    <dgm:cxn modelId="{50CCCEA7-DCD7-48A9-8213-C44F2997E4AF}" type="presOf" srcId="{524533BF-699D-4A11-83C6-396CB5FD9988}" destId="{57B4B7B4-DBBB-42BE-8244-08C6A48F1D4E}" srcOrd="0" destOrd="0" presId="urn:microsoft.com/office/officeart/2005/8/layout/orgChart1"/>
    <dgm:cxn modelId="{B7CE11A8-F3EF-4D3F-9A67-82F4DE10798B}" srcId="{00933EF1-2AF1-44E9-B9F3-218820BF70C0}" destId="{8C8A3967-2444-4087-8905-5E9C68C268C5}" srcOrd="1" destOrd="0" parTransId="{CE4001F4-A6B1-4129-927F-2CDB56E609CF}" sibTransId="{99ECC569-134A-401C-BA84-3D0FF79D9B7A}"/>
    <dgm:cxn modelId="{0126A5A8-DD3C-430A-95CB-58645447D86C}" type="presOf" srcId="{CCB07602-5D18-49D3-AC6E-F4B7FBAF5B7E}" destId="{569D8539-D913-43E9-9AA0-A920583698EB}" srcOrd="0" destOrd="0" presId="urn:microsoft.com/office/officeart/2005/8/layout/orgChart1"/>
    <dgm:cxn modelId="{F719F0B0-27C2-4078-B831-B2617B841824}" type="presOf" srcId="{6A310116-E4CA-4DAA-9FA7-A32CC4C882C1}" destId="{E33AA7E0-5967-4269-BC66-7E754E5BB239}" srcOrd="1" destOrd="0" presId="urn:microsoft.com/office/officeart/2005/8/layout/orgChart1"/>
    <dgm:cxn modelId="{4ED06DB7-0AA3-42E6-BFA0-1BA4954E6158}" type="presOf" srcId="{F96BA4A3-9A65-4CDD-BE04-7D66D0FCFE40}" destId="{AFEED0B6-79A9-4BA0-AB3B-7E79AA532C3F}" srcOrd="0" destOrd="0" presId="urn:microsoft.com/office/officeart/2005/8/layout/orgChart1"/>
    <dgm:cxn modelId="{0529E3B7-4ED6-4321-82C7-973AEAC5C4EC}" type="presOf" srcId="{436B02F6-F4DE-4F15-8980-5F7BEDBDE6B8}" destId="{078868D4-D600-4760-96C3-67E91C37F21A}" srcOrd="0" destOrd="0" presId="urn:microsoft.com/office/officeart/2005/8/layout/orgChart1"/>
    <dgm:cxn modelId="{E181F3BD-7839-4225-9C14-F05C2E7F37A6}" type="presOf" srcId="{436B02F6-F4DE-4F15-8980-5F7BEDBDE6B8}" destId="{0250E01B-80D8-4D93-A6EC-5881C66E2D0A}" srcOrd="1" destOrd="0" presId="urn:microsoft.com/office/officeart/2005/8/layout/orgChart1"/>
    <dgm:cxn modelId="{821212C7-286D-48D9-A1CC-D27A6D1314E2}" type="presOf" srcId="{6A310116-E4CA-4DAA-9FA7-A32CC4C882C1}" destId="{B6399BF2-009D-4A46-AC79-56E91FE2E714}" srcOrd="0" destOrd="0" presId="urn:microsoft.com/office/officeart/2005/8/layout/orgChart1"/>
    <dgm:cxn modelId="{426360CB-64C4-4890-83A5-774B4E90C7C2}" type="presOf" srcId="{6B487201-48C7-4A3F-82AF-53B03C877328}" destId="{A3C2E62E-2279-45DD-9935-5F1124B4ABFE}" srcOrd="0" destOrd="0" presId="urn:microsoft.com/office/officeart/2005/8/layout/orgChart1"/>
    <dgm:cxn modelId="{BCDA3ECD-BBA9-42F9-A770-D8C5DA627ADD}" type="presOf" srcId="{D6D4AEC0-59EC-42D3-94B2-7727D1BB4DED}" destId="{FD570B6E-AF9B-4F42-83DB-21DFD1A0CF24}" srcOrd="0" destOrd="0" presId="urn:microsoft.com/office/officeart/2005/8/layout/orgChart1"/>
    <dgm:cxn modelId="{A79CCFCE-1C04-404A-942B-9BB439FAA316}" srcId="{37E02828-0FFE-430F-8E85-F035E69B43BD}" destId="{C699788F-5BCF-4227-A8EA-856282BAC641}" srcOrd="3" destOrd="0" parTransId="{809A56A7-73FE-4E14-AB6A-79B58CCFD102}" sibTransId="{B94A2596-CDCE-4A62-82DA-5890B4D56064}"/>
    <dgm:cxn modelId="{B19FCADE-9544-40C7-A410-D48050C29039}" type="presOf" srcId="{37E02828-0FFE-430F-8E85-F035E69B43BD}" destId="{8A75ABF9-B80F-477E-ADA7-48AD52BEF5B3}" srcOrd="1" destOrd="0" presId="urn:microsoft.com/office/officeart/2005/8/layout/orgChart1"/>
    <dgm:cxn modelId="{DCA468E5-204F-4247-A4A6-6426A3FC18E2}" type="presOf" srcId="{641A81AC-9EA2-4A34-9E00-9385ED1FD422}" destId="{763F14C9-31F7-4A39-A50A-BF7F0E6BC962}" srcOrd="1" destOrd="0" presId="urn:microsoft.com/office/officeart/2005/8/layout/orgChart1"/>
    <dgm:cxn modelId="{49921FEF-8519-49E6-AAA8-6A37AF928EE7}" srcId="{37E02828-0FFE-430F-8E85-F035E69B43BD}" destId="{D1A46C56-A8CE-46E8-BF6D-053309496E1D}" srcOrd="0" destOrd="0" parTransId="{64162D27-ACD0-48D3-8580-91C04278FB3A}" sibTransId="{322882EF-18E1-4EDC-8875-C3B012730B17}"/>
    <dgm:cxn modelId="{B072E5F0-92D0-449A-8F13-738275761594}" srcId="{8C96C477-B505-4AA8-BC4E-76003BD52243}" destId="{621B9AB0-52B4-4568-9714-82EC3EC0DE65}" srcOrd="1" destOrd="0" parTransId="{CCB07602-5D18-49D3-AC6E-F4B7FBAF5B7E}" sibTransId="{C6146C72-CE60-4A13-ABCC-F19F440C63EC}"/>
    <dgm:cxn modelId="{41A7BEF1-F758-499C-A655-80B2F046E51A}" type="presOf" srcId="{15B5D890-2BC3-4644-A920-0630A56320DC}" destId="{C3EAA277-39AA-48B0-B65E-C2B3D7E588D6}" srcOrd="0" destOrd="0" presId="urn:microsoft.com/office/officeart/2005/8/layout/orgChart1"/>
    <dgm:cxn modelId="{BC591AF3-2C92-4776-8F27-0E7D6CD05D2F}" type="presOf" srcId="{F96BA4A3-9A65-4CDD-BE04-7D66D0FCFE40}" destId="{42E800FE-8EC5-4861-A543-A4A83C122143}" srcOrd="1" destOrd="0" presId="urn:microsoft.com/office/officeart/2005/8/layout/orgChart1"/>
    <dgm:cxn modelId="{4612C9F7-D623-4042-A9D0-4F21E8ECD726}" srcId="{641A81AC-9EA2-4A34-9E00-9385ED1FD422}" destId="{0BFD83F9-A816-4B0E-8A50-137C4309344B}" srcOrd="1" destOrd="0" parTransId="{17664803-913D-4594-93F0-C8830109BDA9}" sibTransId="{7AAB4858-3F6F-49B3-BB51-EA242583CFD2}"/>
    <dgm:cxn modelId="{F644FFF8-9B99-43E0-98EB-BB9C8820D5BF}" type="presOf" srcId="{0BFD83F9-A816-4B0E-8A50-137C4309344B}" destId="{FBE47A00-8EE7-4080-89CC-AD8807DE86A1}" srcOrd="0" destOrd="0" presId="urn:microsoft.com/office/officeart/2005/8/layout/orgChart1"/>
    <dgm:cxn modelId="{1BE7B6FA-2037-4055-A4BA-C9421B51CAA9}" type="presOf" srcId="{64162D27-ACD0-48D3-8580-91C04278FB3A}" destId="{B30C41FA-EECB-4F61-9206-E22CF485CCE5}" srcOrd="0" destOrd="0" presId="urn:microsoft.com/office/officeart/2005/8/layout/orgChart1"/>
    <dgm:cxn modelId="{4B763BFE-D73A-4405-B9D1-366220ADDFEE}" srcId="{621B9AB0-52B4-4568-9714-82EC3EC0DE65}" destId="{FC881DFD-09B3-41F1-AA58-93EAA1DC51F4}" srcOrd="0" destOrd="0" parTransId="{650DBEA8-39C0-4E9A-A66D-702070F3C466}" sibTransId="{86F71BDC-EB33-477C-ADCB-142347552B89}"/>
    <dgm:cxn modelId="{1BDBC396-F98B-4CE9-96DF-8B01CE9EF13C}" type="presParOf" srcId="{3D2186B8-90EF-490C-AF59-562907078203}" destId="{1E06A66F-789C-4634-972E-45A55E344851}" srcOrd="0" destOrd="0" presId="urn:microsoft.com/office/officeart/2005/8/layout/orgChart1"/>
    <dgm:cxn modelId="{A1BA3E43-1028-451F-A9BF-C889A2BD3020}" type="presParOf" srcId="{1E06A66F-789C-4634-972E-45A55E344851}" destId="{D3664D89-3D5F-414F-BDF9-6DD184467A80}" srcOrd="0" destOrd="0" presId="urn:microsoft.com/office/officeart/2005/8/layout/orgChart1"/>
    <dgm:cxn modelId="{1D162CAF-D742-41BF-9615-BF78509CC9FF}" type="presParOf" srcId="{D3664D89-3D5F-414F-BDF9-6DD184467A80}" destId="{D576F7C4-99BB-4A3C-BD1B-DFAD90EDE4D6}" srcOrd="0" destOrd="0" presId="urn:microsoft.com/office/officeart/2005/8/layout/orgChart1"/>
    <dgm:cxn modelId="{CA52516E-F96B-4494-BD92-0225949FAC8E}" type="presParOf" srcId="{D3664D89-3D5F-414F-BDF9-6DD184467A80}" destId="{763F14C9-31F7-4A39-A50A-BF7F0E6BC962}" srcOrd="1" destOrd="0" presId="urn:microsoft.com/office/officeart/2005/8/layout/orgChart1"/>
    <dgm:cxn modelId="{5A9C175D-FF7B-4907-9D5A-51114B3E03E3}" type="presParOf" srcId="{1E06A66F-789C-4634-972E-45A55E344851}" destId="{0B4BED53-69EF-4477-8AAD-1DFACCE7A55E}" srcOrd="1" destOrd="0" presId="urn:microsoft.com/office/officeart/2005/8/layout/orgChart1"/>
    <dgm:cxn modelId="{D54884F0-3DBA-4E33-A41C-FB81B3722610}" type="presParOf" srcId="{0B4BED53-69EF-4477-8AAD-1DFACCE7A55E}" destId="{A3C2E62E-2279-45DD-9935-5F1124B4ABFE}" srcOrd="0" destOrd="0" presId="urn:microsoft.com/office/officeart/2005/8/layout/orgChart1"/>
    <dgm:cxn modelId="{92E2FDFC-6FDF-42EF-9E04-497FEE285366}" type="presParOf" srcId="{0B4BED53-69EF-4477-8AAD-1DFACCE7A55E}" destId="{603721B2-9CF4-41FF-97F5-DD1B68583295}" srcOrd="1" destOrd="0" presId="urn:microsoft.com/office/officeart/2005/8/layout/orgChart1"/>
    <dgm:cxn modelId="{7CF840EB-5271-412A-BFD4-CCFF6347BFF5}" type="presParOf" srcId="{603721B2-9CF4-41FF-97F5-DD1B68583295}" destId="{5927D8ED-53DA-49FE-8312-936A732D096B}" srcOrd="0" destOrd="0" presId="urn:microsoft.com/office/officeart/2005/8/layout/orgChart1"/>
    <dgm:cxn modelId="{7219A8B3-00B4-4E6E-8DFE-6CCD71841943}" type="presParOf" srcId="{5927D8ED-53DA-49FE-8312-936A732D096B}" destId="{B6399BF2-009D-4A46-AC79-56E91FE2E714}" srcOrd="0" destOrd="0" presId="urn:microsoft.com/office/officeart/2005/8/layout/orgChart1"/>
    <dgm:cxn modelId="{273EAEB6-5C98-488B-ABDD-A7FAA7818A33}" type="presParOf" srcId="{5927D8ED-53DA-49FE-8312-936A732D096B}" destId="{E33AA7E0-5967-4269-BC66-7E754E5BB239}" srcOrd="1" destOrd="0" presId="urn:microsoft.com/office/officeart/2005/8/layout/orgChart1"/>
    <dgm:cxn modelId="{BBD6D60E-B16E-4BE8-BF66-D923987757CE}" type="presParOf" srcId="{603721B2-9CF4-41FF-97F5-DD1B68583295}" destId="{D05DF558-AE88-4381-905C-443EA7B3F85F}" srcOrd="1" destOrd="0" presId="urn:microsoft.com/office/officeart/2005/8/layout/orgChart1"/>
    <dgm:cxn modelId="{9861F013-6582-4BC1-A46E-7393DAF191CC}" type="presParOf" srcId="{603721B2-9CF4-41FF-97F5-DD1B68583295}" destId="{A7E15207-8AED-42D1-AE65-D9C3A49D6871}" srcOrd="2" destOrd="0" presId="urn:microsoft.com/office/officeart/2005/8/layout/orgChart1"/>
    <dgm:cxn modelId="{CB88061B-E668-422F-8F35-83897ECAD91B}" type="presParOf" srcId="{0B4BED53-69EF-4477-8AAD-1DFACCE7A55E}" destId="{B0C452E7-0527-4733-893D-D2DCA3E0B86A}" srcOrd="2" destOrd="0" presId="urn:microsoft.com/office/officeart/2005/8/layout/orgChart1"/>
    <dgm:cxn modelId="{6F3C3564-67E2-490A-B0C6-190D34E2A5E7}" type="presParOf" srcId="{0B4BED53-69EF-4477-8AAD-1DFACCE7A55E}" destId="{3BAAD0FD-FD3B-4A1C-B2B4-BBDABE835047}" srcOrd="3" destOrd="0" presId="urn:microsoft.com/office/officeart/2005/8/layout/orgChart1"/>
    <dgm:cxn modelId="{E3F74002-C8E1-4B56-85DA-7D266CC71144}" type="presParOf" srcId="{3BAAD0FD-FD3B-4A1C-B2B4-BBDABE835047}" destId="{4F81FDAA-0F87-4EB1-8B12-9E2B175A6B3D}" srcOrd="0" destOrd="0" presId="urn:microsoft.com/office/officeart/2005/8/layout/orgChart1"/>
    <dgm:cxn modelId="{5250CE1F-0946-4B27-AA60-BFEE1503404E}" type="presParOf" srcId="{4F81FDAA-0F87-4EB1-8B12-9E2B175A6B3D}" destId="{FBE47A00-8EE7-4080-89CC-AD8807DE86A1}" srcOrd="0" destOrd="0" presId="urn:microsoft.com/office/officeart/2005/8/layout/orgChart1"/>
    <dgm:cxn modelId="{ABD920B8-EDD5-4D62-BB1B-92E3E20301F3}" type="presParOf" srcId="{4F81FDAA-0F87-4EB1-8B12-9E2B175A6B3D}" destId="{36EA9703-42D7-46A2-AC9B-82FB320E9B2A}" srcOrd="1" destOrd="0" presId="urn:microsoft.com/office/officeart/2005/8/layout/orgChart1"/>
    <dgm:cxn modelId="{B5B7B2D4-5E76-4E48-BAC3-FB770E3A1120}" type="presParOf" srcId="{3BAAD0FD-FD3B-4A1C-B2B4-BBDABE835047}" destId="{77D4AC6C-D4DD-46E0-98EB-7A53BF0C379C}" srcOrd="1" destOrd="0" presId="urn:microsoft.com/office/officeart/2005/8/layout/orgChart1"/>
    <dgm:cxn modelId="{A4CED125-967A-4842-9929-CBEF1E587A06}" type="presParOf" srcId="{77D4AC6C-D4DD-46E0-98EB-7A53BF0C379C}" destId="{8C30806D-D8C1-4C5A-8CF4-73EB3C36C9DA}" srcOrd="0" destOrd="0" presId="urn:microsoft.com/office/officeart/2005/8/layout/orgChart1"/>
    <dgm:cxn modelId="{B816CE1A-095B-4927-8494-AAB2D5CB881B}" type="presParOf" srcId="{77D4AC6C-D4DD-46E0-98EB-7A53BF0C379C}" destId="{5F0424E5-897A-4245-A458-6A7F68A661F6}" srcOrd="1" destOrd="0" presId="urn:microsoft.com/office/officeart/2005/8/layout/orgChart1"/>
    <dgm:cxn modelId="{267D5029-A380-4E53-AA27-3D6F3A397879}" type="presParOf" srcId="{5F0424E5-897A-4245-A458-6A7F68A661F6}" destId="{539781AD-DB36-41B8-945C-153862882B6F}" srcOrd="0" destOrd="0" presId="urn:microsoft.com/office/officeart/2005/8/layout/orgChart1"/>
    <dgm:cxn modelId="{131C498B-8267-4CA5-8354-E52F226F06B7}" type="presParOf" srcId="{539781AD-DB36-41B8-945C-153862882B6F}" destId="{AFEED0B6-79A9-4BA0-AB3B-7E79AA532C3F}" srcOrd="0" destOrd="0" presId="urn:microsoft.com/office/officeart/2005/8/layout/orgChart1"/>
    <dgm:cxn modelId="{5662A48E-1497-4ECD-A146-9DEC712EAB03}" type="presParOf" srcId="{539781AD-DB36-41B8-945C-153862882B6F}" destId="{42E800FE-8EC5-4861-A543-A4A83C122143}" srcOrd="1" destOrd="0" presId="urn:microsoft.com/office/officeart/2005/8/layout/orgChart1"/>
    <dgm:cxn modelId="{43830EA4-2FD8-4B99-AF83-BD69491C5B9E}" type="presParOf" srcId="{5F0424E5-897A-4245-A458-6A7F68A661F6}" destId="{BD6CF84E-1A4D-4159-BDE6-EDA49A591F50}" srcOrd="1" destOrd="0" presId="urn:microsoft.com/office/officeart/2005/8/layout/orgChart1"/>
    <dgm:cxn modelId="{AF73D7C4-DA5F-493F-A5E9-008AF9CAC941}" type="presParOf" srcId="{5F0424E5-897A-4245-A458-6A7F68A661F6}" destId="{C23846EB-908E-4FA1-9B28-15B96A0AC423}" srcOrd="2" destOrd="0" presId="urn:microsoft.com/office/officeart/2005/8/layout/orgChart1"/>
    <dgm:cxn modelId="{FE4AB3B1-41F8-4502-BA05-50717488ED85}" type="presParOf" srcId="{77D4AC6C-D4DD-46E0-98EB-7A53BF0C379C}" destId="{77630F50-41BB-4F9E-AB3F-31EF4446C5B7}" srcOrd="2" destOrd="0" presId="urn:microsoft.com/office/officeart/2005/8/layout/orgChart1"/>
    <dgm:cxn modelId="{D34CC5E5-1653-425D-B8DE-BBB5EC251D37}" type="presParOf" srcId="{77D4AC6C-D4DD-46E0-98EB-7A53BF0C379C}" destId="{69CB6533-44E8-444F-B060-4DED15565DAE}" srcOrd="3" destOrd="0" presId="urn:microsoft.com/office/officeart/2005/8/layout/orgChart1"/>
    <dgm:cxn modelId="{661BDA55-5E49-426A-9BEA-248AA1DEC1B7}" type="presParOf" srcId="{69CB6533-44E8-444F-B060-4DED15565DAE}" destId="{4AE5A6C0-51E6-48E2-9E35-69BEDFE82D8A}" srcOrd="0" destOrd="0" presId="urn:microsoft.com/office/officeart/2005/8/layout/orgChart1"/>
    <dgm:cxn modelId="{1D65DB2B-2B84-4ACE-B549-57AE5C8DCFE7}" type="presParOf" srcId="{4AE5A6C0-51E6-48E2-9E35-69BEDFE82D8A}" destId="{E5D6B167-3FA9-4213-BD5D-6DD94637F056}" srcOrd="0" destOrd="0" presId="urn:microsoft.com/office/officeart/2005/8/layout/orgChart1"/>
    <dgm:cxn modelId="{486A0073-4E61-4017-BE19-532808DBA356}" type="presParOf" srcId="{4AE5A6C0-51E6-48E2-9E35-69BEDFE82D8A}" destId="{8A75ABF9-B80F-477E-ADA7-48AD52BEF5B3}" srcOrd="1" destOrd="0" presId="urn:microsoft.com/office/officeart/2005/8/layout/orgChart1"/>
    <dgm:cxn modelId="{293915DA-A8C8-43BA-9514-C30D682D86DF}" type="presParOf" srcId="{69CB6533-44E8-444F-B060-4DED15565DAE}" destId="{C505006E-A92F-4332-A50A-5A2BF1131422}" srcOrd="1" destOrd="0" presId="urn:microsoft.com/office/officeart/2005/8/layout/orgChart1"/>
    <dgm:cxn modelId="{9E9E67D0-52B0-4DD6-A5C0-CAF4E6FFF88D}" type="presParOf" srcId="{C505006E-A92F-4332-A50A-5A2BF1131422}" destId="{B30C41FA-EECB-4F61-9206-E22CF485CCE5}" srcOrd="0" destOrd="0" presId="urn:microsoft.com/office/officeart/2005/8/layout/orgChart1"/>
    <dgm:cxn modelId="{93FB52BB-7D26-41F3-B6F5-08773DD07A9E}" type="presParOf" srcId="{C505006E-A92F-4332-A50A-5A2BF1131422}" destId="{BA735728-FC71-4AFE-B51A-E63C0200C78C}" srcOrd="1" destOrd="0" presId="urn:microsoft.com/office/officeart/2005/8/layout/orgChart1"/>
    <dgm:cxn modelId="{492DE679-F898-4A87-AE37-E9679EF74FAD}" type="presParOf" srcId="{BA735728-FC71-4AFE-B51A-E63C0200C78C}" destId="{9395150D-5420-4CC7-AF02-A3CA4A2FDEA3}" srcOrd="0" destOrd="0" presId="urn:microsoft.com/office/officeart/2005/8/layout/orgChart1"/>
    <dgm:cxn modelId="{E7CA9B9D-85FA-4042-8831-BA238F98A66A}" type="presParOf" srcId="{9395150D-5420-4CC7-AF02-A3CA4A2FDEA3}" destId="{8D865ED3-DDFE-4DC4-9E13-9C136E1F4596}" srcOrd="0" destOrd="0" presId="urn:microsoft.com/office/officeart/2005/8/layout/orgChart1"/>
    <dgm:cxn modelId="{E5444A9C-93DC-4053-826F-06DACF57773A}" type="presParOf" srcId="{9395150D-5420-4CC7-AF02-A3CA4A2FDEA3}" destId="{36A1C92A-2A81-4A4B-83BA-805B1367B0BE}" srcOrd="1" destOrd="0" presId="urn:microsoft.com/office/officeart/2005/8/layout/orgChart1"/>
    <dgm:cxn modelId="{C87E00C7-9BCB-4368-B9A2-7D70B2605A14}" type="presParOf" srcId="{BA735728-FC71-4AFE-B51A-E63C0200C78C}" destId="{AE6179CE-3C26-4DDD-A9C6-7FDACD0D0950}" srcOrd="1" destOrd="0" presId="urn:microsoft.com/office/officeart/2005/8/layout/orgChart1"/>
    <dgm:cxn modelId="{39748831-FA07-47D8-876C-E4546EB77479}" type="presParOf" srcId="{BA735728-FC71-4AFE-B51A-E63C0200C78C}" destId="{85F97C8F-E39A-4D0E-95B2-704CE74BE420}" srcOrd="2" destOrd="0" presId="urn:microsoft.com/office/officeart/2005/8/layout/orgChart1"/>
    <dgm:cxn modelId="{91DEF4CD-8BFC-47A7-B98D-AAFD58349CDC}" type="presParOf" srcId="{C505006E-A92F-4332-A50A-5A2BF1131422}" destId="{68C7BD88-A8CF-414B-BDFC-66464783C2D7}" srcOrd="2" destOrd="0" presId="urn:microsoft.com/office/officeart/2005/8/layout/orgChart1"/>
    <dgm:cxn modelId="{16834698-484C-4179-8E35-D50FE522C53C}" type="presParOf" srcId="{C505006E-A92F-4332-A50A-5A2BF1131422}" destId="{0E30D6F3-3205-4B25-B383-43F08D8B0B33}" srcOrd="3" destOrd="0" presId="urn:microsoft.com/office/officeart/2005/8/layout/orgChart1"/>
    <dgm:cxn modelId="{694C9372-C4E4-40CF-9159-C2DB96028970}" type="presParOf" srcId="{0E30D6F3-3205-4B25-B383-43F08D8B0B33}" destId="{7C549D11-784E-460E-AE1C-53731F980629}" srcOrd="0" destOrd="0" presId="urn:microsoft.com/office/officeart/2005/8/layout/orgChart1"/>
    <dgm:cxn modelId="{D197F834-F92F-44DD-84B1-A05AE0B9BD39}" type="presParOf" srcId="{7C549D11-784E-460E-AE1C-53731F980629}" destId="{75D95989-366C-4CD5-85A1-9C1B9C87D98A}" srcOrd="0" destOrd="0" presId="urn:microsoft.com/office/officeart/2005/8/layout/orgChart1"/>
    <dgm:cxn modelId="{D400EC88-8F46-4077-93CB-D0EAAF31C907}" type="presParOf" srcId="{7C549D11-784E-460E-AE1C-53731F980629}" destId="{8979F7BD-16FC-418C-B14B-576370E02F17}" srcOrd="1" destOrd="0" presId="urn:microsoft.com/office/officeart/2005/8/layout/orgChart1"/>
    <dgm:cxn modelId="{F0103CA7-6E3C-49CF-A943-6664DF85AA7F}" type="presParOf" srcId="{0E30D6F3-3205-4B25-B383-43F08D8B0B33}" destId="{D1054AA5-823B-4AB2-9B33-37BD7B5F3FD9}" srcOrd="1" destOrd="0" presId="urn:microsoft.com/office/officeart/2005/8/layout/orgChart1"/>
    <dgm:cxn modelId="{55946AE3-2F6B-4215-A624-E34CEFD5BB6A}" type="presParOf" srcId="{0E30D6F3-3205-4B25-B383-43F08D8B0B33}" destId="{AAD28A56-9167-4321-9E14-94481E6FAF09}" srcOrd="2" destOrd="0" presId="urn:microsoft.com/office/officeart/2005/8/layout/orgChart1"/>
    <dgm:cxn modelId="{9D6F196C-6899-4FC2-9479-36A705DE908A}" type="presParOf" srcId="{C505006E-A92F-4332-A50A-5A2BF1131422}" destId="{57B4B7B4-DBBB-42BE-8244-08C6A48F1D4E}" srcOrd="4" destOrd="0" presId="urn:microsoft.com/office/officeart/2005/8/layout/orgChart1"/>
    <dgm:cxn modelId="{55B57AB8-C38F-4B1B-AA2D-0CFA19C236E0}" type="presParOf" srcId="{C505006E-A92F-4332-A50A-5A2BF1131422}" destId="{9ACD3656-6786-4433-B685-1A5F511C5523}" srcOrd="5" destOrd="0" presId="urn:microsoft.com/office/officeart/2005/8/layout/orgChart1"/>
    <dgm:cxn modelId="{5F707F4C-A5B6-4677-853F-12C3CC2AF33C}" type="presParOf" srcId="{9ACD3656-6786-4433-B685-1A5F511C5523}" destId="{E45FF460-365C-43E0-AE4C-325CAFDEF6E6}" srcOrd="0" destOrd="0" presId="urn:microsoft.com/office/officeart/2005/8/layout/orgChart1"/>
    <dgm:cxn modelId="{68608A5D-2776-4277-B7E4-4658ABDA2BA4}" type="presParOf" srcId="{E45FF460-365C-43E0-AE4C-325CAFDEF6E6}" destId="{4AD9E192-BE6A-4DF8-9AC2-D273DA4F1EAA}" srcOrd="0" destOrd="0" presId="urn:microsoft.com/office/officeart/2005/8/layout/orgChart1"/>
    <dgm:cxn modelId="{625A7588-0FE6-44B1-80C9-BEDD2E92A231}" type="presParOf" srcId="{E45FF460-365C-43E0-AE4C-325CAFDEF6E6}" destId="{C0712093-7C06-4635-86EE-79EF4D8F9B68}" srcOrd="1" destOrd="0" presId="urn:microsoft.com/office/officeart/2005/8/layout/orgChart1"/>
    <dgm:cxn modelId="{CB20E0E0-CA6F-4846-8128-D3DE56999708}" type="presParOf" srcId="{9ACD3656-6786-4433-B685-1A5F511C5523}" destId="{B2477B42-3E0C-4CA1-92EB-BBA77E3114E6}" srcOrd="1" destOrd="0" presId="urn:microsoft.com/office/officeart/2005/8/layout/orgChart1"/>
    <dgm:cxn modelId="{0B48C285-FF5C-4A12-926C-232E9F4C6620}" type="presParOf" srcId="{B2477B42-3E0C-4CA1-92EB-BBA77E3114E6}" destId="{C3EAA277-39AA-48B0-B65E-C2B3D7E588D6}" srcOrd="0" destOrd="0" presId="urn:microsoft.com/office/officeart/2005/8/layout/orgChart1"/>
    <dgm:cxn modelId="{38C80158-DFED-425E-B44D-2D6408802EBB}" type="presParOf" srcId="{B2477B42-3E0C-4CA1-92EB-BBA77E3114E6}" destId="{5D19745E-496D-44D4-8733-73485559765B}" srcOrd="1" destOrd="0" presId="urn:microsoft.com/office/officeart/2005/8/layout/orgChart1"/>
    <dgm:cxn modelId="{958BFA25-0418-475C-8856-DF09ACB9476B}" type="presParOf" srcId="{5D19745E-496D-44D4-8733-73485559765B}" destId="{58580F0E-6931-4F7A-B4F1-9E2E3F3D8BE7}" srcOrd="0" destOrd="0" presId="urn:microsoft.com/office/officeart/2005/8/layout/orgChart1"/>
    <dgm:cxn modelId="{09E5B82E-5F84-429D-8E5D-8679C655C544}" type="presParOf" srcId="{58580F0E-6931-4F7A-B4F1-9E2E3F3D8BE7}" destId="{723A56C0-86CD-484D-B45E-EBE7DB623610}" srcOrd="0" destOrd="0" presId="urn:microsoft.com/office/officeart/2005/8/layout/orgChart1"/>
    <dgm:cxn modelId="{883AD440-CA5D-4B68-8A3E-6D65C8713D5D}" type="presParOf" srcId="{58580F0E-6931-4F7A-B4F1-9E2E3F3D8BE7}" destId="{15911C11-9E50-4D07-ABE7-EBD0908B30C9}" srcOrd="1" destOrd="0" presId="urn:microsoft.com/office/officeart/2005/8/layout/orgChart1"/>
    <dgm:cxn modelId="{65B01F88-7E19-4B5F-A32C-ABA55F38E03D}" type="presParOf" srcId="{5D19745E-496D-44D4-8733-73485559765B}" destId="{486E198A-BA19-487D-A8BF-D3C9B09AEA87}" srcOrd="1" destOrd="0" presId="urn:microsoft.com/office/officeart/2005/8/layout/orgChart1"/>
    <dgm:cxn modelId="{54229F1B-47A8-4F72-A6A5-771B571A7709}" type="presParOf" srcId="{5D19745E-496D-44D4-8733-73485559765B}" destId="{57C01876-71D7-48ED-8CF2-242A0F3DF359}" srcOrd="2" destOrd="0" presId="urn:microsoft.com/office/officeart/2005/8/layout/orgChart1"/>
    <dgm:cxn modelId="{AC1FC7DC-5F3C-4F99-B5D6-F8735F1513A8}" type="presParOf" srcId="{B2477B42-3E0C-4CA1-92EB-BBA77E3114E6}" destId="{2B6216EE-0332-46F3-BC8E-9FC18354BC59}" srcOrd="2" destOrd="0" presId="urn:microsoft.com/office/officeart/2005/8/layout/orgChart1"/>
    <dgm:cxn modelId="{AD0226B9-60BD-4167-80D4-E7E9F3241E61}" type="presParOf" srcId="{B2477B42-3E0C-4CA1-92EB-BBA77E3114E6}" destId="{84857238-4826-4AF8-A762-41EE06FE4C28}" srcOrd="3" destOrd="0" presId="urn:microsoft.com/office/officeart/2005/8/layout/orgChart1"/>
    <dgm:cxn modelId="{412E4537-2F6E-4E5C-BE6C-80C1A4271780}" type="presParOf" srcId="{84857238-4826-4AF8-A762-41EE06FE4C28}" destId="{9DCC0560-9926-4A3E-86C4-C98A777A4113}" srcOrd="0" destOrd="0" presId="urn:microsoft.com/office/officeart/2005/8/layout/orgChart1"/>
    <dgm:cxn modelId="{831308F1-E44E-42AF-8574-EA0AA6C589A8}" type="presParOf" srcId="{9DCC0560-9926-4A3E-86C4-C98A777A4113}" destId="{AED04F68-6CFF-47E4-A0B1-8EB9FEEA82A7}" srcOrd="0" destOrd="0" presId="urn:microsoft.com/office/officeart/2005/8/layout/orgChart1"/>
    <dgm:cxn modelId="{CACB495A-4651-4673-AABE-49B6EF48BC39}" type="presParOf" srcId="{9DCC0560-9926-4A3E-86C4-C98A777A4113}" destId="{2C06A797-5204-4565-AD23-5EA462DB4912}" srcOrd="1" destOrd="0" presId="urn:microsoft.com/office/officeart/2005/8/layout/orgChart1"/>
    <dgm:cxn modelId="{A9F8C3AE-FA7F-4C09-9277-FD804DF9D0E0}" type="presParOf" srcId="{84857238-4826-4AF8-A762-41EE06FE4C28}" destId="{5CA96AD2-300D-4A7E-B874-FF6D058776F2}" srcOrd="1" destOrd="0" presId="urn:microsoft.com/office/officeart/2005/8/layout/orgChart1"/>
    <dgm:cxn modelId="{06B1EDF3-3A70-41AA-AE14-810AED8C45DF}" type="presParOf" srcId="{84857238-4826-4AF8-A762-41EE06FE4C28}" destId="{5AD8BB6F-BF37-4E6D-87C3-448D81E9C9FB}" srcOrd="2" destOrd="0" presId="urn:microsoft.com/office/officeart/2005/8/layout/orgChart1"/>
    <dgm:cxn modelId="{4561863A-8047-4BA5-9867-7069C3FC37C5}" type="presParOf" srcId="{9ACD3656-6786-4433-B685-1A5F511C5523}" destId="{EA32AA4E-B8E5-46C4-B0BE-2C86B62B14A1}" srcOrd="2" destOrd="0" presId="urn:microsoft.com/office/officeart/2005/8/layout/orgChart1"/>
    <dgm:cxn modelId="{CAD4DC54-518E-42AB-A6BF-E6CADBB4D26D}" type="presParOf" srcId="{C505006E-A92F-4332-A50A-5A2BF1131422}" destId="{7D4A13F4-FD34-4B8E-B53E-BFCE53B83B25}" srcOrd="6" destOrd="0" presId="urn:microsoft.com/office/officeart/2005/8/layout/orgChart1"/>
    <dgm:cxn modelId="{D7027185-CAAF-46F6-9AD5-1F114232E57F}" type="presParOf" srcId="{C505006E-A92F-4332-A50A-5A2BF1131422}" destId="{24018752-8D79-4F05-BA8A-34A6007A8DDF}" srcOrd="7" destOrd="0" presId="urn:microsoft.com/office/officeart/2005/8/layout/orgChart1"/>
    <dgm:cxn modelId="{58005122-2EA9-4FA7-851E-A289E593A63A}" type="presParOf" srcId="{24018752-8D79-4F05-BA8A-34A6007A8DDF}" destId="{AED6B1B9-92B7-41BC-92DD-BBADDD7E3492}" srcOrd="0" destOrd="0" presId="urn:microsoft.com/office/officeart/2005/8/layout/orgChart1"/>
    <dgm:cxn modelId="{2EA3010B-50BF-4140-BDF1-43FB30C682CC}" type="presParOf" srcId="{AED6B1B9-92B7-41BC-92DD-BBADDD7E3492}" destId="{2686E213-FD5F-40A3-B80F-3392F1DA8ED0}" srcOrd="0" destOrd="0" presId="urn:microsoft.com/office/officeart/2005/8/layout/orgChart1"/>
    <dgm:cxn modelId="{4F651488-04E7-4F5D-98D1-EDAB4F5EA1F5}" type="presParOf" srcId="{AED6B1B9-92B7-41BC-92DD-BBADDD7E3492}" destId="{8CF86E3D-8369-4746-A0C5-B9AEB9DE51CC}" srcOrd="1" destOrd="0" presId="urn:microsoft.com/office/officeart/2005/8/layout/orgChart1"/>
    <dgm:cxn modelId="{79A8117F-D287-485E-A283-DAE100FE1110}" type="presParOf" srcId="{24018752-8D79-4F05-BA8A-34A6007A8DDF}" destId="{74FC7C2C-17F4-4A43-961B-9082E34CDB09}" srcOrd="1" destOrd="0" presId="urn:microsoft.com/office/officeart/2005/8/layout/orgChart1"/>
    <dgm:cxn modelId="{B10E20C8-CF15-49B1-A1B5-1B998CC23265}" type="presParOf" srcId="{24018752-8D79-4F05-BA8A-34A6007A8DDF}" destId="{1215291A-3532-4E39-B8BD-33802FD12233}" srcOrd="2" destOrd="0" presId="urn:microsoft.com/office/officeart/2005/8/layout/orgChart1"/>
    <dgm:cxn modelId="{7ACCDD5B-C1B0-40FC-A38F-65CB41D8E28A}" type="presParOf" srcId="{69CB6533-44E8-444F-B060-4DED15565DAE}" destId="{B5DFD584-7DD8-4931-8268-360A1EADE16A}" srcOrd="2" destOrd="0" presId="urn:microsoft.com/office/officeart/2005/8/layout/orgChart1"/>
    <dgm:cxn modelId="{D81C7164-CDDD-411D-A184-2B5582BD1CFB}" type="presParOf" srcId="{3BAAD0FD-FD3B-4A1C-B2B4-BBDABE835047}" destId="{CC508A1B-ED9C-4203-AACE-73E98147CF12}" srcOrd="2" destOrd="0" presId="urn:microsoft.com/office/officeart/2005/8/layout/orgChart1"/>
    <dgm:cxn modelId="{A63FE62A-7726-4F9E-8545-72098C8C41CF}" type="presParOf" srcId="{0B4BED53-69EF-4477-8AAD-1DFACCE7A55E}" destId="{0C862B2C-9C17-4CD1-86B1-D0D172B39D5B}" srcOrd="4" destOrd="0" presId="urn:microsoft.com/office/officeart/2005/8/layout/orgChart1"/>
    <dgm:cxn modelId="{61ADF32A-1DA5-4C8E-A8F9-1F5F67294649}" type="presParOf" srcId="{0B4BED53-69EF-4477-8AAD-1DFACCE7A55E}" destId="{E82969CF-4210-412A-944E-A074694922E3}" srcOrd="5" destOrd="0" presId="urn:microsoft.com/office/officeart/2005/8/layout/orgChart1"/>
    <dgm:cxn modelId="{D3F9A397-1A7B-4963-9EFA-A45DE2B63498}" type="presParOf" srcId="{E82969CF-4210-412A-944E-A074694922E3}" destId="{AC8A4E19-7E1B-46B6-B890-215C17914313}" srcOrd="0" destOrd="0" presId="urn:microsoft.com/office/officeart/2005/8/layout/orgChart1"/>
    <dgm:cxn modelId="{764E5C74-98F5-40B3-980D-76FC4A386D7D}" type="presParOf" srcId="{AC8A4E19-7E1B-46B6-B890-215C17914313}" destId="{EC45E921-B3F0-4613-938B-117C53447DC4}" srcOrd="0" destOrd="0" presId="urn:microsoft.com/office/officeart/2005/8/layout/orgChart1"/>
    <dgm:cxn modelId="{4C5ECF7F-F234-42BC-A8B6-A3D6C06E2E6E}" type="presParOf" srcId="{AC8A4E19-7E1B-46B6-B890-215C17914313}" destId="{D1706F98-20E8-4169-B7AE-D4B0D259237F}" srcOrd="1" destOrd="0" presId="urn:microsoft.com/office/officeart/2005/8/layout/orgChart1"/>
    <dgm:cxn modelId="{8EEA4F5E-A8C7-4923-8DD5-E46881C5EAF6}" type="presParOf" srcId="{E82969CF-4210-412A-944E-A074694922E3}" destId="{B8F4354E-50D6-465C-902F-7EFC89B5E4DF}" srcOrd="1" destOrd="0" presId="urn:microsoft.com/office/officeart/2005/8/layout/orgChart1"/>
    <dgm:cxn modelId="{414F2F9E-F91F-4F05-AB3B-E3255A8A12D7}" type="presParOf" srcId="{B8F4354E-50D6-465C-902F-7EFC89B5E4DF}" destId="{FD570B6E-AF9B-4F42-83DB-21DFD1A0CF24}" srcOrd="0" destOrd="0" presId="urn:microsoft.com/office/officeart/2005/8/layout/orgChart1"/>
    <dgm:cxn modelId="{DF856A3E-7F68-421B-8211-876D6061D496}" type="presParOf" srcId="{B8F4354E-50D6-465C-902F-7EFC89B5E4DF}" destId="{389C891F-BF5D-4FBF-A27F-47D914E60E0E}" srcOrd="1" destOrd="0" presId="urn:microsoft.com/office/officeart/2005/8/layout/orgChart1"/>
    <dgm:cxn modelId="{9E39C9CB-1C4D-4D2E-802A-2F3A5601125C}" type="presParOf" srcId="{389C891F-BF5D-4FBF-A27F-47D914E60E0E}" destId="{4A5205A5-1EAF-4E1A-9F62-415C5185099B}" srcOrd="0" destOrd="0" presId="urn:microsoft.com/office/officeart/2005/8/layout/orgChart1"/>
    <dgm:cxn modelId="{6758302F-D91D-42D2-94B8-65B9742FF6D6}" type="presParOf" srcId="{4A5205A5-1EAF-4E1A-9F62-415C5185099B}" destId="{078868D4-D600-4760-96C3-67E91C37F21A}" srcOrd="0" destOrd="0" presId="urn:microsoft.com/office/officeart/2005/8/layout/orgChart1"/>
    <dgm:cxn modelId="{188FE92C-7487-4F1F-AE30-FD17BFF7D320}" type="presParOf" srcId="{4A5205A5-1EAF-4E1A-9F62-415C5185099B}" destId="{0250E01B-80D8-4D93-A6EC-5881C66E2D0A}" srcOrd="1" destOrd="0" presId="urn:microsoft.com/office/officeart/2005/8/layout/orgChart1"/>
    <dgm:cxn modelId="{BF2412A8-5B02-4898-A74E-9CC6747DEA8D}" type="presParOf" srcId="{389C891F-BF5D-4FBF-A27F-47D914E60E0E}" destId="{C682DC6D-5D2C-4790-B00E-F56B85DFF2EF}" srcOrd="1" destOrd="0" presId="urn:microsoft.com/office/officeart/2005/8/layout/orgChart1"/>
    <dgm:cxn modelId="{854ED1FB-9D17-4ED9-AED8-1195F4D9944D}" type="presParOf" srcId="{389C891F-BF5D-4FBF-A27F-47D914E60E0E}" destId="{53559EFD-6332-401E-885F-2A19B26FCE73}" srcOrd="2" destOrd="0" presId="urn:microsoft.com/office/officeart/2005/8/layout/orgChart1"/>
    <dgm:cxn modelId="{F0E621C5-E09F-4D32-8E68-E33C3F893682}" type="presParOf" srcId="{B8F4354E-50D6-465C-902F-7EFC89B5E4DF}" destId="{569D8539-D913-43E9-9AA0-A920583698EB}" srcOrd="2" destOrd="0" presId="urn:microsoft.com/office/officeart/2005/8/layout/orgChart1"/>
    <dgm:cxn modelId="{BB2C9354-113D-41A1-9DE8-2456747D131B}" type="presParOf" srcId="{B8F4354E-50D6-465C-902F-7EFC89B5E4DF}" destId="{17C09E0C-A62A-4719-86A1-FDE805E9242C}" srcOrd="3" destOrd="0" presId="urn:microsoft.com/office/officeart/2005/8/layout/orgChart1"/>
    <dgm:cxn modelId="{AA9A86E3-FBEB-4CE1-BBD6-23E94E89125D}" type="presParOf" srcId="{17C09E0C-A62A-4719-86A1-FDE805E9242C}" destId="{AEE387F9-C8E9-4D9E-B5A6-423866813381}" srcOrd="0" destOrd="0" presId="urn:microsoft.com/office/officeart/2005/8/layout/orgChart1"/>
    <dgm:cxn modelId="{B5DAF5BA-DDCB-4FD7-AD74-6DD91B848F74}" type="presParOf" srcId="{AEE387F9-C8E9-4D9E-B5A6-423866813381}" destId="{959183C9-9C5F-4DA1-BF47-250FFAB507D3}" srcOrd="0" destOrd="0" presId="urn:microsoft.com/office/officeart/2005/8/layout/orgChart1"/>
    <dgm:cxn modelId="{282743A6-1BFA-41C3-B505-8F7E63A4AFD1}" type="presParOf" srcId="{AEE387F9-C8E9-4D9E-B5A6-423866813381}" destId="{6C3D10A8-B155-40C5-AC73-F27AA6662E2D}" srcOrd="1" destOrd="0" presId="urn:microsoft.com/office/officeart/2005/8/layout/orgChart1"/>
    <dgm:cxn modelId="{29D072B0-35E7-42FC-BF2D-A2A95A07D8AC}" type="presParOf" srcId="{17C09E0C-A62A-4719-86A1-FDE805E9242C}" destId="{5BA3CE3A-22F3-4093-82AB-F208DC23A111}" srcOrd="1" destOrd="0" presId="urn:microsoft.com/office/officeart/2005/8/layout/orgChart1"/>
    <dgm:cxn modelId="{C1F30F10-18B3-4597-A8DD-633DFE5145C6}" type="presParOf" srcId="{5BA3CE3A-22F3-4093-82AB-F208DC23A111}" destId="{353FB217-4855-417B-A5C0-3F2C2BBAB9FB}" srcOrd="0" destOrd="0" presId="urn:microsoft.com/office/officeart/2005/8/layout/orgChart1"/>
    <dgm:cxn modelId="{7FFA1EA6-E8C7-4754-B8C6-188699BFC1B2}" type="presParOf" srcId="{5BA3CE3A-22F3-4093-82AB-F208DC23A111}" destId="{FCB3C386-1526-445A-9998-5C908FB37262}" srcOrd="1" destOrd="0" presId="urn:microsoft.com/office/officeart/2005/8/layout/orgChart1"/>
    <dgm:cxn modelId="{EB83A844-AADD-40A9-879F-8EAD846B980A}" type="presParOf" srcId="{FCB3C386-1526-445A-9998-5C908FB37262}" destId="{433FF2AD-EF8D-4CF7-8B5D-41200CCAA264}" srcOrd="0" destOrd="0" presId="urn:microsoft.com/office/officeart/2005/8/layout/orgChart1"/>
    <dgm:cxn modelId="{D1AE2AB8-4B90-4024-B700-75904CB7C56E}" type="presParOf" srcId="{433FF2AD-EF8D-4CF7-8B5D-41200CCAA264}" destId="{5A4FB645-BC77-41B0-B5A6-D782CA5549D3}" srcOrd="0" destOrd="0" presId="urn:microsoft.com/office/officeart/2005/8/layout/orgChart1"/>
    <dgm:cxn modelId="{F8347349-1097-4668-AD9B-FC324B310E8E}" type="presParOf" srcId="{433FF2AD-EF8D-4CF7-8B5D-41200CCAA264}" destId="{34ACE09C-5492-48EF-9A8D-F244F39A1CC9}" srcOrd="1" destOrd="0" presId="urn:microsoft.com/office/officeart/2005/8/layout/orgChart1"/>
    <dgm:cxn modelId="{6439A31F-28B2-4648-83B4-6E388D1F8710}" type="presParOf" srcId="{FCB3C386-1526-445A-9998-5C908FB37262}" destId="{2911D249-21EF-4347-B934-27704CB75F9F}" srcOrd="1" destOrd="0" presId="urn:microsoft.com/office/officeart/2005/8/layout/orgChart1"/>
    <dgm:cxn modelId="{4F33CDFD-0A62-4314-A604-9FB274B7DF01}" type="presParOf" srcId="{FCB3C386-1526-445A-9998-5C908FB37262}" destId="{D2EAFF18-C991-4986-B2F2-E48995C4722A}" srcOrd="2" destOrd="0" presId="urn:microsoft.com/office/officeart/2005/8/layout/orgChart1"/>
    <dgm:cxn modelId="{DD6DC628-9A14-453A-B99D-9B6B8FA7B7CF}" type="presParOf" srcId="{17C09E0C-A62A-4719-86A1-FDE805E9242C}" destId="{B2F25F58-848A-4725-ADC9-C030CF567C1D}" srcOrd="2" destOrd="0" presId="urn:microsoft.com/office/officeart/2005/8/layout/orgChart1"/>
    <dgm:cxn modelId="{3F73EF5B-107C-4658-B6FD-72BAB3B71792}" type="presParOf" srcId="{E82969CF-4210-412A-944E-A074694922E3}" destId="{99D5E546-E86E-404B-91B5-118A9240783A}" srcOrd="2" destOrd="0" presId="urn:microsoft.com/office/officeart/2005/8/layout/orgChart1"/>
    <dgm:cxn modelId="{FB3E01A4-EF15-4077-A424-BF8F1364AA64}" type="presParOf" srcId="{1E06A66F-789C-4634-972E-45A55E344851}" destId="{3DB67EBA-2C55-4ED7-910D-FF00B28E1BA3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BD51E99-FFC0-4EEF-9C6C-468F6122572C}" type="doc">
      <dgm:prSet loTypeId="urn:microsoft.com/office/officeart/2005/8/layout/orgChart1" loCatId="hierarchy" qsTypeId="urn:microsoft.com/office/officeart/2005/8/quickstyle/simple1" qsCatId="simple" csTypeId="urn:microsoft.com/office/officeart/2005/8/colors/accent2_3" csCatId="accent2" phldr="1"/>
      <dgm:spPr/>
      <dgm:t>
        <a:bodyPr/>
        <a:lstStyle/>
        <a:p>
          <a:endParaRPr lang="en-GB"/>
        </a:p>
      </dgm:t>
    </dgm:pt>
    <dgm:pt modelId="{641A81AC-9EA2-4A34-9E00-9385ED1FD422}">
      <dgm:prSet phldrT="[Text]"/>
      <dgm:spPr/>
      <dgm:t>
        <a:bodyPr/>
        <a:lstStyle/>
        <a:p>
          <a:r>
            <a:rPr lang="en-GB" dirty="0"/>
            <a:t>Company wage program</a:t>
          </a:r>
        </a:p>
      </dgm:t>
    </dgm:pt>
    <dgm:pt modelId="{FE9D218B-9D24-4764-B6A2-6380B9E0F411}" type="parTrans" cxnId="{08E34895-11D1-4CB3-B06E-201BA1C44F7F}">
      <dgm:prSet/>
      <dgm:spPr/>
      <dgm:t>
        <a:bodyPr/>
        <a:lstStyle/>
        <a:p>
          <a:endParaRPr lang="en-GB"/>
        </a:p>
      </dgm:t>
    </dgm:pt>
    <dgm:pt modelId="{CA4593E2-4752-4C4F-986F-72D2B7FDDEFF}" type="sibTrans" cxnId="{08E34895-11D1-4CB3-B06E-201BA1C44F7F}">
      <dgm:prSet/>
      <dgm:spPr/>
      <dgm:t>
        <a:bodyPr/>
        <a:lstStyle/>
        <a:p>
          <a:endParaRPr lang="en-GB"/>
        </a:p>
      </dgm:t>
    </dgm:pt>
    <dgm:pt modelId="{6A310116-E4CA-4DAA-9FA7-A32CC4C882C1}">
      <dgm:prSet phldrT="[Text]"/>
      <dgm:spPr>
        <a:effectLst>
          <a:glow rad="228600">
            <a:schemeClr val="accent4">
              <a:satMod val="175000"/>
              <a:alpha val="40000"/>
            </a:schemeClr>
          </a:glow>
        </a:effectLst>
      </dgm:spPr>
      <dgm:t>
        <a:bodyPr/>
        <a:lstStyle/>
        <a:p>
          <a:r>
            <a:rPr lang="en-GB" dirty="0"/>
            <a:t>Input employee details</a:t>
          </a:r>
        </a:p>
      </dgm:t>
    </dgm:pt>
    <dgm:pt modelId="{6B487201-48C7-4A3F-82AF-53B03C877328}" type="parTrans" cxnId="{9C00559D-8453-449C-BA1D-6D269B781942}">
      <dgm:prSet/>
      <dgm:spPr/>
      <dgm:t>
        <a:bodyPr/>
        <a:lstStyle/>
        <a:p>
          <a:endParaRPr lang="en-GB"/>
        </a:p>
      </dgm:t>
    </dgm:pt>
    <dgm:pt modelId="{6D1A143E-D152-4857-91C0-707785665A42}" type="sibTrans" cxnId="{9C00559D-8453-449C-BA1D-6D269B781942}">
      <dgm:prSet/>
      <dgm:spPr/>
      <dgm:t>
        <a:bodyPr/>
        <a:lstStyle/>
        <a:p>
          <a:endParaRPr lang="en-GB"/>
        </a:p>
      </dgm:t>
    </dgm:pt>
    <dgm:pt modelId="{0BFD83F9-A816-4B0E-8A50-137C4309344B}">
      <dgm:prSet phldrT="[Text]"/>
      <dgm:spPr>
        <a:effectLst>
          <a:glow rad="228600">
            <a:schemeClr val="accent4">
              <a:satMod val="175000"/>
              <a:alpha val="40000"/>
            </a:schemeClr>
          </a:glow>
        </a:effectLst>
      </dgm:spPr>
      <dgm:t>
        <a:bodyPr/>
        <a:lstStyle/>
        <a:p>
          <a:r>
            <a:rPr lang="en-GB" dirty="0"/>
            <a:t>Calculate pay</a:t>
          </a:r>
        </a:p>
      </dgm:t>
    </dgm:pt>
    <dgm:pt modelId="{17664803-913D-4594-93F0-C8830109BDA9}" type="parTrans" cxnId="{4612C9F7-D623-4042-A9D0-4F21E8ECD726}">
      <dgm:prSet/>
      <dgm:spPr/>
      <dgm:t>
        <a:bodyPr/>
        <a:lstStyle/>
        <a:p>
          <a:endParaRPr lang="en-GB"/>
        </a:p>
      </dgm:t>
    </dgm:pt>
    <dgm:pt modelId="{7AAB4858-3F6F-49B3-BB51-EA242583CFD2}" type="sibTrans" cxnId="{4612C9F7-D623-4042-A9D0-4F21E8ECD726}">
      <dgm:prSet/>
      <dgm:spPr/>
      <dgm:t>
        <a:bodyPr/>
        <a:lstStyle/>
        <a:p>
          <a:endParaRPr lang="en-GB"/>
        </a:p>
      </dgm:t>
    </dgm:pt>
    <dgm:pt modelId="{8C96C477-B505-4AA8-BC4E-76003BD52243}">
      <dgm:prSet phldrT="[Text]"/>
      <dgm:spPr>
        <a:effectLst>
          <a:glow rad="228600">
            <a:schemeClr val="accent4">
              <a:satMod val="175000"/>
              <a:alpha val="40000"/>
            </a:schemeClr>
          </a:glow>
        </a:effectLst>
      </dgm:spPr>
      <dgm:t>
        <a:bodyPr/>
        <a:lstStyle/>
        <a:p>
          <a:r>
            <a:rPr lang="en-GB" dirty="0"/>
            <a:t>Produce pay slips</a:t>
          </a:r>
        </a:p>
      </dgm:t>
    </dgm:pt>
    <dgm:pt modelId="{EB29657B-05A7-4512-B1DB-9DBBED53CC83}" type="parTrans" cxnId="{5935753D-7A59-45F2-B531-B47CCB4E0790}">
      <dgm:prSet/>
      <dgm:spPr/>
      <dgm:t>
        <a:bodyPr/>
        <a:lstStyle/>
        <a:p>
          <a:endParaRPr lang="en-GB"/>
        </a:p>
      </dgm:t>
    </dgm:pt>
    <dgm:pt modelId="{8A9E2267-C94C-491D-B416-D5C822C5BDA5}" type="sibTrans" cxnId="{5935753D-7A59-45F2-B531-B47CCB4E0790}">
      <dgm:prSet/>
      <dgm:spPr/>
      <dgm:t>
        <a:bodyPr/>
        <a:lstStyle/>
        <a:p>
          <a:endParaRPr lang="en-GB"/>
        </a:p>
      </dgm:t>
    </dgm:pt>
    <dgm:pt modelId="{F96BA4A3-9A65-4CDD-BE04-7D66D0FCFE40}">
      <dgm:prSet phldrT="[Text]"/>
      <dgm:spPr/>
      <dgm:t>
        <a:bodyPr/>
        <a:lstStyle/>
        <a:p>
          <a:r>
            <a:rPr lang="en-GB" dirty="0"/>
            <a:t>Level 2</a:t>
          </a:r>
        </a:p>
      </dgm:t>
    </dgm:pt>
    <dgm:pt modelId="{856CED3C-6A07-41E7-8561-CB3006FF3AE2}" type="parTrans" cxnId="{589B462F-9C79-4198-8F70-6054238063EC}">
      <dgm:prSet/>
      <dgm:spPr/>
      <dgm:t>
        <a:bodyPr/>
        <a:lstStyle/>
        <a:p>
          <a:endParaRPr lang="en-GB"/>
        </a:p>
      </dgm:t>
    </dgm:pt>
    <dgm:pt modelId="{DE35821D-3CE8-4AE6-908C-91416B671ED8}" type="sibTrans" cxnId="{589B462F-9C79-4198-8F70-6054238063EC}">
      <dgm:prSet/>
      <dgm:spPr/>
      <dgm:t>
        <a:bodyPr/>
        <a:lstStyle/>
        <a:p>
          <a:endParaRPr lang="en-GB"/>
        </a:p>
      </dgm:t>
    </dgm:pt>
    <dgm:pt modelId="{37E02828-0FFE-430F-8E85-F035E69B43BD}">
      <dgm:prSet phldrT="[Text]"/>
      <dgm:spPr/>
      <dgm:t>
        <a:bodyPr/>
        <a:lstStyle/>
        <a:p>
          <a:r>
            <a:rPr lang="en-GB" dirty="0"/>
            <a:t>Level 2</a:t>
          </a:r>
        </a:p>
      </dgm:t>
    </dgm:pt>
    <dgm:pt modelId="{71FDD5FF-1B35-462D-8FDA-043D7D12CBE8}" type="parTrans" cxnId="{EBA0EA77-24B0-44F1-8A95-0A2856806F90}">
      <dgm:prSet/>
      <dgm:spPr/>
      <dgm:t>
        <a:bodyPr/>
        <a:lstStyle/>
        <a:p>
          <a:endParaRPr lang="en-GB"/>
        </a:p>
      </dgm:t>
    </dgm:pt>
    <dgm:pt modelId="{9BA3413D-232A-43A5-9D28-083C51FEF669}" type="sibTrans" cxnId="{EBA0EA77-24B0-44F1-8A95-0A2856806F90}">
      <dgm:prSet/>
      <dgm:spPr/>
      <dgm:t>
        <a:bodyPr/>
        <a:lstStyle/>
        <a:p>
          <a:endParaRPr lang="en-GB"/>
        </a:p>
      </dgm:t>
    </dgm:pt>
    <dgm:pt modelId="{D1A46C56-A8CE-46E8-BF6D-053309496E1D}">
      <dgm:prSet phldrT="[Text]"/>
      <dgm:spPr/>
      <dgm:t>
        <a:bodyPr/>
        <a:lstStyle/>
        <a:p>
          <a:r>
            <a:rPr lang="en-GB" dirty="0"/>
            <a:t>Level 3</a:t>
          </a:r>
        </a:p>
      </dgm:t>
    </dgm:pt>
    <dgm:pt modelId="{64162D27-ACD0-48D3-8580-91C04278FB3A}" type="parTrans" cxnId="{49921FEF-8519-49E6-AAA8-6A37AF928EE7}">
      <dgm:prSet/>
      <dgm:spPr/>
      <dgm:t>
        <a:bodyPr/>
        <a:lstStyle/>
        <a:p>
          <a:endParaRPr lang="en-GB"/>
        </a:p>
      </dgm:t>
    </dgm:pt>
    <dgm:pt modelId="{322882EF-18E1-4EDC-8875-C3B012730B17}" type="sibTrans" cxnId="{49921FEF-8519-49E6-AAA8-6A37AF928EE7}">
      <dgm:prSet/>
      <dgm:spPr/>
      <dgm:t>
        <a:bodyPr/>
        <a:lstStyle/>
        <a:p>
          <a:endParaRPr lang="en-GB"/>
        </a:p>
      </dgm:t>
    </dgm:pt>
    <dgm:pt modelId="{11BD22DB-2729-4AC4-B641-6CB331239F43}">
      <dgm:prSet phldrT="[Text]"/>
      <dgm:spPr/>
      <dgm:t>
        <a:bodyPr/>
        <a:lstStyle/>
        <a:p>
          <a:r>
            <a:rPr lang="en-GB" dirty="0"/>
            <a:t>Level 3</a:t>
          </a:r>
        </a:p>
      </dgm:t>
    </dgm:pt>
    <dgm:pt modelId="{0965D37B-9E1E-488D-ABA3-919261D6ECE9}" type="parTrans" cxnId="{4E0AFB99-5DA1-48A3-8901-F8DED534824D}">
      <dgm:prSet/>
      <dgm:spPr/>
      <dgm:t>
        <a:bodyPr/>
        <a:lstStyle/>
        <a:p>
          <a:endParaRPr lang="en-GB"/>
        </a:p>
      </dgm:t>
    </dgm:pt>
    <dgm:pt modelId="{DA1D93BB-2A65-4CA2-8266-7D7E29B41B60}" type="sibTrans" cxnId="{4E0AFB99-5DA1-48A3-8901-F8DED534824D}">
      <dgm:prSet/>
      <dgm:spPr/>
      <dgm:t>
        <a:bodyPr/>
        <a:lstStyle/>
        <a:p>
          <a:endParaRPr lang="en-GB"/>
        </a:p>
      </dgm:t>
    </dgm:pt>
    <dgm:pt modelId="{00933EF1-2AF1-44E9-B9F3-218820BF70C0}">
      <dgm:prSet phldrT="[Text]"/>
      <dgm:spPr/>
      <dgm:t>
        <a:bodyPr/>
        <a:lstStyle/>
        <a:p>
          <a:r>
            <a:rPr lang="en-GB" dirty="0"/>
            <a:t>Level 3</a:t>
          </a:r>
        </a:p>
      </dgm:t>
    </dgm:pt>
    <dgm:pt modelId="{524533BF-699D-4A11-83C6-396CB5FD9988}" type="parTrans" cxnId="{37F4B228-67E0-4B63-8500-BAFF91063D5D}">
      <dgm:prSet/>
      <dgm:spPr/>
      <dgm:t>
        <a:bodyPr/>
        <a:lstStyle/>
        <a:p>
          <a:endParaRPr lang="en-GB"/>
        </a:p>
      </dgm:t>
    </dgm:pt>
    <dgm:pt modelId="{D541FE28-E87F-42A0-A41F-D4466F3B00E8}" type="sibTrans" cxnId="{37F4B228-67E0-4B63-8500-BAFF91063D5D}">
      <dgm:prSet/>
      <dgm:spPr/>
      <dgm:t>
        <a:bodyPr/>
        <a:lstStyle/>
        <a:p>
          <a:endParaRPr lang="en-GB"/>
        </a:p>
      </dgm:t>
    </dgm:pt>
    <dgm:pt modelId="{C699788F-5BCF-4227-A8EA-856282BAC641}">
      <dgm:prSet phldrT="[Text]"/>
      <dgm:spPr/>
      <dgm:t>
        <a:bodyPr/>
        <a:lstStyle/>
        <a:p>
          <a:r>
            <a:rPr lang="en-GB" dirty="0"/>
            <a:t>Level 3</a:t>
          </a:r>
        </a:p>
      </dgm:t>
    </dgm:pt>
    <dgm:pt modelId="{809A56A7-73FE-4E14-AB6A-79B58CCFD102}" type="parTrans" cxnId="{A79CCFCE-1C04-404A-942B-9BB439FAA316}">
      <dgm:prSet/>
      <dgm:spPr/>
      <dgm:t>
        <a:bodyPr/>
        <a:lstStyle/>
        <a:p>
          <a:endParaRPr lang="en-GB"/>
        </a:p>
      </dgm:t>
    </dgm:pt>
    <dgm:pt modelId="{B94A2596-CDCE-4A62-82DA-5890B4D56064}" type="sibTrans" cxnId="{A79CCFCE-1C04-404A-942B-9BB439FAA316}">
      <dgm:prSet/>
      <dgm:spPr/>
      <dgm:t>
        <a:bodyPr/>
        <a:lstStyle/>
        <a:p>
          <a:endParaRPr lang="en-GB"/>
        </a:p>
      </dgm:t>
    </dgm:pt>
    <dgm:pt modelId="{43A0AAE5-A921-4ADE-B4B1-E6285F8D7737}">
      <dgm:prSet phldrT="[Text]"/>
      <dgm:spPr/>
      <dgm:t>
        <a:bodyPr/>
        <a:lstStyle/>
        <a:p>
          <a:r>
            <a:rPr lang="en-GB" dirty="0"/>
            <a:t>Level 4</a:t>
          </a:r>
        </a:p>
      </dgm:t>
    </dgm:pt>
    <dgm:pt modelId="{15B5D890-2BC3-4644-A920-0630A56320DC}" type="parTrans" cxnId="{AE46D16C-EC44-42AB-B803-8B22129E8BB0}">
      <dgm:prSet/>
      <dgm:spPr/>
      <dgm:t>
        <a:bodyPr/>
        <a:lstStyle/>
        <a:p>
          <a:endParaRPr lang="en-GB"/>
        </a:p>
      </dgm:t>
    </dgm:pt>
    <dgm:pt modelId="{5E89C18E-F338-49DF-87E2-5C4BFBD0B077}" type="sibTrans" cxnId="{AE46D16C-EC44-42AB-B803-8B22129E8BB0}">
      <dgm:prSet/>
      <dgm:spPr/>
      <dgm:t>
        <a:bodyPr/>
        <a:lstStyle/>
        <a:p>
          <a:endParaRPr lang="en-GB"/>
        </a:p>
      </dgm:t>
    </dgm:pt>
    <dgm:pt modelId="{8C8A3967-2444-4087-8905-5E9C68C268C5}">
      <dgm:prSet phldrT="[Text]"/>
      <dgm:spPr/>
      <dgm:t>
        <a:bodyPr/>
        <a:lstStyle/>
        <a:p>
          <a:r>
            <a:rPr lang="en-GB" dirty="0"/>
            <a:t>Level 4</a:t>
          </a:r>
        </a:p>
      </dgm:t>
    </dgm:pt>
    <dgm:pt modelId="{CE4001F4-A6B1-4129-927F-2CDB56E609CF}" type="parTrans" cxnId="{B7CE11A8-F3EF-4D3F-9A67-82F4DE10798B}">
      <dgm:prSet/>
      <dgm:spPr/>
      <dgm:t>
        <a:bodyPr/>
        <a:lstStyle/>
        <a:p>
          <a:endParaRPr lang="en-GB"/>
        </a:p>
      </dgm:t>
    </dgm:pt>
    <dgm:pt modelId="{99ECC569-134A-401C-BA84-3D0FF79D9B7A}" type="sibTrans" cxnId="{B7CE11A8-F3EF-4D3F-9A67-82F4DE10798B}">
      <dgm:prSet/>
      <dgm:spPr/>
      <dgm:t>
        <a:bodyPr/>
        <a:lstStyle/>
        <a:p>
          <a:endParaRPr lang="en-GB"/>
        </a:p>
      </dgm:t>
    </dgm:pt>
    <dgm:pt modelId="{436B02F6-F4DE-4F15-8980-5F7BEDBDE6B8}">
      <dgm:prSet phldrT="[Text]"/>
      <dgm:spPr/>
      <dgm:t>
        <a:bodyPr/>
        <a:lstStyle/>
        <a:p>
          <a:r>
            <a:rPr lang="en-GB" dirty="0"/>
            <a:t>Level 2</a:t>
          </a:r>
        </a:p>
      </dgm:t>
    </dgm:pt>
    <dgm:pt modelId="{D6D4AEC0-59EC-42D3-94B2-7727D1BB4DED}" type="parTrans" cxnId="{FC09E520-B6D7-4FEA-842C-4448A7AED09D}">
      <dgm:prSet/>
      <dgm:spPr/>
      <dgm:t>
        <a:bodyPr/>
        <a:lstStyle/>
        <a:p>
          <a:endParaRPr lang="en-GB"/>
        </a:p>
      </dgm:t>
    </dgm:pt>
    <dgm:pt modelId="{B0945317-B32E-4A5E-9F41-05D88C632926}" type="sibTrans" cxnId="{FC09E520-B6D7-4FEA-842C-4448A7AED09D}">
      <dgm:prSet/>
      <dgm:spPr/>
      <dgm:t>
        <a:bodyPr/>
        <a:lstStyle/>
        <a:p>
          <a:endParaRPr lang="en-GB"/>
        </a:p>
      </dgm:t>
    </dgm:pt>
    <dgm:pt modelId="{621B9AB0-52B4-4568-9714-82EC3EC0DE65}">
      <dgm:prSet phldrT="[Text]"/>
      <dgm:spPr/>
      <dgm:t>
        <a:bodyPr/>
        <a:lstStyle/>
        <a:p>
          <a:r>
            <a:rPr lang="en-GB" dirty="0"/>
            <a:t>Level 2</a:t>
          </a:r>
        </a:p>
      </dgm:t>
    </dgm:pt>
    <dgm:pt modelId="{CCB07602-5D18-49D3-AC6E-F4B7FBAF5B7E}" type="parTrans" cxnId="{B072E5F0-92D0-449A-8F13-738275761594}">
      <dgm:prSet/>
      <dgm:spPr/>
      <dgm:t>
        <a:bodyPr/>
        <a:lstStyle/>
        <a:p>
          <a:endParaRPr lang="en-GB"/>
        </a:p>
      </dgm:t>
    </dgm:pt>
    <dgm:pt modelId="{C6146C72-CE60-4A13-ABCC-F19F440C63EC}" type="sibTrans" cxnId="{B072E5F0-92D0-449A-8F13-738275761594}">
      <dgm:prSet/>
      <dgm:spPr/>
      <dgm:t>
        <a:bodyPr/>
        <a:lstStyle/>
        <a:p>
          <a:endParaRPr lang="en-GB"/>
        </a:p>
      </dgm:t>
    </dgm:pt>
    <dgm:pt modelId="{FC881DFD-09B3-41F1-AA58-93EAA1DC51F4}">
      <dgm:prSet phldrT="[Text]"/>
      <dgm:spPr/>
      <dgm:t>
        <a:bodyPr/>
        <a:lstStyle/>
        <a:p>
          <a:r>
            <a:rPr lang="en-GB" dirty="0"/>
            <a:t>Level 3</a:t>
          </a:r>
        </a:p>
      </dgm:t>
    </dgm:pt>
    <dgm:pt modelId="{650DBEA8-39C0-4E9A-A66D-702070F3C466}" type="parTrans" cxnId="{4B763BFE-D73A-4405-B9D1-366220ADDFEE}">
      <dgm:prSet/>
      <dgm:spPr/>
      <dgm:t>
        <a:bodyPr/>
        <a:lstStyle/>
        <a:p>
          <a:endParaRPr lang="en-GB"/>
        </a:p>
      </dgm:t>
    </dgm:pt>
    <dgm:pt modelId="{86F71BDC-EB33-477C-ADCB-142347552B89}" type="sibTrans" cxnId="{4B763BFE-D73A-4405-B9D1-366220ADDFEE}">
      <dgm:prSet/>
      <dgm:spPr/>
      <dgm:t>
        <a:bodyPr/>
        <a:lstStyle/>
        <a:p>
          <a:endParaRPr lang="en-GB"/>
        </a:p>
      </dgm:t>
    </dgm:pt>
    <dgm:pt modelId="{3D2186B8-90EF-490C-AF59-562907078203}" type="pres">
      <dgm:prSet presAssocID="{5BD51E99-FFC0-4EEF-9C6C-468F6122572C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1E06A66F-789C-4634-972E-45A55E344851}" type="pres">
      <dgm:prSet presAssocID="{641A81AC-9EA2-4A34-9E00-9385ED1FD422}" presName="hierRoot1" presStyleCnt="0">
        <dgm:presLayoutVars>
          <dgm:hierBranch val="init"/>
        </dgm:presLayoutVars>
      </dgm:prSet>
      <dgm:spPr/>
    </dgm:pt>
    <dgm:pt modelId="{D3664D89-3D5F-414F-BDF9-6DD184467A80}" type="pres">
      <dgm:prSet presAssocID="{641A81AC-9EA2-4A34-9E00-9385ED1FD422}" presName="rootComposite1" presStyleCnt="0"/>
      <dgm:spPr/>
    </dgm:pt>
    <dgm:pt modelId="{D576F7C4-99BB-4A3C-BD1B-DFAD90EDE4D6}" type="pres">
      <dgm:prSet presAssocID="{641A81AC-9EA2-4A34-9E00-9385ED1FD422}" presName="rootText1" presStyleLbl="node0" presStyleIdx="0" presStyleCnt="1">
        <dgm:presLayoutVars>
          <dgm:chPref val="3"/>
        </dgm:presLayoutVars>
      </dgm:prSet>
      <dgm:spPr/>
    </dgm:pt>
    <dgm:pt modelId="{763F14C9-31F7-4A39-A50A-BF7F0E6BC962}" type="pres">
      <dgm:prSet presAssocID="{641A81AC-9EA2-4A34-9E00-9385ED1FD422}" presName="rootConnector1" presStyleLbl="node1" presStyleIdx="0" presStyleCnt="0"/>
      <dgm:spPr/>
    </dgm:pt>
    <dgm:pt modelId="{0B4BED53-69EF-4477-8AAD-1DFACCE7A55E}" type="pres">
      <dgm:prSet presAssocID="{641A81AC-9EA2-4A34-9E00-9385ED1FD422}" presName="hierChild2" presStyleCnt="0"/>
      <dgm:spPr/>
    </dgm:pt>
    <dgm:pt modelId="{A3C2E62E-2279-45DD-9935-5F1124B4ABFE}" type="pres">
      <dgm:prSet presAssocID="{6B487201-48C7-4A3F-82AF-53B03C877328}" presName="Name37" presStyleLbl="parChTrans1D2" presStyleIdx="0" presStyleCnt="3"/>
      <dgm:spPr/>
    </dgm:pt>
    <dgm:pt modelId="{603721B2-9CF4-41FF-97F5-DD1B68583295}" type="pres">
      <dgm:prSet presAssocID="{6A310116-E4CA-4DAA-9FA7-A32CC4C882C1}" presName="hierRoot2" presStyleCnt="0">
        <dgm:presLayoutVars>
          <dgm:hierBranch val="init"/>
        </dgm:presLayoutVars>
      </dgm:prSet>
      <dgm:spPr/>
    </dgm:pt>
    <dgm:pt modelId="{5927D8ED-53DA-49FE-8312-936A732D096B}" type="pres">
      <dgm:prSet presAssocID="{6A310116-E4CA-4DAA-9FA7-A32CC4C882C1}" presName="rootComposite" presStyleCnt="0"/>
      <dgm:spPr/>
    </dgm:pt>
    <dgm:pt modelId="{B6399BF2-009D-4A46-AC79-56E91FE2E714}" type="pres">
      <dgm:prSet presAssocID="{6A310116-E4CA-4DAA-9FA7-A32CC4C882C1}" presName="rootText" presStyleLbl="node2" presStyleIdx="0" presStyleCnt="3">
        <dgm:presLayoutVars>
          <dgm:chPref val="3"/>
        </dgm:presLayoutVars>
      </dgm:prSet>
      <dgm:spPr/>
    </dgm:pt>
    <dgm:pt modelId="{E33AA7E0-5967-4269-BC66-7E754E5BB239}" type="pres">
      <dgm:prSet presAssocID="{6A310116-E4CA-4DAA-9FA7-A32CC4C882C1}" presName="rootConnector" presStyleLbl="node2" presStyleIdx="0" presStyleCnt="3"/>
      <dgm:spPr/>
    </dgm:pt>
    <dgm:pt modelId="{D05DF558-AE88-4381-905C-443EA7B3F85F}" type="pres">
      <dgm:prSet presAssocID="{6A310116-E4CA-4DAA-9FA7-A32CC4C882C1}" presName="hierChild4" presStyleCnt="0"/>
      <dgm:spPr/>
    </dgm:pt>
    <dgm:pt modelId="{A7E15207-8AED-42D1-AE65-D9C3A49D6871}" type="pres">
      <dgm:prSet presAssocID="{6A310116-E4CA-4DAA-9FA7-A32CC4C882C1}" presName="hierChild5" presStyleCnt="0"/>
      <dgm:spPr/>
    </dgm:pt>
    <dgm:pt modelId="{B0C452E7-0527-4733-893D-D2DCA3E0B86A}" type="pres">
      <dgm:prSet presAssocID="{17664803-913D-4594-93F0-C8830109BDA9}" presName="Name37" presStyleLbl="parChTrans1D2" presStyleIdx="1" presStyleCnt="3"/>
      <dgm:spPr/>
    </dgm:pt>
    <dgm:pt modelId="{3BAAD0FD-FD3B-4A1C-B2B4-BBDABE835047}" type="pres">
      <dgm:prSet presAssocID="{0BFD83F9-A816-4B0E-8A50-137C4309344B}" presName="hierRoot2" presStyleCnt="0">
        <dgm:presLayoutVars>
          <dgm:hierBranch val="init"/>
        </dgm:presLayoutVars>
      </dgm:prSet>
      <dgm:spPr/>
    </dgm:pt>
    <dgm:pt modelId="{4F81FDAA-0F87-4EB1-8B12-9E2B175A6B3D}" type="pres">
      <dgm:prSet presAssocID="{0BFD83F9-A816-4B0E-8A50-137C4309344B}" presName="rootComposite" presStyleCnt="0"/>
      <dgm:spPr/>
    </dgm:pt>
    <dgm:pt modelId="{FBE47A00-8EE7-4080-89CC-AD8807DE86A1}" type="pres">
      <dgm:prSet presAssocID="{0BFD83F9-A816-4B0E-8A50-137C4309344B}" presName="rootText" presStyleLbl="node2" presStyleIdx="1" presStyleCnt="3">
        <dgm:presLayoutVars>
          <dgm:chPref val="3"/>
        </dgm:presLayoutVars>
      </dgm:prSet>
      <dgm:spPr/>
    </dgm:pt>
    <dgm:pt modelId="{36EA9703-42D7-46A2-AC9B-82FB320E9B2A}" type="pres">
      <dgm:prSet presAssocID="{0BFD83F9-A816-4B0E-8A50-137C4309344B}" presName="rootConnector" presStyleLbl="node2" presStyleIdx="1" presStyleCnt="3"/>
      <dgm:spPr/>
    </dgm:pt>
    <dgm:pt modelId="{77D4AC6C-D4DD-46E0-98EB-7A53BF0C379C}" type="pres">
      <dgm:prSet presAssocID="{0BFD83F9-A816-4B0E-8A50-137C4309344B}" presName="hierChild4" presStyleCnt="0"/>
      <dgm:spPr/>
    </dgm:pt>
    <dgm:pt modelId="{8C30806D-D8C1-4C5A-8CF4-73EB3C36C9DA}" type="pres">
      <dgm:prSet presAssocID="{856CED3C-6A07-41E7-8561-CB3006FF3AE2}" presName="Name37" presStyleLbl="parChTrans1D3" presStyleIdx="0" presStyleCnt="4"/>
      <dgm:spPr/>
    </dgm:pt>
    <dgm:pt modelId="{5F0424E5-897A-4245-A458-6A7F68A661F6}" type="pres">
      <dgm:prSet presAssocID="{F96BA4A3-9A65-4CDD-BE04-7D66D0FCFE40}" presName="hierRoot2" presStyleCnt="0">
        <dgm:presLayoutVars>
          <dgm:hierBranch val="init"/>
        </dgm:presLayoutVars>
      </dgm:prSet>
      <dgm:spPr/>
    </dgm:pt>
    <dgm:pt modelId="{539781AD-DB36-41B8-945C-153862882B6F}" type="pres">
      <dgm:prSet presAssocID="{F96BA4A3-9A65-4CDD-BE04-7D66D0FCFE40}" presName="rootComposite" presStyleCnt="0"/>
      <dgm:spPr/>
    </dgm:pt>
    <dgm:pt modelId="{AFEED0B6-79A9-4BA0-AB3B-7E79AA532C3F}" type="pres">
      <dgm:prSet presAssocID="{F96BA4A3-9A65-4CDD-BE04-7D66D0FCFE40}" presName="rootText" presStyleLbl="node3" presStyleIdx="0" presStyleCnt="4">
        <dgm:presLayoutVars>
          <dgm:chPref val="3"/>
        </dgm:presLayoutVars>
      </dgm:prSet>
      <dgm:spPr/>
    </dgm:pt>
    <dgm:pt modelId="{42E800FE-8EC5-4861-A543-A4A83C122143}" type="pres">
      <dgm:prSet presAssocID="{F96BA4A3-9A65-4CDD-BE04-7D66D0FCFE40}" presName="rootConnector" presStyleLbl="node3" presStyleIdx="0" presStyleCnt="4"/>
      <dgm:spPr/>
    </dgm:pt>
    <dgm:pt modelId="{BD6CF84E-1A4D-4159-BDE6-EDA49A591F50}" type="pres">
      <dgm:prSet presAssocID="{F96BA4A3-9A65-4CDD-BE04-7D66D0FCFE40}" presName="hierChild4" presStyleCnt="0"/>
      <dgm:spPr/>
    </dgm:pt>
    <dgm:pt modelId="{C23846EB-908E-4FA1-9B28-15B96A0AC423}" type="pres">
      <dgm:prSet presAssocID="{F96BA4A3-9A65-4CDD-BE04-7D66D0FCFE40}" presName="hierChild5" presStyleCnt="0"/>
      <dgm:spPr/>
    </dgm:pt>
    <dgm:pt modelId="{77630F50-41BB-4F9E-AB3F-31EF4446C5B7}" type="pres">
      <dgm:prSet presAssocID="{71FDD5FF-1B35-462D-8FDA-043D7D12CBE8}" presName="Name37" presStyleLbl="parChTrans1D3" presStyleIdx="1" presStyleCnt="4"/>
      <dgm:spPr/>
    </dgm:pt>
    <dgm:pt modelId="{69CB6533-44E8-444F-B060-4DED15565DAE}" type="pres">
      <dgm:prSet presAssocID="{37E02828-0FFE-430F-8E85-F035E69B43BD}" presName="hierRoot2" presStyleCnt="0">
        <dgm:presLayoutVars>
          <dgm:hierBranch val="init"/>
        </dgm:presLayoutVars>
      </dgm:prSet>
      <dgm:spPr/>
    </dgm:pt>
    <dgm:pt modelId="{4AE5A6C0-51E6-48E2-9E35-69BEDFE82D8A}" type="pres">
      <dgm:prSet presAssocID="{37E02828-0FFE-430F-8E85-F035E69B43BD}" presName="rootComposite" presStyleCnt="0"/>
      <dgm:spPr/>
    </dgm:pt>
    <dgm:pt modelId="{E5D6B167-3FA9-4213-BD5D-6DD94637F056}" type="pres">
      <dgm:prSet presAssocID="{37E02828-0FFE-430F-8E85-F035E69B43BD}" presName="rootText" presStyleLbl="node3" presStyleIdx="1" presStyleCnt="4">
        <dgm:presLayoutVars>
          <dgm:chPref val="3"/>
        </dgm:presLayoutVars>
      </dgm:prSet>
      <dgm:spPr/>
    </dgm:pt>
    <dgm:pt modelId="{8A75ABF9-B80F-477E-ADA7-48AD52BEF5B3}" type="pres">
      <dgm:prSet presAssocID="{37E02828-0FFE-430F-8E85-F035E69B43BD}" presName="rootConnector" presStyleLbl="node3" presStyleIdx="1" presStyleCnt="4"/>
      <dgm:spPr/>
    </dgm:pt>
    <dgm:pt modelId="{C505006E-A92F-4332-A50A-5A2BF1131422}" type="pres">
      <dgm:prSet presAssocID="{37E02828-0FFE-430F-8E85-F035E69B43BD}" presName="hierChild4" presStyleCnt="0"/>
      <dgm:spPr/>
    </dgm:pt>
    <dgm:pt modelId="{B30C41FA-EECB-4F61-9206-E22CF485CCE5}" type="pres">
      <dgm:prSet presAssocID="{64162D27-ACD0-48D3-8580-91C04278FB3A}" presName="Name37" presStyleLbl="parChTrans1D4" presStyleIdx="0" presStyleCnt="7"/>
      <dgm:spPr/>
    </dgm:pt>
    <dgm:pt modelId="{BA735728-FC71-4AFE-B51A-E63C0200C78C}" type="pres">
      <dgm:prSet presAssocID="{D1A46C56-A8CE-46E8-BF6D-053309496E1D}" presName="hierRoot2" presStyleCnt="0">
        <dgm:presLayoutVars>
          <dgm:hierBranch val="init"/>
        </dgm:presLayoutVars>
      </dgm:prSet>
      <dgm:spPr/>
    </dgm:pt>
    <dgm:pt modelId="{9395150D-5420-4CC7-AF02-A3CA4A2FDEA3}" type="pres">
      <dgm:prSet presAssocID="{D1A46C56-A8CE-46E8-BF6D-053309496E1D}" presName="rootComposite" presStyleCnt="0"/>
      <dgm:spPr/>
    </dgm:pt>
    <dgm:pt modelId="{8D865ED3-DDFE-4DC4-9E13-9C136E1F4596}" type="pres">
      <dgm:prSet presAssocID="{D1A46C56-A8CE-46E8-BF6D-053309496E1D}" presName="rootText" presStyleLbl="node4" presStyleIdx="0" presStyleCnt="7">
        <dgm:presLayoutVars>
          <dgm:chPref val="3"/>
        </dgm:presLayoutVars>
      </dgm:prSet>
      <dgm:spPr/>
    </dgm:pt>
    <dgm:pt modelId="{36A1C92A-2A81-4A4B-83BA-805B1367B0BE}" type="pres">
      <dgm:prSet presAssocID="{D1A46C56-A8CE-46E8-BF6D-053309496E1D}" presName="rootConnector" presStyleLbl="node4" presStyleIdx="0" presStyleCnt="7"/>
      <dgm:spPr/>
    </dgm:pt>
    <dgm:pt modelId="{AE6179CE-3C26-4DDD-A9C6-7FDACD0D0950}" type="pres">
      <dgm:prSet presAssocID="{D1A46C56-A8CE-46E8-BF6D-053309496E1D}" presName="hierChild4" presStyleCnt="0"/>
      <dgm:spPr/>
    </dgm:pt>
    <dgm:pt modelId="{85F97C8F-E39A-4D0E-95B2-704CE74BE420}" type="pres">
      <dgm:prSet presAssocID="{D1A46C56-A8CE-46E8-BF6D-053309496E1D}" presName="hierChild5" presStyleCnt="0"/>
      <dgm:spPr/>
    </dgm:pt>
    <dgm:pt modelId="{68C7BD88-A8CF-414B-BDFC-66464783C2D7}" type="pres">
      <dgm:prSet presAssocID="{0965D37B-9E1E-488D-ABA3-919261D6ECE9}" presName="Name37" presStyleLbl="parChTrans1D4" presStyleIdx="1" presStyleCnt="7"/>
      <dgm:spPr/>
    </dgm:pt>
    <dgm:pt modelId="{0E30D6F3-3205-4B25-B383-43F08D8B0B33}" type="pres">
      <dgm:prSet presAssocID="{11BD22DB-2729-4AC4-B641-6CB331239F43}" presName="hierRoot2" presStyleCnt="0">
        <dgm:presLayoutVars>
          <dgm:hierBranch val="init"/>
        </dgm:presLayoutVars>
      </dgm:prSet>
      <dgm:spPr/>
    </dgm:pt>
    <dgm:pt modelId="{7C549D11-784E-460E-AE1C-53731F980629}" type="pres">
      <dgm:prSet presAssocID="{11BD22DB-2729-4AC4-B641-6CB331239F43}" presName="rootComposite" presStyleCnt="0"/>
      <dgm:spPr/>
    </dgm:pt>
    <dgm:pt modelId="{75D95989-366C-4CD5-85A1-9C1B9C87D98A}" type="pres">
      <dgm:prSet presAssocID="{11BD22DB-2729-4AC4-B641-6CB331239F43}" presName="rootText" presStyleLbl="node4" presStyleIdx="1" presStyleCnt="7">
        <dgm:presLayoutVars>
          <dgm:chPref val="3"/>
        </dgm:presLayoutVars>
      </dgm:prSet>
      <dgm:spPr/>
    </dgm:pt>
    <dgm:pt modelId="{8979F7BD-16FC-418C-B14B-576370E02F17}" type="pres">
      <dgm:prSet presAssocID="{11BD22DB-2729-4AC4-B641-6CB331239F43}" presName="rootConnector" presStyleLbl="node4" presStyleIdx="1" presStyleCnt="7"/>
      <dgm:spPr/>
    </dgm:pt>
    <dgm:pt modelId="{D1054AA5-823B-4AB2-9B33-37BD7B5F3FD9}" type="pres">
      <dgm:prSet presAssocID="{11BD22DB-2729-4AC4-B641-6CB331239F43}" presName="hierChild4" presStyleCnt="0"/>
      <dgm:spPr/>
    </dgm:pt>
    <dgm:pt modelId="{AAD28A56-9167-4321-9E14-94481E6FAF09}" type="pres">
      <dgm:prSet presAssocID="{11BD22DB-2729-4AC4-B641-6CB331239F43}" presName="hierChild5" presStyleCnt="0"/>
      <dgm:spPr/>
    </dgm:pt>
    <dgm:pt modelId="{57B4B7B4-DBBB-42BE-8244-08C6A48F1D4E}" type="pres">
      <dgm:prSet presAssocID="{524533BF-699D-4A11-83C6-396CB5FD9988}" presName="Name37" presStyleLbl="parChTrans1D4" presStyleIdx="2" presStyleCnt="7"/>
      <dgm:spPr/>
    </dgm:pt>
    <dgm:pt modelId="{9ACD3656-6786-4433-B685-1A5F511C5523}" type="pres">
      <dgm:prSet presAssocID="{00933EF1-2AF1-44E9-B9F3-218820BF70C0}" presName="hierRoot2" presStyleCnt="0">
        <dgm:presLayoutVars>
          <dgm:hierBranch val="init"/>
        </dgm:presLayoutVars>
      </dgm:prSet>
      <dgm:spPr/>
    </dgm:pt>
    <dgm:pt modelId="{E45FF460-365C-43E0-AE4C-325CAFDEF6E6}" type="pres">
      <dgm:prSet presAssocID="{00933EF1-2AF1-44E9-B9F3-218820BF70C0}" presName="rootComposite" presStyleCnt="0"/>
      <dgm:spPr/>
    </dgm:pt>
    <dgm:pt modelId="{4AD9E192-BE6A-4DF8-9AC2-D273DA4F1EAA}" type="pres">
      <dgm:prSet presAssocID="{00933EF1-2AF1-44E9-B9F3-218820BF70C0}" presName="rootText" presStyleLbl="node4" presStyleIdx="2" presStyleCnt="7">
        <dgm:presLayoutVars>
          <dgm:chPref val="3"/>
        </dgm:presLayoutVars>
      </dgm:prSet>
      <dgm:spPr/>
    </dgm:pt>
    <dgm:pt modelId="{C0712093-7C06-4635-86EE-79EF4D8F9B68}" type="pres">
      <dgm:prSet presAssocID="{00933EF1-2AF1-44E9-B9F3-218820BF70C0}" presName="rootConnector" presStyleLbl="node4" presStyleIdx="2" presStyleCnt="7"/>
      <dgm:spPr/>
    </dgm:pt>
    <dgm:pt modelId="{B2477B42-3E0C-4CA1-92EB-BBA77E3114E6}" type="pres">
      <dgm:prSet presAssocID="{00933EF1-2AF1-44E9-B9F3-218820BF70C0}" presName="hierChild4" presStyleCnt="0"/>
      <dgm:spPr/>
    </dgm:pt>
    <dgm:pt modelId="{C3EAA277-39AA-48B0-B65E-C2B3D7E588D6}" type="pres">
      <dgm:prSet presAssocID="{15B5D890-2BC3-4644-A920-0630A56320DC}" presName="Name37" presStyleLbl="parChTrans1D4" presStyleIdx="3" presStyleCnt="7"/>
      <dgm:spPr/>
    </dgm:pt>
    <dgm:pt modelId="{5D19745E-496D-44D4-8733-73485559765B}" type="pres">
      <dgm:prSet presAssocID="{43A0AAE5-A921-4ADE-B4B1-E6285F8D7737}" presName="hierRoot2" presStyleCnt="0">
        <dgm:presLayoutVars>
          <dgm:hierBranch val="init"/>
        </dgm:presLayoutVars>
      </dgm:prSet>
      <dgm:spPr/>
    </dgm:pt>
    <dgm:pt modelId="{58580F0E-6931-4F7A-B4F1-9E2E3F3D8BE7}" type="pres">
      <dgm:prSet presAssocID="{43A0AAE5-A921-4ADE-B4B1-E6285F8D7737}" presName="rootComposite" presStyleCnt="0"/>
      <dgm:spPr/>
    </dgm:pt>
    <dgm:pt modelId="{723A56C0-86CD-484D-B45E-EBE7DB623610}" type="pres">
      <dgm:prSet presAssocID="{43A0AAE5-A921-4ADE-B4B1-E6285F8D7737}" presName="rootText" presStyleLbl="node4" presStyleIdx="3" presStyleCnt="7">
        <dgm:presLayoutVars>
          <dgm:chPref val="3"/>
        </dgm:presLayoutVars>
      </dgm:prSet>
      <dgm:spPr/>
    </dgm:pt>
    <dgm:pt modelId="{15911C11-9E50-4D07-ABE7-EBD0908B30C9}" type="pres">
      <dgm:prSet presAssocID="{43A0AAE5-A921-4ADE-B4B1-E6285F8D7737}" presName="rootConnector" presStyleLbl="node4" presStyleIdx="3" presStyleCnt="7"/>
      <dgm:spPr/>
    </dgm:pt>
    <dgm:pt modelId="{486E198A-BA19-487D-A8BF-D3C9B09AEA87}" type="pres">
      <dgm:prSet presAssocID="{43A0AAE5-A921-4ADE-B4B1-E6285F8D7737}" presName="hierChild4" presStyleCnt="0"/>
      <dgm:spPr/>
    </dgm:pt>
    <dgm:pt modelId="{57C01876-71D7-48ED-8CF2-242A0F3DF359}" type="pres">
      <dgm:prSet presAssocID="{43A0AAE5-A921-4ADE-B4B1-E6285F8D7737}" presName="hierChild5" presStyleCnt="0"/>
      <dgm:spPr/>
    </dgm:pt>
    <dgm:pt modelId="{2B6216EE-0332-46F3-BC8E-9FC18354BC59}" type="pres">
      <dgm:prSet presAssocID="{CE4001F4-A6B1-4129-927F-2CDB56E609CF}" presName="Name37" presStyleLbl="parChTrans1D4" presStyleIdx="4" presStyleCnt="7"/>
      <dgm:spPr/>
    </dgm:pt>
    <dgm:pt modelId="{84857238-4826-4AF8-A762-41EE06FE4C28}" type="pres">
      <dgm:prSet presAssocID="{8C8A3967-2444-4087-8905-5E9C68C268C5}" presName="hierRoot2" presStyleCnt="0">
        <dgm:presLayoutVars>
          <dgm:hierBranch val="init"/>
        </dgm:presLayoutVars>
      </dgm:prSet>
      <dgm:spPr/>
    </dgm:pt>
    <dgm:pt modelId="{9DCC0560-9926-4A3E-86C4-C98A777A4113}" type="pres">
      <dgm:prSet presAssocID="{8C8A3967-2444-4087-8905-5E9C68C268C5}" presName="rootComposite" presStyleCnt="0"/>
      <dgm:spPr/>
    </dgm:pt>
    <dgm:pt modelId="{AED04F68-6CFF-47E4-A0B1-8EB9FEEA82A7}" type="pres">
      <dgm:prSet presAssocID="{8C8A3967-2444-4087-8905-5E9C68C268C5}" presName="rootText" presStyleLbl="node4" presStyleIdx="4" presStyleCnt="7">
        <dgm:presLayoutVars>
          <dgm:chPref val="3"/>
        </dgm:presLayoutVars>
      </dgm:prSet>
      <dgm:spPr/>
    </dgm:pt>
    <dgm:pt modelId="{2C06A797-5204-4565-AD23-5EA462DB4912}" type="pres">
      <dgm:prSet presAssocID="{8C8A3967-2444-4087-8905-5E9C68C268C5}" presName="rootConnector" presStyleLbl="node4" presStyleIdx="4" presStyleCnt="7"/>
      <dgm:spPr/>
    </dgm:pt>
    <dgm:pt modelId="{5CA96AD2-300D-4A7E-B874-FF6D058776F2}" type="pres">
      <dgm:prSet presAssocID="{8C8A3967-2444-4087-8905-5E9C68C268C5}" presName="hierChild4" presStyleCnt="0"/>
      <dgm:spPr/>
    </dgm:pt>
    <dgm:pt modelId="{5AD8BB6F-BF37-4E6D-87C3-448D81E9C9FB}" type="pres">
      <dgm:prSet presAssocID="{8C8A3967-2444-4087-8905-5E9C68C268C5}" presName="hierChild5" presStyleCnt="0"/>
      <dgm:spPr/>
    </dgm:pt>
    <dgm:pt modelId="{EA32AA4E-B8E5-46C4-B0BE-2C86B62B14A1}" type="pres">
      <dgm:prSet presAssocID="{00933EF1-2AF1-44E9-B9F3-218820BF70C0}" presName="hierChild5" presStyleCnt="0"/>
      <dgm:spPr/>
    </dgm:pt>
    <dgm:pt modelId="{7D4A13F4-FD34-4B8E-B53E-BFCE53B83B25}" type="pres">
      <dgm:prSet presAssocID="{809A56A7-73FE-4E14-AB6A-79B58CCFD102}" presName="Name37" presStyleLbl="parChTrans1D4" presStyleIdx="5" presStyleCnt="7"/>
      <dgm:spPr/>
    </dgm:pt>
    <dgm:pt modelId="{24018752-8D79-4F05-BA8A-34A6007A8DDF}" type="pres">
      <dgm:prSet presAssocID="{C699788F-5BCF-4227-A8EA-856282BAC641}" presName="hierRoot2" presStyleCnt="0">
        <dgm:presLayoutVars>
          <dgm:hierBranch val="init"/>
        </dgm:presLayoutVars>
      </dgm:prSet>
      <dgm:spPr/>
    </dgm:pt>
    <dgm:pt modelId="{AED6B1B9-92B7-41BC-92DD-BBADDD7E3492}" type="pres">
      <dgm:prSet presAssocID="{C699788F-5BCF-4227-A8EA-856282BAC641}" presName="rootComposite" presStyleCnt="0"/>
      <dgm:spPr/>
    </dgm:pt>
    <dgm:pt modelId="{2686E213-FD5F-40A3-B80F-3392F1DA8ED0}" type="pres">
      <dgm:prSet presAssocID="{C699788F-5BCF-4227-A8EA-856282BAC641}" presName="rootText" presStyleLbl="node4" presStyleIdx="5" presStyleCnt="7">
        <dgm:presLayoutVars>
          <dgm:chPref val="3"/>
        </dgm:presLayoutVars>
      </dgm:prSet>
      <dgm:spPr/>
    </dgm:pt>
    <dgm:pt modelId="{8CF86E3D-8369-4746-A0C5-B9AEB9DE51CC}" type="pres">
      <dgm:prSet presAssocID="{C699788F-5BCF-4227-A8EA-856282BAC641}" presName="rootConnector" presStyleLbl="node4" presStyleIdx="5" presStyleCnt="7"/>
      <dgm:spPr/>
    </dgm:pt>
    <dgm:pt modelId="{74FC7C2C-17F4-4A43-961B-9082E34CDB09}" type="pres">
      <dgm:prSet presAssocID="{C699788F-5BCF-4227-A8EA-856282BAC641}" presName="hierChild4" presStyleCnt="0"/>
      <dgm:spPr/>
    </dgm:pt>
    <dgm:pt modelId="{1215291A-3532-4E39-B8BD-33802FD12233}" type="pres">
      <dgm:prSet presAssocID="{C699788F-5BCF-4227-A8EA-856282BAC641}" presName="hierChild5" presStyleCnt="0"/>
      <dgm:spPr/>
    </dgm:pt>
    <dgm:pt modelId="{B5DFD584-7DD8-4931-8268-360A1EADE16A}" type="pres">
      <dgm:prSet presAssocID="{37E02828-0FFE-430F-8E85-F035E69B43BD}" presName="hierChild5" presStyleCnt="0"/>
      <dgm:spPr/>
    </dgm:pt>
    <dgm:pt modelId="{CC508A1B-ED9C-4203-AACE-73E98147CF12}" type="pres">
      <dgm:prSet presAssocID="{0BFD83F9-A816-4B0E-8A50-137C4309344B}" presName="hierChild5" presStyleCnt="0"/>
      <dgm:spPr/>
    </dgm:pt>
    <dgm:pt modelId="{0C862B2C-9C17-4CD1-86B1-D0D172B39D5B}" type="pres">
      <dgm:prSet presAssocID="{EB29657B-05A7-4512-B1DB-9DBBED53CC83}" presName="Name37" presStyleLbl="parChTrans1D2" presStyleIdx="2" presStyleCnt="3"/>
      <dgm:spPr/>
    </dgm:pt>
    <dgm:pt modelId="{E82969CF-4210-412A-944E-A074694922E3}" type="pres">
      <dgm:prSet presAssocID="{8C96C477-B505-4AA8-BC4E-76003BD52243}" presName="hierRoot2" presStyleCnt="0">
        <dgm:presLayoutVars>
          <dgm:hierBranch val="init"/>
        </dgm:presLayoutVars>
      </dgm:prSet>
      <dgm:spPr/>
    </dgm:pt>
    <dgm:pt modelId="{AC8A4E19-7E1B-46B6-B890-215C17914313}" type="pres">
      <dgm:prSet presAssocID="{8C96C477-B505-4AA8-BC4E-76003BD52243}" presName="rootComposite" presStyleCnt="0"/>
      <dgm:spPr/>
    </dgm:pt>
    <dgm:pt modelId="{EC45E921-B3F0-4613-938B-117C53447DC4}" type="pres">
      <dgm:prSet presAssocID="{8C96C477-B505-4AA8-BC4E-76003BD52243}" presName="rootText" presStyleLbl="node2" presStyleIdx="2" presStyleCnt="3">
        <dgm:presLayoutVars>
          <dgm:chPref val="3"/>
        </dgm:presLayoutVars>
      </dgm:prSet>
      <dgm:spPr/>
    </dgm:pt>
    <dgm:pt modelId="{D1706F98-20E8-4169-B7AE-D4B0D259237F}" type="pres">
      <dgm:prSet presAssocID="{8C96C477-B505-4AA8-BC4E-76003BD52243}" presName="rootConnector" presStyleLbl="node2" presStyleIdx="2" presStyleCnt="3"/>
      <dgm:spPr/>
    </dgm:pt>
    <dgm:pt modelId="{B8F4354E-50D6-465C-902F-7EFC89B5E4DF}" type="pres">
      <dgm:prSet presAssocID="{8C96C477-B505-4AA8-BC4E-76003BD52243}" presName="hierChild4" presStyleCnt="0"/>
      <dgm:spPr/>
    </dgm:pt>
    <dgm:pt modelId="{FD570B6E-AF9B-4F42-83DB-21DFD1A0CF24}" type="pres">
      <dgm:prSet presAssocID="{D6D4AEC0-59EC-42D3-94B2-7727D1BB4DED}" presName="Name37" presStyleLbl="parChTrans1D3" presStyleIdx="2" presStyleCnt="4"/>
      <dgm:spPr/>
    </dgm:pt>
    <dgm:pt modelId="{389C891F-BF5D-4FBF-A27F-47D914E60E0E}" type="pres">
      <dgm:prSet presAssocID="{436B02F6-F4DE-4F15-8980-5F7BEDBDE6B8}" presName="hierRoot2" presStyleCnt="0">
        <dgm:presLayoutVars>
          <dgm:hierBranch val="init"/>
        </dgm:presLayoutVars>
      </dgm:prSet>
      <dgm:spPr/>
    </dgm:pt>
    <dgm:pt modelId="{4A5205A5-1EAF-4E1A-9F62-415C5185099B}" type="pres">
      <dgm:prSet presAssocID="{436B02F6-F4DE-4F15-8980-5F7BEDBDE6B8}" presName="rootComposite" presStyleCnt="0"/>
      <dgm:spPr/>
    </dgm:pt>
    <dgm:pt modelId="{078868D4-D600-4760-96C3-67E91C37F21A}" type="pres">
      <dgm:prSet presAssocID="{436B02F6-F4DE-4F15-8980-5F7BEDBDE6B8}" presName="rootText" presStyleLbl="node3" presStyleIdx="2" presStyleCnt="4">
        <dgm:presLayoutVars>
          <dgm:chPref val="3"/>
        </dgm:presLayoutVars>
      </dgm:prSet>
      <dgm:spPr/>
    </dgm:pt>
    <dgm:pt modelId="{0250E01B-80D8-4D93-A6EC-5881C66E2D0A}" type="pres">
      <dgm:prSet presAssocID="{436B02F6-F4DE-4F15-8980-5F7BEDBDE6B8}" presName="rootConnector" presStyleLbl="node3" presStyleIdx="2" presStyleCnt="4"/>
      <dgm:spPr/>
    </dgm:pt>
    <dgm:pt modelId="{C682DC6D-5D2C-4790-B00E-F56B85DFF2EF}" type="pres">
      <dgm:prSet presAssocID="{436B02F6-F4DE-4F15-8980-5F7BEDBDE6B8}" presName="hierChild4" presStyleCnt="0"/>
      <dgm:spPr/>
    </dgm:pt>
    <dgm:pt modelId="{53559EFD-6332-401E-885F-2A19B26FCE73}" type="pres">
      <dgm:prSet presAssocID="{436B02F6-F4DE-4F15-8980-5F7BEDBDE6B8}" presName="hierChild5" presStyleCnt="0"/>
      <dgm:spPr/>
    </dgm:pt>
    <dgm:pt modelId="{569D8539-D913-43E9-9AA0-A920583698EB}" type="pres">
      <dgm:prSet presAssocID="{CCB07602-5D18-49D3-AC6E-F4B7FBAF5B7E}" presName="Name37" presStyleLbl="parChTrans1D3" presStyleIdx="3" presStyleCnt="4"/>
      <dgm:spPr/>
    </dgm:pt>
    <dgm:pt modelId="{17C09E0C-A62A-4719-86A1-FDE805E9242C}" type="pres">
      <dgm:prSet presAssocID="{621B9AB0-52B4-4568-9714-82EC3EC0DE65}" presName="hierRoot2" presStyleCnt="0">
        <dgm:presLayoutVars>
          <dgm:hierBranch val="init"/>
        </dgm:presLayoutVars>
      </dgm:prSet>
      <dgm:spPr/>
    </dgm:pt>
    <dgm:pt modelId="{AEE387F9-C8E9-4D9E-B5A6-423866813381}" type="pres">
      <dgm:prSet presAssocID="{621B9AB0-52B4-4568-9714-82EC3EC0DE65}" presName="rootComposite" presStyleCnt="0"/>
      <dgm:spPr/>
    </dgm:pt>
    <dgm:pt modelId="{959183C9-9C5F-4DA1-BF47-250FFAB507D3}" type="pres">
      <dgm:prSet presAssocID="{621B9AB0-52B4-4568-9714-82EC3EC0DE65}" presName="rootText" presStyleLbl="node3" presStyleIdx="3" presStyleCnt="4">
        <dgm:presLayoutVars>
          <dgm:chPref val="3"/>
        </dgm:presLayoutVars>
      </dgm:prSet>
      <dgm:spPr/>
    </dgm:pt>
    <dgm:pt modelId="{6C3D10A8-B155-40C5-AC73-F27AA6662E2D}" type="pres">
      <dgm:prSet presAssocID="{621B9AB0-52B4-4568-9714-82EC3EC0DE65}" presName="rootConnector" presStyleLbl="node3" presStyleIdx="3" presStyleCnt="4"/>
      <dgm:spPr/>
    </dgm:pt>
    <dgm:pt modelId="{5BA3CE3A-22F3-4093-82AB-F208DC23A111}" type="pres">
      <dgm:prSet presAssocID="{621B9AB0-52B4-4568-9714-82EC3EC0DE65}" presName="hierChild4" presStyleCnt="0"/>
      <dgm:spPr/>
    </dgm:pt>
    <dgm:pt modelId="{353FB217-4855-417B-A5C0-3F2C2BBAB9FB}" type="pres">
      <dgm:prSet presAssocID="{650DBEA8-39C0-4E9A-A66D-702070F3C466}" presName="Name37" presStyleLbl="parChTrans1D4" presStyleIdx="6" presStyleCnt="7"/>
      <dgm:spPr/>
    </dgm:pt>
    <dgm:pt modelId="{FCB3C386-1526-445A-9998-5C908FB37262}" type="pres">
      <dgm:prSet presAssocID="{FC881DFD-09B3-41F1-AA58-93EAA1DC51F4}" presName="hierRoot2" presStyleCnt="0">
        <dgm:presLayoutVars>
          <dgm:hierBranch val="init"/>
        </dgm:presLayoutVars>
      </dgm:prSet>
      <dgm:spPr/>
    </dgm:pt>
    <dgm:pt modelId="{433FF2AD-EF8D-4CF7-8B5D-41200CCAA264}" type="pres">
      <dgm:prSet presAssocID="{FC881DFD-09B3-41F1-AA58-93EAA1DC51F4}" presName="rootComposite" presStyleCnt="0"/>
      <dgm:spPr/>
    </dgm:pt>
    <dgm:pt modelId="{5A4FB645-BC77-41B0-B5A6-D782CA5549D3}" type="pres">
      <dgm:prSet presAssocID="{FC881DFD-09B3-41F1-AA58-93EAA1DC51F4}" presName="rootText" presStyleLbl="node4" presStyleIdx="6" presStyleCnt="7">
        <dgm:presLayoutVars>
          <dgm:chPref val="3"/>
        </dgm:presLayoutVars>
      </dgm:prSet>
      <dgm:spPr/>
    </dgm:pt>
    <dgm:pt modelId="{34ACE09C-5492-48EF-9A8D-F244F39A1CC9}" type="pres">
      <dgm:prSet presAssocID="{FC881DFD-09B3-41F1-AA58-93EAA1DC51F4}" presName="rootConnector" presStyleLbl="node4" presStyleIdx="6" presStyleCnt="7"/>
      <dgm:spPr/>
    </dgm:pt>
    <dgm:pt modelId="{2911D249-21EF-4347-B934-27704CB75F9F}" type="pres">
      <dgm:prSet presAssocID="{FC881DFD-09B3-41F1-AA58-93EAA1DC51F4}" presName="hierChild4" presStyleCnt="0"/>
      <dgm:spPr/>
    </dgm:pt>
    <dgm:pt modelId="{D2EAFF18-C991-4986-B2F2-E48995C4722A}" type="pres">
      <dgm:prSet presAssocID="{FC881DFD-09B3-41F1-AA58-93EAA1DC51F4}" presName="hierChild5" presStyleCnt="0"/>
      <dgm:spPr/>
    </dgm:pt>
    <dgm:pt modelId="{B2F25F58-848A-4725-ADC9-C030CF567C1D}" type="pres">
      <dgm:prSet presAssocID="{621B9AB0-52B4-4568-9714-82EC3EC0DE65}" presName="hierChild5" presStyleCnt="0"/>
      <dgm:spPr/>
    </dgm:pt>
    <dgm:pt modelId="{99D5E546-E86E-404B-91B5-118A9240783A}" type="pres">
      <dgm:prSet presAssocID="{8C96C477-B505-4AA8-BC4E-76003BD52243}" presName="hierChild5" presStyleCnt="0"/>
      <dgm:spPr/>
    </dgm:pt>
    <dgm:pt modelId="{3DB67EBA-2C55-4ED7-910D-FF00B28E1BA3}" type="pres">
      <dgm:prSet presAssocID="{641A81AC-9EA2-4A34-9E00-9385ED1FD422}" presName="hierChild3" presStyleCnt="0"/>
      <dgm:spPr/>
    </dgm:pt>
  </dgm:ptLst>
  <dgm:cxnLst>
    <dgm:cxn modelId="{1E693406-7032-4A62-BA6F-9403467CB2BA}" type="presOf" srcId="{17664803-913D-4594-93F0-C8830109BDA9}" destId="{B0C452E7-0527-4733-893D-D2DCA3E0B86A}" srcOrd="0" destOrd="0" presId="urn:microsoft.com/office/officeart/2005/8/layout/orgChart1"/>
    <dgm:cxn modelId="{A486970A-A97C-4E01-8915-FA81F0CE27E3}" type="presOf" srcId="{621B9AB0-52B4-4568-9714-82EC3EC0DE65}" destId="{6C3D10A8-B155-40C5-AC73-F27AA6662E2D}" srcOrd="1" destOrd="0" presId="urn:microsoft.com/office/officeart/2005/8/layout/orgChart1"/>
    <dgm:cxn modelId="{CEE99410-6B77-481C-BD40-2188BEEDC126}" type="presOf" srcId="{641A81AC-9EA2-4A34-9E00-9385ED1FD422}" destId="{D576F7C4-99BB-4A3C-BD1B-DFAD90EDE4D6}" srcOrd="0" destOrd="0" presId="urn:microsoft.com/office/officeart/2005/8/layout/orgChart1"/>
    <dgm:cxn modelId="{7039E213-1940-44F3-9CF1-6FDCABA8F8A4}" type="presOf" srcId="{37E02828-0FFE-430F-8E85-F035E69B43BD}" destId="{E5D6B167-3FA9-4213-BD5D-6DD94637F056}" srcOrd="0" destOrd="0" presId="urn:microsoft.com/office/officeart/2005/8/layout/orgChart1"/>
    <dgm:cxn modelId="{150AC314-08B9-4D9B-A1DD-FF166253CF9C}" type="presOf" srcId="{11BD22DB-2729-4AC4-B641-6CB331239F43}" destId="{8979F7BD-16FC-418C-B14B-576370E02F17}" srcOrd="1" destOrd="0" presId="urn:microsoft.com/office/officeart/2005/8/layout/orgChart1"/>
    <dgm:cxn modelId="{F589BC16-D33D-4024-B2C4-44196167E9FD}" type="presOf" srcId="{8C8A3967-2444-4087-8905-5E9C68C268C5}" destId="{2C06A797-5204-4565-AD23-5EA462DB4912}" srcOrd="1" destOrd="0" presId="urn:microsoft.com/office/officeart/2005/8/layout/orgChart1"/>
    <dgm:cxn modelId="{CE91631B-7C28-41B2-AD33-A3DBDFAE4F9A}" type="presOf" srcId="{43A0AAE5-A921-4ADE-B4B1-E6285F8D7737}" destId="{723A56C0-86CD-484D-B45E-EBE7DB623610}" srcOrd="0" destOrd="0" presId="urn:microsoft.com/office/officeart/2005/8/layout/orgChart1"/>
    <dgm:cxn modelId="{FC09E520-B6D7-4FEA-842C-4448A7AED09D}" srcId="{8C96C477-B505-4AA8-BC4E-76003BD52243}" destId="{436B02F6-F4DE-4F15-8980-5F7BEDBDE6B8}" srcOrd="0" destOrd="0" parTransId="{D6D4AEC0-59EC-42D3-94B2-7727D1BB4DED}" sibTransId="{B0945317-B32E-4A5E-9F41-05D88C632926}"/>
    <dgm:cxn modelId="{816E4A28-2DC3-4F55-BF1E-5346691A14B7}" type="presOf" srcId="{8C8A3967-2444-4087-8905-5E9C68C268C5}" destId="{AED04F68-6CFF-47E4-A0B1-8EB9FEEA82A7}" srcOrd="0" destOrd="0" presId="urn:microsoft.com/office/officeart/2005/8/layout/orgChart1"/>
    <dgm:cxn modelId="{37F4B228-67E0-4B63-8500-BAFF91063D5D}" srcId="{37E02828-0FFE-430F-8E85-F035E69B43BD}" destId="{00933EF1-2AF1-44E9-B9F3-218820BF70C0}" srcOrd="2" destOrd="0" parTransId="{524533BF-699D-4A11-83C6-396CB5FD9988}" sibTransId="{D541FE28-E87F-42A0-A41F-D4466F3B00E8}"/>
    <dgm:cxn modelId="{F1756E2A-41B7-436E-8E45-D33F14DF81A2}" type="presOf" srcId="{856CED3C-6A07-41E7-8561-CB3006FF3AE2}" destId="{8C30806D-D8C1-4C5A-8CF4-73EB3C36C9DA}" srcOrd="0" destOrd="0" presId="urn:microsoft.com/office/officeart/2005/8/layout/orgChart1"/>
    <dgm:cxn modelId="{589B462F-9C79-4198-8F70-6054238063EC}" srcId="{0BFD83F9-A816-4B0E-8A50-137C4309344B}" destId="{F96BA4A3-9A65-4CDD-BE04-7D66D0FCFE40}" srcOrd="0" destOrd="0" parTransId="{856CED3C-6A07-41E7-8561-CB3006FF3AE2}" sibTransId="{DE35821D-3CE8-4AE6-908C-91416B671ED8}"/>
    <dgm:cxn modelId="{FD903D31-D420-46A7-92DD-D1E6546219BA}" type="presOf" srcId="{621B9AB0-52B4-4568-9714-82EC3EC0DE65}" destId="{959183C9-9C5F-4DA1-BF47-250FFAB507D3}" srcOrd="0" destOrd="0" presId="urn:microsoft.com/office/officeart/2005/8/layout/orgChart1"/>
    <dgm:cxn modelId="{0ADEBB36-1910-489A-9520-E3565258F6BF}" type="presOf" srcId="{EB29657B-05A7-4512-B1DB-9DBBED53CC83}" destId="{0C862B2C-9C17-4CD1-86B1-D0D172B39D5B}" srcOrd="0" destOrd="0" presId="urn:microsoft.com/office/officeart/2005/8/layout/orgChart1"/>
    <dgm:cxn modelId="{4C5B2839-45FA-4A2F-9B6D-DB210690F4D6}" type="presOf" srcId="{43A0AAE5-A921-4ADE-B4B1-E6285F8D7737}" destId="{15911C11-9E50-4D07-ABE7-EBD0908B30C9}" srcOrd="1" destOrd="0" presId="urn:microsoft.com/office/officeart/2005/8/layout/orgChart1"/>
    <dgm:cxn modelId="{78B6273A-A471-4FC1-B19B-045DF57C0061}" type="presOf" srcId="{D1A46C56-A8CE-46E8-BF6D-053309496E1D}" destId="{8D865ED3-DDFE-4DC4-9E13-9C136E1F4596}" srcOrd="0" destOrd="0" presId="urn:microsoft.com/office/officeart/2005/8/layout/orgChart1"/>
    <dgm:cxn modelId="{5935753D-7A59-45F2-B531-B47CCB4E0790}" srcId="{641A81AC-9EA2-4A34-9E00-9385ED1FD422}" destId="{8C96C477-B505-4AA8-BC4E-76003BD52243}" srcOrd="2" destOrd="0" parTransId="{EB29657B-05A7-4512-B1DB-9DBBED53CC83}" sibTransId="{8A9E2267-C94C-491D-B416-D5C822C5BDA5}"/>
    <dgm:cxn modelId="{A151225D-8CAE-4BEF-9704-16119484DA7A}" type="presOf" srcId="{5BD51E99-FFC0-4EEF-9C6C-468F6122572C}" destId="{3D2186B8-90EF-490C-AF59-562907078203}" srcOrd="0" destOrd="0" presId="urn:microsoft.com/office/officeart/2005/8/layout/orgChart1"/>
    <dgm:cxn modelId="{68CA4F5F-A661-4CD7-9CFC-A28E69D12C4E}" type="presOf" srcId="{11BD22DB-2729-4AC4-B641-6CB331239F43}" destId="{75D95989-366C-4CD5-85A1-9C1B9C87D98A}" srcOrd="0" destOrd="0" presId="urn:microsoft.com/office/officeart/2005/8/layout/orgChart1"/>
    <dgm:cxn modelId="{242C1062-896A-438F-A717-F13665E44CB9}" type="presOf" srcId="{FC881DFD-09B3-41F1-AA58-93EAA1DC51F4}" destId="{5A4FB645-BC77-41B0-B5A6-D782CA5549D3}" srcOrd="0" destOrd="0" presId="urn:microsoft.com/office/officeart/2005/8/layout/orgChart1"/>
    <dgm:cxn modelId="{55A26544-7E7F-4C98-8CDC-C522B9EA27D1}" type="presOf" srcId="{0BFD83F9-A816-4B0E-8A50-137C4309344B}" destId="{36EA9703-42D7-46A2-AC9B-82FB320E9B2A}" srcOrd="1" destOrd="0" presId="urn:microsoft.com/office/officeart/2005/8/layout/orgChart1"/>
    <dgm:cxn modelId="{C3399269-72AF-4651-A536-16860ED83395}" type="presOf" srcId="{00933EF1-2AF1-44E9-B9F3-218820BF70C0}" destId="{C0712093-7C06-4635-86EE-79EF4D8F9B68}" srcOrd="1" destOrd="0" presId="urn:microsoft.com/office/officeart/2005/8/layout/orgChart1"/>
    <dgm:cxn modelId="{A5AD5A4B-DA1D-4AC4-9098-839011D727BD}" type="presOf" srcId="{D1A46C56-A8CE-46E8-BF6D-053309496E1D}" destId="{36A1C92A-2A81-4A4B-83BA-805B1367B0BE}" srcOrd="1" destOrd="0" presId="urn:microsoft.com/office/officeart/2005/8/layout/orgChart1"/>
    <dgm:cxn modelId="{AE46D16C-EC44-42AB-B803-8B22129E8BB0}" srcId="{00933EF1-2AF1-44E9-B9F3-218820BF70C0}" destId="{43A0AAE5-A921-4ADE-B4B1-E6285F8D7737}" srcOrd="0" destOrd="0" parTransId="{15B5D890-2BC3-4644-A920-0630A56320DC}" sibTransId="{5E89C18E-F338-49DF-87E2-5C4BFBD0B077}"/>
    <dgm:cxn modelId="{823E674F-CD85-4ADA-AB2F-F7AFDF17A46B}" type="presOf" srcId="{00933EF1-2AF1-44E9-B9F3-218820BF70C0}" destId="{4AD9E192-BE6A-4DF8-9AC2-D273DA4F1EAA}" srcOrd="0" destOrd="0" presId="urn:microsoft.com/office/officeart/2005/8/layout/orgChart1"/>
    <dgm:cxn modelId="{AEFB6B52-60EE-434D-91DE-BECC70627F92}" type="presOf" srcId="{0965D37B-9E1E-488D-ABA3-919261D6ECE9}" destId="{68C7BD88-A8CF-414B-BDFC-66464783C2D7}" srcOrd="0" destOrd="0" presId="urn:microsoft.com/office/officeart/2005/8/layout/orgChart1"/>
    <dgm:cxn modelId="{9AA79A72-876C-4BFA-8CC9-F0580FB86783}" type="presOf" srcId="{8C96C477-B505-4AA8-BC4E-76003BD52243}" destId="{D1706F98-20E8-4169-B7AE-D4B0D259237F}" srcOrd="1" destOrd="0" presId="urn:microsoft.com/office/officeart/2005/8/layout/orgChart1"/>
    <dgm:cxn modelId="{D8852674-7169-4E35-B278-EA11859035B6}" type="presOf" srcId="{650DBEA8-39C0-4E9A-A66D-702070F3C466}" destId="{353FB217-4855-417B-A5C0-3F2C2BBAB9FB}" srcOrd="0" destOrd="0" presId="urn:microsoft.com/office/officeart/2005/8/layout/orgChart1"/>
    <dgm:cxn modelId="{EBCB6675-A89C-44A8-9208-8FD73A22302E}" type="presOf" srcId="{C699788F-5BCF-4227-A8EA-856282BAC641}" destId="{8CF86E3D-8369-4746-A0C5-B9AEB9DE51CC}" srcOrd="1" destOrd="0" presId="urn:microsoft.com/office/officeart/2005/8/layout/orgChart1"/>
    <dgm:cxn modelId="{2BE77B75-0655-44DD-A872-B8A666BDB35D}" type="presOf" srcId="{FC881DFD-09B3-41F1-AA58-93EAA1DC51F4}" destId="{34ACE09C-5492-48EF-9A8D-F244F39A1CC9}" srcOrd="1" destOrd="0" presId="urn:microsoft.com/office/officeart/2005/8/layout/orgChart1"/>
    <dgm:cxn modelId="{901DD557-D687-46A6-9AAD-9E16A364BB58}" type="presOf" srcId="{71FDD5FF-1B35-462D-8FDA-043D7D12CBE8}" destId="{77630F50-41BB-4F9E-AB3F-31EF4446C5B7}" srcOrd="0" destOrd="0" presId="urn:microsoft.com/office/officeart/2005/8/layout/orgChart1"/>
    <dgm:cxn modelId="{EBA0EA77-24B0-44F1-8A95-0A2856806F90}" srcId="{0BFD83F9-A816-4B0E-8A50-137C4309344B}" destId="{37E02828-0FFE-430F-8E85-F035E69B43BD}" srcOrd="1" destOrd="0" parTransId="{71FDD5FF-1B35-462D-8FDA-043D7D12CBE8}" sibTransId="{9BA3413D-232A-43A5-9D28-083C51FEF669}"/>
    <dgm:cxn modelId="{B536DD7C-9CCC-47D8-901C-36BB48EF8934}" type="presOf" srcId="{C699788F-5BCF-4227-A8EA-856282BAC641}" destId="{2686E213-FD5F-40A3-B80F-3392F1DA8ED0}" srcOrd="0" destOrd="0" presId="urn:microsoft.com/office/officeart/2005/8/layout/orgChart1"/>
    <dgm:cxn modelId="{EDDC0782-DD30-40F5-8C3A-8ACF3AA319BF}" type="presOf" srcId="{809A56A7-73FE-4E14-AB6A-79B58CCFD102}" destId="{7D4A13F4-FD34-4B8E-B53E-BFCE53B83B25}" srcOrd="0" destOrd="0" presId="urn:microsoft.com/office/officeart/2005/8/layout/orgChart1"/>
    <dgm:cxn modelId="{08E34895-11D1-4CB3-B06E-201BA1C44F7F}" srcId="{5BD51E99-FFC0-4EEF-9C6C-468F6122572C}" destId="{641A81AC-9EA2-4A34-9E00-9385ED1FD422}" srcOrd="0" destOrd="0" parTransId="{FE9D218B-9D24-4764-B6A2-6380B9E0F411}" sibTransId="{CA4593E2-4752-4C4F-986F-72D2B7FDDEFF}"/>
    <dgm:cxn modelId="{5353DF97-C555-499D-882E-F9FCA8A9B3CD}" type="presOf" srcId="{CE4001F4-A6B1-4129-927F-2CDB56E609CF}" destId="{2B6216EE-0332-46F3-BC8E-9FC18354BC59}" srcOrd="0" destOrd="0" presId="urn:microsoft.com/office/officeart/2005/8/layout/orgChart1"/>
    <dgm:cxn modelId="{4E0AFB99-5DA1-48A3-8901-F8DED534824D}" srcId="{37E02828-0FFE-430F-8E85-F035E69B43BD}" destId="{11BD22DB-2729-4AC4-B641-6CB331239F43}" srcOrd="1" destOrd="0" parTransId="{0965D37B-9E1E-488D-ABA3-919261D6ECE9}" sibTransId="{DA1D93BB-2A65-4CA2-8266-7D7E29B41B60}"/>
    <dgm:cxn modelId="{9C00559D-8453-449C-BA1D-6D269B781942}" srcId="{641A81AC-9EA2-4A34-9E00-9385ED1FD422}" destId="{6A310116-E4CA-4DAA-9FA7-A32CC4C882C1}" srcOrd="0" destOrd="0" parTransId="{6B487201-48C7-4A3F-82AF-53B03C877328}" sibTransId="{6D1A143E-D152-4857-91C0-707785665A42}"/>
    <dgm:cxn modelId="{805AF59F-1AB1-47CD-B398-336B4E02098A}" type="presOf" srcId="{8C96C477-B505-4AA8-BC4E-76003BD52243}" destId="{EC45E921-B3F0-4613-938B-117C53447DC4}" srcOrd="0" destOrd="0" presId="urn:microsoft.com/office/officeart/2005/8/layout/orgChart1"/>
    <dgm:cxn modelId="{50CCCEA7-DCD7-48A9-8213-C44F2997E4AF}" type="presOf" srcId="{524533BF-699D-4A11-83C6-396CB5FD9988}" destId="{57B4B7B4-DBBB-42BE-8244-08C6A48F1D4E}" srcOrd="0" destOrd="0" presId="urn:microsoft.com/office/officeart/2005/8/layout/orgChart1"/>
    <dgm:cxn modelId="{B7CE11A8-F3EF-4D3F-9A67-82F4DE10798B}" srcId="{00933EF1-2AF1-44E9-B9F3-218820BF70C0}" destId="{8C8A3967-2444-4087-8905-5E9C68C268C5}" srcOrd="1" destOrd="0" parTransId="{CE4001F4-A6B1-4129-927F-2CDB56E609CF}" sibTransId="{99ECC569-134A-401C-BA84-3D0FF79D9B7A}"/>
    <dgm:cxn modelId="{0126A5A8-DD3C-430A-95CB-58645447D86C}" type="presOf" srcId="{CCB07602-5D18-49D3-AC6E-F4B7FBAF5B7E}" destId="{569D8539-D913-43E9-9AA0-A920583698EB}" srcOrd="0" destOrd="0" presId="urn:microsoft.com/office/officeart/2005/8/layout/orgChart1"/>
    <dgm:cxn modelId="{F719F0B0-27C2-4078-B831-B2617B841824}" type="presOf" srcId="{6A310116-E4CA-4DAA-9FA7-A32CC4C882C1}" destId="{E33AA7E0-5967-4269-BC66-7E754E5BB239}" srcOrd="1" destOrd="0" presId="urn:microsoft.com/office/officeart/2005/8/layout/orgChart1"/>
    <dgm:cxn modelId="{4ED06DB7-0AA3-42E6-BFA0-1BA4954E6158}" type="presOf" srcId="{F96BA4A3-9A65-4CDD-BE04-7D66D0FCFE40}" destId="{AFEED0B6-79A9-4BA0-AB3B-7E79AA532C3F}" srcOrd="0" destOrd="0" presId="urn:microsoft.com/office/officeart/2005/8/layout/orgChart1"/>
    <dgm:cxn modelId="{0529E3B7-4ED6-4321-82C7-973AEAC5C4EC}" type="presOf" srcId="{436B02F6-F4DE-4F15-8980-5F7BEDBDE6B8}" destId="{078868D4-D600-4760-96C3-67E91C37F21A}" srcOrd="0" destOrd="0" presId="urn:microsoft.com/office/officeart/2005/8/layout/orgChart1"/>
    <dgm:cxn modelId="{E181F3BD-7839-4225-9C14-F05C2E7F37A6}" type="presOf" srcId="{436B02F6-F4DE-4F15-8980-5F7BEDBDE6B8}" destId="{0250E01B-80D8-4D93-A6EC-5881C66E2D0A}" srcOrd="1" destOrd="0" presId="urn:microsoft.com/office/officeart/2005/8/layout/orgChart1"/>
    <dgm:cxn modelId="{821212C7-286D-48D9-A1CC-D27A6D1314E2}" type="presOf" srcId="{6A310116-E4CA-4DAA-9FA7-A32CC4C882C1}" destId="{B6399BF2-009D-4A46-AC79-56E91FE2E714}" srcOrd="0" destOrd="0" presId="urn:microsoft.com/office/officeart/2005/8/layout/orgChart1"/>
    <dgm:cxn modelId="{426360CB-64C4-4890-83A5-774B4E90C7C2}" type="presOf" srcId="{6B487201-48C7-4A3F-82AF-53B03C877328}" destId="{A3C2E62E-2279-45DD-9935-5F1124B4ABFE}" srcOrd="0" destOrd="0" presId="urn:microsoft.com/office/officeart/2005/8/layout/orgChart1"/>
    <dgm:cxn modelId="{BCDA3ECD-BBA9-42F9-A770-D8C5DA627ADD}" type="presOf" srcId="{D6D4AEC0-59EC-42D3-94B2-7727D1BB4DED}" destId="{FD570B6E-AF9B-4F42-83DB-21DFD1A0CF24}" srcOrd="0" destOrd="0" presId="urn:microsoft.com/office/officeart/2005/8/layout/orgChart1"/>
    <dgm:cxn modelId="{A79CCFCE-1C04-404A-942B-9BB439FAA316}" srcId="{37E02828-0FFE-430F-8E85-F035E69B43BD}" destId="{C699788F-5BCF-4227-A8EA-856282BAC641}" srcOrd="3" destOrd="0" parTransId="{809A56A7-73FE-4E14-AB6A-79B58CCFD102}" sibTransId="{B94A2596-CDCE-4A62-82DA-5890B4D56064}"/>
    <dgm:cxn modelId="{B19FCADE-9544-40C7-A410-D48050C29039}" type="presOf" srcId="{37E02828-0FFE-430F-8E85-F035E69B43BD}" destId="{8A75ABF9-B80F-477E-ADA7-48AD52BEF5B3}" srcOrd="1" destOrd="0" presId="urn:microsoft.com/office/officeart/2005/8/layout/orgChart1"/>
    <dgm:cxn modelId="{DCA468E5-204F-4247-A4A6-6426A3FC18E2}" type="presOf" srcId="{641A81AC-9EA2-4A34-9E00-9385ED1FD422}" destId="{763F14C9-31F7-4A39-A50A-BF7F0E6BC962}" srcOrd="1" destOrd="0" presId="urn:microsoft.com/office/officeart/2005/8/layout/orgChart1"/>
    <dgm:cxn modelId="{49921FEF-8519-49E6-AAA8-6A37AF928EE7}" srcId="{37E02828-0FFE-430F-8E85-F035E69B43BD}" destId="{D1A46C56-A8CE-46E8-BF6D-053309496E1D}" srcOrd="0" destOrd="0" parTransId="{64162D27-ACD0-48D3-8580-91C04278FB3A}" sibTransId="{322882EF-18E1-4EDC-8875-C3B012730B17}"/>
    <dgm:cxn modelId="{B072E5F0-92D0-449A-8F13-738275761594}" srcId="{8C96C477-B505-4AA8-BC4E-76003BD52243}" destId="{621B9AB0-52B4-4568-9714-82EC3EC0DE65}" srcOrd="1" destOrd="0" parTransId="{CCB07602-5D18-49D3-AC6E-F4B7FBAF5B7E}" sibTransId="{C6146C72-CE60-4A13-ABCC-F19F440C63EC}"/>
    <dgm:cxn modelId="{41A7BEF1-F758-499C-A655-80B2F046E51A}" type="presOf" srcId="{15B5D890-2BC3-4644-A920-0630A56320DC}" destId="{C3EAA277-39AA-48B0-B65E-C2B3D7E588D6}" srcOrd="0" destOrd="0" presId="urn:microsoft.com/office/officeart/2005/8/layout/orgChart1"/>
    <dgm:cxn modelId="{BC591AF3-2C92-4776-8F27-0E7D6CD05D2F}" type="presOf" srcId="{F96BA4A3-9A65-4CDD-BE04-7D66D0FCFE40}" destId="{42E800FE-8EC5-4861-A543-A4A83C122143}" srcOrd="1" destOrd="0" presId="urn:microsoft.com/office/officeart/2005/8/layout/orgChart1"/>
    <dgm:cxn modelId="{4612C9F7-D623-4042-A9D0-4F21E8ECD726}" srcId="{641A81AC-9EA2-4A34-9E00-9385ED1FD422}" destId="{0BFD83F9-A816-4B0E-8A50-137C4309344B}" srcOrd="1" destOrd="0" parTransId="{17664803-913D-4594-93F0-C8830109BDA9}" sibTransId="{7AAB4858-3F6F-49B3-BB51-EA242583CFD2}"/>
    <dgm:cxn modelId="{F644FFF8-9B99-43E0-98EB-BB9C8820D5BF}" type="presOf" srcId="{0BFD83F9-A816-4B0E-8A50-137C4309344B}" destId="{FBE47A00-8EE7-4080-89CC-AD8807DE86A1}" srcOrd="0" destOrd="0" presId="urn:microsoft.com/office/officeart/2005/8/layout/orgChart1"/>
    <dgm:cxn modelId="{1BE7B6FA-2037-4055-A4BA-C9421B51CAA9}" type="presOf" srcId="{64162D27-ACD0-48D3-8580-91C04278FB3A}" destId="{B30C41FA-EECB-4F61-9206-E22CF485CCE5}" srcOrd="0" destOrd="0" presId="urn:microsoft.com/office/officeart/2005/8/layout/orgChart1"/>
    <dgm:cxn modelId="{4B763BFE-D73A-4405-B9D1-366220ADDFEE}" srcId="{621B9AB0-52B4-4568-9714-82EC3EC0DE65}" destId="{FC881DFD-09B3-41F1-AA58-93EAA1DC51F4}" srcOrd="0" destOrd="0" parTransId="{650DBEA8-39C0-4E9A-A66D-702070F3C466}" sibTransId="{86F71BDC-EB33-477C-ADCB-142347552B89}"/>
    <dgm:cxn modelId="{1BDBC396-F98B-4CE9-96DF-8B01CE9EF13C}" type="presParOf" srcId="{3D2186B8-90EF-490C-AF59-562907078203}" destId="{1E06A66F-789C-4634-972E-45A55E344851}" srcOrd="0" destOrd="0" presId="urn:microsoft.com/office/officeart/2005/8/layout/orgChart1"/>
    <dgm:cxn modelId="{A1BA3E43-1028-451F-A9BF-C889A2BD3020}" type="presParOf" srcId="{1E06A66F-789C-4634-972E-45A55E344851}" destId="{D3664D89-3D5F-414F-BDF9-6DD184467A80}" srcOrd="0" destOrd="0" presId="urn:microsoft.com/office/officeart/2005/8/layout/orgChart1"/>
    <dgm:cxn modelId="{1D162CAF-D742-41BF-9615-BF78509CC9FF}" type="presParOf" srcId="{D3664D89-3D5F-414F-BDF9-6DD184467A80}" destId="{D576F7C4-99BB-4A3C-BD1B-DFAD90EDE4D6}" srcOrd="0" destOrd="0" presId="urn:microsoft.com/office/officeart/2005/8/layout/orgChart1"/>
    <dgm:cxn modelId="{CA52516E-F96B-4494-BD92-0225949FAC8E}" type="presParOf" srcId="{D3664D89-3D5F-414F-BDF9-6DD184467A80}" destId="{763F14C9-31F7-4A39-A50A-BF7F0E6BC962}" srcOrd="1" destOrd="0" presId="urn:microsoft.com/office/officeart/2005/8/layout/orgChart1"/>
    <dgm:cxn modelId="{5A9C175D-FF7B-4907-9D5A-51114B3E03E3}" type="presParOf" srcId="{1E06A66F-789C-4634-972E-45A55E344851}" destId="{0B4BED53-69EF-4477-8AAD-1DFACCE7A55E}" srcOrd="1" destOrd="0" presId="urn:microsoft.com/office/officeart/2005/8/layout/orgChart1"/>
    <dgm:cxn modelId="{D54884F0-3DBA-4E33-A41C-FB81B3722610}" type="presParOf" srcId="{0B4BED53-69EF-4477-8AAD-1DFACCE7A55E}" destId="{A3C2E62E-2279-45DD-9935-5F1124B4ABFE}" srcOrd="0" destOrd="0" presId="urn:microsoft.com/office/officeart/2005/8/layout/orgChart1"/>
    <dgm:cxn modelId="{92E2FDFC-6FDF-42EF-9E04-497FEE285366}" type="presParOf" srcId="{0B4BED53-69EF-4477-8AAD-1DFACCE7A55E}" destId="{603721B2-9CF4-41FF-97F5-DD1B68583295}" srcOrd="1" destOrd="0" presId="urn:microsoft.com/office/officeart/2005/8/layout/orgChart1"/>
    <dgm:cxn modelId="{7CF840EB-5271-412A-BFD4-CCFF6347BFF5}" type="presParOf" srcId="{603721B2-9CF4-41FF-97F5-DD1B68583295}" destId="{5927D8ED-53DA-49FE-8312-936A732D096B}" srcOrd="0" destOrd="0" presId="urn:microsoft.com/office/officeart/2005/8/layout/orgChart1"/>
    <dgm:cxn modelId="{7219A8B3-00B4-4E6E-8DFE-6CCD71841943}" type="presParOf" srcId="{5927D8ED-53DA-49FE-8312-936A732D096B}" destId="{B6399BF2-009D-4A46-AC79-56E91FE2E714}" srcOrd="0" destOrd="0" presId="urn:microsoft.com/office/officeart/2005/8/layout/orgChart1"/>
    <dgm:cxn modelId="{273EAEB6-5C98-488B-ABDD-A7FAA7818A33}" type="presParOf" srcId="{5927D8ED-53DA-49FE-8312-936A732D096B}" destId="{E33AA7E0-5967-4269-BC66-7E754E5BB239}" srcOrd="1" destOrd="0" presId="urn:microsoft.com/office/officeart/2005/8/layout/orgChart1"/>
    <dgm:cxn modelId="{BBD6D60E-B16E-4BE8-BF66-D923987757CE}" type="presParOf" srcId="{603721B2-9CF4-41FF-97F5-DD1B68583295}" destId="{D05DF558-AE88-4381-905C-443EA7B3F85F}" srcOrd="1" destOrd="0" presId="urn:microsoft.com/office/officeart/2005/8/layout/orgChart1"/>
    <dgm:cxn modelId="{9861F013-6582-4BC1-A46E-7393DAF191CC}" type="presParOf" srcId="{603721B2-9CF4-41FF-97F5-DD1B68583295}" destId="{A7E15207-8AED-42D1-AE65-D9C3A49D6871}" srcOrd="2" destOrd="0" presId="urn:microsoft.com/office/officeart/2005/8/layout/orgChart1"/>
    <dgm:cxn modelId="{CB88061B-E668-422F-8F35-83897ECAD91B}" type="presParOf" srcId="{0B4BED53-69EF-4477-8AAD-1DFACCE7A55E}" destId="{B0C452E7-0527-4733-893D-D2DCA3E0B86A}" srcOrd="2" destOrd="0" presId="urn:microsoft.com/office/officeart/2005/8/layout/orgChart1"/>
    <dgm:cxn modelId="{6F3C3564-67E2-490A-B0C6-190D34E2A5E7}" type="presParOf" srcId="{0B4BED53-69EF-4477-8AAD-1DFACCE7A55E}" destId="{3BAAD0FD-FD3B-4A1C-B2B4-BBDABE835047}" srcOrd="3" destOrd="0" presId="urn:microsoft.com/office/officeart/2005/8/layout/orgChart1"/>
    <dgm:cxn modelId="{E3F74002-C8E1-4B56-85DA-7D266CC71144}" type="presParOf" srcId="{3BAAD0FD-FD3B-4A1C-B2B4-BBDABE835047}" destId="{4F81FDAA-0F87-4EB1-8B12-9E2B175A6B3D}" srcOrd="0" destOrd="0" presId="urn:microsoft.com/office/officeart/2005/8/layout/orgChart1"/>
    <dgm:cxn modelId="{5250CE1F-0946-4B27-AA60-BFEE1503404E}" type="presParOf" srcId="{4F81FDAA-0F87-4EB1-8B12-9E2B175A6B3D}" destId="{FBE47A00-8EE7-4080-89CC-AD8807DE86A1}" srcOrd="0" destOrd="0" presId="urn:microsoft.com/office/officeart/2005/8/layout/orgChart1"/>
    <dgm:cxn modelId="{ABD920B8-EDD5-4D62-BB1B-92E3E20301F3}" type="presParOf" srcId="{4F81FDAA-0F87-4EB1-8B12-9E2B175A6B3D}" destId="{36EA9703-42D7-46A2-AC9B-82FB320E9B2A}" srcOrd="1" destOrd="0" presId="urn:microsoft.com/office/officeart/2005/8/layout/orgChart1"/>
    <dgm:cxn modelId="{B5B7B2D4-5E76-4E48-BAC3-FB770E3A1120}" type="presParOf" srcId="{3BAAD0FD-FD3B-4A1C-B2B4-BBDABE835047}" destId="{77D4AC6C-D4DD-46E0-98EB-7A53BF0C379C}" srcOrd="1" destOrd="0" presId="urn:microsoft.com/office/officeart/2005/8/layout/orgChart1"/>
    <dgm:cxn modelId="{A4CED125-967A-4842-9929-CBEF1E587A06}" type="presParOf" srcId="{77D4AC6C-D4DD-46E0-98EB-7A53BF0C379C}" destId="{8C30806D-D8C1-4C5A-8CF4-73EB3C36C9DA}" srcOrd="0" destOrd="0" presId="urn:microsoft.com/office/officeart/2005/8/layout/orgChart1"/>
    <dgm:cxn modelId="{B816CE1A-095B-4927-8494-AAB2D5CB881B}" type="presParOf" srcId="{77D4AC6C-D4DD-46E0-98EB-7A53BF0C379C}" destId="{5F0424E5-897A-4245-A458-6A7F68A661F6}" srcOrd="1" destOrd="0" presId="urn:microsoft.com/office/officeart/2005/8/layout/orgChart1"/>
    <dgm:cxn modelId="{267D5029-A380-4E53-AA27-3D6F3A397879}" type="presParOf" srcId="{5F0424E5-897A-4245-A458-6A7F68A661F6}" destId="{539781AD-DB36-41B8-945C-153862882B6F}" srcOrd="0" destOrd="0" presId="urn:microsoft.com/office/officeart/2005/8/layout/orgChart1"/>
    <dgm:cxn modelId="{131C498B-8267-4CA5-8354-E52F226F06B7}" type="presParOf" srcId="{539781AD-DB36-41B8-945C-153862882B6F}" destId="{AFEED0B6-79A9-4BA0-AB3B-7E79AA532C3F}" srcOrd="0" destOrd="0" presId="urn:microsoft.com/office/officeart/2005/8/layout/orgChart1"/>
    <dgm:cxn modelId="{5662A48E-1497-4ECD-A146-9DEC712EAB03}" type="presParOf" srcId="{539781AD-DB36-41B8-945C-153862882B6F}" destId="{42E800FE-8EC5-4861-A543-A4A83C122143}" srcOrd="1" destOrd="0" presId="urn:microsoft.com/office/officeart/2005/8/layout/orgChart1"/>
    <dgm:cxn modelId="{43830EA4-2FD8-4B99-AF83-BD69491C5B9E}" type="presParOf" srcId="{5F0424E5-897A-4245-A458-6A7F68A661F6}" destId="{BD6CF84E-1A4D-4159-BDE6-EDA49A591F50}" srcOrd="1" destOrd="0" presId="urn:microsoft.com/office/officeart/2005/8/layout/orgChart1"/>
    <dgm:cxn modelId="{AF73D7C4-DA5F-493F-A5E9-008AF9CAC941}" type="presParOf" srcId="{5F0424E5-897A-4245-A458-6A7F68A661F6}" destId="{C23846EB-908E-4FA1-9B28-15B96A0AC423}" srcOrd="2" destOrd="0" presId="urn:microsoft.com/office/officeart/2005/8/layout/orgChart1"/>
    <dgm:cxn modelId="{FE4AB3B1-41F8-4502-BA05-50717488ED85}" type="presParOf" srcId="{77D4AC6C-D4DD-46E0-98EB-7A53BF0C379C}" destId="{77630F50-41BB-4F9E-AB3F-31EF4446C5B7}" srcOrd="2" destOrd="0" presId="urn:microsoft.com/office/officeart/2005/8/layout/orgChart1"/>
    <dgm:cxn modelId="{D34CC5E5-1653-425D-B8DE-BBB5EC251D37}" type="presParOf" srcId="{77D4AC6C-D4DD-46E0-98EB-7A53BF0C379C}" destId="{69CB6533-44E8-444F-B060-4DED15565DAE}" srcOrd="3" destOrd="0" presId="urn:microsoft.com/office/officeart/2005/8/layout/orgChart1"/>
    <dgm:cxn modelId="{661BDA55-5E49-426A-9BEA-248AA1DEC1B7}" type="presParOf" srcId="{69CB6533-44E8-444F-B060-4DED15565DAE}" destId="{4AE5A6C0-51E6-48E2-9E35-69BEDFE82D8A}" srcOrd="0" destOrd="0" presId="urn:microsoft.com/office/officeart/2005/8/layout/orgChart1"/>
    <dgm:cxn modelId="{1D65DB2B-2B84-4ACE-B549-57AE5C8DCFE7}" type="presParOf" srcId="{4AE5A6C0-51E6-48E2-9E35-69BEDFE82D8A}" destId="{E5D6B167-3FA9-4213-BD5D-6DD94637F056}" srcOrd="0" destOrd="0" presId="urn:microsoft.com/office/officeart/2005/8/layout/orgChart1"/>
    <dgm:cxn modelId="{486A0073-4E61-4017-BE19-532808DBA356}" type="presParOf" srcId="{4AE5A6C0-51E6-48E2-9E35-69BEDFE82D8A}" destId="{8A75ABF9-B80F-477E-ADA7-48AD52BEF5B3}" srcOrd="1" destOrd="0" presId="urn:microsoft.com/office/officeart/2005/8/layout/orgChart1"/>
    <dgm:cxn modelId="{293915DA-A8C8-43BA-9514-C30D682D86DF}" type="presParOf" srcId="{69CB6533-44E8-444F-B060-4DED15565DAE}" destId="{C505006E-A92F-4332-A50A-5A2BF1131422}" srcOrd="1" destOrd="0" presId="urn:microsoft.com/office/officeart/2005/8/layout/orgChart1"/>
    <dgm:cxn modelId="{9E9E67D0-52B0-4DD6-A5C0-CAF4E6FFF88D}" type="presParOf" srcId="{C505006E-A92F-4332-A50A-5A2BF1131422}" destId="{B30C41FA-EECB-4F61-9206-E22CF485CCE5}" srcOrd="0" destOrd="0" presId="urn:microsoft.com/office/officeart/2005/8/layout/orgChart1"/>
    <dgm:cxn modelId="{93FB52BB-7D26-41F3-B6F5-08773DD07A9E}" type="presParOf" srcId="{C505006E-A92F-4332-A50A-5A2BF1131422}" destId="{BA735728-FC71-4AFE-B51A-E63C0200C78C}" srcOrd="1" destOrd="0" presId="urn:microsoft.com/office/officeart/2005/8/layout/orgChart1"/>
    <dgm:cxn modelId="{492DE679-F898-4A87-AE37-E9679EF74FAD}" type="presParOf" srcId="{BA735728-FC71-4AFE-B51A-E63C0200C78C}" destId="{9395150D-5420-4CC7-AF02-A3CA4A2FDEA3}" srcOrd="0" destOrd="0" presId="urn:microsoft.com/office/officeart/2005/8/layout/orgChart1"/>
    <dgm:cxn modelId="{E7CA9B9D-85FA-4042-8831-BA238F98A66A}" type="presParOf" srcId="{9395150D-5420-4CC7-AF02-A3CA4A2FDEA3}" destId="{8D865ED3-DDFE-4DC4-9E13-9C136E1F4596}" srcOrd="0" destOrd="0" presId="urn:microsoft.com/office/officeart/2005/8/layout/orgChart1"/>
    <dgm:cxn modelId="{E5444A9C-93DC-4053-826F-06DACF57773A}" type="presParOf" srcId="{9395150D-5420-4CC7-AF02-A3CA4A2FDEA3}" destId="{36A1C92A-2A81-4A4B-83BA-805B1367B0BE}" srcOrd="1" destOrd="0" presId="urn:microsoft.com/office/officeart/2005/8/layout/orgChart1"/>
    <dgm:cxn modelId="{C87E00C7-9BCB-4368-B9A2-7D70B2605A14}" type="presParOf" srcId="{BA735728-FC71-4AFE-B51A-E63C0200C78C}" destId="{AE6179CE-3C26-4DDD-A9C6-7FDACD0D0950}" srcOrd="1" destOrd="0" presId="urn:microsoft.com/office/officeart/2005/8/layout/orgChart1"/>
    <dgm:cxn modelId="{39748831-FA07-47D8-876C-E4546EB77479}" type="presParOf" srcId="{BA735728-FC71-4AFE-B51A-E63C0200C78C}" destId="{85F97C8F-E39A-4D0E-95B2-704CE74BE420}" srcOrd="2" destOrd="0" presId="urn:microsoft.com/office/officeart/2005/8/layout/orgChart1"/>
    <dgm:cxn modelId="{91DEF4CD-8BFC-47A7-B98D-AAFD58349CDC}" type="presParOf" srcId="{C505006E-A92F-4332-A50A-5A2BF1131422}" destId="{68C7BD88-A8CF-414B-BDFC-66464783C2D7}" srcOrd="2" destOrd="0" presId="urn:microsoft.com/office/officeart/2005/8/layout/orgChart1"/>
    <dgm:cxn modelId="{16834698-484C-4179-8E35-D50FE522C53C}" type="presParOf" srcId="{C505006E-A92F-4332-A50A-5A2BF1131422}" destId="{0E30D6F3-3205-4B25-B383-43F08D8B0B33}" srcOrd="3" destOrd="0" presId="urn:microsoft.com/office/officeart/2005/8/layout/orgChart1"/>
    <dgm:cxn modelId="{694C9372-C4E4-40CF-9159-C2DB96028970}" type="presParOf" srcId="{0E30D6F3-3205-4B25-B383-43F08D8B0B33}" destId="{7C549D11-784E-460E-AE1C-53731F980629}" srcOrd="0" destOrd="0" presId="urn:microsoft.com/office/officeart/2005/8/layout/orgChart1"/>
    <dgm:cxn modelId="{D197F834-F92F-44DD-84B1-A05AE0B9BD39}" type="presParOf" srcId="{7C549D11-784E-460E-AE1C-53731F980629}" destId="{75D95989-366C-4CD5-85A1-9C1B9C87D98A}" srcOrd="0" destOrd="0" presId="urn:microsoft.com/office/officeart/2005/8/layout/orgChart1"/>
    <dgm:cxn modelId="{D400EC88-8F46-4077-93CB-D0EAAF31C907}" type="presParOf" srcId="{7C549D11-784E-460E-AE1C-53731F980629}" destId="{8979F7BD-16FC-418C-B14B-576370E02F17}" srcOrd="1" destOrd="0" presId="urn:microsoft.com/office/officeart/2005/8/layout/orgChart1"/>
    <dgm:cxn modelId="{F0103CA7-6E3C-49CF-A943-6664DF85AA7F}" type="presParOf" srcId="{0E30D6F3-3205-4B25-B383-43F08D8B0B33}" destId="{D1054AA5-823B-4AB2-9B33-37BD7B5F3FD9}" srcOrd="1" destOrd="0" presId="urn:microsoft.com/office/officeart/2005/8/layout/orgChart1"/>
    <dgm:cxn modelId="{55946AE3-2F6B-4215-A624-E34CEFD5BB6A}" type="presParOf" srcId="{0E30D6F3-3205-4B25-B383-43F08D8B0B33}" destId="{AAD28A56-9167-4321-9E14-94481E6FAF09}" srcOrd="2" destOrd="0" presId="urn:microsoft.com/office/officeart/2005/8/layout/orgChart1"/>
    <dgm:cxn modelId="{9D6F196C-6899-4FC2-9479-36A705DE908A}" type="presParOf" srcId="{C505006E-A92F-4332-A50A-5A2BF1131422}" destId="{57B4B7B4-DBBB-42BE-8244-08C6A48F1D4E}" srcOrd="4" destOrd="0" presId="urn:microsoft.com/office/officeart/2005/8/layout/orgChart1"/>
    <dgm:cxn modelId="{55B57AB8-C38F-4B1B-AA2D-0CFA19C236E0}" type="presParOf" srcId="{C505006E-A92F-4332-A50A-5A2BF1131422}" destId="{9ACD3656-6786-4433-B685-1A5F511C5523}" srcOrd="5" destOrd="0" presId="urn:microsoft.com/office/officeart/2005/8/layout/orgChart1"/>
    <dgm:cxn modelId="{5F707F4C-A5B6-4677-853F-12C3CC2AF33C}" type="presParOf" srcId="{9ACD3656-6786-4433-B685-1A5F511C5523}" destId="{E45FF460-365C-43E0-AE4C-325CAFDEF6E6}" srcOrd="0" destOrd="0" presId="urn:microsoft.com/office/officeart/2005/8/layout/orgChart1"/>
    <dgm:cxn modelId="{68608A5D-2776-4277-B7E4-4658ABDA2BA4}" type="presParOf" srcId="{E45FF460-365C-43E0-AE4C-325CAFDEF6E6}" destId="{4AD9E192-BE6A-4DF8-9AC2-D273DA4F1EAA}" srcOrd="0" destOrd="0" presId="urn:microsoft.com/office/officeart/2005/8/layout/orgChart1"/>
    <dgm:cxn modelId="{625A7588-0FE6-44B1-80C9-BEDD2E92A231}" type="presParOf" srcId="{E45FF460-365C-43E0-AE4C-325CAFDEF6E6}" destId="{C0712093-7C06-4635-86EE-79EF4D8F9B68}" srcOrd="1" destOrd="0" presId="urn:microsoft.com/office/officeart/2005/8/layout/orgChart1"/>
    <dgm:cxn modelId="{CB20E0E0-CA6F-4846-8128-D3DE56999708}" type="presParOf" srcId="{9ACD3656-6786-4433-B685-1A5F511C5523}" destId="{B2477B42-3E0C-4CA1-92EB-BBA77E3114E6}" srcOrd="1" destOrd="0" presId="urn:microsoft.com/office/officeart/2005/8/layout/orgChart1"/>
    <dgm:cxn modelId="{0B48C285-FF5C-4A12-926C-232E9F4C6620}" type="presParOf" srcId="{B2477B42-3E0C-4CA1-92EB-BBA77E3114E6}" destId="{C3EAA277-39AA-48B0-B65E-C2B3D7E588D6}" srcOrd="0" destOrd="0" presId="urn:microsoft.com/office/officeart/2005/8/layout/orgChart1"/>
    <dgm:cxn modelId="{38C80158-DFED-425E-B44D-2D6408802EBB}" type="presParOf" srcId="{B2477B42-3E0C-4CA1-92EB-BBA77E3114E6}" destId="{5D19745E-496D-44D4-8733-73485559765B}" srcOrd="1" destOrd="0" presId="urn:microsoft.com/office/officeart/2005/8/layout/orgChart1"/>
    <dgm:cxn modelId="{958BFA25-0418-475C-8856-DF09ACB9476B}" type="presParOf" srcId="{5D19745E-496D-44D4-8733-73485559765B}" destId="{58580F0E-6931-4F7A-B4F1-9E2E3F3D8BE7}" srcOrd="0" destOrd="0" presId="urn:microsoft.com/office/officeart/2005/8/layout/orgChart1"/>
    <dgm:cxn modelId="{09E5B82E-5F84-429D-8E5D-8679C655C544}" type="presParOf" srcId="{58580F0E-6931-4F7A-B4F1-9E2E3F3D8BE7}" destId="{723A56C0-86CD-484D-B45E-EBE7DB623610}" srcOrd="0" destOrd="0" presId="urn:microsoft.com/office/officeart/2005/8/layout/orgChart1"/>
    <dgm:cxn modelId="{883AD440-CA5D-4B68-8A3E-6D65C8713D5D}" type="presParOf" srcId="{58580F0E-6931-4F7A-B4F1-9E2E3F3D8BE7}" destId="{15911C11-9E50-4D07-ABE7-EBD0908B30C9}" srcOrd="1" destOrd="0" presId="urn:microsoft.com/office/officeart/2005/8/layout/orgChart1"/>
    <dgm:cxn modelId="{65B01F88-7E19-4B5F-A32C-ABA55F38E03D}" type="presParOf" srcId="{5D19745E-496D-44D4-8733-73485559765B}" destId="{486E198A-BA19-487D-A8BF-D3C9B09AEA87}" srcOrd="1" destOrd="0" presId="urn:microsoft.com/office/officeart/2005/8/layout/orgChart1"/>
    <dgm:cxn modelId="{54229F1B-47A8-4F72-A6A5-771B571A7709}" type="presParOf" srcId="{5D19745E-496D-44D4-8733-73485559765B}" destId="{57C01876-71D7-48ED-8CF2-242A0F3DF359}" srcOrd="2" destOrd="0" presId="urn:microsoft.com/office/officeart/2005/8/layout/orgChart1"/>
    <dgm:cxn modelId="{AC1FC7DC-5F3C-4F99-B5D6-F8735F1513A8}" type="presParOf" srcId="{B2477B42-3E0C-4CA1-92EB-BBA77E3114E6}" destId="{2B6216EE-0332-46F3-BC8E-9FC18354BC59}" srcOrd="2" destOrd="0" presId="urn:microsoft.com/office/officeart/2005/8/layout/orgChart1"/>
    <dgm:cxn modelId="{AD0226B9-60BD-4167-80D4-E7E9F3241E61}" type="presParOf" srcId="{B2477B42-3E0C-4CA1-92EB-BBA77E3114E6}" destId="{84857238-4826-4AF8-A762-41EE06FE4C28}" srcOrd="3" destOrd="0" presId="urn:microsoft.com/office/officeart/2005/8/layout/orgChart1"/>
    <dgm:cxn modelId="{412E4537-2F6E-4E5C-BE6C-80C1A4271780}" type="presParOf" srcId="{84857238-4826-4AF8-A762-41EE06FE4C28}" destId="{9DCC0560-9926-4A3E-86C4-C98A777A4113}" srcOrd="0" destOrd="0" presId="urn:microsoft.com/office/officeart/2005/8/layout/orgChart1"/>
    <dgm:cxn modelId="{831308F1-E44E-42AF-8574-EA0AA6C589A8}" type="presParOf" srcId="{9DCC0560-9926-4A3E-86C4-C98A777A4113}" destId="{AED04F68-6CFF-47E4-A0B1-8EB9FEEA82A7}" srcOrd="0" destOrd="0" presId="urn:microsoft.com/office/officeart/2005/8/layout/orgChart1"/>
    <dgm:cxn modelId="{CACB495A-4651-4673-AABE-49B6EF48BC39}" type="presParOf" srcId="{9DCC0560-9926-4A3E-86C4-C98A777A4113}" destId="{2C06A797-5204-4565-AD23-5EA462DB4912}" srcOrd="1" destOrd="0" presId="urn:microsoft.com/office/officeart/2005/8/layout/orgChart1"/>
    <dgm:cxn modelId="{A9F8C3AE-FA7F-4C09-9277-FD804DF9D0E0}" type="presParOf" srcId="{84857238-4826-4AF8-A762-41EE06FE4C28}" destId="{5CA96AD2-300D-4A7E-B874-FF6D058776F2}" srcOrd="1" destOrd="0" presId="urn:microsoft.com/office/officeart/2005/8/layout/orgChart1"/>
    <dgm:cxn modelId="{06B1EDF3-3A70-41AA-AE14-810AED8C45DF}" type="presParOf" srcId="{84857238-4826-4AF8-A762-41EE06FE4C28}" destId="{5AD8BB6F-BF37-4E6D-87C3-448D81E9C9FB}" srcOrd="2" destOrd="0" presId="urn:microsoft.com/office/officeart/2005/8/layout/orgChart1"/>
    <dgm:cxn modelId="{4561863A-8047-4BA5-9867-7069C3FC37C5}" type="presParOf" srcId="{9ACD3656-6786-4433-B685-1A5F511C5523}" destId="{EA32AA4E-B8E5-46C4-B0BE-2C86B62B14A1}" srcOrd="2" destOrd="0" presId="urn:microsoft.com/office/officeart/2005/8/layout/orgChart1"/>
    <dgm:cxn modelId="{CAD4DC54-518E-42AB-A6BF-E6CADBB4D26D}" type="presParOf" srcId="{C505006E-A92F-4332-A50A-5A2BF1131422}" destId="{7D4A13F4-FD34-4B8E-B53E-BFCE53B83B25}" srcOrd="6" destOrd="0" presId="urn:microsoft.com/office/officeart/2005/8/layout/orgChart1"/>
    <dgm:cxn modelId="{D7027185-CAAF-46F6-9AD5-1F114232E57F}" type="presParOf" srcId="{C505006E-A92F-4332-A50A-5A2BF1131422}" destId="{24018752-8D79-4F05-BA8A-34A6007A8DDF}" srcOrd="7" destOrd="0" presId="urn:microsoft.com/office/officeart/2005/8/layout/orgChart1"/>
    <dgm:cxn modelId="{58005122-2EA9-4FA7-851E-A289E593A63A}" type="presParOf" srcId="{24018752-8D79-4F05-BA8A-34A6007A8DDF}" destId="{AED6B1B9-92B7-41BC-92DD-BBADDD7E3492}" srcOrd="0" destOrd="0" presId="urn:microsoft.com/office/officeart/2005/8/layout/orgChart1"/>
    <dgm:cxn modelId="{2EA3010B-50BF-4140-BDF1-43FB30C682CC}" type="presParOf" srcId="{AED6B1B9-92B7-41BC-92DD-BBADDD7E3492}" destId="{2686E213-FD5F-40A3-B80F-3392F1DA8ED0}" srcOrd="0" destOrd="0" presId="urn:microsoft.com/office/officeart/2005/8/layout/orgChart1"/>
    <dgm:cxn modelId="{4F651488-04E7-4F5D-98D1-EDAB4F5EA1F5}" type="presParOf" srcId="{AED6B1B9-92B7-41BC-92DD-BBADDD7E3492}" destId="{8CF86E3D-8369-4746-A0C5-B9AEB9DE51CC}" srcOrd="1" destOrd="0" presId="urn:microsoft.com/office/officeart/2005/8/layout/orgChart1"/>
    <dgm:cxn modelId="{79A8117F-D287-485E-A283-DAE100FE1110}" type="presParOf" srcId="{24018752-8D79-4F05-BA8A-34A6007A8DDF}" destId="{74FC7C2C-17F4-4A43-961B-9082E34CDB09}" srcOrd="1" destOrd="0" presId="urn:microsoft.com/office/officeart/2005/8/layout/orgChart1"/>
    <dgm:cxn modelId="{B10E20C8-CF15-49B1-A1B5-1B998CC23265}" type="presParOf" srcId="{24018752-8D79-4F05-BA8A-34A6007A8DDF}" destId="{1215291A-3532-4E39-B8BD-33802FD12233}" srcOrd="2" destOrd="0" presId="urn:microsoft.com/office/officeart/2005/8/layout/orgChart1"/>
    <dgm:cxn modelId="{7ACCDD5B-C1B0-40FC-A38F-65CB41D8E28A}" type="presParOf" srcId="{69CB6533-44E8-444F-B060-4DED15565DAE}" destId="{B5DFD584-7DD8-4931-8268-360A1EADE16A}" srcOrd="2" destOrd="0" presId="urn:microsoft.com/office/officeart/2005/8/layout/orgChart1"/>
    <dgm:cxn modelId="{D81C7164-CDDD-411D-A184-2B5582BD1CFB}" type="presParOf" srcId="{3BAAD0FD-FD3B-4A1C-B2B4-BBDABE835047}" destId="{CC508A1B-ED9C-4203-AACE-73E98147CF12}" srcOrd="2" destOrd="0" presId="urn:microsoft.com/office/officeart/2005/8/layout/orgChart1"/>
    <dgm:cxn modelId="{A63FE62A-7726-4F9E-8545-72098C8C41CF}" type="presParOf" srcId="{0B4BED53-69EF-4477-8AAD-1DFACCE7A55E}" destId="{0C862B2C-9C17-4CD1-86B1-D0D172B39D5B}" srcOrd="4" destOrd="0" presId="urn:microsoft.com/office/officeart/2005/8/layout/orgChart1"/>
    <dgm:cxn modelId="{61ADF32A-1DA5-4C8E-A8F9-1F5F67294649}" type="presParOf" srcId="{0B4BED53-69EF-4477-8AAD-1DFACCE7A55E}" destId="{E82969CF-4210-412A-944E-A074694922E3}" srcOrd="5" destOrd="0" presId="urn:microsoft.com/office/officeart/2005/8/layout/orgChart1"/>
    <dgm:cxn modelId="{D3F9A397-1A7B-4963-9EFA-A45DE2B63498}" type="presParOf" srcId="{E82969CF-4210-412A-944E-A074694922E3}" destId="{AC8A4E19-7E1B-46B6-B890-215C17914313}" srcOrd="0" destOrd="0" presId="urn:microsoft.com/office/officeart/2005/8/layout/orgChart1"/>
    <dgm:cxn modelId="{764E5C74-98F5-40B3-980D-76FC4A386D7D}" type="presParOf" srcId="{AC8A4E19-7E1B-46B6-B890-215C17914313}" destId="{EC45E921-B3F0-4613-938B-117C53447DC4}" srcOrd="0" destOrd="0" presId="urn:microsoft.com/office/officeart/2005/8/layout/orgChart1"/>
    <dgm:cxn modelId="{4C5ECF7F-F234-42BC-A8B6-A3D6C06E2E6E}" type="presParOf" srcId="{AC8A4E19-7E1B-46B6-B890-215C17914313}" destId="{D1706F98-20E8-4169-B7AE-D4B0D259237F}" srcOrd="1" destOrd="0" presId="urn:microsoft.com/office/officeart/2005/8/layout/orgChart1"/>
    <dgm:cxn modelId="{8EEA4F5E-A8C7-4923-8DD5-E46881C5EAF6}" type="presParOf" srcId="{E82969CF-4210-412A-944E-A074694922E3}" destId="{B8F4354E-50D6-465C-902F-7EFC89B5E4DF}" srcOrd="1" destOrd="0" presId="urn:microsoft.com/office/officeart/2005/8/layout/orgChart1"/>
    <dgm:cxn modelId="{414F2F9E-F91F-4F05-AB3B-E3255A8A12D7}" type="presParOf" srcId="{B8F4354E-50D6-465C-902F-7EFC89B5E4DF}" destId="{FD570B6E-AF9B-4F42-83DB-21DFD1A0CF24}" srcOrd="0" destOrd="0" presId="urn:microsoft.com/office/officeart/2005/8/layout/orgChart1"/>
    <dgm:cxn modelId="{DF856A3E-7F68-421B-8211-876D6061D496}" type="presParOf" srcId="{B8F4354E-50D6-465C-902F-7EFC89B5E4DF}" destId="{389C891F-BF5D-4FBF-A27F-47D914E60E0E}" srcOrd="1" destOrd="0" presId="urn:microsoft.com/office/officeart/2005/8/layout/orgChart1"/>
    <dgm:cxn modelId="{9E39C9CB-1C4D-4D2E-802A-2F3A5601125C}" type="presParOf" srcId="{389C891F-BF5D-4FBF-A27F-47D914E60E0E}" destId="{4A5205A5-1EAF-4E1A-9F62-415C5185099B}" srcOrd="0" destOrd="0" presId="urn:microsoft.com/office/officeart/2005/8/layout/orgChart1"/>
    <dgm:cxn modelId="{6758302F-D91D-42D2-94B8-65B9742FF6D6}" type="presParOf" srcId="{4A5205A5-1EAF-4E1A-9F62-415C5185099B}" destId="{078868D4-D600-4760-96C3-67E91C37F21A}" srcOrd="0" destOrd="0" presId="urn:microsoft.com/office/officeart/2005/8/layout/orgChart1"/>
    <dgm:cxn modelId="{188FE92C-7487-4F1F-AE30-FD17BFF7D320}" type="presParOf" srcId="{4A5205A5-1EAF-4E1A-9F62-415C5185099B}" destId="{0250E01B-80D8-4D93-A6EC-5881C66E2D0A}" srcOrd="1" destOrd="0" presId="urn:microsoft.com/office/officeart/2005/8/layout/orgChart1"/>
    <dgm:cxn modelId="{BF2412A8-5B02-4898-A74E-9CC6747DEA8D}" type="presParOf" srcId="{389C891F-BF5D-4FBF-A27F-47D914E60E0E}" destId="{C682DC6D-5D2C-4790-B00E-F56B85DFF2EF}" srcOrd="1" destOrd="0" presId="urn:microsoft.com/office/officeart/2005/8/layout/orgChart1"/>
    <dgm:cxn modelId="{854ED1FB-9D17-4ED9-AED8-1195F4D9944D}" type="presParOf" srcId="{389C891F-BF5D-4FBF-A27F-47D914E60E0E}" destId="{53559EFD-6332-401E-885F-2A19B26FCE73}" srcOrd="2" destOrd="0" presId="urn:microsoft.com/office/officeart/2005/8/layout/orgChart1"/>
    <dgm:cxn modelId="{F0E621C5-E09F-4D32-8E68-E33C3F893682}" type="presParOf" srcId="{B8F4354E-50D6-465C-902F-7EFC89B5E4DF}" destId="{569D8539-D913-43E9-9AA0-A920583698EB}" srcOrd="2" destOrd="0" presId="urn:microsoft.com/office/officeart/2005/8/layout/orgChart1"/>
    <dgm:cxn modelId="{BB2C9354-113D-41A1-9DE8-2456747D131B}" type="presParOf" srcId="{B8F4354E-50D6-465C-902F-7EFC89B5E4DF}" destId="{17C09E0C-A62A-4719-86A1-FDE805E9242C}" srcOrd="3" destOrd="0" presId="urn:microsoft.com/office/officeart/2005/8/layout/orgChart1"/>
    <dgm:cxn modelId="{AA9A86E3-FBEB-4CE1-BBD6-23E94E89125D}" type="presParOf" srcId="{17C09E0C-A62A-4719-86A1-FDE805E9242C}" destId="{AEE387F9-C8E9-4D9E-B5A6-423866813381}" srcOrd="0" destOrd="0" presId="urn:microsoft.com/office/officeart/2005/8/layout/orgChart1"/>
    <dgm:cxn modelId="{B5DAF5BA-DDCB-4FD7-AD74-6DD91B848F74}" type="presParOf" srcId="{AEE387F9-C8E9-4D9E-B5A6-423866813381}" destId="{959183C9-9C5F-4DA1-BF47-250FFAB507D3}" srcOrd="0" destOrd="0" presId="urn:microsoft.com/office/officeart/2005/8/layout/orgChart1"/>
    <dgm:cxn modelId="{282743A6-1BFA-41C3-B505-8F7E63A4AFD1}" type="presParOf" srcId="{AEE387F9-C8E9-4D9E-B5A6-423866813381}" destId="{6C3D10A8-B155-40C5-AC73-F27AA6662E2D}" srcOrd="1" destOrd="0" presId="urn:microsoft.com/office/officeart/2005/8/layout/orgChart1"/>
    <dgm:cxn modelId="{29D072B0-35E7-42FC-BF2D-A2A95A07D8AC}" type="presParOf" srcId="{17C09E0C-A62A-4719-86A1-FDE805E9242C}" destId="{5BA3CE3A-22F3-4093-82AB-F208DC23A111}" srcOrd="1" destOrd="0" presId="urn:microsoft.com/office/officeart/2005/8/layout/orgChart1"/>
    <dgm:cxn modelId="{C1F30F10-18B3-4597-A8DD-633DFE5145C6}" type="presParOf" srcId="{5BA3CE3A-22F3-4093-82AB-F208DC23A111}" destId="{353FB217-4855-417B-A5C0-3F2C2BBAB9FB}" srcOrd="0" destOrd="0" presId="urn:microsoft.com/office/officeart/2005/8/layout/orgChart1"/>
    <dgm:cxn modelId="{7FFA1EA6-E8C7-4754-B8C6-188699BFC1B2}" type="presParOf" srcId="{5BA3CE3A-22F3-4093-82AB-F208DC23A111}" destId="{FCB3C386-1526-445A-9998-5C908FB37262}" srcOrd="1" destOrd="0" presId="urn:microsoft.com/office/officeart/2005/8/layout/orgChart1"/>
    <dgm:cxn modelId="{EB83A844-AADD-40A9-879F-8EAD846B980A}" type="presParOf" srcId="{FCB3C386-1526-445A-9998-5C908FB37262}" destId="{433FF2AD-EF8D-4CF7-8B5D-41200CCAA264}" srcOrd="0" destOrd="0" presId="urn:microsoft.com/office/officeart/2005/8/layout/orgChart1"/>
    <dgm:cxn modelId="{D1AE2AB8-4B90-4024-B700-75904CB7C56E}" type="presParOf" srcId="{433FF2AD-EF8D-4CF7-8B5D-41200CCAA264}" destId="{5A4FB645-BC77-41B0-B5A6-D782CA5549D3}" srcOrd="0" destOrd="0" presId="urn:microsoft.com/office/officeart/2005/8/layout/orgChart1"/>
    <dgm:cxn modelId="{F8347349-1097-4668-AD9B-FC324B310E8E}" type="presParOf" srcId="{433FF2AD-EF8D-4CF7-8B5D-41200CCAA264}" destId="{34ACE09C-5492-48EF-9A8D-F244F39A1CC9}" srcOrd="1" destOrd="0" presId="urn:microsoft.com/office/officeart/2005/8/layout/orgChart1"/>
    <dgm:cxn modelId="{6439A31F-28B2-4648-83B4-6E388D1F8710}" type="presParOf" srcId="{FCB3C386-1526-445A-9998-5C908FB37262}" destId="{2911D249-21EF-4347-B934-27704CB75F9F}" srcOrd="1" destOrd="0" presId="urn:microsoft.com/office/officeart/2005/8/layout/orgChart1"/>
    <dgm:cxn modelId="{4F33CDFD-0A62-4314-A604-9FB274B7DF01}" type="presParOf" srcId="{FCB3C386-1526-445A-9998-5C908FB37262}" destId="{D2EAFF18-C991-4986-B2F2-E48995C4722A}" srcOrd="2" destOrd="0" presId="urn:microsoft.com/office/officeart/2005/8/layout/orgChart1"/>
    <dgm:cxn modelId="{DD6DC628-9A14-453A-B99D-9B6B8FA7B7CF}" type="presParOf" srcId="{17C09E0C-A62A-4719-86A1-FDE805E9242C}" destId="{B2F25F58-848A-4725-ADC9-C030CF567C1D}" srcOrd="2" destOrd="0" presId="urn:microsoft.com/office/officeart/2005/8/layout/orgChart1"/>
    <dgm:cxn modelId="{3F73EF5B-107C-4658-B6FD-72BAB3B71792}" type="presParOf" srcId="{E82969CF-4210-412A-944E-A074694922E3}" destId="{99D5E546-E86E-404B-91B5-118A9240783A}" srcOrd="2" destOrd="0" presId="urn:microsoft.com/office/officeart/2005/8/layout/orgChart1"/>
    <dgm:cxn modelId="{FB3E01A4-EF15-4077-A424-BF8F1364AA64}" type="presParOf" srcId="{1E06A66F-789C-4634-972E-45A55E344851}" destId="{3DB67EBA-2C55-4ED7-910D-FF00B28E1BA3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BD51E99-FFC0-4EEF-9C6C-468F6122572C}" type="doc">
      <dgm:prSet loTypeId="urn:microsoft.com/office/officeart/2005/8/layout/orgChart1" loCatId="hierarchy" qsTypeId="urn:microsoft.com/office/officeart/2005/8/quickstyle/simple1" qsCatId="simple" csTypeId="urn:microsoft.com/office/officeart/2005/8/colors/accent2_3" csCatId="accent2" phldr="1"/>
      <dgm:spPr/>
      <dgm:t>
        <a:bodyPr/>
        <a:lstStyle/>
        <a:p>
          <a:endParaRPr lang="en-GB"/>
        </a:p>
      </dgm:t>
    </dgm:pt>
    <dgm:pt modelId="{641A81AC-9EA2-4A34-9E00-9385ED1FD422}">
      <dgm:prSet phldrT="[Text]"/>
      <dgm:spPr/>
      <dgm:t>
        <a:bodyPr/>
        <a:lstStyle/>
        <a:p>
          <a:r>
            <a:rPr lang="en-GB" dirty="0"/>
            <a:t>Company wage program</a:t>
          </a:r>
        </a:p>
      </dgm:t>
    </dgm:pt>
    <dgm:pt modelId="{FE9D218B-9D24-4764-B6A2-6380B9E0F411}" type="parTrans" cxnId="{08E34895-11D1-4CB3-B06E-201BA1C44F7F}">
      <dgm:prSet/>
      <dgm:spPr/>
      <dgm:t>
        <a:bodyPr/>
        <a:lstStyle/>
        <a:p>
          <a:endParaRPr lang="en-GB"/>
        </a:p>
      </dgm:t>
    </dgm:pt>
    <dgm:pt modelId="{CA4593E2-4752-4C4F-986F-72D2B7FDDEFF}" type="sibTrans" cxnId="{08E34895-11D1-4CB3-B06E-201BA1C44F7F}">
      <dgm:prSet/>
      <dgm:spPr/>
      <dgm:t>
        <a:bodyPr/>
        <a:lstStyle/>
        <a:p>
          <a:endParaRPr lang="en-GB"/>
        </a:p>
      </dgm:t>
    </dgm:pt>
    <dgm:pt modelId="{6A310116-E4CA-4DAA-9FA7-A32CC4C882C1}">
      <dgm:prSet phldrT="[Text]"/>
      <dgm:spPr/>
      <dgm:t>
        <a:bodyPr/>
        <a:lstStyle/>
        <a:p>
          <a:r>
            <a:rPr lang="en-GB" dirty="0"/>
            <a:t>Input employee details</a:t>
          </a:r>
        </a:p>
      </dgm:t>
    </dgm:pt>
    <dgm:pt modelId="{6B487201-48C7-4A3F-82AF-53B03C877328}" type="parTrans" cxnId="{9C00559D-8453-449C-BA1D-6D269B781942}">
      <dgm:prSet/>
      <dgm:spPr/>
      <dgm:t>
        <a:bodyPr/>
        <a:lstStyle/>
        <a:p>
          <a:endParaRPr lang="en-GB"/>
        </a:p>
      </dgm:t>
    </dgm:pt>
    <dgm:pt modelId="{6D1A143E-D152-4857-91C0-707785665A42}" type="sibTrans" cxnId="{9C00559D-8453-449C-BA1D-6D269B781942}">
      <dgm:prSet/>
      <dgm:spPr/>
      <dgm:t>
        <a:bodyPr/>
        <a:lstStyle/>
        <a:p>
          <a:endParaRPr lang="en-GB"/>
        </a:p>
      </dgm:t>
    </dgm:pt>
    <dgm:pt modelId="{0BFD83F9-A816-4B0E-8A50-137C4309344B}">
      <dgm:prSet phldrT="[Text]"/>
      <dgm:spPr/>
      <dgm:t>
        <a:bodyPr/>
        <a:lstStyle/>
        <a:p>
          <a:r>
            <a:rPr lang="en-GB" dirty="0"/>
            <a:t>Calculate pay</a:t>
          </a:r>
        </a:p>
      </dgm:t>
    </dgm:pt>
    <dgm:pt modelId="{17664803-913D-4594-93F0-C8830109BDA9}" type="parTrans" cxnId="{4612C9F7-D623-4042-A9D0-4F21E8ECD726}">
      <dgm:prSet/>
      <dgm:spPr/>
      <dgm:t>
        <a:bodyPr/>
        <a:lstStyle/>
        <a:p>
          <a:endParaRPr lang="en-GB"/>
        </a:p>
      </dgm:t>
    </dgm:pt>
    <dgm:pt modelId="{7AAB4858-3F6F-49B3-BB51-EA242583CFD2}" type="sibTrans" cxnId="{4612C9F7-D623-4042-A9D0-4F21E8ECD726}">
      <dgm:prSet/>
      <dgm:spPr/>
      <dgm:t>
        <a:bodyPr/>
        <a:lstStyle/>
        <a:p>
          <a:endParaRPr lang="en-GB"/>
        </a:p>
      </dgm:t>
    </dgm:pt>
    <dgm:pt modelId="{8C96C477-B505-4AA8-BC4E-76003BD52243}">
      <dgm:prSet phldrT="[Text]"/>
      <dgm:spPr/>
      <dgm:t>
        <a:bodyPr/>
        <a:lstStyle/>
        <a:p>
          <a:r>
            <a:rPr lang="en-GB" dirty="0"/>
            <a:t>Produce pay slips</a:t>
          </a:r>
        </a:p>
      </dgm:t>
    </dgm:pt>
    <dgm:pt modelId="{EB29657B-05A7-4512-B1DB-9DBBED53CC83}" type="parTrans" cxnId="{5935753D-7A59-45F2-B531-B47CCB4E0790}">
      <dgm:prSet/>
      <dgm:spPr/>
      <dgm:t>
        <a:bodyPr/>
        <a:lstStyle/>
        <a:p>
          <a:endParaRPr lang="en-GB"/>
        </a:p>
      </dgm:t>
    </dgm:pt>
    <dgm:pt modelId="{8A9E2267-C94C-491D-B416-D5C822C5BDA5}" type="sibTrans" cxnId="{5935753D-7A59-45F2-B531-B47CCB4E0790}">
      <dgm:prSet/>
      <dgm:spPr/>
      <dgm:t>
        <a:bodyPr/>
        <a:lstStyle/>
        <a:p>
          <a:endParaRPr lang="en-GB"/>
        </a:p>
      </dgm:t>
    </dgm:pt>
    <dgm:pt modelId="{F96BA4A3-9A65-4CDD-BE04-7D66D0FCFE40}">
      <dgm:prSet phldrT="[Text]"/>
      <dgm:spPr>
        <a:effectLst>
          <a:glow rad="228600">
            <a:schemeClr val="accent4">
              <a:satMod val="175000"/>
              <a:alpha val="40000"/>
            </a:schemeClr>
          </a:glow>
        </a:effectLst>
      </dgm:spPr>
      <dgm:t>
        <a:bodyPr/>
        <a:lstStyle/>
        <a:p>
          <a:r>
            <a:rPr lang="en-GB" dirty="0"/>
            <a:t>Calculate gross pay</a:t>
          </a:r>
        </a:p>
      </dgm:t>
    </dgm:pt>
    <dgm:pt modelId="{856CED3C-6A07-41E7-8561-CB3006FF3AE2}" type="parTrans" cxnId="{589B462F-9C79-4198-8F70-6054238063EC}">
      <dgm:prSet/>
      <dgm:spPr/>
      <dgm:t>
        <a:bodyPr/>
        <a:lstStyle/>
        <a:p>
          <a:endParaRPr lang="en-GB"/>
        </a:p>
      </dgm:t>
    </dgm:pt>
    <dgm:pt modelId="{DE35821D-3CE8-4AE6-908C-91416B671ED8}" type="sibTrans" cxnId="{589B462F-9C79-4198-8F70-6054238063EC}">
      <dgm:prSet/>
      <dgm:spPr/>
      <dgm:t>
        <a:bodyPr/>
        <a:lstStyle/>
        <a:p>
          <a:endParaRPr lang="en-GB"/>
        </a:p>
      </dgm:t>
    </dgm:pt>
    <dgm:pt modelId="{37E02828-0FFE-430F-8E85-F035E69B43BD}">
      <dgm:prSet phldrT="[Text]"/>
      <dgm:spPr>
        <a:effectLst>
          <a:glow rad="228600">
            <a:schemeClr val="accent4">
              <a:satMod val="175000"/>
              <a:alpha val="40000"/>
            </a:schemeClr>
          </a:glow>
        </a:effectLst>
      </dgm:spPr>
      <dgm:t>
        <a:bodyPr/>
        <a:lstStyle/>
        <a:p>
          <a:r>
            <a:rPr lang="en-GB" dirty="0"/>
            <a:t>Calculate deductions</a:t>
          </a:r>
        </a:p>
      </dgm:t>
    </dgm:pt>
    <dgm:pt modelId="{71FDD5FF-1B35-462D-8FDA-043D7D12CBE8}" type="parTrans" cxnId="{EBA0EA77-24B0-44F1-8A95-0A2856806F90}">
      <dgm:prSet/>
      <dgm:spPr/>
      <dgm:t>
        <a:bodyPr/>
        <a:lstStyle/>
        <a:p>
          <a:endParaRPr lang="en-GB"/>
        </a:p>
      </dgm:t>
    </dgm:pt>
    <dgm:pt modelId="{9BA3413D-232A-43A5-9D28-083C51FEF669}" type="sibTrans" cxnId="{EBA0EA77-24B0-44F1-8A95-0A2856806F90}">
      <dgm:prSet/>
      <dgm:spPr/>
      <dgm:t>
        <a:bodyPr/>
        <a:lstStyle/>
        <a:p>
          <a:endParaRPr lang="en-GB"/>
        </a:p>
      </dgm:t>
    </dgm:pt>
    <dgm:pt modelId="{D1A46C56-A8CE-46E8-BF6D-053309496E1D}">
      <dgm:prSet phldrT="[Text]"/>
      <dgm:spPr/>
      <dgm:t>
        <a:bodyPr/>
        <a:lstStyle/>
        <a:p>
          <a:r>
            <a:rPr lang="en-GB" dirty="0"/>
            <a:t>Level 3</a:t>
          </a:r>
        </a:p>
      </dgm:t>
    </dgm:pt>
    <dgm:pt modelId="{64162D27-ACD0-48D3-8580-91C04278FB3A}" type="parTrans" cxnId="{49921FEF-8519-49E6-AAA8-6A37AF928EE7}">
      <dgm:prSet/>
      <dgm:spPr/>
      <dgm:t>
        <a:bodyPr/>
        <a:lstStyle/>
        <a:p>
          <a:endParaRPr lang="en-GB"/>
        </a:p>
      </dgm:t>
    </dgm:pt>
    <dgm:pt modelId="{322882EF-18E1-4EDC-8875-C3B012730B17}" type="sibTrans" cxnId="{49921FEF-8519-49E6-AAA8-6A37AF928EE7}">
      <dgm:prSet/>
      <dgm:spPr/>
      <dgm:t>
        <a:bodyPr/>
        <a:lstStyle/>
        <a:p>
          <a:endParaRPr lang="en-GB"/>
        </a:p>
      </dgm:t>
    </dgm:pt>
    <dgm:pt modelId="{11BD22DB-2729-4AC4-B641-6CB331239F43}">
      <dgm:prSet phldrT="[Text]"/>
      <dgm:spPr/>
      <dgm:t>
        <a:bodyPr/>
        <a:lstStyle/>
        <a:p>
          <a:r>
            <a:rPr lang="en-GB" dirty="0"/>
            <a:t>Level 3</a:t>
          </a:r>
        </a:p>
      </dgm:t>
    </dgm:pt>
    <dgm:pt modelId="{0965D37B-9E1E-488D-ABA3-919261D6ECE9}" type="parTrans" cxnId="{4E0AFB99-5DA1-48A3-8901-F8DED534824D}">
      <dgm:prSet/>
      <dgm:spPr/>
      <dgm:t>
        <a:bodyPr/>
        <a:lstStyle/>
        <a:p>
          <a:endParaRPr lang="en-GB"/>
        </a:p>
      </dgm:t>
    </dgm:pt>
    <dgm:pt modelId="{DA1D93BB-2A65-4CA2-8266-7D7E29B41B60}" type="sibTrans" cxnId="{4E0AFB99-5DA1-48A3-8901-F8DED534824D}">
      <dgm:prSet/>
      <dgm:spPr/>
      <dgm:t>
        <a:bodyPr/>
        <a:lstStyle/>
        <a:p>
          <a:endParaRPr lang="en-GB"/>
        </a:p>
      </dgm:t>
    </dgm:pt>
    <dgm:pt modelId="{00933EF1-2AF1-44E9-B9F3-218820BF70C0}">
      <dgm:prSet phldrT="[Text]"/>
      <dgm:spPr/>
      <dgm:t>
        <a:bodyPr/>
        <a:lstStyle/>
        <a:p>
          <a:r>
            <a:rPr lang="en-GB" dirty="0"/>
            <a:t>Level 3</a:t>
          </a:r>
        </a:p>
      </dgm:t>
    </dgm:pt>
    <dgm:pt modelId="{524533BF-699D-4A11-83C6-396CB5FD9988}" type="parTrans" cxnId="{37F4B228-67E0-4B63-8500-BAFF91063D5D}">
      <dgm:prSet/>
      <dgm:spPr/>
      <dgm:t>
        <a:bodyPr/>
        <a:lstStyle/>
        <a:p>
          <a:endParaRPr lang="en-GB"/>
        </a:p>
      </dgm:t>
    </dgm:pt>
    <dgm:pt modelId="{D541FE28-E87F-42A0-A41F-D4466F3B00E8}" type="sibTrans" cxnId="{37F4B228-67E0-4B63-8500-BAFF91063D5D}">
      <dgm:prSet/>
      <dgm:spPr/>
      <dgm:t>
        <a:bodyPr/>
        <a:lstStyle/>
        <a:p>
          <a:endParaRPr lang="en-GB"/>
        </a:p>
      </dgm:t>
    </dgm:pt>
    <dgm:pt modelId="{C699788F-5BCF-4227-A8EA-856282BAC641}">
      <dgm:prSet phldrT="[Text]"/>
      <dgm:spPr/>
      <dgm:t>
        <a:bodyPr/>
        <a:lstStyle/>
        <a:p>
          <a:r>
            <a:rPr lang="en-GB" dirty="0"/>
            <a:t>Level 3</a:t>
          </a:r>
        </a:p>
      </dgm:t>
    </dgm:pt>
    <dgm:pt modelId="{809A56A7-73FE-4E14-AB6A-79B58CCFD102}" type="parTrans" cxnId="{A79CCFCE-1C04-404A-942B-9BB439FAA316}">
      <dgm:prSet/>
      <dgm:spPr/>
      <dgm:t>
        <a:bodyPr/>
        <a:lstStyle/>
        <a:p>
          <a:endParaRPr lang="en-GB"/>
        </a:p>
      </dgm:t>
    </dgm:pt>
    <dgm:pt modelId="{B94A2596-CDCE-4A62-82DA-5890B4D56064}" type="sibTrans" cxnId="{A79CCFCE-1C04-404A-942B-9BB439FAA316}">
      <dgm:prSet/>
      <dgm:spPr/>
      <dgm:t>
        <a:bodyPr/>
        <a:lstStyle/>
        <a:p>
          <a:endParaRPr lang="en-GB"/>
        </a:p>
      </dgm:t>
    </dgm:pt>
    <dgm:pt modelId="{43A0AAE5-A921-4ADE-B4B1-E6285F8D7737}">
      <dgm:prSet phldrT="[Text]"/>
      <dgm:spPr/>
      <dgm:t>
        <a:bodyPr/>
        <a:lstStyle/>
        <a:p>
          <a:r>
            <a:rPr lang="en-GB" dirty="0"/>
            <a:t>Level 4</a:t>
          </a:r>
        </a:p>
      </dgm:t>
    </dgm:pt>
    <dgm:pt modelId="{15B5D890-2BC3-4644-A920-0630A56320DC}" type="parTrans" cxnId="{AE46D16C-EC44-42AB-B803-8B22129E8BB0}">
      <dgm:prSet/>
      <dgm:spPr/>
      <dgm:t>
        <a:bodyPr/>
        <a:lstStyle/>
        <a:p>
          <a:endParaRPr lang="en-GB"/>
        </a:p>
      </dgm:t>
    </dgm:pt>
    <dgm:pt modelId="{5E89C18E-F338-49DF-87E2-5C4BFBD0B077}" type="sibTrans" cxnId="{AE46D16C-EC44-42AB-B803-8B22129E8BB0}">
      <dgm:prSet/>
      <dgm:spPr/>
      <dgm:t>
        <a:bodyPr/>
        <a:lstStyle/>
        <a:p>
          <a:endParaRPr lang="en-GB"/>
        </a:p>
      </dgm:t>
    </dgm:pt>
    <dgm:pt modelId="{8C8A3967-2444-4087-8905-5E9C68C268C5}">
      <dgm:prSet phldrT="[Text]"/>
      <dgm:spPr/>
      <dgm:t>
        <a:bodyPr/>
        <a:lstStyle/>
        <a:p>
          <a:r>
            <a:rPr lang="en-GB" dirty="0"/>
            <a:t>Level 4</a:t>
          </a:r>
        </a:p>
      </dgm:t>
    </dgm:pt>
    <dgm:pt modelId="{CE4001F4-A6B1-4129-927F-2CDB56E609CF}" type="parTrans" cxnId="{B7CE11A8-F3EF-4D3F-9A67-82F4DE10798B}">
      <dgm:prSet/>
      <dgm:spPr/>
      <dgm:t>
        <a:bodyPr/>
        <a:lstStyle/>
        <a:p>
          <a:endParaRPr lang="en-GB"/>
        </a:p>
      </dgm:t>
    </dgm:pt>
    <dgm:pt modelId="{99ECC569-134A-401C-BA84-3D0FF79D9B7A}" type="sibTrans" cxnId="{B7CE11A8-F3EF-4D3F-9A67-82F4DE10798B}">
      <dgm:prSet/>
      <dgm:spPr/>
      <dgm:t>
        <a:bodyPr/>
        <a:lstStyle/>
        <a:p>
          <a:endParaRPr lang="en-GB"/>
        </a:p>
      </dgm:t>
    </dgm:pt>
    <dgm:pt modelId="{436B02F6-F4DE-4F15-8980-5F7BEDBDE6B8}">
      <dgm:prSet phldrT="[Text]"/>
      <dgm:spPr/>
      <dgm:t>
        <a:bodyPr/>
        <a:lstStyle/>
        <a:p>
          <a:r>
            <a:rPr lang="en-GB" dirty="0"/>
            <a:t>Level 2</a:t>
          </a:r>
        </a:p>
      </dgm:t>
    </dgm:pt>
    <dgm:pt modelId="{D6D4AEC0-59EC-42D3-94B2-7727D1BB4DED}" type="parTrans" cxnId="{FC09E520-B6D7-4FEA-842C-4448A7AED09D}">
      <dgm:prSet/>
      <dgm:spPr/>
      <dgm:t>
        <a:bodyPr/>
        <a:lstStyle/>
        <a:p>
          <a:endParaRPr lang="en-GB"/>
        </a:p>
      </dgm:t>
    </dgm:pt>
    <dgm:pt modelId="{B0945317-B32E-4A5E-9F41-05D88C632926}" type="sibTrans" cxnId="{FC09E520-B6D7-4FEA-842C-4448A7AED09D}">
      <dgm:prSet/>
      <dgm:spPr/>
      <dgm:t>
        <a:bodyPr/>
        <a:lstStyle/>
        <a:p>
          <a:endParaRPr lang="en-GB"/>
        </a:p>
      </dgm:t>
    </dgm:pt>
    <dgm:pt modelId="{621B9AB0-52B4-4568-9714-82EC3EC0DE65}">
      <dgm:prSet phldrT="[Text]"/>
      <dgm:spPr/>
      <dgm:t>
        <a:bodyPr/>
        <a:lstStyle/>
        <a:p>
          <a:r>
            <a:rPr lang="en-GB" dirty="0"/>
            <a:t>Level 2</a:t>
          </a:r>
        </a:p>
      </dgm:t>
    </dgm:pt>
    <dgm:pt modelId="{CCB07602-5D18-49D3-AC6E-F4B7FBAF5B7E}" type="parTrans" cxnId="{B072E5F0-92D0-449A-8F13-738275761594}">
      <dgm:prSet/>
      <dgm:spPr/>
      <dgm:t>
        <a:bodyPr/>
        <a:lstStyle/>
        <a:p>
          <a:endParaRPr lang="en-GB"/>
        </a:p>
      </dgm:t>
    </dgm:pt>
    <dgm:pt modelId="{C6146C72-CE60-4A13-ABCC-F19F440C63EC}" type="sibTrans" cxnId="{B072E5F0-92D0-449A-8F13-738275761594}">
      <dgm:prSet/>
      <dgm:spPr/>
      <dgm:t>
        <a:bodyPr/>
        <a:lstStyle/>
        <a:p>
          <a:endParaRPr lang="en-GB"/>
        </a:p>
      </dgm:t>
    </dgm:pt>
    <dgm:pt modelId="{FC881DFD-09B3-41F1-AA58-93EAA1DC51F4}">
      <dgm:prSet phldrT="[Text]"/>
      <dgm:spPr/>
      <dgm:t>
        <a:bodyPr/>
        <a:lstStyle/>
        <a:p>
          <a:r>
            <a:rPr lang="en-GB" dirty="0"/>
            <a:t>Level 3</a:t>
          </a:r>
        </a:p>
      </dgm:t>
    </dgm:pt>
    <dgm:pt modelId="{650DBEA8-39C0-4E9A-A66D-702070F3C466}" type="parTrans" cxnId="{4B763BFE-D73A-4405-B9D1-366220ADDFEE}">
      <dgm:prSet/>
      <dgm:spPr/>
      <dgm:t>
        <a:bodyPr/>
        <a:lstStyle/>
        <a:p>
          <a:endParaRPr lang="en-GB"/>
        </a:p>
      </dgm:t>
    </dgm:pt>
    <dgm:pt modelId="{86F71BDC-EB33-477C-ADCB-142347552B89}" type="sibTrans" cxnId="{4B763BFE-D73A-4405-B9D1-366220ADDFEE}">
      <dgm:prSet/>
      <dgm:spPr/>
      <dgm:t>
        <a:bodyPr/>
        <a:lstStyle/>
        <a:p>
          <a:endParaRPr lang="en-GB"/>
        </a:p>
      </dgm:t>
    </dgm:pt>
    <dgm:pt modelId="{3D2186B8-90EF-490C-AF59-562907078203}" type="pres">
      <dgm:prSet presAssocID="{5BD51E99-FFC0-4EEF-9C6C-468F6122572C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1E06A66F-789C-4634-972E-45A55E344851}" type="pres">
      <dgm:prSet presAssocID="{641A81AC-9EA2-4A34-9E00-9385ED1FD422}" presName="hierRoot1" presStyleCnt="0">
        <dgm:presLayoutVars>
          <dgm:hierBranch val="init"/>
        </dgm:presLayoutVars>
      </dgm:prSet>
      <dgm:spPr/>
    </dgm:pt>
    <dgm:pt modelId="{D3664D89-3D5F-414F-BDF9-6DD184467A80}" type="pres">
      <dgm:prSet presAssocID="{641A81AC-9EA2-4A34-9E00-9385ED1FD422}" presName="rootComposite1" presStyleCnt="0"/>
      <dgm:spPr/>
    </dgm:pt>
    <dgm:pt modelId="{D576F7C4-99BB-4A3C-BD1B-DFAD90EDE4D6}" type="pres">
      <dgm:prSet presAssocID="{641A81AC-9EA2-4A34-9E00-9385ED1FD422}" presName="rootText1" presStyleLbl="node0" presStyleIdx="0" presStyleCnt="1">
        <dgm:presLayoutVars>
          <dgm:chPref val="3"/>
        </dgm:presLayoutVars>
      </dgm:prSet>
      <dgm:spPr/>
    </dgm:pt>
    <dgm:pt modelId="{763F14C9-31F7-4A39-A50A-BF7F0E6BC962}" type="pres">
      <dgm:prSet presAssocID="{641A81AC-9EA2-4A34-9E00-9385ED1FD422}" presName="rootConnector1" presStyleLbl="node1" presStyleIdx="0" presStyleCnt="0"/>
      <dgm:spPr/>
    </dgm:pt>
    <dgm:pt modelId="{0B4BED53-69EF-4477-8AAD-1DFACCE7A55E}" type="pres">
      <dgm:prSet presAssocID="{641A81AC-9EA2-4A34-9E00-9385ED1FD422}" presName="hierChild2" presStyleCnt="0"/>
      <dgm:spPr/>
    </dgm:pt>
    <dgm:pt modelId="{A3C2E62E-2279-45DD-9935-5F1124B4ABFE}" type="pres">
      <dgm:prSet presAssocID="{6B487201-48C7-4A3F-82AF-53B03C877328}" presName="Name37" presStyleLbl="parChTrans1D2" presStyleIdx="0" presStyleCnt="3"/>
      <dgm:spPr/>
    </dgm:pt>
    <dgm:pt modelId="{603721B2-9CF4-41FF-97F5-DD1B68583295}" type="pres">
      <dgm:prSet presAssocID="{6A310116-E4CA-4DAA-9FA7-A32CC4C882C1}" presName="hierRoot2" presStyleCnt="0">
        <dgm:presLayoutVars>
          <dgm:hierBranch val="init"/>
        </dgm:presLayoutVars>
      </dgm:prSet>
      <dgm:spPr/>
    </dgm:pt>
    <dgm:pt modelId="{5927D8ED-53DA-49FE-8312-936A732D096B}" type="pres">
      <dgm:prSet presAssocID="{6A310116-E4CA-4DAA-9FA7-A32CC4C882C1}" presName="rootComposite" presStyleCnt="0"/>
      <dgm:spPr/>
    </dgm:pt>
    <dgm:pt modelId="{B6399BF2-009D-4A46-AC79-56E91FE2E714}" type="pres">
      <dgm:prSet presAssocID="{6A310116-E4CA-4DAA-9FA7-A32CC4C882C1}" presName="rootText" presStyleLbl="node2" presStyleIdx="0" presStyleCnt="3">
        <dgm:presLayoutVars>
          <dgm:chPref val="3"/>
        </dgm:presLayoutVars>
      </dgm:prSet>
      <dgm:spPr/>
    </dgm:pt>
    <dgm:pt modelId="{E33AA7E0-5967-4269-BC66-7E754E5BB239}" type="pres">
      <dgm:prSet presAssocID="{6A310116-E4CA-4DAA-9FA7-A32CC4C882C1}" presName="rootConnector" presStyleLbl="node2" presStyleIdx="0" presStyleCnt="3"/>
      <dgm:spPr/>
    </dgm:pt>
    <dgm:pt modelId="{D05DF558-AE88-4381-905C-443EA7B3F85F}" type="pres">
      <dgm:prSet presAssocID="{6A310116-E4CA-4DAA-9FA7-A32CC4C882C1}" presName="hierChild4" presStyleCnt="0"/>
      <dgm:spPr/>
    </dgm:pt>
    <dgm:pt modelId="{A7E15207-8AED-42D1-AE65-D9C3A49D6871}" type="pres">
      <dgm:prSet presAssocID="{6A310116-E4CA-4DAA-9FA7-A32CC4C882C1}" presName="hierChild5" presStyleCnt="0"/>
      <dgm:spPr/>
    </dgm:pt>
    <dgm:pt modelId="{B0C452E7-0527-4733-893D-D2DCA3E0B86A}" type="pres">
      <dgm:prSet presAssocID="{17664803-913D-4594-93F0-C8830109BDA9}" presName="Name37" presStyleLbl="parChTrans1D2" presStyleIdx="1" presStyleCnt="3"/>
      <dgm:spPr/>
    </dgm:pt>
    <dgm:pt modelId="{3BAAD0FD-FD3B-4A1C-B2B4-BBDABE835047}" type="pres">
      <dgm:prSet presAssocID="{0BFD83F9-A816-4B0E-8A50-137C4309344B}" presName="hierRoot2" presStyleCnt="0">
        <dgm:presLayoutVars>
          <dgm:hierBranch val="init"/>
        </dgm:presLayoutVars>
      </dgm:prSet>
      <dgm:spPr/>
    </dgm:pt>
    <dgm:pt modelId="{4F81FDAA-0F87-4EB1-8B12-9E2B175A6B3D}" type="pres">
      <dgm:prSet presAssocID="{0BFD83F9-A816-4B0E-8A50-137C4309344B}" presName="rootComposite" presStyleCnt="0"/>
      <dgm:spPr/>
    </dgm:pt>
    <dgm:pt modelId="{FBE47A00-8EE7-4080-89CC-AD8807DE86A1}" type="pres">
      <dgm:prSet presAssocID="{0BFD83F9-A816-4B0E-8A50-137C4309344B}" presName="rootText" presStyleLbl="node2" presStyleIdx="1" presStyleCnt="3">
        <dgm:presLayoutVars>
          <dgm:chPref val="3"/>
        </dgm:presLayoutVars>
      </dgm:prSet>
      <dgm:spPr/>
    </dgm:pt>
    <dgm:pt modelId="{36EA9703-42D7-46A2-AC9B-82FB320E9B2A}" type="pres">
      <dgm:prSet presAssocID="{0BFD83F9-A816-4B0E-8A50-137C4309344B}" presName="rootConnector" presStyleLbl="node2" presStyleIdx="1" presStyleCnt="3"/>
      <dgm:spPr/>
    </dgm:pt>
    <dgm:pt modelId="{77D4AC6C-D4DD-46E0-98EB-7A53BF0C379C}" type="pres">
      <dgm:prSet presAssocID="{0BFD83F9-A816-4B0E-8A50-137C4309344B}" presName="hierChild4" presStyleCnt="0"/>
      <dgm:spPr/>
    </dgm:pt>
    <dgm:pt modelId="{8C30806D-D8C1-4C5A-8CF4-73EB3C36C9DA}" type="pres">
      <dgm:prSet presAssocID="{856CED3C-6A07-41E7-8561-CB3006FF3AE2}" presName="Name37" presStyleLbl="parChTrans1D3" presStyleIdx="0" presStyleCnt="4"/>
      <dgm:spPr/>
    </dgm:pt>
    <dgm:pt modelId="{5F0424E5-897A-4245-A458-6A7F68A661F6}" type="pres">
      <dgm:prSet presAssocID="{F96BA4A3-9A65-4CDD-BE04-7D66D0FCFE40}" presName="hierRoot2" presStyleCnt="0">
        <dgm:presLayoutVars>
          <dgm:hierBranch val="init"/>
        </dgm:presLayoutVars>
      </dgm:prSet>
      <dgm:spPr/>
    </dgm:pt>
    <dgm:pt modelId="{539781AD-DB36-41B8-945C-153862882B6F}" type="pres">
      <dgm:prSet presAssocID="{F96BA4A3-9A65-4CDD-BE04-7D66D0FCFE40}" presName="rootComposite" presStyleCnt="0"/>
      <dgm:spPr/>
    </dgm:pt>
    <dgm:pt modelId="{AFEED0B6-79A9-4BA0-AB3B-7E79AA532C3F}" type="pres">
      <dgm:prSet presAssocID="{F96BA4A3-9A65-4CDD-BE04-7D66D0FCFE40}" presName="rootText" presStyleLbl="node3" presStyleIdx="0" presStyleCnt="4">
        <dgm:presLayoutVars>
          <dgm:chPref val="3"/>
        </dgm:presLayoutVars>
      </dgm:prSet>
      <dgm:spPr/>
    </dgm:pt>
    <dgm:pt modelId="{42E800FE-8EC5-4861-A543-A4A83C122143}" type="pres">
      <dgm:prSet presAssocID="{F96BA4A3-9A65-4CDD-BE04-7D66D0FCFE40}" presName="rootConnector" presStyleLbl="node3" presStyleIdx="0" presStyleCnt="4"/>
      <dgm:spPr/>
    </dgm:pt>
    <dgm:pt modelId="{BD6CF84E-1A4D-4159-BDE6-EDA49A591F50}" type="pres">
      <dgm:prSet presAssocID="{F96BA4A3-9A65-4CDD-BE04-7D66D0FCFE40}" presName="hierChild4" presStyleCnt="0"/>
      <dgm:spPr/>
    </dgm:pt>
    <dgm:pt modelId="{C23846EB-908E-4FA1-9B28-15B96A0AC423}" type="pres">
      <dgm:prSet presAssocID="{F96BA4A3-9A65-4CDD-BE04-7D66D0FCFE40}" presName="hierChild5" presStyleCnt="0"/>
      <dgm:spPr/>
    </dgm:pt>
    <dgm:pt modelId="{77630F50-41BB-4F9E-AB3F-31EF4446C5B7}" type="pres">
      <dgm:prSet presAssocID="{71FDD5FF-1B35-462D-8FDA-043D7D12CBE8}" presName="Name37" presStyleLbl="parChTrans1D3" presStyleIdx="1" presStyleCnt="4"/>
      <dgm:spPr/>
    </dgm:pt>
    <dgm:pt modelId="{69CB6533-44E8-444F-B060-4DED15565DAE}" type="pres">
      <dgm:prSet presAssocID="{37E02828-0FFE-430F-8E85-F035E69B43BD}" presName="hierRoot2" presStyleCnt="0">
        <dgm:presLayoutVars>
          <dgm:hierBranch val="init"/>
        </dgm:presLayoutVars>
      </dgm:prSet>
      <dgm:spPr/>
    </dgm:pt>
    <dgm:pt modelId="{4AE5A6C0-51E6-48E2-9E35-69BEDFE82D8A}" type="pres">
      <dgm:prSet presAssocID="{37E02828-0FFE-430F-8E85-F035E69B43BD}" presName="rootComposite" presStyleCnt="0"/>
      <dgm:spPr/>
    </dgm:pt>
    <dgm:pt modelId="{E5D6B167-3FA9-4213-BD5D-6DD94637F056}" type="pres">
      <dgm:prSet presAssocID="{37E02828-0FFE-430F-8E85-F035E69B43BD}" presName="rootText" presStyleLbl="node3" presStyleIdx="1" presStyleCnt="4">
        <dgm:presLayoutVars>
          <dgm:chPref val="3"/>
        </dgm:presLayoutVars>
      </dgm:prSet>
      <dgm:spPr/>
    </dgm:pt>
    <dgm:pt modelId="{8A75ABF9-B80F-477E-ADA7-48AD52BEF5B3}" type="pres">
      <dgm:prSet presAssocID="{37E02828-0FFE-430F-8E85-F035E69B43BD}" presName="rootConnector" presStyleLbl="node3" presStyleIdx="1" presStyleCnt="4"/>
      <dgm:spPr/>
    </dgm:pt>
    <dgm:pt modelId="{C505006E-A92F-4332-A50A-5A2BF1131422}" type="pres">
      <dgm:prSet presAssocID="{37E02828-0FFE-430F-8E85-F035E69B43BD}" presName="hierChild4" presStyleCnt="0"/>
      <dgm:spPr/>
    </dgm:pt>
    <dgm:pt modelId="{B30C41FA-EECB-4F61-9206-E22CF485CCE5}" type="pres">
      <dgm:prSet presAssocID="{64162D27-ACD0-48D3-8580-91C04278FB3A}" presName="Name37" presStyleLbl="parChTrans1D4" presStyleIdx="0" presStyleCnt="7"/>
      <dgm:spPr/>
    </dgm:pt>
    <dgm:pt modelId="{BA735728-FC71-4AFE-B51A-E63C0200C78C}" type="pres">
      <dgm:prSet presAssocID="{D1A46C56-A8CE-46E8-BF6D-053309496E1D}" presName="hierRoot2" presStyleCnt="0">
        <dgm:presLayoutVars>
          <dgm:hierBranch val="init"/>
        </dgm:presLayoutVars>
      </dgm:prSet>
      <dgm:spPr/>
    </dgm:pt>
    <dgm:pt modelId="{9395150D-5420-4CC7-AF02-A3CA4A2FDEA3}" type="pres">
      <dgm:prSet presAssocID="{D1A46C56-A8CE-46E8-BF6D-053309496E1D}" presName="rootComposite" presStyleCnt="0"/>
      <dgm:spPr/>
    </dgm:pt>
    <dgm:pt modelId="{8D865ED3-DDFE-4DC4-9E13-9C136E1F4596}" type="pres">
      <dgm:prSet presAssocID="{D1A46C56-A8CE-46E8-BF6D-053309496E1D}" presName="rootText" presStyleLbl="node4" presStyleIdx="0" presStyleCnt="7">
        <dgm:presLayoutVars>
          <dgm:chPref val="3"/>
        </dgm:presLayoutVars>
      </dgm:prSet>
      <dgm:spPr/>
    </dgm:pt>
    <dgm:pt modelId="{36A1C92A-2A81-4A4B-83BA-805B1367B0BE}" type="pres">
      <dgm:prSet presAssocID="{D1A46C56-A8CE-46E8-BF6D-053309496E1D}" presName="rootConnector" presStyleLbl="node4" presStyleIdx="0" presStyleCnt="7"/>
      <dgm:spPr/>
    </dgm:pt>
    <dgm:pt modelId="{AE6179CE-3C26-4DDD-A9C6-7FDACD0D0950}" type="pres">
      <dgm:prSet presAssocID="{D1A46C56-A8CE-46E8-BF6D-053309496E1D}" presName="hierChild4" presStyleCnt="0"/>
      <dgm:spPr/>
    </dgm:pt>
    <dgm:pt modelId="{85F97C8F-E39A-4D0E-95B2-704CE74BE420}" type="pres">
      <dgm:prSet presAssocID="{D1A46C56-A8CE-46E8-BF6D-053309496E1D}" presName="hierChild5" presStyleCnt="0"/>
      <dgm:spPr/>
    </dgm:pt>
    <dgm:pt modelId="{68C7BD88-A8CF-414B-BDFC-66464783C2D7}" type="pres">
      <dgm:prSet presAssocID="{0965D37B-9E1E-488D-ABA3-919261D6ECE9}" presName="Name37" presStyleLbl="parChTrans1D4" presStyleIdx="1" presStyleCnt="7"/>
      <dgm:spPr/>
    </dgm:pt>
    <dgm:pt modelId="{0E30D6F3-3205-4B25-B383-43F08D8B0B33}" type="pres">
      <dgm:prSet presAssocID="{11BD22DB-2729-4AC4-B641-6CB331239F43}" presName="hierRoot2" presStyleCnt="0">
        <dgm:presLayoutVars>
          <dgm:hierBranch val="init"/>
        </dgm:presLayoutVars>
      </dgm:prSet>
      <dgm:spPr/>
    </dgm:pt>
    <dgm:pt modelId="{7C549D11-784E-460E-AE1C-53731F980629}" type="pres">
      <dgm:prSet presAssocID="{11BD22DB-2729-4AC4-B641-6CB331239F43}" presName="rootComposite" presStyleCnt="0"/>
      <dgm:spPr/>
    </dgm:pt>
    <dgm:pt modelId="{75D95989-366C-4CD5-85A1-9C1B9C87D98A}" type="pres">
      <dgm:prSet presAssocID="{11BD22DB-2729-4AC4-B641-6CB331239F43}" presName="rootText" presStyleLbl="node4" presStyleIdx="1" presStyleCnt="7">
        <dgm:presLayoutVars>
          <dgm:chPref val="3"/>
        </dgm:presLayoutVars>
      </dgm:prSet>
      <dgm:spPr/>
    </dgm:pt>
    <dgm:pt modelId="{8979F7BD-16FC-418C-B14B-576370E02F17}" type="pres">
      <dgm:prSet presAssocID="{11BD22DB-2729-4AC4-B641-6CB331239F43}" presName="rootConnector" presStyleLbl="node4" presStyleIdx="1" presStyleCnt="7"/>
      <dgm:spPr/>
    </dgm:pt>
    <dgm:pt modelId="{D1054AA5-823B-4AB2-9B33-37BD7B5F3FD9}" type="pres">
      <dgm:prSet presAssocID="{11BD22DB-2729-4AC4-B641-6CB331239F43}" presName="hierChild4" presStyleCnt="0"/>
      <dgm:spPr/>
    </dgm:pt>
    <dgm:pt modelId="{AAD28A56-9167-4321-9E14-94481E6FAF09}" type="pres">
      <dgm:prSet presAssocID="{11BD22DB-2729-4AC4-B641-6CB331239F43}" presName="hierChild5" presStyleCnt="0"/>
      <dgm:spPr/>
    </dgm:pt>
    <dgm:pt modelId="{57B4B7B4-DBBB-42BE-8244-08C6A48F1D4E}" type="pres">
      <dgm:prSet presAssocID="{524533BF-699D-4A11-83C6-396CB5FD9988}" presName="Name37" presStyleLbl="parChTrans1D4" presStyleIdx="2" presStyleCnt="7"/>
      <dgm:spPr/>
    </dgm:pt>
    <dgm:pt modelId="{9ACD3656-6786-4433-B685-1A5F511C5523}" type="pres">
      <dgm:prSet presAssocID="{00933EF1-2AF1-44E9-B9F3-218820BF70C0}" presName="hierRoot2" presStyleCnt="0">
        <dgm:presLayoutVars>
          <dgm:hierBranch val="init"/>
        </dgm:presLayoutVars>
      </dgm:prSet>
      <dgm:spPr/>
    </dgm:pt>
    <dgm:pt modelId="{E45FF460-365C-43E0-AE4C-325CAFDEF6E6}" type="pres">
      <dgm:prSet presAssocID="{00933EF1-2AF1-44E9-B9F3-218820BF70C0}" presName="rootComposite" presStyleCnt="0"/>
      <dgm:spPr/>
    </dgm:pt>
    <dgm:pt modelId="{4AD9E192-BE6A-4DF8-9AC2-D273DA4F1EAA}" type="pres">
      <dgm:prSet presAssocID="{00933EF1-2AF1-44E9-B9F3-218820BF70C0}" presName="rootText" presStyleLbl="node4" presStyleIdx="2" presStyleCnt="7">
        <dgm:presLayoutVars>
          <dgm:chPref val="3"/>
        </dgm:presLayoutVars>
      </dgm:prSet>
      <dgm:spPr/>
    </dgm:pt>
    <dgm:pt modelId="{C0712093-7C06-4635-86EE-79EF4D8F9B68}" type="pres">
      <dgm:prSet presAssocID="{00933EF1-2AF1-44E9-B9F3-218820BF70C0}" presName="rootConnector" presStyleLbl="node4" presStyleIdx="2" presStyleCnt="7"/>
      <dgm:spPr/>
    </dgm:pt>
    <dgm:pt modelId="{B2477B42-3E0C-4CA1-92EB-BBA77E3114E6}" type="pres">
      <dgm:prSet presAssocID="{00933EF1-2AF1-44E9-B9F3-218820BF70C0}" presName="hierChild4" presStyleCnt="0"/>
      <dgm:spPr/>
    </dgm:pt>
    <dgm:pt modelId="{C3EAA277-39AA-48B0-B65E-C2B3D7E588D6}" type="pres">
      <dgm:prSet presAssocID="{15B5D890-2BC3-4644-A920-0630A56320DC}" presName="Name37" presStyleLbl="parChTrans1D4" presStyleIdx="3" presStyleCnt="7"/>
      <dgm:spPr/>
    </dgm:pt>
    <dgm:pt modelId="{5D19745E-496D-44D4-8733-73485559765B}" type="pres">
      <dgm:prSet presAssocID="{43A0AAE5-A921-4ADE-B4B1-E6285F8D7737}" presName="hierRoot2" presStyleCnt="0">
        <dgm:presLayoutVars>
          <dgm:hierBranch val="init"/>
        </dgm:presLayoutVars>
      </dgm:prSet>
      <dgm:spPr/>
    </dgm:pt>
    <dgm:pt modelId="{58580F0E-6931-4F7A-B4F1-9E2E3F3D8BE7}" type="pres">
      <dgm:prSet presAssocID="{43A0AAE5-A921-4ADE-B4B1-E6285F8D7737}" presName="rootComposite" presStyleCnt="0"/>
      <dgm:spPr/>
    </dgm:pt>
    <dgm:pt modelId="{723A56C0-86CD-484D-B45E-EBE7DB623610}" type="pres">
      <dgm:prSet presAssocID="{43A0AAE5-A921-4ADE-B4B1-E6285F8D7737}" presName="rootText" presStyleLbl="node4" presStyleIdx="3" presStyleCnt="7">
        <dgm:presLayoutVars>
          <dgm:chPref val="3"/>
        </dgm:presLayoutVars>
      </dgm:prSet>
      <dgm:spPr/>
    </dgm:pt>
    <dgm:pt modelId="{15911C11-9E50-4D07-ABE7-EBD0908B30C9}" type="pres">
      <dgm:prSet presAssocID="{43A0AAE5-A921-4ADE-B4B1-E6285F8D7737}" presName="rootConnector" presStyleLbl="node4" presStyleIdx="3" presStyleCnt="7"/>
      <dgm:spPr/>
    </dgm:pt>
    <dgm:pt modelId="{486E198A-BA19-487D-A8BF-D3C9B09AEA87}" type="pres">
      <dgm:prSet presAssocID="{43A0AAE5-A921-4ADE-B4B1-E6285F8D7737}" presName="hierChild4" presStyleCnt="0"/>
      <dgm:spPr/>
    </dgm:pt>
    <dgm:pt modelId="{57C01876-71D7-48ED-8CF2-242A0F3DF359}" type="pres">
      <dgm:prSet presAssocID="{43A0AAE5-A921-4ADE-B4B1-E6285F8D7737}" presName="hierChild5" presStyleCnt="0"/>
      <dgm:spPr/>
    </dgm:pt>
    <dgm:pt modelId="{2B6216EE-0332-46F3-BC8E-9FC18354BC59}" type="pres">
      <dgm:prSet presAssocID="{CE4001F4-A6B1-4129-927F-2CDB56E609CF}" presName="Name37" presStyleLbl="parChTrans1D4" presStyleIdx="4" presStyleCnt="7"/>
      <dgm:spPr/>
    </dgm:pt>
    <dgm:pt modelId="{84857238-4826-4AF8-A762-41EE06FE4C28}" type="pres">
      <dgm:prSet presAssocID="{8C8A3967-2444-4087-8905-5E9C68C268C5}" presName="hierRoot2" presStyleCnt="0">
        <dgm:presLayoutVars>
          <dgm:hierBranch val="init"/>
        </dgm:presLayoutVars>
      </dgm:prSet>
      <dgm:spPr/>
    </dgm:pt>
    <dgm:pt modelId="{9DCC0560-9926-4A3E-86C4-C98A777A4113}" type="pres">
      <dgm:prSet presAssocID="{8C8A3967-2444-4087-8905-5E9C68C268C5}" presName="rootComposite" presStyleCnt="0"/>
      <dgm:spPr/>
    </dgm:pt>
    <dgm:pt modelId="{AED04F68-6CFF-47E4-A0B1-8EB9FEEA82A7}" type="pres">
      <dgm:prSet presAssocID="{8C8A3967-2444-4087-8905-5E9C68C268C5}" presName="rootText" presStyleLbl="node4" presStyleIdx="4" presStyleCnt="7">
        <dgm:presLayoutVars>
          <dgm:chPref val="3"/>
        </dgm:presLayoutVars>
      </dgm:prSet>
      <dgm:spPr/>
    </dgm:pt>
    <dgm:pt modelId="{2C06A797-5204-4565-AD23-5EA462DB4912}" type="pres">
      <dgm:prSet presAssocID="{8C8A3967-2444-4087-8905-5E9C68C268C5}" presName="rootConnector" presStyleLbl="node4" presStyleIdx="4" presStyleCnt="7"/>
      <dgm:spPr/>
    </dgm:pt>
    <dgm:pt modelId="{5CA96AD2-300D-4A7E-B874-FF6D058776F2}" type="pres">
      <dgm:prSet presAssocID="{8C8A3967-2444-4087-8905-5E9C68C268C5}" presName="hierChild4" presStyleCnt="0"/>
      <dgm:spPr/>
    </dgm:pt>
    <dgm:pt modelId="{5AD8BB6F-BF37-4E6D-87C3-448D81E9C9FB}" type="pres">
      <dgm:prSet presAssocID="{8C8A3967-2444-4087-8905-5E9C68C268C5}" presName="hierChild5" presStyleCnt="0"/>
      <dgm:spPr/>
    </dgm:pt>
    <dgm:pt modelId="{EA32AA4E-B8E5-46C4-B0BE-2C86B62B14A1}" type="pres">
      <dgm:prSet presAssocID="{00933EF1-2AF1-44E9-B9F3-218820BF70C0}" presName="hierChild5" presStyleCnt="0"/>
      <dgm:spPr/>
    </dgm:pt>
    <dgm:pt modelId="{7D4A13F4-FD34-4B8E-B53E-BFCE53B83B25}" type="pres">
      <dgm:prSet presAssocID="{809A56A7-73FE-4E14-AB6A-79B58CCFD102}" presName="Name37" presStyleLbl="parChTrans1D4" presStyleIdx="5" presStyleCnt="7"/>
      <dgm:spPr/>
    </dgm:pt>
    <dgm:pt modelId="{24018752-8D79-4F05-BA8A-34A6007A8DDF}" type="pres">
      <dgm:prSet presAssocID="{C699788F-5BCF-4227-A8EA-856282BAC641}" presName="hierRoot2" presStyleCnt="0">
        <dgm:presLayoutVars>
          <dgm:hierBranch val="init"/>
        </dgm:presLayoutVars>
      </dgm:prSet>
      <dgm:spPr/>
    </dgm:pt>
    <dgm:pt modelId="{AED6B1B9-92B7-41BC-92DD-BBADDD7E3492}" type="pres">
      <dgm:prSet presAssocID="{C699788F-5BCF-4227-A8EA-856282BAC641}" presName="rootComposite" presStyleCnt="0"/>
      <dgm:spPr/>
    </dgm:pt>
    <dgm:pt modelId="{2686E213-FD5F-40A3-B80F-3392F1DA8ED0}" type="pres">
      <dgm:prSet presAssocID="{C699788F-5BCF-4227-A8EA-856282BAC641}" presName="rootText" presStyleLbl="node4" presStyleIdx="5" presStyleCnt="7">
        <dgm:presLayoutVars>
          <dgm:chPref val="3"/>
        </dgm:presLayoutVars>
      </dgm:prSet>
      <dgm:spPr/>
    </dgm:pt>
    <dgm:pt modelId="{8CF86E3D-8369-4746-A0C5-B9AEB9DE51CC}" type="pres">
      <dgm:prSet presAssocID="{C699788F-5BCF-4227-A8EA-856282BAC641}" presName="rootConnector" presStyleLbl="node4" presStyleIdx="5" presStyleCnt="7"/>
      <dgm:spPr/>
    </dgm:pt>
    <dgm:pt modelId="{74FC7C2C-17F4-4A43-961B-9082E34CDB09}" type="pres">
      <dgm:prSet presAssocID="{C699788F-5BCF-4227-A8EA-856282BAC641}" presName="hierChild4" presStyleCnt="0"/>
      <dgm:spPr/>
    </dgm:pt>
    <dgm:pt modelId="{1215291A-3532-4E39-B8BD-33802FD12233}" type="pres">
      <dgm:prSet presAssocID="{C699788F-5BCF-4227-A8EA-856282BAC641}" presName="hierChild5" presStyleCnt="0"/>
      <dgm:spPr/>
    </dgm:pt>
    <dgm:pt modelId="{B5DFD584-7DD8-4931-8268-360A1EADE16A}" type="pres">
      <dgm:prSet presAssocID="{37E02828-0FFE-430F-8E85-F035E69B43BD}" presName="hierChild5" presStyleCnt="0"/>
      <dgm:spPr/>
    </dgm:pt>
    <dgm:pt modelId="{CC508A1B-ED9C-4203-AACE-73E98147CF12}" type="pres">
      <dgm:prSet presAssocID="{0BFD83F9-A816-4B0E-8A50-137C4309344B}" presName="hierChild5" presStyleCnt="0"/>
      <dgm:spPr/>
    </dgm:pt>
    <dgm:pt modelId="{0C862B2C-9C17-4CD1-86B1-D0D172B39D5B}" type="pres">
      <dgm:prSet presAssocID="{EB29657B-05A7-4512-B1DB-9DBBED53CC83}" presName="Name37" presStyleLbl="parChTrans1D2" presStyleIdx="2" presStyleCnt="3"/>
      <dgm:spPr/>
    </dgm:pt>
    <dgm:pt modelId="{E82969CF-4210-412A-944E-A074694922E3}" type="pres">
      <dgm:prSet presAssocID="{8C96C477-B505-4AA8-BC4E-76003BD52243}" presName="hierRoot2" presStyleCnt="0">
        <dgm:presLayoutVars>
          <dgm:hierBranch val="init"/>
        </dgm:presLayoutVars>
      </dgm:prSet>
      <dgm:spPr/>
    </dgm:pt>
    <dgm:pt modelId="{AC8A4E19-7E1B-46B6-B890-215C17914313}" type="pres">
      <dgm:prSet presAssocID="{8C96C477-B505-4AA8-BC4E-76003BD52243}" presName="rootComposite" presStyleCnt="0"/>
      <dgm:spPr/>
    </dgm:pt>
    <dgm:pt modelId="{EC45E921-B3F0-4613-938B-117C53447DC4}" type="pres">
      <dgm:prSet presAssocID="{8C96C477-B505-4AA8-BC4E-76003BD52243}" presName="rootText" presStyleLbl="node2" presStyleIdx="2" presStyleCnt="3">
        <dgm:presLayoutVars>
          <dgm:chPref val="3"/>
        </dgm:presLayoutVars>
      </dgm:prSet>
      <dgm:spPr/>
    </dgm:pt>
    <dgm:pt modelId="{D1706F98-20E8-4169-B7AE-D4B0D259237F}" type="pres">
      <dgm:prSet presAssocID="{8C96C477-B505-4AA8-BC4E-76003BD52243}" presName="rootConnector" presStyleLbl="node2" presStyleIdx="2" presStyleCnt="3"/>
      <dgm:spPr/>
    </dgm:pt>
    <dgm:pt modelId="{B8F4354E-50D6-465C-902F-7EFC89B5E4DF}" type="pres">
      <dgm:prSet presAssocID="{8C96C477-B505-4AA8-BC4E-76003BD52243}" presName="hierChild4" presStyleCnt="0"/>
      <dgm:spPr/>
    </dgm:pt>
    <dgm:pt modelId="{FD570B6E-AF9B-4F42-83DB-21DFD1A0CF24}" type="pres">
      <dgm:prSet presAssocID="{D6D4AEC0-59EC-42D3-94B2-7727D1BB4DED}" presName="Name37" presStyleLbl="parChTrans1D3" presStyleIdx="2" presStyleCnt="4"/>
      <dgm:spPr/>
    </dgm:pt>
    <dgm:pt modelId="{389C891F-BF5D-4FBF-A27F-47D914E60E0E}" type="pres">
      <dgm:prSet presAssocID="{436B02F6-F4DE-4F15-8980-5F7BEDBDE6B8}" presName="hierRoot2" presStyleCnt="0">
        <dgm:presLayoutVars>
          <dgm:hierBranch val="init"/>
        </dgm:presLayoutVars>
      </dgm:prSet>
      <dgm:spPr/>
    </dgm:pt>
    <dgm:pt modelId="{4A5205A5-1EAF-4E1A-9F62-415C5185099B}" type="pres">
      <dgm:prSet presAssocID="{436B02F6-F4DE-4F15-8980-5F7BEDBDE6B8}" presName="rootComposite" presStyleCnt="0"/>
      <dgm:spPr/>
    </dgm:pt>
    <dgm:pt modelId="{078868D4-D600-4760-96C3-67E91C37F21A}" type="pres">
      <dgm:prSet presAssocID="{436B02F6-F4DE-4F15-8980-5F7BEDBDE6B8}" presName="rootText" presStyleLbl="node3" presStyleIdx="2" presStyleCnt="4">
        <dgm:presLayoutVars>
          <dgm:chPref val="3"/>
        </dgm:presLayoutVars>
      </dgm:prSet>
      <dgm:spPr/>
    </dgm:pt>
    <dgm:pt modelId="{0250E01B-80D8-4D93-A6EC-5881C66E2D0A}" type="pres">
      <dgm:prSet presAssocID="{436B02F6-F4DE-4F15-8980-5F7BEDBDE6B8}" presName="rootConnector" presStyleLbl="node3" presStyleIdx="2" presStyleCnt="4"/>
      <dgm:spPr/>
    </dgm:pt>
    <dgm:pt modelId="{C682DC6D-5D2C-4790-B00E-F56B85DFF2EF}" type="pres">
      <dgm:prSet presAssocID="{436B02F6-F4DE-4F15-8980-5F7BEDBDE6B8}" presName="hierChild4" presStyleCnt="0"/>
      <dgm:spPr/>
    </dgm:pt>
    <dgm:pt modelId="{53559EFD-6332-401E-885F-2A19B26FCE73}" type="pres">
      <dgm:prSet presAssocID="{436B02F6-F4DE-4F15-8980-5F7BEDBDE6B8}" presName="hierChild5" presStyleCnt="0"/>
      <dgm:spPr/>
    </dgm:pt>
    <dgm:pt modelId="{569D8539-D913-43E9-9AA0-A920583698EB}" type="pres">
      <dgm:prSet presAssocID="{CCB07602-5D18-49D3-AC6E-F4B7FBAF5B7E}" presName="Name37" presStyleLbl="parChTrans1D3" presStyleIdx="3" presStyleCnt="4"/>
      <dgm:spPr/>
    </dgm:pt>
    <dgm:pt modelId="{17C09E0C-A62A-4719-86A1-FDE805E9242C}" type="pres">
      <dgm:prSet presAssocID="{621B9AB0-52B4-4568-9714-82EC3EC0DE65}" presName="hierRoot2" presStyleCnt="0">
        <dgm:presLayoutVars>
          <dgm:hierBranch val="init"/>
        </dgm:presLayoutVars>
      </dgm:prSet>
      <dgm:spPr/>
    </dgm:pt>
    <dgm:pt modelId="{AEE387F9-C8E9-4D9E-B5A6-423866813381}" type="pres">
      <dgm:prSet presAssocID="{621B9AB0-52B4-4568-9714-82EC3EC0DE65}" presName="rootComposite" presStyleCnt="0"/>
      <dgm:spPr/>
    </dgm:pt>
    <dgm:pt modelId="{959183C9-9C5F-4DA1-BF47-250FFAB507D3}" type="pres">
      <dgm:prSet presAssocID="{621B9AB0-52B4-4568-9714-82EC3EC0DE65}" presName="rootText" presStyleLbl="node3" presStyleIdx="3" presStyleCnt="4">
        <dgm:presLayoutVars>
          <dgm:chPref val="3"/>
        </dgm:presLayoutVars>
      </dgm:prSet>
      <dgm:spPr/>
    </dgm:pt>
    <dgm:pt modelId="{6C3D10A8-B155-40C5-AC73-F27AA6662E2D}" type="pres">
      <dgm:prSet presAssocID="{621B9AB0-52B4-4568-9714-82EC3EC0DE65}" presName="rootConnector" presStyleLbl="node3" presStyleIdx="3" presStyleCnt="4"/>
      <dgm:spPr/>
    </dgm:pt>
    <dgm:pt modelId="{5BA3CE3A-22F3-4093-82AB-F208DC23A111}" type="pres">
      <dgm:prSet presAssocID="{621B9AB0-52B4-4568-9714-82EC3EC0DE65}" presName="hierChild4" presStyleCnt="0"/>
      <dgm:spPr/>
    </dgm:pt>
    <dgm:pt modelId="{353FB217-4855-417B-A5C0-3F2C2BBAB9FB}" type="pres">
      <dgm:prSet presAssocID="{650DBEA8-39C0-4E9A-A66D-702070F3C466}" presName="Name37" presStyleLbl="parChTrans1D4" presStyleIdx="6" presStyleCnt="7"/>
      <dgm:spPr/>
    </dgm:pt>
    <dgm:pt modelId="{FCB3C386-1526-445A-9998-5C908FB37262}" type="pres">
      <dgm:prSet presAssocID="{FC881DFD-09B3-41F1-AA58-93EAA1DC51F4}" presName="hierRoot2" presStyleCnt="0">
        <dgm:presLayoutVars>
          <dgm:hierBranch val="init"/>
        </dgm:presLayoutVars>
      </dgm:prSet>
      <dgm:spPr/>
    </dgm:pt>
    <dgm:pt modelId="{433FF2AD-EF8D-4CF7-8B5D-41200CCAA264}" type="pres">
      <dgm:prSet presAssocID="{FC881DFD-09B3-41F1-AA58-93EAA1DC51F4}" presName="rootComposite" presStyleCnt="0"/>
      <dgm:spPr/>
    </dgm:pt>
    <dgm:pt modelId="{5A4FB645-BC77-41B0-B5A6-D782CA5549D3}" type="pres">
      <dgm:prSet presAssocID="{FC881DFD-09B3-41F1-AA58-93EAA1DC51F4}" presName="rootText" presStyleLbl="node4" presStyleIdx="6" presStyleCnt="7">
        <dgm:presLayoutVars>
          <dgm:chPref val="3"/>
        </dgm:presLayoutVars>
      </dgm:prSet>
      <dgm:spPr/>
    </dgm:pt>
    <dgm:pt modelId="{34ACE09C-5492-48EF-9A8D-F244F39A1CC9}" type="pres">
      <dgm:prSet presAssocID="{FC881DFD-09B3-41F1-AA58-93EAA1DC51F4}" presName="rootConnector" presStyleLbl="node4" presStyleIdx="6" presStyleCnt="7"/>
      <dgm:spPr/>
    </dgm:pt>
    <dgm:pt modelId="{2911D249-21EF-4347-B934-27704CB75F9F}" type="pres">
      <dgm:prSet presAssocID="{FC881DFD-09B3-41F1-AA58-93EAA1DC51F4}" presName="hierChild4" presStyleCnt="0"/>
      <dgm:spPr/>
    </dgm:pt>
    <dgm:pt modelId="{D2EAFF18-C991-4986-B2F2-E48995C4722A}" type="pres">
      <dgm:prSet presAssocID="{FC881DFD-09B3-41F1-AA58-93EAA1DC51F4}" presName="hierChild5" presStyleCnt="0"/>
      <dgm:spPr/>
    </dgm:pt>
    <dgm:pt modelId="{B2F25F58-848A-4725-ADC9-C030CF567C1D}" type="pres">
      <dgm:prSet presAssocID="{621B9AB0-52B4-4568-9714-82EC3EC0DE65}" presName="hierChild5" presStyleCnt="0"/>
      <dgm:spPr/>
    </dgm:pt>
    <dgm:pt modelId="{99D5E546-E86E-404B-91B5-118A9240783A}" type="pres">
      <dgm:prSet presAssocID="{8C96C477-B505-4AA8-BC4E-76003BD52243}" presName="hierChild5" presStyleCnt="0"/>
      <dgm:spPr/>
    </dgm:pt>
    <dgm:pt modelId="{3DB67EBA-2C55-4ED7-910D-FF00B28E1BA3}" type="pres">
      <dgm:prSet presAssocID="{641A81AC-9EA2-4A34-9E00-9385ED1FD422}" presName="hierChild3" presStyleCnt="0"/>
      <dgm:spPr/>
    </dgm:pt>
  </dgm:ptLst>
  <dgm:cxnLst>
    <dgm:cxn modelId="{1E693406-7032-4A62-BA6F-9403467CB2BA}" type="presOf" srcId="{17664803-913D-4594-93F0-C8830109BDA9}" destId="{B0C452E7-0527-4733-893D-D2DCA3E0B86A}" srcOrd="0" destOrd="0" presId="urn:microsoft.com/office/officeart/2005/8/layout/orgChart1"/>
    <dgm:cxn modelId="{A486970A-A97C-4E01-8915-FA81F0CE27E3}" type="presOf" srcId="{621B9AB0-52B4-4568-9714-82EC3EC0DE65}" destId="{6C3D10A8-B155-40C5-AC73-F27AA6662E2D}" srcOrd="1" destOrd="0" presId="urn:microsoft.com/office/officeart/2005/8/layout/orgChart1"/>
    <dgm:cxn modelId="{CEE99410-6B77-481C-BD40-2188BEEDC126}" type="presOf" srcId="{641A81AC-9EA2-4A34-9E00-9385ED1FD422}" destId="{D576F7C4-99BB-4A3C-BD1B-DFAD90EDE4D6}" srcOrd="0" destOrd="0" presId="urn:microsoft.com/office/officeart/2005/8/layout/orgChart1"/>
    <dgm:cxn modelId="{7039E213-1940-44F3-9CF1-6FDCABA8F8A4}" type="presOf" srcId="{37E02828-0FFE-430F-8E85-F035E69B43BD}" destId="{E5D6B167-3FA9-4213-BD5D-6DD94637F056}" srcOrd="0" destOrd="0" presId="urn:microsoft.com/office/officeart/2005/8/layout/orgChart1"/>
    <dgm:cxn modelId="{150AC314-08B9-4D9B-A1DD-FF166253CF9C}" type="presOf" srcId="{11BD22DB-2729-4AC4-B641-6CB331239F43}" destId="{8979F7BD-16FC-418C-B14B-576370E02F17}" srcOrd="1" destOrd="0" presId="urn:microsoft.com/office/officeart/2005/8/layout/orgChart1"/>
    <dgm:cxn modelId="{F589BC16-D33D-4024-B2C4-44196167E9FD}" type="presOf" srcId="{8C8A3967-2444-4087-8905-5E9C68C268C5}" destId="{2C06A797-5204-4565-AD23-5EA462DB4912}" srcOrd="1" destOrd="0" presId="urn:microsoft.com/office/officeart/2005/8/layout/orgChart1"/>
    <dgm:cxn modelId="{CE91631B-7C28-41B2-AD33-A3DBDFAE4F9A}" type="presOf" srcId="{43A0AAE5-A921-4ADE-B4B1-E6285F8D7737}" destId="{723A56C0-86CD-484D-B45E-EBE7DB623610}" srcOrd="0" destOrd="0" presId="urn:microsoft.com/office/officeart/2005/8/layout/orgChart1"/>
    <dgm:cxn modelId="{FC09E520-B6D7-4FEA-842C-4448A7AED09D}" srcId="{8C96C477-B505-4AA8-BC4E-76003BD52243}" destId="{436B02F6-F4DE-4F15-8980-5F7BEDBDE6B8}" srcOrd="0" destOrd="0" parTransId="{D6D4AEC0-59EC-42D3-94B2-7727D1BB4DED}" sibTransId="{B0945317-B32E-4A5E-9F41-05D88C632926}"/>
    <dgm:cxn modelId="{816E4A28-2DC3-4F55-BF1E-5346691A14B7}" type="presOf" srcId="{8C8A3967-2444-4087-8905-5E9C68C268C5}" destId="{AED04F68-6CFF-47E4-A0B1-8EB9FEEA82A7}" srcOrd="0" destOrd="0" presId="urn:microsoft.com/office/officeart/2005/8/layout/orgChart1"/>
    <dgm:cxn modelId="{37F4B228-67E0-4B63-8500-BAFF91063D5D}" srcId="{37E02828-0FFE-430F-8E85-F035E69B43BD}" destId="{00933EF1-2AF1-44E9-B9F3-218820BF70C0}" srcOrd="2" destOrd="0" parTransId="{524533BF-699D-4A11-83C6-396CB5FD9988}" sibTransId="{D541FE28-E87F-42A0-A41F-D4466F3B00E8}"/>
    <dgm:cxn modelId="{F1756E2A-41B7-436E-8E45-D33F14DF81A2}" type="presOf" srcId="{856CED3C-6A07-41E7-8561-CB3006FF3AE2}" destId="{8C30806D-D8C1-4C5A-8CF4-73EB3C36C9DA}" srcOrd="0" destOrd="0" presId="urn:microsoft.com/office/officeart/2005/8/layout/orgChart1"/>
    <dgm:cxn modelId="{589B462F-9C79-4198-8F70-6054238063EC}" srcId="{0BFD83F9-A816-4B0E-8A50-137C4309344B}" destId="{F96BA4A3-9A65-4CDD-BE04-7D66D0FCFE40}" srcOrd="0" destOrd="0" parTransId="{856CED3C-6A07-41E7-8561-CB3006FF3AE2}" sibTransId="{DE35821D-3CE8-4AE6-908C-91416B671ED8}"/>
    <dgm:cxn modelId="{FD903D31-D420-46A7-92DD-D1E6546219BA}" type="presOf" srcId="{621B9AB0-52B4-4568-9714-82EC3EC0DE65}" destId="{959183C9-9C5F-4DA1-BF47-250FFAB507D3}" srcOrd="0" destOrd="0" presId="urn:microsoft.com/office/officeart/2005/8/layout/orgChart1"/>
    <dgm:cxn modelId="{0ADEBB36-1910-489A-9520-E3565258F6BF}" type="presOf" srcId="{EB29657B-05A7-4512-B1DB-9DBBED53CC83}" destId="{0C862B2C-9C17-4CD1-86B1-D0D172B39D5B}" srcOrd="0" destOrd="0" presId="urn:microsoft.com/office/officeart/2005/8/layout/orgChart1"/>
    <dgm:cxn modelId="{4C5B2839-45FA-4A2F-9B6D-DB210690F4D6}" type="presOf" srcId="{43A0AAE5-A921-4ADE-B4B1-E6285F8D7737}" destId="{15911C11-9E50-4D07-ABE7-EBD0908B30C9}" srcOrd="1" destOrd="0" presId="urn:microsoft.com/office/officeart/2005/8/layout/orgChart1"/>
    <dgm:cxn modelId="{78B6273A-A471-4FC1-B19B-045DF57C0061}" type="presOf" srcId="{D1A46C56-A8CE-46E8-BF6D-053309496E1D}" destId="{8D865ED3-DDFE-4DC4-9E13-9C136E1F4596}" srcOrd="0" destOrd="0" presId="urn:microsoft.com/office/officeart/2005/8/layout/orgChart1"/>
    <dgm:cxn modelId="{5935753D-7A59-45F2-B531-B47CCB4E0790}" srcId="{641A81AC-9EA2-4A34-9E00-9385ED1FD422}" destId="{8C96C477-B505-4AA8-BC4E-76003BD52243}" srcOrd="2" destOrd="0" parTransId="{EB29657B-05A7-4512-B1DB-9DBBED53CC83}" sibTransId="{8A9E2267-C94C-491D-B416-D5C822C5BDA5}"/>
    <dgm:cxn modelId="{A151225D-8CAE-4BEF-9704-16119484DA7A}" type="presOf" srcId="{5BD51E99-FFC0-4EEF-9C6C-468F6122572C}" destId="{3D2186B8-90EF-490C-AF59-562907078203}" srcOrd="0" destOrd="0" presId="urn:microsoft.com/office/officeart/2005/8/layout/orgChart1"/>
    <dgm:cxn modelId="{68CA4F5F-A661-4CD7-9CFC-A28E69D12C4E}" type="presOf" srcId="{11BD22DB-2729-4AC4-B641-6CB331239F43}" destId="{75D95989-366C-4CD5-85A1-9C1B9C87D98A}" srcOrd="0" destOrd="0" presId="urn:microsoft.com/office/officeart/2005/8/layout/orgChart1"/>
    <dgm:cxn modelId="{242C1062-896A-438F-A717-F13665E44CB9}" type="presOf" srcId="{FC881DFD-09B3-41F1-AA58-93EAA1DC51F4}" destId="{5A4FB645-BC77-41B0-B5A6-D782CA5549D3}" srcOrd="0" destOrd="0" presId="urn:microsoft.com/office/officeart/2005/8/layout/orgChart1"/>
    <dgm:cxn modelId="{55A26544-7E7F-4C98-8CDC-C522B9EA27D1}" type="presOf" srcId="{0BFD83F9-A816-4B0E-8A50-137C4309344B}" destId="{36EA9703-42D7-46A2-AC9B-82FB320E9B2A}" srcOrd="1" destOrd="0" presId="urn:microsoft.com/office/officeart/2005/8/layout/orgChart1"/>
    <dgm:cxn modelId="{C3399269-72AF-4651-A536-16860ED83395}" type="presOf" srcId="{00933EF1-2AF1-44E9-B9F3-218820BF70C0}" destId="{C0712093-7C06-4635-86EE-79EF4D8F9B68}" srcOrd="1" destOrd="0" presId="urn:microsoft.com/office/officeart/2005/8/layout/orgChart1"/>
    <dgm:cxn modelId="{A5AD5A4B-DA1D-4AC4-9098-839011D727BD}" type="presOf" srcId="{D1A46C56-A8CE-46E8-BF6D-053309496E1D}" destId="{36A1C92A-2A81-4A4B-83BA-805B1367B0BE}" srcOrd="1" destOrd="0" presId="urn:microsoft.com/office/officeart/2005/8/layout/orgChart1"/>
    <dgm:cxn modelId="{AE46D16C-EC44-42AB-B803-8B22129E8BB0}" srcId="{00933EF1-2AF1-44E9-B9F3-218820BF70C0}" destId="{43A0AAE5-A921-4ADE-B4B1-E6285F8D7737}" srcOrd="0" destOrd="0" parTransId="{15B5D890-2BC3-4644-A920-0630A56320DC}" sibTransId="{5E89C18E-F338-49DF-87E2-5C4BFBD0B077}"/>
    <dgm:cxn modelId="{823E674F-CD85-4ADA-AB2F-F7AFDF17A46B}" type="presOf" srcId="{00933EF1-2AF1-44E9-B9F3-218820BF70C0}" destId="{4AD9E192-BE6A-4DF8-9AC2-D273DA4F1EAA}" srcOrd="0" destOrd="0" presId="urn:microsoft.com/office/officeart/2005/8/layout/orgChart1"/>
    <dgm:cxn modelId="{AEFB6B52-60EE-434D-91DE-BECC70627F92}" type="presOf" srcId="{0965D37B-9E1E-488D-ABA3-919261D6ECE9}" destId="{68C7BD88-A8CF-414B-BDFC-66464783C2D7}" srcOrd="0" destOrd="0" presId="urn:microsoft.com/office/officeart/2005/8/layout/orgChart1"/>
    <dgm:cxn modelId="{9AA79A72-876C-4BFA-8CC9-F0580FB86783}" type="presOf" srcId="{8C96C477-B505-4AA8-BC4E-76003BD52243}" destId="{D1706F98-20E8-4169-B7AE-D4B0D259237F}" srcOrd="1" destOrd="0" presId="urn:microsoft.com/office/officeart/2005/8/layout/orgChart1"/>
    <dgm:cxn modelId="{D8852674-7169-4E35-B278-EA11859035B6}" type="presOf" srcId="{650DBEA8-39C0-4E9A-A66D-702070F3C466}" destId="{353FB217-4855-417B-A5C0-3F2C2BBAB9FB}" srcOrd="0" destOrd="0" presId="urn:microsoft.com/office/officeart/2005/8/layout/orgChart1"/>
    <dgm:cxn modelId="{EBCB6675-A89C-44A8-9208-8FD73A22302E}" type="presOf" srcId="{C699788F-5BCF-4227-A8EA-856282BAC641}" destId="{8CF86E3D-8369-4746-A0C5-B9AEB9DE51CC}" srcOrd="1" destOrd="0" presId="urn:microsoft.com/office/officeart/2005/8/layout/orgChart1"/>
    <dgm:cxn modelId="{2BE77B75-0655-44DD-A872-B8A666BDB35D}" type="presOf" srcId="{FC881DFD-09B3-41F1-AA58-93EAA1DC51F4}" destId="{34ACE09C-5492-48EF-9A8D-F244F39A1CC9}" srcOrd="1" destOrd="0" presId="urn:microsoft.com/office/officeart/2005/8/layout/orgChart1"/>
    <dgm:cxn modelId="{901DD557-D687-46A6-9AAD-9E16A364BB58}" type="presOf" srcId="{71FDD5FF-1B35-462D-8FDA-043D7D12CBE8}" destId="{77630F50-41BB-4F9E-AB3F-31EF4446C5B7}" srcOrd="0" destOrd="0" presId="urn:microsoft.com/office/officeart/2005/8/layout/orgChart1"/>
    <dgm:cxn modelId="{EBA0EA77-24B0-44F1-8A95-0A2856806F90}" srcId="{0BFD83F9-A816-4B0E-8A50-137C4309344B}" destId="{37E02828-0FFE-430F-8E85-F035E69B43BD}" srcOrd="1" destOrd="0" parTransId="{71FDD5FF-1B35-462D-8FDA-043D7D12CBE8}" sibTransId="{9BA3413D-232A-43A5-9D28-083C51FEF669}"/>
    <dgm:cxn modelId="{B536DD7C-9CCC-47D8-901C-36BB48EF8934}" type="presOf" srcId="{C699788F-5BCF-4227-A8EA-856282BAC641}" destId="{2686E213-FD5F-40A3-B80F-3392F1DA8ED0}" srcOrd="0" destOrd="0" presId="urn:microsoft.com/office/officeart/2005/8/layout/orgChart1"/>
    <dgm:cxn modelId="{EDDC0782-DD30-40F5-8C3A-8ACF3AA319BF}" type="presOf" srcId="{809A56A7-73FE-4E14-AB6A-79B58CCFD102}" destId="{7D4A13F4-FD34-4B8E-B53E-BFCE53B83B25}" srcOrd="0" destOrd="0" presId="urn:microsoft.com/office/officeart/2005/8/layout/orgChart1"/>
    <dgm:cxn modelId="{08E34895-11D1-4CB3-B06E-201BA1C44F7F}" srcId="{5BD51E99-FFC0-4EEF-9C6C-468F6122572C}" destId="{641A81AC-9EA2-4A34-9E00-9385ED1FD422}" srcOrd="0" destOrd="0" parTransId="{FE9D218B-9D24-4764-B6A2-6380B9E0F411}" sibTransId="{CA4593E2-4752-4C4F-986F-72D2B7FDDEFF}"/>
    <dgm:cxn modelId="{5353DF97-C555-499D-882E-F9FCA8A9B3CD}" type="presOf" srcId="{CE4001F4-A6B1-4129-927F-2CDB56E609CF}" destId="{2B6216EE-0332-46F3-BC8E-9FC18354BC59}" srcOrd="0" destOrd="0" presId="urn:microsoft.com/office/officeart/2005/8/layout/orgChart1"/>
    <dgm:cxn modelId="{4E0AFB99-5DA1-48A3-8901-F8DED534824D}" srcId="{37E02828-0FFE-430F-8E85-F035E69B43BD}" destId="{11BD22DB-2729-4AC4-B641-6CB331239F43}" srcOrd="1" destOrd="0" parTransId="{0965D37B-9E1E-488D-ABA3-919261D6ECE9}" sibTransId="{DA1D93BB-2A65-4CA2-8266-7D7E29B41B60}"/>
    <dgm:cxn modelId="{9C00559D-8453-449C-BA1D-6D269B781942}" srcId="{641A81AC-9EA2-4A34-9E00-9385ED1FD422}" destId="{6A310116-E4CA-4DAA-9FA7-A32CC4C882C1}" srcOrd="0" destOrd="0" parTransId="{6B487201-48C7-4A3F-82AF-53B03C877328}" sibTransId="{6D1A143E-D152-4857-91C0-707785665A42}"/>
    <dgm:cxn modelId="{805AF59F-1AB1-47CD-B398-336B4E02098A}" type="presOf" srcId="{8C96C477-B505-4AA8-BC4E-76003BD52243}" destId="{EC45E921-B3F0-4613-938B-117C53447DC4}" srcOrd="0" destOrd="0" presId="urn:microsoft.com/office/officeart/2005/8/layout/orgChart1"/>
    <dgm:cxn modelId="{50CCCEA7-DCD7-48A9-8213-C44F2997E4AF}" type="presOf" srcId="{524533BF-699D-4A11-83C6-396CB5FD9988}" destId="{57B4B7B4-DBBB-42BE-8244-08C6A48F1D4E}" srcOrd="0" destOrd="0" presId="urn:microsoft.com/office/officeart/2005/8/layout/orgChart1"/>
    <dgm:cxn modelId="{B7CE11A8-F3EF-4D3F-9A67-82F4DE10798B}" srcId="{00933EF1-2AF1-44E9-B9F3-218820BF70C0}" destId="{8C8A3967-2444-4087-8905-5E9C68C268C5}" srcOrd="1" destOrd="0" parTransId="{CE4001F4-A6B1-4129-927F-2CDB56E609CF}" sibTransId="{99ECC569-134A-401C-BA84-3D0FF79D9B7A}"/>
    <dgm:cxn modelId="{0126A5A8-DD3C-430A-95CB-58645447D86C}" type="presOf" srcId="{CCB07602-5D18-49D3-AC6E-F4B7FBAF5B7E}" destId="{569D8539-D913-43E9-9AA0-A920583698EB}" srcOrd="0" destOrd="0" presId="urn:microsoft.com/office/officeart/2005/8/layout/orgChart1"/>
    <dgm:cxn modelId="{F719F0B0-27C2-4078-B831-B2617B841824}" type="presOf" srcId="{6A310116-E4CA-4DAA-9FA7-A32CC4C882C1}" destId="{E33AA7E0-5967-4269-BC66-7E754E5BB239}" srcOrd="1" destOrd="0" presId="urn:microsoft.com/office/officeart/2005/8/layout/orgChart1"/>
    <dgm:cxn modelId="{4ED06DB7-0AA3-42E6-BFA0-1BA4954E6158}" type="presOf" srcId="{F96BA4A3-9A65-4CDD-BE04-7D66D0FCFE40}" destId="{AFEED0B6-79A9-4BA0-AB3B-7E79AA532C3F}" srcOrd="0" destOrd="0" presId="urn:microsoft.com/office/officeart/2005/8/layout/orgChart1"/>
    <dgm:cxn modelId="{0529E3B7-4ED6-4321-82C7-973AEAC5C4EC}" type="presOf" srcId="{436B02F6-F4DE-4F15-8980-5F7BEDBDE6B8}" destId="{078868D4-D600-4760-96C3-67E91C37F21A}" srcOrd="0" destOrd="0" presId="urn:microsoft.com/office/officeart/2005/8/layout/orgChart1"/>
    <dgm:cxn modelId="{E181F3BD-7839-4225-9C14-F05C2E7F37A6}" type="presOf" srcId="{436B02F6-F4DE-4F15-8980-5F7BEDBDE6B8}" destId="{0250E01B-80D8-4D93-A6EC-5881C66E2D0A}" srcOrd="1" destOrd="0" presId="urn:microsoft.com/office/officeart/2005/8/layout/orgChart1"/>
    <dgm:cxn modelId="{821212C7-286D-48D9-A1CC-D27A6D1314E2}" type="presOf" srcId="{6A310116-E4CA-4DAA-9FA7-A32CC4C882C1}" destId="{B6399BF2-009D-4A46-AC79-56E91FE2E714}" srcOrd="0" destOrd="0" presId="urn:microsoft.com/office/officeart/2005/8/layout/orgChart1"/>
    <dgm:cxn modelId="{426360CB-64C4-4890-83A5-774B4E90C7C2}" type="presOf" srcId="{6B487201-48C7-4A3F-82AF-53B03C877328}" destId="{A3C2E62E-2279-45DD-9935-5F1124B4ABFE}" srcOrd="0" destOrd="0" presId="urn:microsoft.com/office/officeart/2005/8/layout/orgChart1"/>
    <dgm:cxn modelId="{BCDA3ECD-BBA9-42F9-A770-D8C5DA627ADD}" type="presOf" srcId="{D6D4AEC0-59EC-42D3-94B2-7727D1BB4DED}" destId="{FD570B6E-AF9B-4F42-83DB-21DFD1A0CF24}" srcOrd="0" destOrd="0" presId="urn:microsoft.com/office/officeart/2005/8/layout/orgChart1"/>
    <dgm:cxn modelId="{A79CCFCE-1C04-404A-942B-9BB439FAA316}" srcId="{37E02828-0FFE-430F-8E85-F035E69B43BD}" destId="{C699788F-5BCF-4227-A8EA-856282BAC641}" srcOrd="3" destOrd="0" parTransId="{809A56A7-73FE-4E14-AB6A-79B58CCFD102}" sibTransId="{B94A2596-CDCE-4A62-82DA-5890B4D56064}"/>
    <dgm:cxn modelId="{B19FCADE-9544-40C7-A410-D48050C29039}" type="presOf" srcId="{37E02828-0FFE-430F-8E85-F035E69B43BD}" destId="{8A75ABF9-B80F-477E-ADA7-48AD52BEF5B3}" srcOrd="1" destOrd="0" presId="urn:microsoft.com/office/officeart/2005/8/layout/orgChart1"/>
    <dgm:cxn modelId="{DCA468E5-204F-4247-A4A6-6426A3FC18E2}" type="presOf" srcId="{641A81AC-9EA2-4A34-9E00-9385ED1FD422}" destId="{763F14C9-31F7-4A39-A50A-BF7F0E6BC962}" srcOrd="1" destOrd="0" presId="urn:microsoft.com/office/officeart/2005/8/layout/orgChart1"/>
    <dgm:cxn modelId="{49921FEF-8519-49E6-AAA8-6A37AF928EE7}" srcId="{37E02828-0FFE-430F-8E85-F035E69B43BD}" destId="{D1A46C56-A8CE-46E8-BF6D-053309496E1D}" srcOrd="0" destOrd="0" parTransId="{64162D27-ACD0-48D3-8580-91C04278FB3A}" sibTransId="{322882EF-18E1-4EDC-8875-C3B012730B17}"/>
    <dgm:cxn modelId="{B072E5F0-92D0-449A-8F13-738275761594}" srcId="{8C96C477-B505-4AA8-BC4E-76003BD52243}" destId="{621B9AB0-52B4-4568-9714-82EC3EC0DE65}" srcOrd="1" destOrd="0" parTransId="{CCB07602-5D18-49D3-AC6E-F4B7FBAF5B7E}" sibTransId="{C6146C72-CE60-4A13-ABCC-F19F440C63EC}"/>
    <dgm:cxn modelId="{41A7BEF1-F758-499C-A655-80B2F046E51A}" type="presOf" srcId="{15B5D890-2BC3-4644-A920-0630A56320DC}" destId="{C3EAA277-39AA-48B0-B65E-C2B3D7E588D6}" srcOrd="0" destOrd="0" presId="urn:microsoft.com/office/officeart/2005/8/layout/orgChart1"/>
    <dgm:cxn modelId="{BC591AF3-2C92-4776-8F27-0E7D6CD05D2F}" type="presOf" srcId="{F96BA4A3-9A65-4CDD-BE04-7D66D0FCFE40}" destId="{42E800FE-8EC5-4861-A543-A4A83C122143}" srcOrd="1" destOrd="0" presId="urn:microsoft.com/office/officeart/2005/8/layout/orgChart1"/>
    <dgm:cxn modelId="{4612C9F7-D623-4042-A9D0-4F21E8ECD726}" srcId="{641A81AC-9EA2-4A34-9E00-9385ED1FD422}" destId="{0BFD83F9-A816-4B0E-8A50-137C4309344B}" srcOrd="1" destOrd="0" parTransId="{17664803-913D-4594-93F0-C8830109BDA9}" sibTransId="{7AAB4858-3F6F-49B3-BB51-EA242583CFD2}"/>
    <dgm:cxn modelId="{F644FFF8-9B99-43E0-98EB-BB9C8820D5BF}" type="presOf" srcId="{0BFD83F9-A816-4B0E-8A50-137C4309344B}" destId="{FBE47A00-8EE7-4080-89CC-AD8807DE86A1}" srcOrd="0" destOrd="0" presId="urn:microsoft.com/office/officeart/2005/8/layout/orgChart1"/>
    <dgm:cxn modelId="{1BE7B6FA-2037-4055-A4BA-C9421B51CAA9}" type="presOf" srcId="{64162D27-ACD0-48D3-8580-91C04278FB3A}" destId="{B30C41FA-EECB-4F61-9206-E22CF485CCE5}" srcOrd="0" destOrd="0" presId="urn:microsoft.com/office/officeart/2005/8/layout/orgChart1"/>
    <dgm:cxn modelId="{4B763BFE-D73A-4405-B9D1-366220ADDFEE}" srcId="{621B9AB0-52B4-4568-9714-82EC3EC0DE65}" destId="{FC881DFD-09B3-41F1-AA58-93EAA1DC51F4}" srcOrd="0" destOrd="0" parTransId="{650DBEA8-39C0-4E9A-A66D-702070F3C466}" sibTransId="{86F71BDC-EB33-477C-ADCB-142347552B89}"/>
    <dgm:cxn modelId="{1BDBC396-F98B-4CE9-96DF-8B01CE9EF13C}" type="presParOf" srcId="{3D2186B8-90EF-490C-AF59-562907078203}" destId="{1E06A66F-789C-4634-972E-45A55E344851}" srcOrd="0" destOrd="0" presId="urn:microsoft.com/office/officeart/2005/8/layout/orgChart1"/>
    <dgm:cxn modelId="{A1BA3E43-1028-451F-A9BF-C889A2BD3020}" type="presParOf" srcId="{1E06A66F-789C-4634-972E-45A55E344851}" destId="{D3664D89-3D5F-414F-BDF9-6DD184467A80}" srcOrd="0" destOrd="0" presId="urn:microsoft.com/office/officeart/2005/8/layout/orgChart1"/>
    <dgm:cxn modelId="{1D162CAF-D742-41BF-9615-BF78509CC9FF}" type="presParOf" srcId="{D3664D89-3D5F-414F-BDF9-6DD184467A80}" destId="{D576F7C4-99BB-4A3C-BD1B-DFAD90EDE4D6}" srcOrd="0" destOrd="0" presId="urn:microsoft.com/office/officeart/2005/8/layout/orgChart1"/>
    <dgm:cxn modelId="{CA52516E-F96B-4494-BD92-0225949FAC8E}" type="presParOf" srcId="{D3664D89-3D5F-414F-BDF9-6DD184467A80}" destId="{763F14C9-31F7-4A39-A50A-BF7F0E6BC962}" srcOrd="1" destOrd="0" presId="urn:microsoft.com/office/officeart/2005/8/layout/orgChart1"/>
    <dgm:cxn modelId="{5A9C175D-FF7B-4907-9D5A-51114B3E03E3}" type="presParOf" srcId="{1E06A66F-789C-4634-972E-45A55E344851}" destId="{0B4BED53-69EF-4477-8AAD-1DFACCE7A55E}" srcOrd="1" destOrd="0" presId="urn:microsoft.com/office/officeart/2005/8/layout/orgChart1"/>
    <dgm:cxn modelId="{D54884F0-3DBA-4E33-A41C-FB81B3722610}" type="presParOf" srcId="{0B4BED53-69EF-4477-8AAD-1DFACCE7A55E}" destId="{A3C2E62E-2279-45DD-9935-5F1124B4ABFE}" srcOrd="0" destOrd="0" presId="urn:microsoft.com/office/officeart/2005/8/layout/orgChart1"/>
    <dgm:cxn modelId="{92E2FDFC-6FDF-42EF-9E04-497FEE285366}" type="presParOf" srcId="{0B4BED53-69EF-4477-8AAD-1DFACCE7A55E}" destId="{603721B2-9CF4-41FF-97F5-DD1B68583295}" srcOrd="1" destOrd="0" presId="urn:microsoft.com/office/officeart/2005/8/layout/orgChart1"/>
    <dgm:cxn modelId="{7CF840EB-5271-412A-BFD4-CCFF6347BFF5}" type="presParOf" srcId="{603721B2-9CF4-41FF-97F5-DD1B68583295}" destId="{5927D8ED-53DA-49FE-8312-936A732D096B}" srcOrd="0" destOrd="0" presId="urn:microsoft.com/office/officeart/2005/8/layout/orgChart1"/>
    <dgm:cxn modelId="{7219A8B3-00B4-4E6E-8DFE-6CCD71841943}" type="presParOf" srcId="{5927D8ED-53DA-49FE-8312-936A732D096B}" destId="{B6399BF2-009D-4A46-AC79-56E91FE2E714}" srcOrd="0" destOrd="0" presId="urn:microsoft.com/office/officeart/2005/8/layout/orgChart1"/>
    <dgm:cxn modelId="{273EAEB6-5C98-488B-ABDD-A7FAA7818A33}" type="presParOf" srcId="{5927D8ED-53DA-49FE-8312-936A732D096B}" destId="{E33AA7E0-5967-4269-BC66-7E754E5BB239}" srcOrd="1" destOrd="0" presId="urn:microsoft.com/office/officeart/2005/8/layout/orgChart1"/>
    <dgm:cxn modelId="{BBD6D60E-B16E-4BE8-BF66-D923987757CE}" type="presParOf" srcId="{603721B2-9CF4-41FF-97F5-DD1B68583295}" destId="{D05DF558-AE88-4381-905C-443EA7B3F85F}" srcOrd="1" destOrd="0" presId="urn:microsoft.com/office/officeart/2005/8/layout/orgChart1"/>
    <dgm:cxn modelId="{9861F013-6582-4BC1-A46E-7393DAF191CC}" type="presParOf" srcId="{603721B2-9CF4-41FF-97F5-DD1B68583295}" destId="{A7E15207-8AED-42D1-AE65-D9C3A49D6871}" srcOrd="2" destOrd="0" presId="urn:microsoft.com/office/officeart/2005/8/layout/orgChart1"/>
    <dgm:cxn modelId="{CB88061B-E668-422F-8F35-83897ECAD91B}" type="presParOf" srcId="{0B4BED53-69EF-4477-8AAD-1DFACCE7A55E}" destId="{B0C452E7-0527-4733-893D-D2DCA3E0B86A}" srcOrd="2" destOrd="0" presId="urn:microsoft.com/office/officeart/2005/8/layout/orgChart1"/>
    <dgm:cxn modelId="{6F3C3564-67E2-490A-B0C6-190D34E2A5E7}" type="presParOf" srcId="{0B4BED53-69EF-4477-8AAD-1DFACCE7A55E}" destId="{3BAAD0FD-FD3B-4A1C-B2B4-BBDABE835047}" srcOrd="3" destOrd="0" presId="urn:microsoft.com/office/officeart/2005/8/layout/orgChart1"/>
    <dgm:cxn modelId="{E3F74002-C8E1-4B56-85DA-7D266CC71144}" type="presParOf" srcId="{3BAAD0FD-FD3B-4A1C-B2B4-BBDABE835047}" destId="{4F81FDAA-0F87-4EB1-8B12-9E2B175A6B3D}" srcOrd="0" destOrd="0" presId="urn:microsoft.com/office/officeart/2005/8/layout/orgChart1"/>
    <dgm:cxn modelId="{5250CE1F-0946-4B27-AA60-BFEE1503404E}" type="presParOf" srcId="{4F81FDAA-0F87-4EB1-8B12-9E2B175A6B3D}" destId="{FBE47A00-8EE7-4080-89CC-AD8807DE86A1}" srcOrd="0" destOrd="0" presId="urn:microsoft.com/office/officeart/2005/8/layout/orgChart1"/>
    <dgm:cxn modelId="{ABD920B8-EDD5-4D62-BB1B-92E3E20301F3}" type="presParOf" srcId="{4F81FDAA-0F87-4EB1-8B12-9E2B175A6B3D}" destId="{36EA9703-42D7-46A2-AC9B-82FB320E9B2A}" srcOrd="1" destOrd="0" presId="urn:microsoft.com/office/officeart/2005/8/layout/orgChart1"/>
    <dgm:cxn modelId="{B5B7B2D4-5E76-4E48-BAC3-FB770E3A1120}" type="presParOf" srcId="{3BAAD0FD-FD3B-4A1C-B2B4-BBDABE835047}" destId="{77D4AC6C-D4DD-46E0-98EB-7A53BF0C379C}" srcOrd="1" destOrd="0" presId="urn:microsoft.com/office/officeart/2005/8/layout/orgChart1"/>
    <dgm:cxn modelId="{A4CED125-967A-4842-9929-CBEF1E587A06}" type="presParOf" srcId="{77D4AC6C-D4DD-46E0-98EB-7A53BF0C379C}" destId="{8C30806D-D8C1-4C5A-8CF4-73EB3C36C9DA}" srcOrd="0" destOrd="0" presId="urn:microsoft.com/office/officeart/2005/8/layout/orgChart1"/>
    <dgm:cxn modelId="{B816CE1A-095B-4927-8494-AAB2D5CB881B}" type="presParOf" srcId="{77D4AC6C-D4DD-46E0-98EB-7A53BF0C379C}" destId="{5F0424E5-897A-4245-A458-6A7F68A661F6}" srcOrd="1" destOrd="0" presId="urn:microsoft.com/office/officeart/2005/8/layout/orgChart1"/>
    <dgm:cxn modelId="{267D5029-A380-4E53-AA27-3D6F3A397879}" type="presParOf" srcId="{5F0424E5-897A-4245-A458-6A7F68A661F6}" destId="{539781AD-DB36-41B8-945C-153862882B6F}" srcOrd="0" destOrd="0" presId="urn:microsoft.com/office/officeart/2005/8/layout/orgChart1"/>
    <dgm:cxn modelId="{131C498B-8267-4CA5-8354-E52F226F06B7}" type="presParOf" srcId="{539781AD-DB36-41B8-945C-153862882B6F}" destId="{AFEED0B6-79A9-4BA0-AB3B-7E79AA532C3F}" srcOrd="0" destOrd="0" presId="urn:microsoft.com/office/officeart/2005/8/layout/orgChart1"/>
    <dgm:cxn modelId="{5662A48E-1497-4ECD-A146-9DEC712EAB03}" type="presParOf" srcId="{539781AD-DB36-41B8-945C-153862882B6F}" destId="{42E800FE-8EC5-4861-A543-A4A83C122143}" srcOrd="1" destOrd="0" presId="urn:microsoft.com/office/officeart/2005/8/layout/orgChart1"/>
    <dgm:cxn modelId="{43830EA4-2FD8-4B99-AF83-BD69491C5B9E}" type="presParOf" srcId="{5F0424E5-897A-4245-A458-6A7F68A661F6}" destId="{BD6CF84E-1A4D-4159-BDE6-EDA49A591F50}" srcOrd="1" destOrd="0" presId="urn:microsoft.com/office/officeart/2005/8/layout/orgChart1"/>
    <dgm:cxn modelId="{AF73D7C4-DA5F-493F-A5E9-008AF9CAC941}" type="presParOf" srcId="{5F0424E5-897A-4245-A458-6A7F68A661F6}" destId="{C23846EB-908E-4FA1-9B28-15B96A0AC423}" srcOrd="2" destOrd="0" presId="urn:microsoft.com/office/officeart/2005/8/layout/orgChart1"/>
    <dgm:cxn modelId="{FE4AB3B1-41F8-4502-BA05-50717488ED85}" type="presParOf" srcId="{77D4AC6C-D4DD-46E0-98EB-7A53BF0C379C}" destId="{77630F50-41BB-4F9E-AB3F-31EF4446C5B7}" srcOrd="2" destOrd="0" presId="urn:microsoft.com/office/officeart/2005/8/layout/orgChart1"/>
    <dgm:cxn modelId="{D34CC5E5-1653-425D-B8DE-BBB5EC251D37}" type="presParOf" srcId="{77D4AC6C-D4DD-46E0-98EB-7A53BF0C379C}" destId="{69CB6533-44E8-444F-B060-4DED15565DAE}" srcOrd="3" destOrd="0" presId="urn:microsoft.com/office/officeart/2005/8/layout/orgChart1"/>
    <dgm:cxn modelId="{661BDA55-5E49-426A-9BEA-248AA1DEC1B7}" type="presParOf" srcId="{69CB6533-44E8-444F-B060-4DED15565DAE}" destId="{4AE5A6C0-51E6-48E2-9E35-69BEDFE82D8A}" srcOrd="0" destOrd="0" presId="urn:microsoft.com/office/officeart/2005/8/layout/orgChart1"/>
    <dgm:cxn modelId="{1D65DB2B-2B84-4ACE-B549-57AE5C8DCFE7}" type="presParOf" srcId="{4AE5A6C0-51E6-48E2-9E35-69BEDFE82D8A}" destId="{E5D6B167-3FA9-4213-BD5D-6DD94637F056}" srcOrd="0" destOrd="0" presId="urn:microsoft.com/office/officeart/2005/8/layout/orgChart1"/>
    <dgm:cxn modelId="{486A0073-4E61-4017-BE19-532808DBA356}" type="presParOf" srcId="{4AE5A6C0-51E6-48E2-9E35-69BEDFE82D8A}" destId="{8A75ABF9-B80F-477E-ADA7-48AD52BEF5B3}" srcOrd="1" destOrd="0" presId="urn:microsoft.com/office/officeart/2005/8/layout/orgChart1"/>
    <dgm:cxn modelId="{293915DA-A8C8-43BA-9514-C30D682D86DF}" type="presParOf" srcId="{69CB6533-44E8-444F-B060-4DED15565DAE}" destId="{C505006E-A92F-4332-A50A-5A2BF1131422}" srcOrd="1" destOrd="0" presId="urn:microsoft.com/office/officeart/2005/8/layout/orgChart1"/>
    <dgm:cxn modelId="{9E9E67D0-52B0-4DD6-A5C0-CAF4E6FFF88D}" type="presParOf" srcId="{C505006E-A92F-4332-A50A-5A2BF1131422}" destId="{B30C41FA-EECB-4F61-9206-E22CF485CCE5}" srcOrd="0" destOrd="0" presId="urn:microsoft.com/office/officeart/2005/8/layout/orgChart1"/>
    <dgm:cxn modelId="{93FB52BB-7D26-41F3-B6F5-08773DD07A9E}" type="presParOf" srcId="{C505006E-A92F-4332-A50A-5A2BF1131422}" destId="{BA735728-FC71-4AFE-B51A-E63C0200C78C}" srcOrd="1" destOrd="0" presId="urn:microsoft.com/office/officeart/2005/8/layout/orgChart1"/>
    <dgm:cxn modelId="{492DE679-F898-4A87-AE37-E9679EF74FAD}" type="presParOf" srcId="{BA735728-FC71-4AFE-B51A-E63C0200C78C}" destId="{9395150D-5420-4CC7-AF02-A3CA4A2FDEA3}" srcOrd="0" destOrd="0" presId="urn:microsoft.com/office/officeart/2005/8/layout/orgChart1"/>
    <dgm:cxn modelId="{E7CA9B9D-85FA-4042-8831-BA238F98A66A}" type="presParOf" srcId="{9395150D-5420-4CC7-AF02-A3CA4A2FDEA3}" destId="{8D865ED3-DDFE-4DC4-9E13-9C136E1F4596}" srcOrd="0" destOrd="0" presId="urn:microsoft.com/office/officeart/2005/8/layout/orgChart1"/>
    <dgm:cxn modelId="{E5444A9C-93DC-4053-826F-06DACF57773A}" type="presParOf" srcId="{9395150D-5420-4CC7-AF02-A3CA4A2FDEA3}" destId="{36A1C92A-2A81-4A4B-83BA-805B1367B0BE}" srcOrd="1" destOrd="0" presId="urn:microsoft.com/office/officeart/2005/8/layout/orgChart1"/>
    <dgm:cxn modelId="{C87E00C7-9BCB-4368-B9A2-7D70B2605A14}" type="presParOf" srcId="{BA735728-FC71-4AFE-B51A-E63C0200C78C}" destId="{AE6179CE-3C26-4DDD-A9C6-7FDACD0D0950}" srcOrd="1" destOrd="0" presId="urn:microsoft.com/office/officeart/2005/8/layout/orgChart1"/>
    <dgm:cxn modelId="{39748831-FA07-47D8-876C-E4546EB77479}" type="presParOf" srcId="{BA735728-FC71-4AFE-B51A-E63C0200C78C}" destId="{85F97C8F-E39A-4D0E-95B2-704CE74BE420}" srcOrd="2" destOrd="0" presId="urn:microsoft.com/office/officeart/2005/8/layout/orgChart1"/>
    <dgm:cxn modelId="{91DEF4CD-8BFC-47A7-B98D-AAFD58349CDC}" type="presParOf" srcId="{C505006E-A92F-4332-A50A-5A2BF1131422}" destId="{68C7BD88-A8CF-414B-BDFC-66464783C2D7}" srcOrd="2" destOrd="0" presId="urn:microsoft.com/office/officeart/2005/8/layout/orgChart1"/>
    <dgm:cxn modelId="{16834698-484C-4179-8E35-D50FE522C53C}" type="presParOf" srcId="{C505006E-A92F-4332-A50A-5A2BF1131422}" destId="{0E30D6F3-3205-4B25-B383-43F08D8B0B33}" srcOrd="3" destOrd="0" presId="urn:microsoft.com/office/officeart/2005/8/layout/orgChart1"/>
    <dgm:cxn modelId="{694C9372-C4E4-40CF-9159-C2DB96028970}" type="presParOf" srcId="{0E30D6F3-3205-4B25-B383-43F08D8B0B33}" destId="{7C549D11-784E-460E-AE1C-53731F980629}" srcOrd="0" destOrd="0" presId="urn:microsoft.com/office/officeart/2005/8/layout/orgChart1"/>
    <dgm:cxn modelId="{D197F834-F92F-44DD-84B1-A05AE0B9BD39}" type="presParOf" srcId="{7C549D11-784E-460E-AE1C-53731F980629}" destId="{75D95989-366C-4CD5-85A1-9C1B9C87D98A}" srcOrd="0" destOrd="0" presId="urn:microsoft.com/office/officeart/2005/8/layout/orgChart1"/>
    <dgm:cxn modelId="{D400EC88-8F46-4077-93CB-D0EAAF31C907}" type="presParOf" srcId="{7C549D11-784E-460E-AE1C-53731F980629}" destId="{8979F7BD-16FC-418C-B14B-576370E02F17}" srcOrd="1" destOrd="0" presId="urn:microsoft.com/office/officeart/2005/8/layout/orgChart1"/>
    <dgm:cxn modelId="{F0103CA7-6E3C-49CF-A943-6664DF85AA7F}" type="presParOf" srcId="{0E30D6F3-3205-4B25-B383-43F08D8B0B33}" destId="{D1054AA5-823B-4AB2-9B33-37BD7B5F3FD9}" srcOrd="1" destOrd="0" presId="urn:microsoft.com/office/officeart/2005/8/layout/orgChart1"/>
    <dgm:cxn modelId="{55946AE3-2F6B-4215-A624-E34CEFD5BB6A}" type="presParOf" srcId="{0E30D6F3-3205-4B25-B383-43F08D8B0B33}" destId="{AAD28A56-9167-4321-9E14-94481E6FAF09}" srcOrd="2" destOrd="0" presId="urn:microsoft.com/office/officeart/2005/8/layout/orgChart1"/>
    <dgm:cxn modelId="{9D6F196C-6899-4FC2-9479-36A705DE908A}" type="presParOf" srcId="{C505006E-A92F-4332-A50A-5A2BF1131422}" destId="{57B4B7B4-DBBB-42BE-8244-08C6A48F1D4E}" srcOrd="4" destOrd="0" presId="urn:microsoft.com/office/officeart/2005/8/layout/orgChart1"/>
    <dgm:cxn modelId="{55B57AB8-C38F-4B1B-AA2D-0CFA19C236E0}" type="presParOf" srcId="{C505006E-A92F-4332-A50A-5A2BF1131422}" destId="{9ACD3656-6786-4433-B685-1A5F511C5523}" srcOrd="5" destOrd="0" presId="urn:microsoft.com/office/officeart/2005/8/layout/orgChart1"/>
    <dgm:cxn modelId="{5F707F4C-A5B6-4677-853F-12C3CC2AF33C}" type="presParOf" srcId="{9ACD3656-6786-4433-B685-1A5F511C5523}" destId="{E45FF460-365C-43E0-AE4C-325CAFDEF6E6}" srcOrd="0" destOrd="0" presId="urn:microsoft.com/office/officeart/2005/8/layout/orgChart1"/>
    <dgm:cxn modelId="{68608A5D-2776-4277-B7E4-4658ABDA2BA4}" type="presParOf" srcId="{E45FF460-365C-43E0-AE4C-325CAFDEF6E6}" destId="{4AD9E192-BE6A-4DF8-9AC2-D273DA4F1EAA}" srcOrd="0" destOrd="0" presId="urn:microsoft.com/office/officeart/2005/8/layout/orgChart1"/>
    <dgm:cxn modelId="{625A7588-0FE6-44B1-80C9-BEDD2E92A231}" type="presParOf" srcId="{E45FF460-365C-43E0-AE4C-325CAFDEF6E6}" destId="{C0712093-7C06-4635-86EE-79EF4D8F9B68}" srcOrd="1" destOrd="0" presId="urn:microsoft.com/office/officeart/2005/8/layout/orgChart1"/>
    <dgm:cxn modelId="{CB20E0E0-CA6F-4846-8128-D3DE56999708}" type="presParOf" srcId="{9ACD3656-6786-4433-B685-1A5F511C5523}" destId="{B2477B42-3E0C-4CA1-92EB-BBA77E3114E6}" srcOrd="1" destOrd="0" presId="urn:microsoft.com/office/officeart/2005/8/layout/orgChart1"/>
    <dgm:cxn modelId="{0B48C285-FF5C-4A12-926C-232E9F4C6620}" type="presParOf" srcId="{B2477B42-3E0C-4CA1-92EB-BBA77E3114E6}" destId="{C3EAA277-39AA-48B0-B65E-C2B3D7E588D6}" srcOrd="0" destOrd="0" presId="urn:microsoft.com/office/officeart/2005/8/layout/orgChart1"/>
    <dgm:cxn modelId="{38C80158-DFED-425E-B44D-2D6408802EBB}" type="presParOf" srcId="{B2477B42-3E0C-4CA1-92EB-BBA77E3114E6}" destId="{5D19745E-496D-44D4-8733-73485559765B}" srcOrd="1" destOrd="0" presId="urn:microsoft.com/office/officeart/2005/8/layout/orgChart1"/>
    <dgm:cxn modelId="{958BFA25-0418-475C-8856-DF09ACB9476B}" type="presParOf" srcId="{5D19745E-496D-44D4-8733-73485559765B}" destId="{58580F0E-6931-4F7A-B4F1-9E2E3F3D8BE7}" srcOrd="0" destOrd="0" presId="urn:microsoft.com/office/officeart/2005/8/layout/orgChart1"/>
    <dgm:cxn modelId="{09E5B82E-5F84-429D-8E5D-8679C655C544}" type="presParOf" srcId="{58580F0E-6931-4F7A-B4F1-9E2E3F3D8BE7}" destId="{723A56C0-86CD-484D-B45E-EBE7DB623610}" srcOrd="0" destOrd="0" presId="urn:microsoft.com/office/officeart/2005/8/layout/orgChart1"/>
    <dgm:cxn modelId="{883AD440-CA5D-4B68-8A3E-6D65C8713D5D}" type="presParOf" srcId="{58580F0E-6931-4F7A-B4F1-9E2E3F3D8BE7}" destId="{15911C11-9E50-4D07-ABE7-EBD0908B30C9}" srcOrd="1" destOrd="0" presId="urn:microsoft.com/office/officeart/2005/8/layout/orgChart1"/>
    <dgm:cxn modelId="{65B01F88-7E19-4B5F-A32C-ABA55F38E03D}" type="presParOf" srcId="{5D19745E-496D-44D4-8733-73485559765B}" destId="{486E198A-BA19-487D-A8BF-D3C9B09AEA87}" srcOrd="1" destOrd="0" presId="urn:microsoft.com/office/officeart/2005/8/layout/orgChart1"/>
    <dgm:cxn modelId="{54229F1B-47A8-4F72-A6A5-771B571A7709}" type="presParOf" srcId="{5D19745E-496D-44D4-8733-73485559765B}" destId="{57C01876-71D7-48ED-8CF2-242A0F3DF359}" srcOrd="2" destOrd="0" presId="urn:microsoft.com/office/officeart/2005/8/layout/orgChart1"/>
    <dgm:cxn modelId="{AC1FC7DC-5F3C-4F99-B5D6-F8735F1513A8}" type="presParOf" srcId="{B2477B42-3E0C-4CA1-92EB-BBA77E3114E6}" destId="{2B6216EE-0332-46F3-BC8E-9FC18354BC59}" srcOrd="2" destOrd="0" presId="urn:microsoft.com/office/officeart/2005/8/layout/orgChart1"/>
    <dgm:cxn modelId="{AD0226B9-60BD-4167-80D4-E7E9F3241E61}" type="presParOf" srcId="{B2477B42-3E0C-4CA1-92EB-BBA77E3114E6}" destId="{84857238-4826-4AF8-A762-41EE06FE4C28}" srcOrd="3" destOrd="0" presId="urn:microsoft.com/office/officeart/2005/8/layout/orgChart1"/>
    <dgm:cxn modelId="{412E4537-2F6E-4E5C-BE6C-80C1A4271780}" type="presParOf" srcId="{84857238-4826-4AF8-A762-41EE06FE4C28}" destId="{9DCC0560-9926-4A3E-86C4-C98A777A4113}" srcOrd="0" destOrd="0" presId="urn:microsoft.com/office/officeart/2005/8/layout/orgChart1"/>
    <dgm:cxn modelId="{831308F1-E44E-42AF-8574-EA0AA6C589A8}" type="presParOf" srcId="{9DCC0560-9926-4A3E-86C4-C98A777A4113}" destId="{AED04F68-6CFF-47E4-A0B1-8EB9FEEA82A7}" srcOrd="0" destOrd="0" presId="urn:microsoft.com/office/officeart/2005/8/layout/orgChart1"/>
    <dgm:cxn modelId="{CACB495A-4651-4673-AABE-49B6EF48BC39}" type="presParOf" srcId="{9DCC0560-9926-4A3E-86C4-C98A777A4113}" destId="{2C06A797-5204-4565-AD23-5EA462DB4912}" srcOrd="1" destOrd="0" presId="urn:microsoft.com/office/officeart/2005/8/layout/orgChart1"/>
    <dgm:cxn modelId="{A9F8C3AE-FA7F-4C09-9277-FD804DF9D0E0}" type="presParOf" srcId="{84857238-4826-4AF8-A762-41EE06FE4C28}" destId="{5CA96AD2-300D-4A7E-B874-FF6D058776F2}" srcOrd="1" destOrd="0" presId="urn:microsoft.com/office/officeart/2005/8/layout/orgChart1"/>
    <dgm:cxn modelId="{06B1EDF3-3A70-41AA-AE14-810AED8C45DF}" type="presParOf" srcId="{84857238-4826-4AF8-A762-41EE06FE4C28}" destId="{5AD8BB6F-BF37-4E6D-87C3-448D81E9C9FB}" srcOrd="2" destOrd="0" presId="urn:microsoft.com/office/officeart/2005/8/layout/orgChart1"/>
    <dgm:cxn modelId="{4561863A-8047-4BA5-9867-7069C3FC37C5}" type="presParOf" srcId="{9ACD3656-6786-4433-B685-1A5F511C5523}" destId="{EA32AA4E-B8E5-46C4-B0BE-2C86B62B14A1}" srcOrd="2" destOrd="0" presId="urn:microsoft.com/office/officeart/2005/8/layout/orgChart1"/>
    <dgm:cxn modelId="{CAD4DC54-518E-42AB-A6BF-E6CADBB4D26D}" type="presParOf" srcId="{C505006E-A92F-4332-A50A-5A2BF1131422}" destId="{7D4A13F4-FD34-4B8E-B53E-BFCE53B83B25}" srcOrd="6" destOrd="0" presId="urn:microsoft.com/office/officeart/2005/8/layout/orgChart1"/>
    <dgm:cxn modelId="{D7027185-CAAF-46F6-9AD5-1F114232E57F}" type="presParOf" srcId="{C505006E-A92F-4332-A50A-5A2BF1131422}" destId="{24018752-8D79-4F05-BA8A-34A6007A8DDF}" srcOrd="7" destOrd="0" presId="urn:microsoft.com/office/officeart/2005/8/layout/orgChart1"/>
    <dgm:cxn modelId="{58005122-2EA9-4FA7-851E-A289E593A63A}" type="presParOf" srcId="{24018752-8D79-4F05-BA8A-34A6007A8DDF}" destId="{AED6B1B9-92B7-41BC-92DD-BBADDD7E3492}" srcOrd="0" destOrd="0" presId="urn:microsoft.com/office/officeart/2005/8/layout/orgChart1"/>
    <dgm:cxn modelId="{2EA3010B-50BF-4140-BDF1-43FB30C682CC}" type="presParOf" srcId="{AED6B1B9-92B7-41BC-92DD-BBADDD7E3492}" destId="{2686E213-FD5F-40A3-B80F-3392F1DA8ED0}" srcOrd="0" destOrd="0" presId="urn:microsoft.com/office/officeart/2005/8/layout/orgChart1"/>
    <dgm:cxn modelId="{4F651488-04E7-4F5D-98D1-EDAB4F5EA1F5}" type="presParOf" srcId="{AED6B1B9-92B7-41BC-92DD-BBADDD7E3492}" destId="{8CF86E3D-8369-4746-A0C5-B9AEB9DE51CC}" srcOrd="1" destOrd="0" presId="urn:microsoft.com/office/officeart/2005/8/layout/orgChart1"/>
    <dgm:cxn modelId="{79A8117F-D287-485E-A283-DAE100FE1110}" type="presParOf" srcId="{24018752-8D79-4F05-BA8A-34A6007A8DDF}" destId="{74FC7C2C-17F4-4A43-961B-9082E34CDB09}" srcOrd="1" destOrd="0" presId="urn:microsoft.com/office/officeart/2005/8/layout/orgChart1"/>
    <dgm:cxn modelId="{B10E20C8-CF15-49B1-A1B5-1B998CC23265}" type="presParOf" srcId="{24018752-8D79-4F05-BA8A-34A6007A8DDF}" destId="{1215291A-3532-4E39-B8BD-33802FD12233}" srcOrd="2" destOrd="0" presId="urn:microsoft.com/office/officeart/2005/8/layout/orgChart1"/>
    <dgm:cxn modelId="{7ACCDD5B-C1B0-40FC-A38F-65CB41D8E28A}" type="presParOf" srcId="{69CB6533-44E8-444F-B060-4DED15565DAE}" destId="{B5DFD584-7DD8-4931-8268-360A1EADE16A}" srcOrd="2" destOrd="0" presId="urn:microsoft.com/office/officeart/2005/8/layout/orgChart1"/>
    <dgm:cxn modelId="{D81C7164-CDDD-411D-A184-2B5582BD1CFB}" type="presParOf" srcId="{3BAAD0FD-FD3B-4A1C-B2B4-BBDABE835047}" destId="{CC508A1B-ED9C-4203-AACE-73E98147CF12}" srcOrd="2" destOrd="0" presId="urn:microsoft.com/office/officeart/2005/8/layout/orgChart1"/>
    <dgm:cxn modelId="{A63FE62A-7726-4F9E-8545-72098C8C41CF}" type="presParOf" srcId="{0B4BED53-69EF-4477-8AAD-1DFACCE7A55E}" destId="{0C862B2C-9C17-4CD1-86B1-D0D172B39D5B}" srcOrd="4" destOrd="0" presId="urn:microsoft.com/office/officeart/2005/8/layout/orgChart1"/>
    <dgm:cxn modelId="{61ADF32A-1DA5-4C8E-A8F9-1F5F67294649}" type="presParOf" srcId="{0B4BED53-69EF-4477-8AAD-1DFACCE7A55E}" destId="{E82969CF-4210-412A-944E-A074694922E3}" srcOrd="5" destOrd="0" presId="urn:microsoft.com/office/officeart/2005/8/layout/orgChart1"/>
    <dgm:cxn modelId="{D3F9A397-1A7B-4963-9EFA-A45DE2B63498}" type="presParOf" srcId="{E82969CF-4210-412A-944E-A074694922E3}" destId="{AC8A4E19-7E1B-46B6-B890-215C17914313}" srcOrd="0" destOrd="0" presId="urn:microsoft.com/office/officeart/2005/8/layout/orgChart1"/>
    <dgm:cxn modelId="{764E5C74-98F5-40B3-980D-76FC4A386D7D}" type="presParOf" srcId="{AC8A4E19-7E1B-46B6-B890-215C17914313}" destId="{EC45E921-B3F0-4613-938B-117C53447DC4}" srcOrd="0" destOrd="0" presId="urn:microsoft.com/office/officeart/2005/8/layout/orgChart1"/>
    <dgm:cxn modelId="{4C5ECF7F-F234-42BC-A8B6-A3D6C06E2E6E}" type="presParOf" srcId="{AC8A4E19-7E1B-46B6-B890-215C17914313}" destId="{D1706F98-20E8-4169-B7AE-D4B0D259237F}" srcOrd="1" destOrd="0" presId="urn:microsoft.com/office/officeart/2005/8/layout/orgChart1"/>
    <dgm:cxn modelId="{8EEA4F5E-A8C7-4923-8DD5-E46881C5EAF6}" type="presParOf" srcId="{E82969CF-4210-412A-944E-A074694922E3}" destId="{B8F4354E-50D6-465C-902F-7EFC89B5E4DF}" srcOrd="1" destOrd="0" presId="urn:microsoft.com/office/officeart/2005/8/layout/orgChart1"/>
    <dgm:cxn modelId="{414F2F9E-F91F-4F05-AB3B-E3255A8A12D7}" type="presParOf" srcId="{B8F4354E-50D6-465C-902F-7EFC89B5E4DF}" destId="{FD570B6E-AF9B-4F42-83DB-21DFD1A0CF24}" srcOrd="0" destOrd="0" presId="urn:microsoft.com/office/officeart/2005/8/layout/orgChart1"/>
    <dgm:cxn modelId="{DF856A3E-7F68-421B-8211-876D6061D496}" type="presParOf" srcId="{B8F4354E-50D6-465C-902F-7EFC89B5E4DF}" destId="{389C891F-BF5D-4FBF-A27F-47D914E60E0E}" srcOrd="1" destOrd="0" presId="urn:microsoft.com/office/officeart/2005/8/layout/orgChart1"/>
    <dgm:cxn modelId="{9E39C9CB-1C4D-4D2E-802A-2F3A5601125C}" type="presParOf" srcId="{389C891F-BF5D-4FBF-A27F-47D914E60E0E}" destId="{4A5205A5-1EAF-4E1A-9F62-415C5185099B}" srcOrd="0" destOrd="0" presId="urn:microsoft.com/office/officeart/2005/8/layout/orgChart1"/>
    <dgm:cxn modelId="{6758302F-D91D-42D2-94B8-65B9742FF6D6}" type="presParOf" srcId="{4A5205A5-1EAF-4E1A-9F62-415C5185099B}" destId="{078868D4-D600-4760-96C3-67E91C37F21A}" srcOrd="0" destOrd="0" presId="urn:microsoft.com/office/officeart/2005/8/layout/orgChart1"/>
    <dgm:cxn modelId="{188FE92C-7487-4F1F-AE30-FD17BFF7D320}" type="presParOf" srcId="{4A5205A5-1EAF-4E1A-9F62-415C5185099B}" destId="{0250E01B-80D8-4D93-A6EC-5881C66E2D0A}" srcOrd="1" destOrd="0" presId="urn:microsoft.com/office/officeart/2005/8/layout/orgChart1"/>
    <dgm:cxn modelId="{BF2412A8-5B02-4898-A74E-9CC6747DEA8D}" type="presParOf" srcId="{389C891F-BF5D-4FBF-A27F-47D914E60E0E}" destId="{C682DC6D-5D2C-4790-B00E-F56B85DFF2EF}" srcOrd="1" destOrd="0" presId="urn:microsoft.com/office/officeart/2005/8/layout/orgChart1"/>
    <dgm:cxn modelId="{854ED1FB-9D17-4ED9-AED8-1195F4D9944D}" type="presParOf" srcId="{389C891F-BF5D-4FBF-A27F-47D914E60E0E}" destId="{53559EFD-6332-401E-885F-2A19B26FCE73}" srcOrd="2" destOrd="0" presId="urn:microsoft.com/office/officeart/2005/8/layout/orgChart1"/>
    <dgm:cxn modelId="{F0E621C5-E09F-4D32-8E68-E33C3F893682}" type="presParOf" srcId="{B8F4354E-50D6-465C-902F-7EFC89B5E4DF}" destId="{569D8539-D913-43E9-9AA0-A920583698EB}" srcOrd="2" destOrd="0" presId="urn:microsoft.com/office/officeart/2005/8/layout/orgChart1"/>
    <dgm:cxn modelId="{BB2C9354-113D-41A1-9DE8-2456747D131B}" type="presParOf" srcId="{B8F4354E-50D6-465C-902F-7EFC89B5E4DF}" destId="{17C09E0C-A62A-4719-86A1-FDE805E9242C}" srcOrd="3" destOrd="0" presId="urn:microsoft.com/office/officeart/2005/8/layout/orgChart1"/>
    <dgm:cxn modelId="{AA9A86E3-FBEB-4CE1-BBD6-23E94E89125D}" type="presParOf" srcId="{17C09E0C-A62A-4719-86A1-FDE805E9242C}" destId="{AEE387F9-C8E9-4D9E-B5A6-423866813381}" srcOrd="0" destOrd="0" presId="urn:microsoft.com/office/officeart/2005/8/layout/orgChart1"/>
    <dgm:cxn modelId="{B5DAF5BA-DDCB-4FD7-AD74-6DD91B848F74}" type="presParOf" srcId="{AEE387F9-C8E9-4D9E-B5A6-423866813381}" destId="{959183C9-9C5F-4DA1-BF47-250FFAB507D3}" srcOrd="0" destOrd="0" presId="urn:microsoft.com/office/officeart/2005/8/layout/orgChart1"/>
    <dgm:cxn modelId="{282743A6-1BFA-41C3-B505-8F7E63A4AFD1}" type="presParOf" srcId="{AEE387F9-C8E9-4D9E-B5A6-423866813381}" destId="{6C3D10A8-B155-40C5-AC73-F27AA6662E2D}" srcOrd="1" destOrd="0" presId="urn:microsoft.com/office/officeart/2005/8/layout/orgChart1"/>
    <dgm:cxn modelId="{29D072B0-35E7-42FC-BF2D-A2A95A07D8AC}" type="presParOf" srcId="{17C09E0C-A62A-4719-86A1-FDE805E9242C}" destId="{5BA3CE3A-22F3-4093-82AB-F208DC23A111}" srcOrd="1" destOrd="0" presId="urn:microsoft.com/office/officeart/2005/8/layout/orgChart1"/>
    <dgm:cxn modelId="{C1F30F10-18B3-4597-A8DD-633DFE5145C6}" type="presParOf" srcId="{5BA3CE3A-22F3-4093-82AB-F208DC23A111}" destId="{353FB217-4855-417B-A5C0-3F2C2BBAB9FB}" srcOrd="0" destOrd="0" presId="urn:microsoft.com/office/officeart/2005/8/layout/orgChart1"/>
    <dgm:cxn modelId="{7FFA1EA6-E8C7-4754-B8C6-188699BFC1B2}" type="presParOf" srcId="{5BA3CE3A-22F3-4093-82AB-F208DC23A111}" destId="{FCB3C386-1526-445A-9998-5C908FB37262}" srcOrd="1" destOrd="0" presId="urn:microsoft.com/office/officeart/2005/8/layout/orgChart1"/>
    <dgm:cxn modelId="{EB83A844-AADD-40A9-879F-8EAD846B980A}" type="presParOf" srcId="{FCB3C386-1526-445A-9998-5C908FB37262}" destId="{433FF2AD-EF8D-4CF7-8B5D-41200CCAA264}" srcOrd="0" destOrd="0" presId="urn:microsoft.com/office/officeart/2005/8/layout/orgChart1"/>
    <dgm:cxn modelId="{D1AE2AB8-4B90-4024-B700-75904CB7C56E}" type="presParOf" srcId="{433FF2AD-EF8D-4CF7-8B5D-41200CCAA264}" destId="{5A4FB645-BC77-41B0-B5A6-D782CA5549D3}" srcOrd="0" destOrd="0" presId="urn:microsoft.com/office/officeart/2005/8/layout/orgChart1"/>
    <dgm:cxn modelId="{F8347349-1097-4668-AD9B-FC324B310E8E}" type="presParOf" srcId="{433FF2AD-EF8D-4CF7-8B5D-41200CCAA264}" destId="{34ACE09C-5492-48EF-9A8D-F244F39A1CC9}" srcOrd="1" destOrd="0" presId="urn:microsoft.com/office/officeart/2005/8/layout/orgChart1"/>
    <dgm:cxn modelId="{6439A31F-28B2-4648-83B4-6E388D1F8710}" type="presParOf" srcId="{FCB3C386-1526-445A-9998-5C908FB37262}" destId="{2911D249-21EF-4347-B934-27704CB75F9F}" srcOrd="1" destOrd="0" presId="urn:microsoft.com/office/officeart/2005/8/layout/orgChart1"/>
    <dgm:cxn modelId="{4F33CDFD-0A62-4314-A604-9FB274B7DF01}" type="presParOf" srcId="{FCB3C386-1526-445A-9998-5C908FB37262}" destId="{D2EAFF18-C991-4986-B2F2-E48995C4722A}" srcOrd="2" destOrd="0" presId="urn:microsoft.com/office/officeart/2005/8/layout/orgChart1"/>
    <dgm:cxn modelId="{DD6DC628-9A14-453A-B99D-9B6B8FA7B7CF}" type="presParOf" srcId="{17C09E0C-A62A-4719-86A1-FDE805E9242C}" destId="{B2F25F58-848A-4725-ADC9-C030CF567C1D}" srcOrd="2" destOrd="0" presId="urn:microsoft.com/office/officeart/2005/8/layout/orgChart1"/>
    <dgm:cxn modelId="{3F73EF5B-107C-4658-B6FD-72BAB3B71792}" type="presParOf" srcId="{E82969CF-4210-412A-944E-A074694922E3}" destId="{99D5E546-E86E-404B-91B5-118A9240783A}" srcOrd="2" destOrd="0" presId="urn:microsoft.com/office/officeart/2005/8/layout/orgChart1"/>
    <dgm:cxn modelId="{FB3E01A4-EF15-4077-A424-BF8F1364AA64}" type="presParOf" srcId="{1E06A66F-789C-4634-972E-45A55E344851}" destId="{3DB67EBA-2C55-4ED7-910D-FF00B28E1BA3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5BD51E99-FFC0-4EEF-9C6C-468F6122572C}" type="doc">
      <dgm:prSet loTypeId="urn:microsoft.com/office/officeart/2005/8/layout/orgChart1" loCatId="hierarchy" qsTypeId="urn:microsoft.com/office/officeart/2005/8/quickstyle/simple1" qsCatId="simple" csTypeId="urn:microsoft.com/office/officeart/2005/8/colors/accent2_3" csCatId="accent2" phldr="1"/>
      <dgm:spPr/>
      <dgm:t>
        <a:bodyPr/>
        <a:lstStyle/>
        <a:p>
          <a:endParaRPr lang="en-GB"/>
        </a:p>
      </dgm:t>
    </dgm:pt>
    <dgm:pt modelId="{641A81AC-9EA2-4A34-9E00-9385ED1FD422}">
      <dgm:prSet phldrT="[Text]"/>
      <dgm:spPr/>
      <dgm:t>
        <a:bodyPr/>
        <a:lstStyle/>
        <a:p>
          <a:r>
            <a:rPr lang="en-GB" dirty="0"/>
            <a:t>Company wage program</a:t>
          </a:r>
        </a:p>
      </dgm:t>
    </dgm:pt>
    <dgm:pt modelId="{FE9D218B-9D24-4764-B6A2-6380B9E0F411}" type="parTrans" cxnId="{08E34895-11D1-4CB3-B06E-201BA1C44F7F}">
      <dgm:prSet/>
      <dgm:spPr/>
      <dgm:t>
        <a:bodyPr/>
        <a:lstStyle/>
        <a:p>
          <a:endParaRPr lang="en-GB"/>
        </a:p>
      </dgm:t>
    </dgm:pt>
    <dgm:pt modelId="{CA4593E2-4752-4C4F-986F-72D2B7FDDEFF}" type="sibTrans" cxnId="{08E34895-11D1-4CB3-B06E-201BA1C44F7F}">
      <dgm:prSet/>
      <dgm:spPr/>
      <dgm:t>
        <a:bodyPr/>
        <a:lstStyle/>
        <a:p>
          <a:endParaRPr lang="en-GB"/>
        </a:p>
      </dgm:t>
    </dgm:pt>
    <dgm:pt modelId="{6A310116-E4CA-4DAA-9FA7-A32CC4C882C1}">
      <dgm:prSet phldrT="[Text]"/>
      <dgm:spPr/>
      <dgm:t>
        <a:bodyPr/>
        <a:lstStyle/>
        <a:p>
          <a:r>
            <a:rPr lang="en-GB" dirty="0"/>
            <a:t>Input employee details</a:t>
          </a:r>
        </a:p>
      </dgm:t>
    </dgm:pt>
    <dgm:pt modelId="{6B487201-48C7-4A3F-82AF-53B03C877328}" type="parTrans" cxnId="{9C00559D-8453-449C-BA1D-6D269B781942}">
      <dgm:prSet/>
      <dgm:spPr/>
      <dgm:t>
        <a:bodyPr/>
        <a:lstStyle/>
        <a:p>
          <a:endParaRPr lang="en-GB"/>
        </a:p>
      </dgm:t>
    </dgm:pt>
    <dgm:pt modelId="{6D1A143E-D152-4857-91C0-707785665A42}" type="sibTrans" cxnId="{9C00559D-8453-449C-BA1D-6D269B781942}">
      <dgm:prSet/>
      <dgm:spPr/>
      <dgm:t>
        <a:bodyPr/>
        <a:lstStyle/>
        <a:p>
          <a:endParaRPr lang="en-GB"/>
        </a:p>
      </dgm:t>
    </dgm:pt>
    <dgm:pt modelId="{0BFD83F9-A816-4B0E-8A50-137C4309344B}">
      <dgm:prSet phldrT="[Text]"/>
      <dgm:spPr/>
      <dgm:t>
        <a:bodyPr/>
        <a:lstStyle/>
        <a:p>
          <a:r>
            <a:rPr lang="en-GB" dirty="0"/>
            <a:t>Calculate pay</a:t>
          </a:r>
        </a:p>
      </dgm:t>
    </dgm:pt>
    <dgm:pt modelId="{17664803-913D-4594-93F0-C8830109BDA9}" type="parTrans" cxnId="{4612C9F7-D623-4042-A9D0-4F21E8ECD726}">
      <dgm:prSet/>
      <dgm:spPr/>
      <dgm:t>
        <a:bodyPr/>
        <a:lstStyle/>
        <a:p>
          <a:endParaRPr lang="en-GB"/>
        </a:p>
      </dgm:t>
    </dgm:pt>
    <dgm:pt modelId="{7AAB4858-3F6F-49B3-BB51-EA242583CFD2}" type="sibTrans" cxnId="{4612C9F7-D623-4042-A9D0-4F21E8ECD726}">
      <dgm:prSet/>
      <dgm:spPr/>
      <dgm:t>
        <a:bodyPr/>
        <a:lstStyle/>
        <a:p>
          <a:endParaRPr lang="en-GB"/>
        </a:p>
      </dgm:t>
    </dgm:pt>
    <dgm:pt modelId="{8C96C477-B505-4AA8-BC4E-76003BD52243}">
      <dgm:prSet phldrT="[Text]"/>
      <dgm:spPr/>
      <dgm:t>
        <a:bodyPr/>
        <a:lstStyle/>
        <a:p>
          <a:r>
            <a:rPr lang="en-GB" dirty="0"/>
            <a:t>Produce pay slips</a:t>
          </a:r>
        </a:p>
      </dgm:t>
    </dgm:pt>
    <dgm:pt modelId="{EB29657B-05A7-4512-B1DB-9DBBED53CC83}" type="parTrans" cxnId="{5935753D-7A59-45F2-B531-B47CCB4E0790}">
      <dgm:prSet/>
      <dgm:spPr/>
      <dgm:t>
        <a:bodyPr/>
        <a:lstStyle/>
        <a:p>
          <a:endParaRPr lang="en-GB"/>
        </a:p>
      </dgm:t>
    </dgm:pt>
    <dgm:pt modelId="{8A9E2267-C94C-491D-B416-D5C822C5BDA5}" type="sibTrans" cxnId="{5935753D-7A59-45F2-B531-B47CCB4E0790}">
      <dgm:prSet/>
      <dgm:spPr/>
      <dgm:t>
        <a:bodyPr/>
        <a:lstStyle/>
        <a:p>
          <a:endParaRPr lang="en-GB"/>
        </a:p>
      </dgm:t>
    </dgm:pt>
    <dgm:pt modelId="{F96BA4A3-9A65-4CDD-BE04-7D66D0FCFE40}">
      <dgm:prSet phldrT="[Text]"/>
      <dgm:spPr/>
      <dgm:t>
        <a:bodyPr/>
        <a:lstStyle/>
        <a:p>
          <a:r>
            <a:rPr lang="en-GB" dirty="0"/>
            <a:t>Calculate gross pay</a:t>
          </a:r>
        </a:p>
      </dgm:t>
    </dgm:pt>
    <dgm:pt modelId="{856CED3C-6A07-41E7-8561-CB3006FF3AE2}" type="parTrans" cxnId="{589B462F-9C79-4198-8F70-6054238063EC}">
      <dgm:prSet/>
      <dgm:spPr/>
      <dgm:t>
        <a:bodyPr/>
        <a:lstStyle/>
        <a:p>
          <a:endParaRPr lang="en-GB"/>
        </a:p>
      </dgm:t>
    </dgm:pt>
    <dgm:pt modelId="{DE35821D-3CE8-4AE6-908C-91416B671ED8}" type="sibTrans" cxnId="{589B462F-9C79-4198-8F70-6054238063EC}">
      <dgm:prSet/>
      <dgm:spPr/>
      <dgm:t>
        <a:bodyPr/>
        <a:lstStyle/>
        <a:p>
          <a:endParaRPr lang="en-GB"/>
        </a:p>
      </dgm:t>
    </dgm:pt>
    <dgm:pt modelId="{37E02828-0FFE-430F-8E85-F035E69B43BD}">
      <dgm:prSet phldrT="[Text]"/>
      <dgm:spPr/>
      <dgm:t>
        <a:bodyPr/>
        <a:lstStyle/>
        <a:p>
          <a:r>
            <a:rPr lang="en-GB" dirty="0"/>
            <a:t>Calculate deductions</a:t>
          </a:r>
        </a:p>
      </dgm:t>
    </dgm:pt>
    <dgm:pt modelId="{71FDD5FF-1B35-462D-8FDA-043D7D12CBE8}" type="parTrans" cxnId="{EBA0EA77-24B0-44F1-8A95-0A2856806F90}">
      <dgm:prSet/>
      <dgm:spPr/>
      <dgm:t>
        <a:bodyPr/>
        <a:lstStyle/>
        <a:p>
          <a:endParaRPr lang="en-GB"/>
        </a:p>
      </dgm:t>
    </dgm:pt>
    <dgm:pt modelId="{9BA3413D-232A-43A5-9D28-083C51FEF669}" type="sibTrans" cxnId="{EBA0EA77-24B0-44F1-8A95-0A2856806F90}">
      <dgm:prSet/>
      <dgm:spPr/>
      <dgm:t>
        <a:bodyPr/>
        <a:lstStyle/>
        <a:p>
          <a:endParaRPr lang="en-GB"/>
        </a:p>
      </dgm:t>
    </dgm:pt>
    <dgm:pt modelId="{D1A46C56-A8CE-46E8-BF6D-053309496E1D}">
      <dgm:prSet phldrT="[Text]"/>
      <dgm:spPr>
        <a:effectLst>
          <a:glow rad="228600">
            <a:schemeClr val="accent4">
              <a:satMod val="175000"/>
              <a:alpha val="40000"/>
            </a:schemeClr>
          </a:glow>
        </a:effectLst>
      </dgm:spPr>
      <dgm:t>
        <a:bodyPr/>
        <a:lstStyle/>
        <a:p>
          <a:r>
            <a: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Calculate income tax</a:t>
          </a:r>
          <a:endParaRPr lang="en-GB" dirty="0"/>
        </a:p>
      </dgm:t>
    </dgm:pt>
    <dgm:pt modelId="{64162D27-ACD0-48D3-8580-91C04278FB3A}" type="parTrans" cxnId="{49921FEF-8519-49E6-AAA8-6A37AF928EE7}">
      <dgm:prSet/>
      <dgm:spPr/>
      <dgm:t>
        <a:bodyPr/>
        <a:lstStyle/>
        <a:p>
          <a:endParaRPr lang="en-GB"/>
        </a:p>
      </dgm:t>
    </dgm:pt>
    <dgm:pt modelId="{322882EF-18E1-4EDC-8875-C3B012730B17}" type="sibTrans" cxnId="{49921FEF-8519-49E6-AAA8-6A37AF928EE7}">
      <dgm:prSet/>
      <dgm:spPr/>
      <dgm:t>
        <a:bodyPr/>
        <a:lstStyle/>
        <a:p>
          <a:endParaRPr lang="en-GB"/>
        </a:p>
      </dgm:t>
    </dgm:pt>
    <dgm:pt modelId="{11BD22DB-2729-4AC4-B641-6CB331239F43}">
      <dgm:prSet phldrT="[Text]"/>
      <dgm:spPr>
        <a:effectLst>
          <a:glow rad="228600">
            <a:schemeClr val="accent4">
              <a:satMod val="175000"/>
              <a:alpha val="40000"/>
            </a:schemeClr>
          </a:glow>
        </a:effectLst>
      </dgm:spPr>
      <dgm:t>
        <a:bodyPr/>
        <a:lstStyle/>
        <a:p>
          <a:r>
            <a: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Calculate National Insurance</a:t>
          </a:r>
          <a:endParaRPr lang="en-GB" dirty="0"/>
        </a:p>
      </dgm:t>
    </dgm:pt>
    <dgm:pt modelId="{0965D37B-9E1E-488D-ABA3-919261D6ECE9}" type="parTrans" cxnId="{4E0AFB99-5DA1-48A3-8901-F8DED534824D}">
      <dgm:prSet/>
      <dgm:spPr/>
      <dgm:t>
        <a:bodyPr/>
        <a:lstStyle/>
        <a:p>
          <a:endParaRPr lang="en-GB"/>
        </a:p>
      </dgm:t>
    </dgm:pt>
    <dgm:pt modelId="{DA1D93BB-2A65-4CA2-8266-7D7E29B41B60}" type="sibTrans" cxnId="{4E0AFB99-5DA1-48A3-8901-F8DED534824D}">
      <dgm:prSet/>
      <dgm:spPr/>
      <dgm:t>
        <a:bodyPr/>
        <a:lstStyle/>
        <a:p>
          <a:endParaRPr lang="en-GB"/>
        </a:p>
      </dgm:t>
    </dgm:pt>
    <dgm:pt modelId="{00933EF1-2AF1-44E9-B9F3-218820BF70C0}">
      <dgm:prSet phldrT="[Text]"/>
      <dgm:spPr>
        <a:effectLst>
          <a:glow rad="228600">
            <a:schemeClr val="accent4">
              <a:satMod val="175000"/>
              <a:alpha val="40000"/>
            </a:schemeClr>
          </a:glow>
        </a:effectLst>
      </dgm:spPr>
      <dgm:t>
        <a:bodyPr/>
        <a:lstStyle/>
        <a:p>
          <a:r>
            <a: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Calculate non-paid sick days</a:t>
          </a:r>
          <a:endParaRPr lang="en-GB" dirty="0"/>
        </a:p>
      </dgm:t>
    </dgm:pt>
    <dgm:pt modelId="{524533BF-699D-4A11-83C6-396CB5FD9988}" type="parTrans" cxnId="{37F4B228-67E0-4B63-8500-BAFF91063D5D}">
      <dgm:prSet/>
      <dgm:spPr/>
      <dgm:t>
        <a:bodyPr/>
        <a:lstStyle/>
        <a:p>
          <a:endParaRPr lang="en-GB"/>
        </a:p>
      </dgm:t>
    </dgm:pt>
    <dgm:pt modelId="{D541FE28-E87F-42A0-A41F-D4466F3B00E8}" type="sibTrans" cxnId="{37F4B228-67E0-4B63-8500-BAFF91063D5D}">
      <dgm:prSet/>
      <dgm:spPr/>
      <dgm:t>
        <a:bodyPr/>
        <a:lstStyle/>
        <a:p>
          <a:endParaRPr lang="en-GB"/>
        </a:p>
      </dgm:t>
    </dgm:pt>
    <dgm:pt modelId="{C699788F-5BCF-4227-A8EA-856282BAC641}">
      <dgm:prSet phldrT="[Text]"/>
      <dgm:spPr>
        <a:effectLst>
          <a:glow rad="228600">
            <a:schemeClr val="accent4">
              <a:satMod val="175000"/>
              <a:alpha val="40000"/>
            </a:schemeClr>
          </a:glow>
        </a:effectLst>
      </dgm:spPr>
      <dgm:t>
        <a:bodyPr/>
        <a:lstStyle/>
        <a:p>
          <a:r>
            <a: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Calculate pension contributions</a:t>
          </a:r>
          <a:endParaRPr lang="en-GB" dirty="0"/>
        </a:p>
      </dgm:t>
    </dgm:pt>
    <dgm:pt modelId="{809A56A7-73FE-4E14-AB6A-79B58CCFD102}" type="parTrans" cxnId="{A79CCFCE-1C04-404A-942B-9BB439FAA316}">
      <dgm:prSet/>
      <dgm:spPr/>
      <dgm:t>
        <a:bodyPr/>
        <a:lstStyle/>
        <a:p>
          <a:endParaRPr lang="en-GB"/>
        </a:p>
      </dgm:t>
    </dgm:pt>
    <dgm:pt modelId="{B94A2596-CDCE-4A62-82DA-5890B4D56064}" type="sibTrans" cxnId="{A79CCFCE-1C04-404A-942B-9BB439FAA316}">
      <dgm:prSet/>
      <dgm:spPr/>
      <dgm:t>
        <a:bodyPr/>
        <a:lstStyle/>
        <a:p>
          <a:endParaRPr lang="en-GB"/>
        </a:p>
      </dgm:t>
    </dgm:pt>
    <dgm:pt modelId="{43A0AAE5-A921-4ADE-B4B1-E6285F8D7737}">
      <dgm:prSet phldrT="[Text]"/>
      <dgm:spPr/>
      <dgm:t>
        <a:bodyPr/>
        <a:lstStyle/>
        <a:p>
          <a:r>
            <a:rPr lang="en-GB" dirty="0"/>
            <a:t>Level 4</a:t>
          </a:r>
        </a:p>
      </dgm:t>
    </dgm:pt>
    <dgm:pt modelId="{15B5D890-2BC3-4644-A920-0630A56320DC}" type="parTrans" cxnId="{AE46D16C-EC44-42AB-B803-8B22129E8BB0}">
      <dgm:prSet/>
      <dgm:spPr/>
      <dgm:t>
        <a:bodyPr/>
        <a:lstStyle/>
        <a:p>
          <a:endParaRPr lang="en-GB"/>
        </a:p>
      </dgm:t>
    </dgm:pt>
    <dgm:pt modelId="{5E89C18E-F338-49DF-87E2-5C4BFBD0B077}" type="sibTrans" cxnId="{AE46D16C-EC44-42AB-B803-8B22129E8BB0}">
      <dgm:prSet/>
      <dgm:spPr/>
      <dgm:t>
        <a:bodyPr/>
        <a:lstStyle/>
        <a:p>
          <a:endParaRPr lang="en-GB"/>
        </a:p>
      </dgm:t>
    </dgm:pt>
    <dgm:pt modelId="{8C8A3967-2444-4087-8905-5E9C68C268C5}">
      <dgm:prSet phldrT="[Text]"/>
      <dgm:spPr/>
      <dgm:t>
        <a:bodyPr/>
        <a:lstStyle/>
        <a:p>
          <a:r>
            <a:rPr lang="en-GB" dirty="0"/>
            <a:t>Level 4</a:t>
          </a:r>
        </a:p>
      </dgm:t>
    </dgm:pt>
    <dgm:pt modelId="{CE4001F4-A6B1-4129-927F-2CDB56E609CF}" type="parTrans" cxnId="{B7CE11A8-F3EF-4D3F-9A67-82F4DE10798B}">
      <dgm:prSet/>
      <dgm:spPr/>
      <dgm:t>
        <a:bodyPr/>
        <a:lstStyle/>
        <a:p>
          <a:endParaRPr lang="en-GB"/>
        </a:p>
      </dgm:t>
    </dgm:pt>
    <dgm:pt modelId="{99ECC569-134A-401C-BA84-3D0FF79D9B7A}" type="sibTrans" cxnId="{B7CE11A8-F3EF-4D3F-9A67-82F4DE10798B}">
      <dgm:prSet/>
      <dgm:spPr/>
      <dgm:t>
        <a:bodyPr/>
        <a:lstStyle/>
        <a:p>
          <a:endParaRPr lang="en-GB"/>
        </a:p>
      </dgm:t>
    </dgm:pt>
    <dgm:pt modelId="{436B02F6-F4DE-4F15-8980-5F7BEDBDE6B8}">
      <dgm:prSet phldrT="[Text]"/>
      <dgm:spPr/>
      <dgm:t>
        <a:bodyPr/>
        <a:lstStyle/>
        <a:p>
          <a:r>
            <a:rPr lang="en-GB" dirty="0"/>
            <a:t>Level 2</a:t>
          </a:r>
        </a:p>
      </dgm:t>
    </dgm:pt>
    <dgm:pt modelId="{D6D4AEC0-59EC-42D3-94B2-7727D1BB4DED}" type="parTrans" cxnId="{FC09E520-B6D7-4FEA-842C-4448A7AED09D}">
      <dgm:prSet/>
      <dgm:spPr/>
      <dgm:t>
        <a:bodyPr/>
        <a:lstStyle/>
        <a:p>
          <a:endParaRPr lang="en-GB"/>
        </a:p>
      </dgm:t>
    </dgm:pt>
    <dgm:pt modelId="{B0945317-B32E-4A5E-9F41-05D88C632926}" type="sibTrans" cxnId="{FC09E520-B6D7-4FEA-842C-4448A7AED09D}">
      <dgm:prSet/>
      <dgm:spPr/>
      <dgm:t>
        <a:bodyPr/>
        <a:lstStyle/>
        <a:p>
          <a:endParaRPr lang="en-GB"/>
        </a:p>
      </dgm:t>
    </dgm:pt>
    <dgm:pt modelId="{621B9AB0-52B4-4568-9714-82EC3EC0DE65}">
      <dgm:prSet phldrT="[Text]"/>
      <dgm:spPr/>
      <dgm:t>
        <a:bodyPr/>
        <a:lstStyle/>
        <a:p>
          <a:r>
            <a:rPr lang="en-GB" dirty="0"/>
            <a:t>Level 2</a:t>
          </a:r>
        </a:p>
      </dgm:t>
    </dgm:pt>
    <dgm:pt modelId="{CCB07602-5D18-49D3-AC6E-F4B7FBAF5B7E}" type="parTrans" cxnId="{B072E5F0-92D0-449A-8F13-738275761594}">
      <dgm:prSet/>
      <dgm:spPr/>
      <dgm:t>
        <a:bodyPr/>
        <a:lstStyle/>
        <a:p>
          <a:endParaRPr lang="en-GB"/>
        </a:p>
      </dgm:t>
    </dgm:pt>
    <dgm:pt modelId="{C6146C72-CE60-4A13-ABCC-F19F440C63EC}" type="sibTrans" cxnId="{B072E5F0-92D0-449A-8F13-738275761594}">
      <dgm:prSet/>
      <dgm:spPr/>
      <dgm:t>
        <a:bodyPr/>
        <a:lstStyle/>
        <a:p>
          <a:endParaRPr lang="en-GB"/>
        </a:p>
      </dgm:t>
    </dgm:pt>
    <dgm:pt modelId="{FC881DFD-09B3-41F1-AA58-93EAA1DC51F4}">
      <dgm:prSet phldrT="[Text]"/>
      <dgm:spPr/>
      <dgm:t>
        <a:bodyPr/>
        <a:lstStyle/>
        <a:p>
          <a:r>
            <a:rPr lang="en-GB" dirty="0"/>
            <a:t>Level 3</a:t>
          </a:r>
        </a:p>
      </dgm:t>
    </dgm:pt>
    <dgm:pt modelId="{650DBEA8-39C0-4E9A-A66D-702070F3C466}" type="parTrans" cxnId="{4B763BFE-D73A-4405-B9D1-366220ADDFEE}">
      <dgm:prSet/>
      <dgm:spPr/>
      <dgm:t>
        <a:bodyPr/>
        <a:lstStyle/>
        <a:p>
          <a:endParaRPr lang="en-GB"/>
        </a:p>
      </dgm:t>
    </dgm:pt>
    <dgm:pt modelId="{86F71BDC-EB33-477C-ADCB-142347552B89}" type="sibTrans" cxnId="{4B763BFE-D73A-4405-B9D1-366220ADDFEE}">
      <dgm:prSet/>
      <dgm:spPr/>
      <dgm:t>
        <a:bodyPr/>
        <a:lstStyle/>
        <a:p>
          <a:endParaRPr lang="en-GB"/>
        </a:p>
      </dgm:t>
    </dgm:pt>
    <dgm:pt modelId="{3D2186B8-90EF-490C-AF59-562907078203}" type="pres">
      <dgm:prSet presAssocID="{5BD51E99-FFC0-4EEF-9C6C-468F6122572C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1E06A66F-789C-4634-972E-45A55E344851}" type="pres">
      <dgm:prSet presAssocID="{641A81AC-9EA2-4A34-9E00-9385ED1FD422}" presName="hierRoot1" presStyleCnt="0">
        <dgm:presLayoutVars>
          <dgm:hierBranch val="init"/>
        </dgm:presLayoutVars>
      </dgm:prSet>
      <dgm:spPr/>
    </dgm:pt>
    <dgm:pt modelId="{D3664D89-3D5F-414F-BDF9-6DD184467A80}" type="pres">
      <dgm:prSet presAssocID="{641A81AC-9EA2-4A34-9E00-9385ED1FD422}" presName="rootComposite1" presStyleCnt="0"/>
      <dgm:spPr/>
    </dgm:pt>
    <dgm:pt modelId="{D576F7C4-99BB-4A3C-BD1B-DFAD90EDE4D6}" type="pres">
      <dgm:prSet presAssocID="{641A81AC-9EA2-4A34-9E00-9385ED1FD422}" presName="rootText1" presStyleLbl="node0" presStyleIdx="0" presStyleCnt="1">
        <dgm:presLayoutVars>
          <dgm:chPref val="3"/>
        </dgm:presLayoutVars>
      </dgm:prSet>
      <dgm:spPr/>
    </dgm:pt>
    <dgm:pt modelId="{763F14C9-31F7-4A39-A50A-BF7F0E6BC962}" type="pres">
      <dgm:prSet presAssocID="{641A81AC-9EA2-4A34-9E00-9385ED1FD422}" presName="rootConnector1" presStyleLbl="node1" presStyleIdx="0" presStyleCnt="0"/>
      <dgm:spPr/>
    </dgm:pt>
    <dgm:pt modelId="{0B4BED53-69EF-4477-8AAD-1DFACCE7A55E}" type="pres">
      <dgm:prSet presAssocID="{641A81AC-9EA2-4A34-9E00-9385ED1FD422}" presName="hierChild2" presStyleCnt="0"/>
      <dgm:spPr/>
    </dgm:pt>
    <dgm:pt modelId="{A3C2E62E-2279-45DD-9935-5F1124B4ABFE}" type="pres">
      <dgm:prSet presAssocID="{6B487201-48C7-4A3F-82AF-53B03C877328}" presName="Name37" presStyleLbl="parChTrans1D2" presStyleIdx="0" presStyleCnt="3"/>
      <dgm:spPr/>
    </dgm:pt>
    <dgm:pt modelId="{603721B2-9CF4-41FF-97F5-DD1B68583295}" type="pres">
      <dgm:prSet presAssocID="{6A310116-E4CA-4DAA-9FA7-A32CC4C882C1}" presName="hierRoot2" presStyleCnt="0">
        <dgm:presLayoutVars>
          <dgm:hierBranch val="init"/>
        </dgm:presLayoutVars>
      </dgm:prSet>
      <dgm:spPr/>
    </dgm:pt>
    <dgm:pt modelId="{5927D8ED-53DA-49FE-8312-936A732D096B}" type="pres">
      <dgm:prSet presAssocID="{6A310116-E4CA-4DAA-9FA7-A32CC4C882C1}" presName="rootComposite" presStyleCnt="0"/>
      <dgm:spPr/>
    </dgm:pt>
    <dgm:pt modelId="{B6399BF2-009D-4A46-AC79-56E91FE2E714}" type="pres">
      <dgm:prSet presAssocID="{6A310116-E4CA-4DAA-9FA7-A32CC4C882C1}" presName="rootText" presStyleLbl="node2" presStyleIdx="0" presStyleCnt="3">
        <dgm:presLayoutVars>
          <dgm:chPref val="3"/>
        </dgm:presLayoutVars>
      </dgm:prSet>
      <dgm:spPr/>
    </dgm:pt>
    <dgm:pt modelId="{E33AA7E0-5967-4269-BC66-7E754E5BB239}" type="pres">
      <dgm:prSet presAssocID="{6A310116-E4CA-4DAA-9FA7-A32CC4C882C1}" presName="rootConnector" presStyleLbl="node2" presStyleIdx="0" presStyleCnt="3"/>
      <dgm:spPr/>
    </dgm:pt>
    <dgm:pt modelId="{D05DF558-AE88-4381-905C-443EA7B3F85F}" type="pres">
      <dgm:prSet presAssocID="{6A310116-E4CA-4DAA-9FA7-A32CC4C882C1}" presName="hierChild4" presStyleCnt="0"/>
      <dgm:spPr/>
    </dgm:pt>
    <dgm:pt modelId="{A7E15207-8AED-42D1-AE65-D9C3A49D6871}" type="pres">
      <dgm:prSet presAssocID="{6A310116-E4CA-4DAA-9FA7-A32CC4C882C1}" presName="hierChild5" presStyleCnt="0"/>
      <dgm:spPr/>
    </dgm:pt>
    <dgm:pt modelId="{B0C452E7-0527-4733-893D-D2DCA3E0B86A}" type="pres">
      <dgm:prSet presAssocID="{17664803-913D-4594-93F0-C8830109BDA9}" presName="Name37" presStyleLbl="parChTrans1D2" presStyleIdx="1" presStyleCnt="3"/>
      <dgm:spPr/>
    </dgm:pt>
    <dgm:pt modelId="{3BAAD0FD-FD3B-4A1C-B2B4-BBDABE835047}" type="pres">
      <dgm:prSet presAssocID="{0BFD83F9-A816-4B0E-8A50-137C4309344B}" presName="hierRoot2" presStyleCnt="0">
        <dgm:presLayoutVars>
          <dgm:hierBranch val="init"/>
        </dgm:presLayoutVars>
      </dgm:prSet>
      <dgm:spPr/>
    </dgm:pt>
    <dgm:pt modelId="{4F81FDAA-0F87-4EB1-8B12-9E2B175A6B3D}" type="pres">
      <dgm:prSet presAssocID="{0BFD83F9-A816-4B0E-8A50-137C4309344B}" presName="rootComposite" presStyleCnt="0"/>
      <dgm:spPr/>
    </dgm:pt>
    <dgm:pt modelId="{FBE47A00-8EE7-4080-89CC-AD8807DE86A1}" type="pres">
      <dgm:prSet presAssocID="{0BFD83F9-A816-4B0E-8A50-137C4309344B}" presName="rootText" presStyleLbl="node2" presStyleIdx="1" presStyleCnt="3">
        <dgm:presLayoutVars>
          <dgm:chPref val="3"/>
        </dgm:presLayoutVars>
      </dgm:prSet>
      <dgm:spPr/>
    </dgm:pt>
    <dgm:pt modelId="{36EA9703-42D7-46A2-AC9B-82FB320E9B2A}" type="pres">
      <dgm:prSet presAssocID="{0BFD83F9-A816-4B0E-8A50-137C4309344B}" presName="rootConnector" presStyleLbl="node2" presStyleIdx="1" presStyleCnt="3"/>
      <dgm:spPr/>
    </dgm:pt>
    <dgm:pt modelId="{77D4AC6C-D4DD-46E0-98EB-7A53BF0C379C}" type="pres">
      <dgm:prSet presAssocID="{0BFD83F9-A816-4B0E-8A50-137C4309344B}" presName="hierChild4" presStyleCnt="0"/>
      <dgm:spPr/>
    </dgm:pt>
    <dgm:pt modelId="{8C30806D-D8C1-4C5A-8CF4-73EB3C36C9DA}" type="pres">
      <dgm:prSet presAssocID="{856CED3C-6A07-41E7-8561-CB3006FF3AE2}" presName="Name37" presStyleLbl="parChTrans1D3" presStyleIdx="0" presStyleCnt="4"/>
      <dgm:spPr/>
    </dgm:pt>
    <dgm:pt modelId="{5F0424E5-897A-4245-A458-6A7F68A661F6}" type="pres">
      <dgm:prSet presAssocID="{F96BA4A3-9A65-4CDD-BE04-7D66D0FCFE40}" presName="hierRoot2" presStyleCnt="0">
        <dgm:presLayoutVars>
          <dgm:hierBranch val="init"/>
        </dgm:presLayoutVars>
      </dgm:prSet>
      <dgm:spPr/>
    </dgm:pt>
    <dgm:pt modelId="{539781AD-DB36-41B8-945C-153862882B6F}" type="pres">
      <dgm:prSet presAssocID="{F96BA4A3-9A65-4CDD-BE04-7D66D0FCFE40}" presName="rootComposite" presStyleCnt="0"/>
      <dgm:spPr/>
    </dgm:pt>
    <dgm:pt modelId="{AFEED0B6-79A9-4BA0-AB3B-7E79AA532C3F}" type="pres">
      <dgm:prSet presAssocID="{F96BA4A3-9A65-4CDD-BE04-7D66D0FCFE40}" presName="rootText" presStyleLbl="node3" presStyleIdx="0" presStyleCnt="4">
        <dgm:presLayoutVars>
          <dgm:chPref val="3"/>
        </dgm:presLayoutVars>
      </dgm:prSet>
      <dgm:spPr/>
    </dgm:pt>
    <dgm:pt modelId="{42E800FE-8EC5-4861-A543-A4A83C122143}" type="pres">
      <dgm:prSet presAssocID="{F96BA4A3-9A65-4CDD-BE04-7D66D0FCFE40}" presName="rootConnector" presStyleLbl="node3" presStyleIdx="0" presStyleCnt="4"/>
      <dgm:spPr/>
    </dgm:pt>
    <dgm:pt modelId="{BD6CF84E-1A4D-4159-BDE6-EDA49A591F50}" type="pres">
      <dgm:prSet presAssocID="{F96BA4A3-9A65-4CDD-BE04-7D66D0FCFE40}" presName="hierChild4" presStyleCnt="0"/>
      <dgm:spPr/>
    </dgm:pt>
    <dgm:pt modelId="{C23846EB-908E-4FA1-9B28-15B96A0AC423}" type="pres">
      <dgm:prSet presAssocID="{F96BA4A3-9A65-4CDD-BE04-7D66D0FCFE40}" presName="hierChild5" presStyleCnt="0"/>
      <dgm:spPr/>
    </dgm:pt>
    <dgm:pt modelId="{77630F50-41BB-4F9E-AB3F-31EF4446C5B7}" type="pres">
      <dgm:prSet presAssocID="{71FDD5FF-1B35-462D-8FDA-043D7D12CBE8}" presName="Name37" presStyleLbl="parChTrans1D3" presStyleIdx="1" presStyleCnt="4"/>
      <dgm:spPr/>
    </dgm:pt>
    <dgm:pt modelId="{69CB6533-44E8-444F-B060-4DED15565DAE}" type="pres">
      <dgm:prSet presAssocID="{37E02828-0FFE-430F-8E85-F035E69B43BD}" presName="hierRoot2" presStyleCnt="0">
        <dgm:presLayoutVars>
          <dgm:hierBranch val="init"/>
        </dgm:presLayoutVars>
      </dgm:prSet>
      <dgm:spPr/>
    </dgm:pt>
    <dgm:pt modelId="{4AE5A6C0-51E6-48E2-9E35-69BEDFE82D8A}" type="pres">
      <dgm:prSet presAssocID="{37E02828-0FFE-430F-8E85-F035E69B43BD}" presName="rootComposite" presStyleCnt="0"/>
      <dgm:spPr/>
    </dgm:pt>
    <dgm:pt modelId="{E5D6B167-3FA9-4213-BD5D-6DD94637F056}" type="pres">
      <dgm:prSet presAssocID="{37E02828-0FFE-430F-8E85-F035E69B43BD}" presName="rootText" presStyleLbl="node3" presStyleIdx="1" presStyleCnt="4">
        <dgm:presLayoutVars>
          <dgm:chPref val="3"/>
        </dgm:presLayoutVars>
      </dgm:prSet>
      <dgm:spPr/>
    </dgm:pt>
    <dgm:pt modelId="{8A75ABF9-B80F-477E-ADA7-48AD52BEF5B3}" type="pres">
      <dgm:prSet presAssocID="{37E02828-0FFE-430F-8E85-F035E69B43BD}" presName="rootConnector" presStyleLbl="node3" presStyleIdx="1" presStyleCnt="4"/>
      <dgm:spPr/>
    </dgm:pt>
    <dgm:pt modelId="{C505006E-A92F-4332-A50A-5A2BF1131422}" type="pres">
      <dgm:prSet presAssocID="{37E02828-0FFE-430F-8E85-F035E69B43BD}" presName="hierChild4" presStyleCnt="0"/>
      <dgm:spPr/>
    </dgm:pt>
    <dgm:pt modelId="{B30C41FA-EECB-4F61-9206-E22CF485CCE5}" type="pres">
      <dgm:prSet presAssocID="{64162D27-ACD0-48D3-8580-91C04278FB3A}" presName="Name37" presStyleLbl="parChTrans1D4" presStyleIdx="0" presStyleCnt="7"/>
      <dgm:spPr/>
    </dgm:pt>
    <dgm:pt modelId="{BA735728-FC71-4AFE-B51A-E63C0200C78C}" type="pres">
      <dgm:prSet presAssocID="{D1A46C56-A8CE-46E8-BF6D-053309496E1D}" presName="hierRoot2" presStyleCnt="0">
        <dgm:presLayoutVars>
          <dgm:hierBranch val="init"/>
        </dgm:presLayoutVars>
      </dgm:prSet>
      <dgm:spPr/>
    </dgm:pt>
    <dgm:pt modelId="{9395150D-5420-4CC7-AF02-A3CA4A2FDEA3}" type="pres">
      <dgm:prSet presAssocID="{D1A46C56-A8CE-46E8-BF6D-053309496E1D}" presName="rootComposite" presStyleCnt="0"/>
      <dgm:spPr/>
    </dgm:pt>
    <dgm:pt modelId="{8D865ED3-DDFE-4DC4-9E13-9C136E1F4596}" type="pres">
      <dgm:prSet presAssocID="{D1A46C56-A8CE-46E8-BF6D-053309496E1D}" presName="rootText" presStyleLbl="node4" presStyleIdx="0" presStyleCnt="7">
        <dgm:presLayoutVars>
          <dgm:chPref val="3"/>
        </dgm:presLayoutVars>
      </dgm:prSet>
      <dgm:spPr/>
    </dgm:pt>
    <dgm:pt modelId="{36A1C92A-2A81-4A4B-83BA-805B1367B0BE}" type="pres">
      <dgm:prSet presAssocID="{D1A46C56-A8CE-46E8-BF6D-053309496E1D}" presName="rootConnector" presStyleLbl="node4" presStyleIdx="0" presStyleCnt="7"/>
      <dgm:spPr/>
    </dgm:pt>
    <dgm:pt modelId="{AE6179CE-3C26-4DDD-A9C6-7FDACD0D0950}" type="pres">
      <dgm:prSet presAssocID="{D1A46C56-A8CE-46E8-BF6D-053309496E1D}" presName="hierChild4" presStyleCnt="0"/>
      <dgm:spPr/>
    </dgm:pt>
    <dgm:pt modelId="{85F97C8F-E39A-4D0E-95B2-704CE74BE420}" type="pres">
      <dgm:prSet presAssocID="{D1A46C56-A8CE-46E8-BF6D-053309496E1D}" presName="hierChild5" presStyleCnt="0"/>
      <dgm:spPr/>
    </dgm:pt>
    <dgm:pt modelId="{68C7BD88-A8CF-414B-BDFC-66464783C2D7}" type="pres">
      <dgm:prSet presAssocID="{0965D37B-9E1E-488D-ABA3-919261D6ECE9}" presName="Name37" presStyleLbl="parChTrans1D4" presStyleIdx="1" presStyleCnt="7"/>
      <dgm:spPr/>
    </dgm:pt>
    <dgm:pt modelId="{0E30D6F3-3205-4B25-B383-43F08D8B0B33}" type="pres">
      <dgm:prSet presAssocID="{11BD22DB-2729-4AC4-B641-6CB331239F43}" presName="hierRoot2" presStyleCnt="0">
        <dgm:presLayoutVars>
          <dgm:hierBranch val="init"/>
        </dgm:presLayoutVars>
      </dgm:prSet>
      <dgm:spPr/>
    </dgm:pt>
    <dgm:pt modelId="{7C549D11-784E-460E-AE1C-53731F980629}" type="pres">
      <dgm:prSet presAssocID="{11BD22DB-2729-4AC4-B641-6CB331239F43}" presName="rootComposite" presStyleCnt="0"/>
      <dgm:spPr/>
    </dgm:pt>
    <dgm:pt modelId="{75D95989-366C-4CD5-85A1-9C1B9C87D98A}" type="pres">
      <dgm:prSet presAssocID="{11BD22DB-2729-4AC4-B641-6CB331239F43}" presName="rootText" presStyleLbl="node4" presStyleIdx="1" presStyleCnt="7">
        <dgm:presLayoutVars>
          <dgm:chPref val="3"/>
        </dgm:presLayoutVars>
      </dgm:prSet>
      <dgm:spPr/>
    </dgm:pt>
    <dgm:pt modelId="{8979F7BD-16FC-418C-B14B-576370E02F17}" type="pres">
      <dgm:prSet presAssocID="{11BD22DB-2729-4AC4-B641-6CB331239F43}" presName="rootConnector" presStyleLbl="node4" presStyleIdx="1" presStyleCnt="7"/>
      <dgm:spPr/>
    </dgm:pt>
    <dgm:pt modelId="{D1054AA5-823B-4AB2-9B33-37BD7B5F3FD9}" type="pres">
      <dgm:prSet presAssocID="{11BD22DB-2729-4AC4-B641-6CB331239F43}" presName="hierChild4" presStyleCnt="0"/>
      <dgm:spPr/>
    </dgm:pt>
    <dgm:pt modelId="{AAD28A56-9167-4321-9E14-94481E6FAF09}" type="pres">
      <dgm:prSet presAssocID="{11BD22DB-2729-4AC4-B641-6CB331239F43}" presName="hierChild5" presStyleCnt="0"/>
      <dgm:spPr/>
    </dgm:pt>
    <dgm:pt modelId="{57B4B7B4-DBBB-42BE-8244-08C6A48F1D4E}" type="pres">
      <dgm:prSet presAssocID="{524533BF-699D-4A11-83C6-396CB5FD9988}" presName="Name37" presStyleLbl="parChTrans1D4" presStyleIdx="2" presStyleCnt="7"/>
      <dgm:spPr/>
    </dgm:pt>
    <dgm:pt modelId="{9ACD3656-6786-4433-B685-1A5F511C5523}" type="pres">
      <dgm:prSet presAssocID="{00933EF1-2AF1-44E9-B9F3-218820BF70C0}" presName="hierRoot2" presStyleCnt="0">
        <dgm:presLayoutVars>
          <dgm:hierBranch val="init"/>
        </dgm:presLayoutVars>
      </dgm:prSet>
      <dgm:spPr/>
    </dgm:pt>
    <dgm:pt modelId="{E45FF460-365C-43E0-AE4C-325CAFDEF6E6}" type="pres">
      <dgm:prSet presAssocID="{00933EF1-2AF1-44E9-B9F3-218820BF70C0}" presName="rootComposite" presStyleCnt="0"/>
      <dgm:spPr/>
    </dgm:pt>
    <dgm:pt modelId="{4AD9E192-BE6A-4DF8-9AC2-D273DA4F1EAA}" type="pres">
      <dgm:prSet presAssocID="{00933EF1-2AF1-44E9-B9F3-218820BF70C0}" presName="rootText" presStyleLbl="node4" presStyleIdx="2" presStyleCnt="7">
        <dgm:presLayoutVars>
          <dgm:chPref val="3"/>
        </dgm:presLayoutVars>
      </dgm:prSet>
      <dgm:spPr/>
    </dgm:pt>
    <dgm:pt modelId="{C0712093-7C06-4635-86EE-79EF4D8F9B68}" type="pres">
      <dgm:prSet presAssocID="{00933EF1-2AF1-44E9-B9F3-218820BF70C0}" presName="rootConnector" presStyleLbl="node4" presStyleIdx="2" presStyleCnt="7"/>
      <dgm:spPr/>
    </dgm:pt>
    <dgm:pt modelId="{B2477B42-3E0C-4CA1-92EB-BBA77E3114E6}" type="pres">
      <dgm:prSet presAssocID="{00933EF1-2AF1-44E9-B9F3-218820BF70C0}" presName="hierChild4" presStyleCnt="0"/>
      <dgm:spPr/>
    </dgm:pt>
    <dgm:pt modelId="{C3EAA277-39AA-48B0-B65E-C2B3D7E588D6}" type="pres">
      <dgm:prSet presAssocID="{15B5D890-2BC3-4644-A920-0630A56320DC}" presName="Name37" presStyleLbl="parChTrans1D4" presStyleIdx="3" presStyleCnt="7"/>
      <dgm:spPr/>
    </dgm:pt>
    <dgm:pt modelId="{5D19745E-496D-44D4-8733-73485559765B}" type="pres">
      <dgm:prSet presAssocID="{43A0AAE5-A921-4ADE-B4B1-E6285F8D7737}" presName="hierRoot2" presStyleCnt="0">
        <dgm:presLayoutVars>
          <dgm:hierBranch val="init"/>
        </dgm:presLayoutVars>
      </dgm:prSet>
      <dgm:spPr/>
    </dgm:pt>
    <dgm:pt modelId="{58580F0E-6931-4F7A-B4F1-9E2E3F3D8BE7}" type="pres">
      <dgm:prSet presAssocID="{43A0AAE5-A921-4ADE-B4B1-E6285F8D7737}" presName="rootComposite" presStyleCnt="0"/>
      <dgm:spPr/>
    </dgm:pt>
    <dgm:pt modelId="{723A56C0-86CD-484D-B45E-EBE7DB623610}" type="pres">
      <dgm:prSet presAssocID="{43A0AAE5-A921-4ADE-B4B1-E6285F8D7737}" presName="rootText" presStyleLbl="node4" presStyleIdx="3" presStyleCnt="7">
        <dgm:presLayoutVars>
          <dgm:chPref val="3"/>
        </dgm:presLayoutVars>
      </dgm:prSet>
      <dgm:spPr/>
    </dgm:pt>
    <dgm:pt modelId="{15911C11-9E50-4D07-ABE7-EBD0908B30C9}" type="pres">
      <dgm:prSet presAssocID="{43A0AAE5-A921-4ADE-B4B1-E6285F8D7737}" presName="rootConnector" presStyleLbl="node4" presStyleIdx="3" presStyleCnt="7"/>
      <dgm:spPr/>
    </dgm:pt>
    <dgm:pt modelId="{486E198A-BA19-487D-A8BF-D3C9B09AEA87}" type="pres">
      <dgm:prSet presAssocID="{43A0AAE5-A921-4ADE-B4B1-E6285F8D7737}" presName="hierChild4" presStyleCnt="0"/>
      <dgm:spPr/>
    </dgm:pt>
    <dgm:pt modelId="{57C01876-71D7-48ED-8CF2-242A0F3DF359}" type="pres">
      <dgm:prSet presAssocID="{43A0AAE5-A921-4ADE-B4B1-E6285F8D7737}" presName="hierChild5" presStyleCnt="0"/>
      <dgm:spPr/>
    </dgm:pt>
    <dgm:pt modelId="{2B6216EE-0332-46F3-BC8E-9FC18354BC59}" type="pres">
      <dgm:prSet presAssocID="{CE4001F4-A6B1-4129-927F-2CDB56E609CF}" presName="Name37" presStyleLbl="parChTrans1D4" presStyleIdx="4" presStyleCnt="7"/>
      <dgm:spPr/>
    </dgm:pt>
    <dgm:pt modelId="{84857238-4826-4AF8-A762-41EE06FE4C28}" type="pres">
      <dgm:prSet presAssocID="{8C8A3967-2444-4087-8905-5E9C68C268C5}" presName="hierRoot2" presStyleCnt="0">
        <dgm:presLayoutVars>
          <dgm:hierBranch val="init"/>
        </dgm:presLayoutVars>
      </dgm:prSet>
      <dgm:spPr/>
    </dgm:pt>
    <dgm:pt modelId="{9DCC0560-9926-4A3E-86C4-C98A777A4113}" type="pres">
      <dgm:prSet presAssocID="{8C8A3967-2444-4087-8905-5E9C68C268C5}" presName="rootComposite" presStyleCnt="0"/>
      <dgm:spPr/>
    </dgm:pt>
    <dgm:pt modelId="{AED04F68-6CFF-47E4-A0B1-8EB9FEEA82A7}" type="pres">
      <dgm:prSet presAssocID="{8C8A3967-2444-4087-8905-5E9C68C268C5}" presName="rootText" presStyleLbl="node4" presStyleIdx="4" presStyleCnt="7">
        <dgm:presLayoutVars>
          <dgm:chPref val="3"/>
        </dgm:presLayoutVars>
      </dgm:prSet>
      <dgm:spPr/>
    </dgm:pt>
    <dgm:pt modelId="{2C06A797-5204-4565-AD23-5EA462DB4912}" type="pres">
      <dgm:prSet presAssocID="{8C8A3967-2444-4087-8905-5E9C68C268C5}" presName="rootConnector" presStyleLbl="node4" presStyleIdx="4" presStyleCnt="7"/>
      <dgm:spPr/>
    </dgm:pt>
    <dgm:pt modelId="{5CA96AD2-300D-4A7E-B874-FF6D058776F2}" type="pres">
      <dgm:prSet presAssocID="{8C8A3967-2444-4087-8905-5E9C68C268C5}" presName="hierChild4" presStyleCnt="0"/>
      <dgm:spPr/>
    </dgm:pt>
    <dgm:pt modelId="{5AD8BB6F-BF37-4E6D-87C3-448D81E9C9FB}" type="pres">
      <dgm:prSet presAssocID="{8C8A3967-2444-4087-8905-5E9C68C268C5}" presName="hierChild5" presStyleCnt="0"/>
      <dgm:spPr/>
    </dgm:pt>
    <dgm:pt modelId="{EA32AA4E-B8E5-46C4-B0BE-2C86B62B14A1}" type="pres">
      <dgm:prSet presAssocID="{00933EF1-2AF1-44E9-B9F3-218820BF70C0}" presName="hierChild5" presStyleCnt="0"/>
      <dgm:spPr/>
    </dgm:pt>
    <dgm:pt modelId="{7D4A13F4-FD34-4B8E-B53E-BFCE53B83B25}" type="pres">
      <dgm:prSet presAssocID="{809A56A7-73FE-4E14-AB6A-79B58CCFD102}" presName="Name37" presStyleLbl="parChTrans1D4" presStyleIdx="5" presStyleCnt="7"/>
      <dgm:spPr/>
    </dgm:pt>
    <dgm:pt modelId="{24018752-8D79-4F05-BA8A-34A6007A8DDF}" type="pres">
      <dgm:prSet presAssocID="{C699788F-5BCF-4227-A8EA-856282BAC641}" presName="hierRoot2" presStyleCnt="0">
        <dgm:presLayoutVars>
          <dgm:hierBranch val="init"/>
        </dgm:presLayoutVars>
      </dgm:prSet>
      <dgm:spPr/>
    </dgm:pt>
    <dgm:pt modelId="{AED6B1B9-92B7-41BC-92DD-BBADDD7E3492}" type="pres">
      <dgm:prSet presAssocID="{C699788F-5BCF-4227-A8EA-856282BAC641}" presName="rootComposite" presStyleCnt="0"/>
      <dgm:spPr/>
    </dgm:pt>
    <dgm:pt modelId="{2686E213-FD5F-40A3-B80F-3392F1DA8ED0}" type="pres">
      <dgm:prSet presAssocID="{C699788F-5BCF-4227-A8EA-856282BAC641}" presName="rootText" presStyleLbl="node4" presStyleIdx="5" presStyleCnt="7">
        <dgm:presLayoutVars>
          <dgm:chPref val="3"/>
        </dgm:presLayoutVars>
      </dgm:prSet>
      <dgm:spPr/>
    </dgm:pt>
    <dgm:pt modelId="{8CF86E3D-8369-4746-A0C5-B9AEB9DE51CC}" type="pres">
      <dgm:prSet presAssocID="{C699788F-5BCF-4227-A8EA-856282BAC641}" presName="rootConnector" presStyleLbl="node4" presStyleIdx="5" presStyleCnt="7"/>
      <dgm:spPr/>
    </dgm:pt>
    <dgm:pt modelId="{74FC7C2C-17F4-4A43-961B-9082E34CDB09}" type="pres">
      <dgm:prSet presAssocID="{C699788F-5BCF-4227-A8EA-856282BAC641}" presName="hierChild4" presStyleCnt="0"/>
      <dgm:spPr/>
    </dgm:pt>
    <dgm:pt modelId="{1215291A-3532-4E39-B8BD-33802FD12233}" type="pres">
      <dgm:prSet presAssocID="{C699788F-5BCF-4227-A8EA-856282BAC641}" presName="hierChild5" presStyleCnt="0"/>
      <dgm:spPr/>
    </dgm:pt>
    <dgm:pt modelId="{B5DFD584-7DD8-4931-8268-360A1EADE16A}" type="pres">
      <dgm:prSet presAssocID="{37E02828-0FFE-430F-8E85-F035E69B43BD}" presName="hierChild5" presStyleCnt="0"/>
      <dgm:spPr/>
    </dgm:pt>
    <dgm:pt modelId="{CC508A1B-ED9C-4203-AACE-73E98147CF12}" type="pres">
      <dgm:prSet presAssocID="{0BFD83F9-A816-4B0E-8A50-137C4309344B}" presName="hierChild5" presStyleCnt="0"/>
      <dgm:spPr/>
    </dgm:pt>
    <dgm:pt modelId="{0C862B2C-9C17-4CD1-86B1-D0D172B39D5B}" type="pres">
      <dgm:prSet presAssocID="{EB29657B-05A7-4512-B1DB-9DBBED53CC83}" presName="Name37" presStyleLbl="parChTrans1D2" presStyleIdx="2" presStyleCnt="3"/>
      <dgm:spPr/>
    </dgm:pt>
    <dgm:pt modelId="{E82969CF-4210-412A-944E-A074694922E3}" type="pres">
      <dgm:prSet presAssocID="{8C96C477-B505-4AA8-BC4E-76003BD52243}" presName="hierRoot2" presStyleCnt="0">
        <dgm:presLayoutVars>
          <dgm:hierBranch val="init"/>
        </dgm:presLayoutVars>
      </dgm:prSet>
      <dgm:spPr/>
    </dgm:pt>
    <dgm:pt modelId="{AC8A4E19-7E1B-46B6-B890-215C17914313}" type="pres">
      <dgm:prSet presAssocID="{8C96C477-B505-4AA8-BC4E-76003BD52243}" presName="rootComposite" presStyleCnt="0"/>
      <dgm:spPr/>
    </dgm:pt>
    <dgm:pt modelId="{EC45E921-B3F0-4613-938B-117C53447DC4}" type="pres">
      <dgm:prSet presAssocID="{8C96C477-B505-4AA8-BC4E-76003BD52243}" presName="rootText" presStyleLbl="node2" presStyleIdx="2" presStyleCnt="3">
        <dgm:presLayoutVars>
          <dgm:chPref val="3"/>
        </dgm:presLayoutVars>
      </dgm:prSet>
      <dgm:spPr/>
    </dgm:pt>
    <dgm:pt modelId="{D1706F98-20E8-4169-B7AE-D4B0D259237F}" type="pres">
      <dgm:prSet presAssocID="{8C96C477-B505-4AA8-BC4E-76003BD52243}" presName="rootConnector" presStyleLbl="node2" presStyleIdx="2" presStyleCnt="3"/>
      <dgm:spPr/>
    </dgm:pt>
    <dgm:pt modelId="{B8F4354E-50D6-465C-902F-7EFC89B5E4DF}" type="pres">
      <dgm:prSet presAssocID="{8C96C477-B505-4AA8-BC4E-76003BD52243}" presName="hierChild4" presStyleCnt="0"/>
      <dgm:spPr/>
    </dgm:pt>
    <dgm:pt modelId="{FD570B6E-AF9B-4F42-83DB-21DFD1A0CF24}" type="pres">
      <dgm:prSet presAssocID="{D6D4AEC0-59EC-42D3-94B2-7727D1BB4DED}" presName="Name37" presStyleLbl="parChTrans1D3" presStyleIdx="2" presStyleCnt="4"/>
      <dgm:spPr/>
    </dgm:pt>
    <dgm:pt modelId="{389C891F-BF5D-4FBF-A27F-47D914E60E0E}" type="pres">
      <dgm:prSet presAssocID="{436B02F6-F4DE-4F15-8980-5F7BEDBDE6B8}" presName="hierRoot2" presStyleCnt="0">
        <dgm:presLayoutVars>
          <dgm:hierBranch val="init"/>
        </dgm:presLayoutVars>
      </dgm:prSet>
      <dgm:spPr/>
    </dgm:pt>
    <dgm:pt modelId="{4A5205A5-1EAF-4E1A-9F62-415C5185099B}" type="pres">
      <dgm:prSet presAssocID="{436B02F6-F4DE-4F15-8980-5F7BEDBDE6B8}" presName="rootComposite" presStyleCnt="0"/>
      <dgm:spPr/>
    </dgm:pt>
    <dgm:pt modelId="{078868D4-D600-4760-96C3-67E91C37F21A}" type="pres">
      <dgm:prSet presAssocID="{436B02F6-F4DE-4F15-8980-5F7BEDBDE6B8}" presName="rootText" presStyleLbl="node3" presStyleIdx="2" presStyleCnt="4">
        <dgm:presLayoutVars>
          <dgm:chPref val="3"/>
        </dgm:presLayoutVars>
      </dgm:prSet>
      <dgm:spPr/>
    </dgm:pt>
    <dgm:pt modelId="{0250E01B-80D8-4D93-A6EC-5881C66E2D0A}" type="pres">
      <dgm:prSet presAssocID="{436B02F6-F4DE-4F15-8980-5F7BEDBDE6B8}" presName="rootConnector" presStyleLbl="node3" presStyleIdx="2" presStyleCnt="4"/>
      <dgm:spPr/>
    </dgm:pt>
    <dgm:pt modelId="{C682DC6D-5D2C-4790-B00E-F56B85DFF2EF}" type="pres">
      <dgm:prSet presAssocID="{436B02F6-F4DE-4F15-8980-5F7BEDBDE6B8}" presName="hierChild4" presStyleCnt="0"/>
      <dgm:spPr/>
    </dgm:pt>
    <dgm:pt modelId="{53559EFD-6332-401E-885F-2A19B26FCE73}" type="pres">
      <dgm:prSet presAssocID="{436B02F6-F4DE-4F15-8980-5F7BEDBDE6B8}" presName="hierChild5" presStyleCnt="0"/>
      <dgm:spPr/>
    </dgm:pt>
    <dgm:pt modelId="{569D8539-D913-43E9-9AA0-A920583698EB}" type="pres">
      <dgm:prSet presAssocID="{CCB07602-5D18-49D3-AC6E-F4B7FBAF5B7E}" presName="Name37" presStyleLbl="parChTrans1D3" presStyleIdx="3" presStyleCnt="4"/>
      <dgm:spPr/>
    </dgm:pt>
    <dgm:pt modelId="{17C09E0C-A62A-4719-86A1-FDE805E9242C}" type="pres">
      <dgm:prSet presAssocID="{621B9AB0-52B4-4568-9714-82EC3EC0DE65}" presName="hierRoot2" presStyleCnt="0">
        <dgm:presLayoutVars>
          <dgm:hierBranch val="init"/>
        </dgm:presLayoutVars>
      </dgm:prSet>
      <dgm:spPr/>
    </dgm:pt>
    <dgm:pt modelId="{AEE387F9-C8E9-4D9E-B5A6-423866813381}" type="pres">
      <dgm:prSet presAssocID="{621B9AB0-52B4-4568-9714-82EC3EC0DE65}" presName="rootComposite" presStyleCnt="0"/>
      <dgm:spPr/>
    </dgm:pt>
    <dgm:pt modelId="{959183C9-9C5F-4DA1-BF47-250FFAB507D3}" type="pres">
      <dgm:prSet presAssocID="{621B9AB0-52B4-4568-9714-82EC3EC0DE65}" presName="rootText" presStyleLbl="node3" presStyleIdx="3" presStyleCnt="4">
        <dgm:presLayoutVars>
          <dgm:chPref val="3"/>
        </dgm:presLayoutVars>
      </dgm:prSet>
      <dgm:spPr/>
    </dgm:pt>
    <dgm:pt modelId="{6C3D10A8-B155-40C5-AC73-F27AA6662E2D}" type="pres">
      <dgm:prSet presAssocID="{621B9AB0-52B4-4568-9714-82EC3EC0DE65}" presName="rootConnector" presStyleLbl="node3" presStyleIdx="3" presStyleCnt="4"/>
      <dgm:spPr/>
    </dgm:pt>
    <dgm:pt modelId="{5BA3CE3A-22F3-4093-82AB-F208DC23A111}" type="pres">
      <dgm:prSet presAssocID="{621B9AB0-52B4-4568-9714-82EC3EC0DE65}" presName="hierChild4" presStyleCnt="0"/>
      <dgm:spPr/>
    </dgm:pt>
    <dgm:pt modelId="{353FB217-4855-417B-A5C0-3F2C2BBAB9FB}" type="pres">
      <dgm:prSet presAssocID="{650DBEA8-39C0-4E9A-A66D-702070F3C466}" presName="Name37" presStyleLbl="parChTrans1D4" presStyleIdx="6" presStyleCnt="7"/>
      <dgm:spPr/>
    </dgm:pt>
    <dgm:pt modelId="{FCB3C386-1526-445A-9998-5C908FB37262}" type="pres">
      <dgm:prSet presAssocID="{FC881DFD-09B3-41F1-AA58-93EAA1DC51F4}" presName="hierRoot2" presStyleCnt="0">
        <dgm:presLayoutVars>
          <dgm:hierBranch val="init"/>
        </dgm:presLayoutVars>
      </dgm:prSet>
      <dgm:spPr/>
    </dgm:pt>
    <dgm:pt modelId="{433FF2AD-EF8D-4CF7-8B5D-41200CCAA264}" type="pres">
      <dgm:prSet presAssocID="{FC881DFD-09B3-41F1-AA58-93EAA1DC51F4}" presName="rootComposite" presStyleCnt="0"/>
      <dgm:spPr/>
    </dgm:pt>
    <dgm:pt modelId="{5A4FB645-BC77-41B0-B5A6-D782CA5549D3}" type="pres">
      <dgm:prSet presAssocID="{FC881DFD-09B3-41F1-AA58-93EAA1DC51F4}" presName="rootText" presStyleLbl="node4" presStyleIdx="6" presStyleCnt="7">
        <dgm:presLayoutVars>
          <dgm:chPref val="3"/>
        </dgm:presLayoutVars>
      </dgm:prSet>
      <dgm:spPr/>
    </dgm:pt>
    <dgm:pt modelId="{34ACE09C-5492-48EF-9A8D-F244F39A1CC9}" type="pres">
      <dgm:prSet presAssocID="{FC881DFD-09B3-41F1-AA58-93EAA1DC51F4}" presName="rootConnector" presStyleLbl="node4" presStyleIdx="6" presStyleCnt="7"/>
      <dgm:spPr/>
    </dgm:pt>
    <dgm:pt modelId="{2911D249-21EF-4347-B934-27704CB75F9F}" type="pres">
      <dgm:prSet presAssocID="{FC881DFD-09B3-41F1-AA58-93EAA1DC51F4}" presName="hierChild4" presStyleCnt="0"/>
      <dgm:spPr/>
    </dgm:pt>
    <dgm:pt modelId="{D2EAFF18-C991-4986-B2F2-E48995C4722A}" type="pres">
      <dgm:prSet presAssocID="{FC881DFD-09B3-41F1-AA58-93EAA1DC51F4}" presName="hierChild5" presStyleCnt="0"/>
      <dgm:spPr/>
    </dgm:pt>
    <dgm:pt modelId="{B2F25F58-848A-4725-ADC9-C030CF567C1D}" type="pres">
      <dgm:prSet presAssocID="{621B9AB0-52B4-4568-9714-82EC3EC0DE65}" presName="hierChild5" presStyleCnt="0"/>
      <dgm:spPr/>
    </dgm:pt>
    <dgm:pt modelId="{99D5E546-E86E-404B-91B5-118A9240783A}" type="pres">
      <dgm:prSet presAssocID="{8C96C477-B505-4AA8-BC4E-76003BD52243}" presName="hierChild5" presStyleCnt="0"/>
      <dgm:spPr/>
    </dgm:pt>
    <dgm:pt modelId="{3DB67EBA-2C55-4ED7-910D-FF00B28E1BA3}" type="pres">
      <dgm:prSet presAssocID="{641A81AC-9EA2-4A34-9E00-9385ED1FD422}" presName="hierChild3" presStyleCnt="0"/>
      <dgm:spPr/>
    </dgm:pt>
  </dgm:ptLst>
  <dgm:cxnLst>
    <dgm:cxn modelId="{1E693406-7032-4A62-BA6F-9403467CB2BA}" type="presOf" srcId="{17664803-913D-4594-93F0-C8830109BDA9}" destId="{B0C452E7-0527-4733-893D-D2DCA3E0B86A}" srcOrd="0" destOrd="0" presId="urn:microsoft.com/office/officeart/2005/8/layout/orgChart1"/>
    <dgm:cxn modelId="{A486970A-A97C-4E01-8915-FA81F0CE27E3}" type="presOf" srcId="{621B9AB0-52B4-4568-9714-82EC3EC0DE65}" destId="{6C3D10A8-B155-40C5-AC73-F27AA6662E2D}" srcOrd="1" destOrd="0" presId="urn:microsoft.com/office/officeart/2005/8/layout/orgChart1"/>
    <dgm:cxn modelId="{CEE99410-6B77-481C-BD40-2188BEEDC126}" type="presOf" srcId="{641A81AC-9EA2-4A34-9E00-9385ED1FD422}" destId="{D576F7C4-99BB-4A3C-BD1B-DFAD90EDE4D6}" srcOrd="0" destOrd="0" presId="urn:microsoft.com/office/officeart/2005/8/layout/orgChart1"/>
    <dgm:cxn modelId="{7039E213-1940-44F3-9CF1-6FDCABA8F8A4}" type="presOf" srcId="{37E02828-0FFE-430F-8E85-F035E69B43BD}" destId="{E5D6B167-3FA9-4213-BD5D-6DD94637F056}" srcOrd="0" destOrd="0" presId="urn:microsoft.com/office/officeart/2005/8/layout/orgChart1"/>
    <dgm:cxn modelId="{150AC314-08B9-4D9B-A1DD-FF166253CF9C}" type="presOf" srcId="{11BD22DB-2729-4AC4-B641-6CB331239F43}" destId="{8979F7BD-16FC-418C-B14B-576370E02F17}" srcOrd="1" destOrd="0" presId="urn:microsoft.com/office/officeart/2005/8/layout/orgChart1"/>
    <dgm:cxn modelId="{F589BC16-D33D-4024-B2C4-44196167E9FD}" type="presOf" srcId="{8C8A3967-2444-4087-8905-5E9C68C268C5}" destId="{2C06A797-5204-4565-AD23-5EA462DB4912}" srcOrd="1" destOrd="0" presId="urn:microsoft.com/office/officeart/2005/8/layout/orgChart1"/>
    <dgm:cxn modelId="{CE91631B-7C28-41B2-AD33-A3DBDFAE4F9A}" type="presOf" srcId="{43A0AAE5-A921-4ADE-B4B1-E6285F8D7737}" destId="{723A56C0-86CD-484D-B45E-EBE7DB623610}" srcOrd="0" destOrd="0" presId="urn:microsoft.com/office/officeart/2005/8/layout/orgChart1"/>
    <dgm:cxn modelId="{FC09E520-B6D7-4FEA-842C-4448A7AED09D}" srcId="{8C96C477-B505-4AA8-BC4E-76003BD52243}" destId="{436B02F6-F4DE-4F15-8980-5F7BEDBDE6B8}" srcOrd="0" destOrd="0" parTransId="{D6D4AEC0-59EC-42D3-94B2-7727D1BB4DED}" sibTransId="{B0945317-B32E-4A5E-9F41-05D88C632926}"/>
    <dgm:cxn modelId="{816E4A28-2DC3-4F55-BF1E-5346691A14B7}" type="presOf" srcId="{8C8A3967-2444-4087-8905-5E9C68C268C5}" destId="{AED04F68-6CFF-47E4-A0B1-8EB9FEEA82A7}" srcOrd="0" destOrd="0" presId="urn:microsoft.com/office/officeart/2005/8/layout/orgChart1"/>
    <dgm:cxn modelId="{37F4B228-67E0-4B63-8500-BAFF91063D5D}" srcId="{37E02828-0FFE-430F-8E85-F035E69B43BD}" destId="{00933EF1-2AF1-44E9-B9F3-218820BF70C0}" srcOrd="2" destOrd="0" parTransId="{524533BF-699D-4A11-83C6-396CB5FD9988}" sibTransId="{D541FE28-E87F-42A0-A41F-D4466F3B00E8}"/>
    <dgm:cxn modelId="{F1756E2A-41B7-436E-8E45-D33F14DF81A2}" type="presOf" srcId="{856CED3C-6A07-41E7-8561-CB3006FF3AE2}" destId="{8C30806D-D8C1-4C5A-8CF4-73EB3C36C9DA}" srcOrd="0" destOrd="0" presId="urn:microsoft.com/office/officeart/2005/8/layout/orgChart1"/>
    <dgm:cxn modelId="{589B462F-9C79-4198-8F70-6054238063EC}" srcId="{0BFD83F9-A816-4B0E-8A50-137C4309344B}" destId="{F96BA4A3-9A65-4CDD-BE04-7D66D0FCFE40}" srcOrd="0" destOrd="0" parTransId="{856CED3C-6A07-41E7-8561-CB3006FF3AE2}" sibTransId="{DE35821D-3CE8-4AE6-908C-91416B671ED8}"/>
    <dgm:cxn modelId="{FD903D31-D420-46A7-92DD-D1E6546219BA}" type="presOf" srcId="{621B9AB0-52B4-4568-9714-82EC3EC0DE65}" destId="{959183C9-9C5F-4DA1-BF47-250FFAB507D3}" srcOrd="0" destOrd="0" presId="urn:microsoft.com/office/officeart/2005/8/layout/orgChart1"/>
    <dgm:cxn modelId="{0ADEBB36-1910-489A-9520-E3565258F6BF}" type="presOf" srcId="{EB29657B-05A7-4512-B1DB-9DBBED53CC83}" destId="{0C862B2C-9C17-4CD1-86B1-D0D172B39D5B}" srcOrd="0" destOrd="0" presId="urn:microsoft.com/office/officeart/2005/8/layout/orgChart1"/>
    <dgm:cxn modelId="{4C5B2839-45FA-4A2F-9B6D-DB210690F4D6}" type="presOf" srcId="{43A0AAE5-A921-4ADE-B4B1-E6285F8D7737}" destId="{15911C11-9E50-4D07-ABE7-EBD0908B30C9}" srcOrd="1" destOrd="0" presId="urn:microsoft.com/office/officeart/2005/8/layout/orgChart1"/>
    <dgm:cxn modelId="{78B6273A-A471-4FC1-B19B-045DF57C0061}" type="presOf" srcId="{D1A46C56-A8CE-46E8-BF6D-053309496E1D}" destId="{8D865ED3-DDFE-4DC4-9E13-9C136E1F4596}" srcOrd="0" destOrd="0" presId="urn:microsoft.com/office/officeart/2005/8/layout/orgChart1"/>
    <dgm:cxn modelId="{5935753D-7A59-45F2-B531-B47CCB4E0790}" srcId="{641A81AC-9EA2-4A34-9E00-9385ED1FD422}" destId="{8C96C477-B505-4AA8-BC4E-76003BD52243}" srcOrd="2" destOrd="0" parTransId="{EB29657B-05A7-4512-B1DB-9DBBED53CC83}" sibTransId="{8A9E2267-C94C-491D-B416-D5C822C5BDA5}"/>
    <dgm:cxn modelId="{A151225D-8CAE-4BEF-9704-16119484DA7A}" type="presOf" srcId="{5BD51E99-FFC0-4EEF-9C6C-468F6122572C}" destId="{3D2186B8-90EF-490C-AF59-562907078203}" srcOrd="0" destOrd="0" presId="urn:microsoft.com/office/officeart/2005/8/layout/orgChart1"/>
    <dgm:cxn modelId="{68CA4F5F-A661-4CD7-9CFC-A28E69D12C4E}" type="presOf" srcId="{11BD22DB-2729-4AC4-B641-6CB331239F43}" destId="{75D95989-366C-4CD5-85A1-9C1B9C87D98A}" srcOrd="0" destOrd="0" presId="urn:microsoft.com/office/officeart/2005/8/layout/orgChart1"/>
    <dgm:cxn modelId="{242C1062-896A-438F-A717-F13665E44CB9}" type="presOf" srcId="{FC881DFD-09B3-41F1-AA58-93EAA1DC51F4}" destId="{5A4FB645-BC77-41B0-B5A6-D782CA5549D3}" srcOrd="0" destOrd="0" presId="urn:microsoft.com/office/officeart/2005/8/layout/orgChart1"/>
    <dgm:cxn modelId="{55A26544-7E7F-4C98-8CDC-C522B9EA27D1}" type="presOf" srcId="{0BFD83F9-A816-4B0E-8A50-137C4309344B}" destId="{36EA9703-42D7-46A2-AC9B-82FB320E9B2A}" srcOrd="1" destOrd="0" presId="urn:microsoft.com/office/officeart/2005/8/layout/orgChart1"/>
    <dgm:cxn modelId="{C3399269-72AF-4651-A536-16860ED83395}" type="presOf" srcId="{00933EF1-2AF1-44E9-B9F3-218820BF70C0}" destId="{C0712093-7C06-4635-86EE-79EF4D8F9B68}" srcOrd="1" destOrd="0" presId="urn:microsoft.com/office/officeart/2005/8/layout/orgChart1"/>
    <dgm:cxn modelId="{A5AD5A4B-DA1D-4AC4-9098-839011D727BD}" type="presOf" srcId="{D1A46C56-A8CE-46E8-BF6D-053309496E1D}" destId="{36A1C92A-2A81-4A4B-83BA-805B1367B0BE}" srcOrd="1" destOrd="0" presId="urn:microsoft.com/office/officeart/2005/8/layout/orgChart1"/>
    <dgm:cxn modelId="{AE46D16C-EC44-42AB-B803-8B22129E8BB0}" srcId="{00933EF1-2AF1-44E9-B9F3-218820BF70C0}" destId="{43A0AAE5-A921-4ADE-B4B1-E6285F8D7737}" srcOrd="0" destOrd="0" parTransId="{15B5D890-2BC3-4644-A920-0630A56320DC}" sibTransId="{5E89C18E-F338-49DF-87E2-5C4BFBD0B077}"/>
    <dgm:cxn modelId="{823E674F-CD85-4ADA-AB2F-F7AFDF17A46B}" type="presOf" srcId="{00933EF1-2AF1-44E9-B9F3-218820BF70C0}" destId="{4AD9E192-BE6A-4DF8-9AC2-D273DA4F1EAA}" srcOrd="0" destOrd="0" presId="urn:microsoft.com/office/officeart/2005/8/layout/orgChart1"/>
    <dgm:cxn modelId="{AEFB6B52-60EE-434D-91DE-BECC70627F92}" type="presOf" srcId="{0965D37B-9E1E-488D-ABA3-919261D6ECE9}" destId="{68C7BD88-A8CF-414B-BDFC-66464783C2D7}" srcOrd="0" destOrd="0" presId="urn:microsoft.com/office/officeart/2005/8/layout/orgChart1"/>
    <dgm:cxn modelId="{9AA79A72-876C-4BFA-8CC9-F0580FB86783}" type="presOf" srcId="{8C96C477-B505-4AA8-BC4E-76003BD52243}" destId="{D1706F98-20E8-4169-B7AE-D4B0D259237F}" srcOrd="1" destOrd="0" presId="urn:microsoft.com/office/officeart/2005/8/layout/orgChart1"/>
    <dgm:cxn modelId="{D8852674-7169-4E35-B278-EA11859035B6}" type="presOf" srcId="{650DBEA8-39C0-4E9A-A66D-702070F3C466}" destId="{353FB217-4855-417B-A5C0-3F2C2BBAB9FB}" srcOrd="0" destOrd="0" presId="urn:microsoft.com/office/officeart/2005/8/layout/orgChart1"/>
    <dgm:cxn modelId="{EBCB6675-A89C-44A8-9208-8FD73A22302E}" type="presOf" srcId="{C699788F-5BCF-4227-A8EA-856282BAC641}" destId="{8CF86E3D-8369-4746-A0C5-B9AEB9DE51CC}" srcOrd="1" destOrd="0" presId="urn:microsoft.com/office/officeart/2005/8/layout/orgChart1"/>
    <dgm:cxn modelId="{2BE77B75-0655-44DD-A872-B8A666BDB35D}" type="presOf" srcId="{FC881DFD-09B3-41F1-AA58-93EAA1DC51F4}" destId="{34ACE09C-5492-48EF-9A8D-F244F39A1CC9}" srcOrd="1" destOrd="0" presId="urn:microsoft.com/office/officeart/2005/8/layout/orgChart1"/>
    <dgm:cxn modelId="{901DD557-D687-46A6-9AAD-9E16A364BB58}" type="presOf" srcId="{71FDD5FF-1B35-462D-8FDA-043D7D12CBE8}" destId="{77630F50-41BB-4F9E-AB3F-31EF4446C5B7}" srcOrd="0" destOrd="0" presId="urn:microsoft.com/office/officeart/2005/8/layout/orgChart1"/>
    <dgm:cxn modelId="{EBA0EA77-24B0-44F1-8A95-0A2856806F90}" srcId="{0BFD83F9-A816-4B0E-8A50-137C4309344B}" destId="{37E02828-0FFE-430F-8E85-F035E69B43BD}" srcOrd="1" destOrd="0" parTransId="{71FDD5FF-1B35-462D-8FDA-043D7D12CBE8}" sibTransId="{9BA3413D-232A-43A5-9D28-083C51FEF669}"/>
    <dgm:cxn modelId="{B536DD7C-9CCC-47D8-901C-36BB48EF8934}" type="presOf" srcId="{C699788F-5BCF-4227-A8EA-856282BAC641}" destId="{2686E213-FD5F-40A3-B80F-3392F1DA8ED0}" srcOrd="0" destOrd="0" presId="urn:microsoft.com/office/officeart/2005/8/layout/orgChart1"/>
    <dgm:cxn modelId="{EDDC0782-DD30-40F5-8C3A-8ACF3AA319BF}" type="presOf" srcId="{809A56A7-73FE-4E14-AB6A-79B58CCFD102}" destId="{7D4A13F4-FD34-4B8E-B53E-BFCE53B83B25}" srcOrd="0" destOrd="0" presId="urn:microsoft.com/office/officeart/2005/8/layout/orgChart1"/>
    <dgm:cxn modelId="{08E34895-11D1-4CB3-B06E-201BA1C44F7F}" srcId="{5BD51E99-FFC0-4EEF-9C6C-468F6122572C}" destId="{641A81AC-9EA2-4A34-9E00-9385ED1FD422}" srcOrd="0" destOrd="0" parTransId="{FE9D218B-9D24-4764-B6A2-6380B9E0F411}" sibTransId="{CA4593E2-4752-4C4F-986F-72D2B7FDDEFF}"/>
    <dgm:cxn modelId="{5353DF97-C555-499D-882E-F9FCA8A9B3CD}" type="presOf" srcId="{CE4001F4-A6B1-4129-927F-2CDB56E609CF}" destId="{2B6216EE-0332-46F3-BC8E-9FC18354BC59}" srcOrd="0" destOrd="0" presId="urn:microsoft.com/office/officeart/2005/8/layout/orgChart1"/>
    <dgm:cxn modelId="{4E0AFB99-5DA1-48A3-8901-F8DED534824D}" srcId="{37E02828-0FFE-430F-8E85-F035E69B43BD}" destId="{11BD22DB-2729-4AC4-B641-6CB331239F43}" srcOrd="1" destOrd="0" parTransId="{0965D37B-9E1E-488D-ABA3-919261D6ECE9}" sibTransId="{DA1D93BB-2A65-4CA2-8266-7D7E29B41B60}"/>
    <dgm:cxn modelId="{9C00559D-8453-449C-BA1D-6D269B781942}" srcId="{641A81AC-9EA2-4A34-9E00-9385ED1FD422}" destId="{6A310116-E4CA-4DAA-9FA7-A32CC4C882C1}" srcOrd="0" destOrd="0" parTransId="{6B487201-48C7-4A3F-82AF-53B03C877328}" sibTransId="{6D1A143E-D152-4857-91C0-707785665A42}"/>
    <dgm:cxn modelId="{805AF59F-1AB1-47CD-B398-336B4E02098A}" type="presOf" srcId="{8C96C477-B505-4AA8-BC4E-76003BD52243}" destId="{EC45E921-B3F0-4613-938B-117C53447DC4}" srcOrd="0" destOrd="0" presId="urn:microsoft.com/office/officeart/2005/8/layout/orgChart1"/>
    <dgm:cxn modelId="{50CCCEA7-DCD7-48A9-8213-C44F2997E4AF}" type="presOf" srcId="{524533BF-699D-4A11-83C6-396CB5FD9988}" destId="{57B4B7B4-DBBB-42BE-8244-08C6A48F1D4E}" srcOrd="0" destOrd="0" presId="urn:microsoft.com/office/officeart/2005/8/layout/orgChart1"/>
    <dgm:cxn modelId="{B7CE11A8-F3EF-4D3F-9A67-82F4DE10798B}" srcId="{00933EF1-2AF1-44E9-B9F3-218820BF70C0}" destId="{8C8A3967-2444-4087-8905-5E9C68C268C5}" srcOrd="1" destOrd="0" parTransId="{CE4001F4-A6B1-4129-927F-2CDB56E609CF}" sibTransId="{99ECC569-134A-401C-BA84-3D0FF79D9B7A}"/>
    <dgm:cxn modelId="{0126A5A8-DD3C-430A-95CB-58645447D86C}" type="presOf" srcId="{CCB07602-5D18-49D3-AC6E-F4B7FBAF5B7E}" destId="{569D8539-D913-43E9-9AA0-A920583698EB}" srcOrd="0" destOrd="0" presId="urn:microsoft.com/office/officeart/2005/8/layout/orgChart1"/>
    <dgm:cxn modelId="{F719F0B0-27C2-4078-B831-B2617B841824}" type="presOf" srcId="{6A310116-E4CA-4DAA-9FA7-A32CC4C882C1}" destId="{E33AA7E0-5967-4269-BC66-7E754E5BB239}" srcOrd="1" destOrd="0" presId="urn:microsoft.com/office/officeart/2005/8/layout/orgChart1"/>
    <dgm:cxn modelId="{4ED06DB7-0AA3-42E6-BFA0-1BA4954E6158}" type="presOf" srcId="{F96BA4A3-9A65-4CDD-BE04-7D66D0FCFE40}" destId="{AFEED0B6-79A9-4BA0-AB3B-7E79AA532C3F}" srcOrd="0" destOrd="0" presId="urn:microsoft.com/office/officeart/2005/8/layout/orgChart1"/>
    <dgm:cxn modelId="{0529E3B7-4ED6-4321-82C7-973AEAC5C4EC}" type="presOf" srcId="{436B02F6-F4DE-4F15-8980-5F7BEDBDE6B8}" destId="{078868D4-D600-4760-96C3-67E91C37F21A}" srcOrd="0" destOrd="0" presId="urn:microsoft.com/office/officeart/2005/8/layout/orgChart1"/>
    <dgm:cxn modelId="{E181F3BD-7839-4225-9C14-F05C2E7F37A6}" type="presOf" srcId="{436B02F6-F4DE-4F15-8980-5F7BEDBDE6B8}" destId="{0250E01B-80D8-4D93-A6EC-5881C66E2D0A}" srcOrd="1" destOrd="0" presId="urn:microsoft.com/office/officeart/2005/8/layout/orgChart1"/>
    <dgm:cxn modelId="{821212C7-286D-48D9-A1CC-D27A6D1314E2}" type="presOf" srcId="{6A310116-E4CA-4DAA-9FA7-A32CC4C882C1}" destId="{B6399BF2-009D-4A46-AC79-56E91FE2E714}" srcOrd="0" destOrd="0" presId="urn:microsoft.com/office/officeart/2005/8/layout/orgChart1"/>
    <dgm:cxn modelId="{426360CB-64C4-4890-83A5-774B4E90C7C2}" type="presOf" srcId="{6B487201-48C7-4A3F-82AF-53B03C877328}" destId="{A3C2E62E-2279-45DD-9935-5F1124B4ABFE}" srcOrd="0" destOrd="0" presId="urn:microsoft.com/office/officeart/2005/8/layout/orgChart1"/>
    <dgm:cxn modelId="{BCDA3ECD-BBA9-42F9-A770-D8C5DA627ADD}" type="presOf" srcId="{D6D4AEC0-59EC-42D3-94B2-7727D1BB4DED}" destId="{FD570B6E-AF9B-4F42-83DB-21DFD1A0CF24}" srcOrd="0" destOrd="0" presId="urn:microsoft.com/office/officeart/2005/8/layout/orgChart1"/>
    <dgm:cxn modelId="{A79CCFCE-1C04-404A-942B-9BB439FAA316}" srcId="{37E02828-0FFE-430F-8E85-F035E69B43BD}" destId="{C699788F-5BCF-4227-A8EA-856282BAC641}" srcOrd="3" destOrd="0" parTransId="{809A56A7-73FE-4E14-AB6A-79B58CCFD102}" sibTransId="{B94A2596-CDCE-4A62-82DA-5890B4D56064}"/>
    <dgm:cxn modelId="{B19FCADE-9544-40C7-A410-D48050C29039}" type="presOf" srcId="{37E02828-0FFE-430F-8E85-F035E69B43BD}" destId="{8A75ABF9-B80F-477E-ADA7-48AD52BEF5B3}" srcOrd="1" destOrd="0" presId="urn:microsoft.com/office/officeart/2005/8/layout/orgChart1"/>
    <dgm:cxn modelId="{DCA468E5-204F-4247-A4A6-6426A3FC18E2}" type="presOf" srcId="{641A81AC-9EA2-4A34-9E00-9385ED1FD422}" destId="{763F14C9-31F7-4A39-A50A-BF7F0E6BC962}" srcOrd="1" destOrd="0" presId="urn:microsoft.com/office/officeart/2005/8/layout/orgChart1"/>
    <dgm:cxn modelId="{49921FEF-8519-49E6-AAA8-6A37AF928EE7}" srcId="{37E02828-0FFE-430F-8E85-F035E69B43BD}" destId="{D1A46C56-A8CE-46E8-BF6D-053309496E1D}" srcOrd="0" destOrd="0" parTransId="{64162D27-ACD0-48D3-8580-91C04278FB3A}" sibTransId="{322882EF-18E1-4EDC-8875-C3B012730B17}"/>
    <dgm:cxn modelId="{B072E5F0-92D0-449A-8F13-738275761594}" srcId="{8C96C477-B505-4AA8-BC4E-76003BD52243}" destId="{621B9AB0-52B4-4568-9714-82EC3EC0DE65}" srcOrd="1" destOrd="0" parTransId="{CCB07602-5D18-49D3-AC6E-F4B7FBAF5B7E}" sibTransId="{C6146C72-CE60-4A13-ABCC-F19F440C63EC}"/>
    <dgm:cxn modelId="{41A7BEF1-F758-499C-A655-80B2F046E51A}" type="presOf" srcId="{15B5D890-2BC3-4644-A920-0630A56320DC}" destId="{C3EAA277-39AA-48B0-B65E-C2B3D7E588D6}" srcOrd="0" destOrd="0" presId="urn:microsoft.com/office/officeart/2005/8/layout/orgChart1"/>
    <dgm:cxn modelId="{BC591AF3-2C92-4776-8F27-0E7D6CD05D2F}" type="presOf" srcId="{F96BA4A3-9A65-4CDD-BE04-7D66D0FCFE40}" destId="{42E800FE-8EC5-4861-A543-A4A83C122143}" srcOrd="1" destOrd="0" presId="urn:microsoft.com/office/officeart/2005/8/layout/orgChart1"/>
    <dgm:cxn modelId="{4612C9F7-D623-4042-A9D0-4F21E8ECD726}" srcId="{641A81AC-9EA2-4A34-9E00-9385ED1FD422}" destId="{0BFD83F9-A816-4B0E-8A50-137C4309344B}" srcOrd="1" destOrd="0" parTransId="{17664803-913D-4594-93F0-C8830109BDA9}" sibTransId="{7AAB4858-3F6F-49B3-BB51-EA242583CFD2}"/>
    <dgm:cxn modelId="{F644FFF8-9B99-43E0-98EB-BB9C8820D5BF}" type="presOf" srcId="{0BFD83F9-A816-4B0E-8A50-137C4309344B}" destId="{FBE47A00-8EE7-4080-89CC-AD8807DE86A1}" srcOrd="0" destOrd="0" presId="urn:microsoft.com/office/officeart/2005/8/layout/orgChart1"/>
    <dgm:cxn modelId="{1BE7B6FA-2037-4055-A4BA-C9421B51CAA9}" type="presOf" srcId="{64162D27-ACD0-48D3-8580-91C04278FB3A}" destId="{B30C41FA-EECB-4F61-9206-E22CF485CCE5}" srcOrd="0" destOrd="0" presId="urn:microsoft.com/office/officeart/2005/8/layout/orgChart1"/>
    <dgm:cxn modelId="{4B763BFE-D73A-4405-B9D1-366220ADDFEE}" srcId="{621B9AB0-52B4-4568-9714-82EC3EC0DE65}" destId="{FC881DFD-09B3-41F1-AA58-93EAA1DC51F4}" srcOrd="0" destOrd="0" parTransId="{650DBEA8-39C0-4E9A-A66D-702070F3C466}" sibTransId="{86F71BDC-EB33-477C-ADCB-142347552B89}"/>
    <dgm:cxn modelId="{1BDBC396-F98B-4CE9-96DF-8B01CE9EF13C}" type="presParOf" srcId="{3D2186B8-90EF-490C-AF59-562907078203}" destId="{1E06A66F-789C-4634-972E-45A55E344851}" srcOrd="0" destOrd="0" presId="urn:microsoft.com/office/officeart/2005/8/layout/orgChart1"/>
    <dgm:cxn modelId="{A1BA3E43-1028-451F-A9BF-C889A2BD3020}" type="presParOf" srcId="{1E06A66F-789C-4634-972E-45A55E344851}" destId="{D3664D89-3D5F-414F-BDF9-6DD184467A80}" srcOrd="0" destOrd="0" presId="urn:microsoft.com/office/officeart/2005/8/layout/orgChart1"/>
    <dgm:cxn modelId="{1D162CAF-D742-41BF-9615-BF78509CC9FF}" type="presParOf" srcId="{D3664D89-3D5F-414F-BDF9-6DD184467A80}" destId="{D576F7C4-99BB-4A3C-BD1B-DFAD90EDE4D6}" srcOrd="0" destOrd="0" presId="urn:microsoft.com/office/officeart/2005/8/layout/orgChart1"/>
    <dgm:cxn modelId="{CA52516E-F96B-4494-BD92-0225949FAC8E}" type="presParOf" srcId="{D3664D89-3D5F-414F-BDF9-6DD184467A80}" destId="{763F14C9-31F7-4A39-A50A-BF7F0E6BC962}" srcOrd="1" destOrd="0" presId="urn:microsoft.com/office/officeart/2005/8/layout/orgChart1"/>
    <dgm:cxn modelId="{5A9C175D-FF7B-4907-9D5A-51114B3E03E3}" type="presParOf" srcId="{1E06A66F-789C-4634-972E-45A55E344851}" destId="{0B4BED53-69EF-4477-8AAD-1DFACCE7A55E}" srcOrd="1" destOrd="0" presId="urn:microsoft.com/office/officeart/2005/8/layout/orgChart1"/>
    <dgm:cxn modelId="{D54884F0-3DBA-4E33-A41C-FB81B3722610}" type="presParOf" srcId="{0B4BED53-69EF-4477-8AAD-1DFACCE7A55E}" destId="{A3C2E62E-2279-45DD-9935-5F1124B4ABFE}" srcOrd="0" destOrd="0" presId="urn:microsoft.com/office/officeart/2005/8/layout/orgChart1"/>
    <dgm:cxn modelId="{92E2FDFC-6FDF-42EF-9E04-497FEE285366}" type="presParOf" srcId="{0B4BED53-69EF-4477-8AAD-1DFACCE7A55E}" destId="{603721B2-9CF4-41FF-97F5-DD1B68583295}" srcOrd="1" destOrd="0" presId="urn:microsoft.com/office/officeart/2005/8/layout/orgChart1"/>
    <dgm:cxn modelId="{7CF840EB-5271-412A-BFD4-CCFF6347BFF5}" type="presParOf" srcId="{603721B2-9CF4-41FF-97F5-DD1B68583295}" destId="{5927D8ED-53DA-49FE-8312-936A732D096B}" srcOrd="0" destOrd="0" presId="urn:microsoft.com/office/officeart/2005/8/layout/orgChart1"/>
    <dgm:cxn modelId="{7219A8B3-00B4-4E6E-8DFE-6CCD71841943}" type="presParOf" srcId="{5927D8ED-53DA-49FE-8312-936A732D096B}" destId="{B6399BF2-009D-4A46-AC79-56E91FE2E714}" srcOrd="0" destOrd="0" presId="urn:microsoft.com/office/officeart/2005/8/layout/orgChart1"/>
    <dgm:cxn modelId="{273EAEB6-5C98-488B-ABDD-A7FAA7818A33}" type="presParOf" srcId="{5927D8ED-53DA-49FE-8312-936A732D096B}" destId="{E33AA7E0-5967-4269-BC66-7E754E5BB239}" srcOrd="1" destOrd="0" presId="urn:microsoft.com/office/officeart/2005/8/layout/orgChart1"/>
    <dgm:cxn modelId="{BBD6D60E-B16E-4BE8-BF66-D923987757CE}" type="presParOf" srcId="{603721B2-9CF4-41FF-97F5-DD1B68583295}" destId="{D05DF558-AE88-4381-905C-443EA7B3F85F}" srcOrd="1" destOrd="0" presId="urn:microsoft.com/office/officeart/2005/8/layout/orgChart1"/>
    <dgm:cxn modelId="{9861F013-6582-4BC1-A46E-7393DAF191CC}" type="presParOf" srcId="{603721B2-9CF4-41FF-97F5-DD1B68583295}" destId="{A7E15207-8AED-42D1-AE65-D9C3A49D6871}" srcOrd="2" destOrd="0" presId="urn:microsoft.com/office/officeart/2005/8/layout/orgChart1"/>
    <dgm:cxn modelId="{CB88061B-E668-422F-8F35-83897ECAD91B}" type="presParOf" srcId="{0B4BED53-69EF-4477-8AAD-1DFACCE7A55E}" destId="{B0C452E7-0527-4733-893D-D2DCA3E0B86A}" srcOrd="2" destOrd="0" presId="urn:microsoft.com/office/officeart/2005/8/layout/orgChart1"/>
    <dgm:cxn modelId="{6F3C3564-67E2-490A-B0C6-190D34E2A5E7}" type="presParOf" srcId="{0B4BED53-69EF-4477-8AAD-1DFACCE7A55E}" destId="{3BAAD0FD-FD3B-4A1C-B2B4-BBDABE835047}" srcOrd="3" destOrd="0" presId="urn:microsoft.com/office/officeart/2005/8/layout/orgChart1"/>
    <dgm:cxn modelId="{E3F74002-C8E1-4B56-85DA-7D266CC71144}" type="presParOf" srcId="{3BAAD0FD-FD3B-4A1C-B2B4-BBDABE835047}" destId="{4F81FDAA-0F87-4EB1-8B12-9E2B175A6B3D}" srcOrd="0" destOrd="0" presId="urn:microsoft.com/office/officeart/2005/8/layout/orgChart1"/>
    <dgm:cxn modelId="{5250CE1F-0946-4B27-AA60-BFEE1503404E}" type="presParOf" srcId="{4F81FDAA-0F87-4EB1-8B12-9E2B175A6B3D}" destId="{FBE47A00-8EE7-4080-89CC-AD8807DE86A1}" srcOrd="0" destOrd="0" presId="urn:microsoft.com/office/officeart/2005/8/layout/orgChart1"/>
    <dgm:cxn modelId="{ABD920B8-EDD5-4D62-BB1B-92E3E20301F3}" type="presParOf" srcId="{4F81FDAA-0F87-4EB1-8B12-9E2B175A6B3D}" destId="{36EA9703-42D7-46A2-AC9B-82FB320E9B2A}" srcOrd="1" destOrd="0" presId="urn:microsoft.com/office/officeart/2005/8/layout/orgChart1"/>
    <dgm:cxn modelId="{B5B7B2D4-5E76-4E48-BAC3-FB770E3A1120}" type="presParOf" srcId="{3BAAD0FD-FD3B-4A1C-B2B4-BBDABE835047}" destId="{77D4AC6C-D4DD-46E0-98EB-7A53BF0C379C}" srcOrd="1" destOrd="0" presId="urn:microsoft.com/office/officeart/2005/8/layout/orgChart1"/>
    <dgm:cxn modelId="{A4CED125-967A-4842-9929-CBEF1E587A06}" type="presParOf" srcId="{77D4AC6C-D4DD-46E0-98EB-7A53BF0C379C}" destId="{8C30806D-D8C1-4C5A-8CF4-73EB3C36C9DA}" srcOrd="0" destOrd="0" presId="urn:microsoft.com/office/officeart/2005/8/layout/orgChart1"/>
    <dgm:cxn modelId="{B816CE1A-095B-4927-8494-AAB2D5CB881B}" type="presParOf" srcId="{77D4AC6C-D4DD-46E0-98EB-7A53BF0C379C}" destId="{5F0424E5-897A-4245-A458-6A7F68A661F6}" srcOrd="1" destOrd="0" presId="urn:microsoft.com/office/officeart/2005/8/layout/orgChart1"/>
    <dgm:cxn modelId="{267D5029-A380-4E53-AA27-3D6F3A397879}" type="presParOf" srcId="{5F0424E5-897A-4245-A458-6A7F68A661F6}" destId="{539781AD-DB36-41B8-945C-153862882B6F}" srcOrd="0" destOrd="0" presId="urn:microsoft.com/office/officeart/2005/8/layout/orgChart1"/>
    <dgm:cxn modelId="{131C498B-8267-4CA5-8354-E52F226F06B7}" type="presParOf" srcId="{539781AD-DB36-41B8-945C-153862882B6F}" destId="{AFEED0B6-79A9-4BA0-AB3B-7E79AA532C3F}" srcOrd="0" destOrd="0" presId="urn:microsoft.com/office/officeart/2005/8/layout/orgChart1"/>
    <dgm:cxn modelId="{5662A48E-1497-4ECD-A146-9DEC712EAB03}" type="presParOf" srcId="{539781AD-DB36-41B8-945C-153862882B6F}" destId="{42E800FE-8EC5-4861-A543-A4A83C122143}" srcOrd="1" destOrd="0" presId="urn:microsoft.com/office/officeart/2005/8/layout/orgChart1"/>
    <dgm:cxn modelId="{43830EA4-2FD8-4B99-AF83-BD69491C5B9E}" type="presParOf" srcId="{5F0424E5-897A-4245-A458-6A7F68A661F6}" destId="{BD6CF84E-1A4D-4159-BDE6-EDA49A591F50}" srcOrd="1" destOrd="0" presId="urn:microsoft.com/office/officeart/2005/8/layout/orgChart1"/>
    <dgm:cxn modelId="{AF73D7C4-DA5F-493F-A5E9-008AF9CAC941}" type="presParOf" srcId="{5F0424E5-897A-4245-A458-6A7F68A661F6}" destId="{C23846EB-908E-4FA1-9B28-15B96A0AC423}" srcOrd="2" destOrd="0" presId="urn:microsoft.com/office/officeart/2005/8/layout/orgChart1"/>
    <dgm:cxn modelId="{FE4AB3B1-41F8-4502-BA05-50717488ED85}" type="presParOf" srcId="{77D4AC6C-D4DD-46E0-98EB-7A53BF0C379C}" destId="{77630F50-41BB-4F9E-AB3F-31EF4446C5B7}" srcOrd="2" destOrd="0" presId="urn:microsoft.com/office/officeart/2005/8/layout/orgChart1"/>
    <dgm:cxn modelId="{D34CC5E5-1653-425D-B8DE-BBB5EC251D37}" type="presParOf" srcId="{77D4AC6C-D4DD-46E0-98EB-7A53BF0C379C}" destId="{69CB6533-44E8-444F-B060-4DED15565DAE}" srcOrd="3" destOrd="0" presId="urn:microsoft.com/office/officeart/2005/8/layout/orgChart1"/>
    <dgm:cxn modelId="{661BDA55-5E49-426A-9BEA-248AA1DEC1B7}" type="presParOf" srcId="{69CB6533-44E8-444F-B060-4DED15565DAE}" destId="{4AE5A6C0-51E6-48E2-9E35-69BEDFE82D8A}" srcOrd="0" destOrd="0" presId="urn:microsoft.com/office/officeart/2005/8/layout/orgChart1"/>
    <dgm:cxn modelId="{1D65DB2B-2B84-4ACE-B549-57AE5C8DCFE7}" type="presParOf" srcId="{4AE5A6C0-51E6-48E2-9E35-69BEDFE82D8A}" destId="{E5D6B167-3FA9-4213-BD5D-6DD94637F056}" srcOrd="0" destOrd="0" presId="urn:microsoft.com/office/officeart/2005/8/layout/orgChart1"/>
    <dgm:cxn modelId="{486A0073-4E61-4017-BE19-532808DBA356}" type="presParOf" srcId="{4AE5A6C0-51E6-48E2-9E35-69BEDFE82D8A}" destId="{8A75ABF9-B80F-477E-ADA7-48AD52BEF5B3}" srcOrd="1" destOrd="0" presId="urn:microsoft.com/office/officeart/2005/8/layout/orgChart1"/>
    <dgm:cxn modelId="{293915DA-A8C8-43BA-9514-C30D682D86DF}" type="presParOf" srcId="{69CB6533-44E8-444F-B060-4DED15565DAE}" destId="{C505006E-A92F-4332-A50A-5A2BF1131422}" srcOrd="1" destOrd="0" presId="urn:microsoft.com/office/officeart/2005/8/layout/orgChart1"/>
    <dgm:cxn modelId="{9E9E67D0-52B0-4DD6-A5C0-CAF4E6FFF88D}" type="presParOf" srcId="{C505006E-A92F-4332-A50A-5A2BF1131422}" destId="{B30C41FA-EECB-4F61-9206-E22CF485CCE5}" srcOrd="0" destOrd="0" presId="urn:microsoft.com/office/officeart/2005/8/layout/orgChart1"/>
    <dgm:cxn modelId="{93FB52BB-7D26-41F3-B6F5-08773DD07A9E}" type="presParOf" srcId="{C505006E-A92F-4332-A50A-5A2BF1131422}" destId="{BA735728-FC71-4AFE-B51A-E63C0200C78C}" srcOrd="1" destOrd="0" presId="urn:microsoft.com/office/officeart/2005/8/layout/orgChart1"/>
    <dgm:cxn modelId="{492DE679-F898-4A87-AE37-E9679EF74FAD}" type="presParOf" srcId="{BA735728-FC71-4AFE-B51A-E63C0200C78C}" destId="{9395150D-5420-4CC7-AF02-A3CA4A2FDEA3}" srcOrd="0" destOrd="0" presId="urn:microsoft.com/office/officeart/2005/8/layout/orgChart1"/>
    <dgm:cxn modelId="{E7CA9B9D-85FA-4042-8831-BA238F98A66A}" type="presParOf" srcId="{9395150D-5420-4CC7-AF02-A3CA4A2FDEA3}" destId="{8D865ED3-DDFE-4DC4-9E13-9C136E1F4596}" srcOrd="0" destOrd="0" presId="urn:microsoft.com/office/officeart/2005/8/layout/orgChart1"/>
    <dgm:cxn modelId="{E5444A9C-93DC-4053-826F-06DACF57773A}" type="presParOf" srcId="{9395150D-5420-4CC7-AF02-A3CA4A2FDEA3}" destId="{36A1C92A-2A81-4A4B-83BA-805B1367B0BE}" srcOrd="1" destOrd="0" presId="urn:microsoft.com/office/officeart/2005/8/layout/orgChart1"/>
    <dgm:cxn modelId="{C87E00C7-9BCB-4368-B9A2-7D70B2605A14}" type="presParOf" srcId="{BA735728-FC71-4AFE-B51A-E63C0200C78C}" destId="{AE6179CE-3C26-4DDD-A9C6-7FDACD0D0950}" srcOrd="1" destOrd="0" presId="urn:microsoft.com/office/officeart/2005/8/layout/orgChart1"/>
    <dgm:cxn modelId="{39748831-FA07-47D8-876C-E4546EB77479}" type="presParOf" srcId="{BA735728-FC71-4AFE-B51A-E63C0200C78C}" destId="{85F97C8F-E39A-4D0E-95B2-704CE74BE420}" srcOrd="2" destOrd="0" presId="urn:microsoft.com/office/officeart/2005/8/layout/orgChart1"/>
    <dgm:cxn modelId="{91DEF4CD-8BFC-47A7-B98D-AAFD58349CDC}" type="presParOf" srcId="{C505006E-A92F-4332-A50A-5A2BF1131422}" destId="{68C7BD88-A8CF-414B-BDFC-66464783C2D7}" srcOrd="2" destOrd="0" presId="urn:microsoft.com/office/officeart/2005/8/layout/orgChart1"/>
    <dgm:cxn modelId="{16834698-484C-4179-8E35-D50FE522C53C}" type="presParOf" srcId="{C505006E-A92F-4332-A50A-5A2BF1131422}" destId="{0E30D6F3-3205-4B25-B383-43F08D8B0B33}" srcOrd="3" destOrd="0" presId="urn:microsoft.com/office/officeart/2005/8/layout/orgChart1"/>
    <dgm:cxn modelId="{694C9372-C4E4-40CF-9159-C2DB96028970}" type="presParOf" srcId="{0E30D6F3-3205-4B25-B383-43F08D8B0B33}" destId="{7C549D11-784E-460E-AE1C-53731F980629}" srcOrd="0" destOrd="0" presId="urn:microsoft.com/office/officeart/2005/8/layout/orgChart1"/>
    <dgm:cxn modelId="{D197F834-F92F-44DD-84B1-A05AE0B9BD39}" type="presParOf" srcId="{7C549D11-784E-460E-AE1C-53731F980629}" destId="{75D95989-366C-4CD5-85A1-9C1B9C87D98A}" srcOrd="0" destOrd="0" presId="urn:microsoft.com/office/officeart/2005/8/layout/orgChart1"/>
    <dgm:cxn modelId="{D400EC88-8F46-4077-93CB-D0EAAF31C907}" type="presParOf" srcId="{7C549D11-784E-460E-AE1C-53731F980629}" destId="{8979F7BD-16FC-418C-B14B-576370E02F17}" srcOrd="1" destOrd="0" presId="urn:microsoft.com/office/officeart/2005/8/layout/orgChart1"/>
    <dgm:cxn modelId="{F0103CA7-6E3C-49CF-A943-6664DF85AA7F}" type="presParOf" srcId="{0E30D6F3-3205-4B25-B383-43F08D8B0B33}" destId="{D1054AA5-823B-4AB2-9B33-37BD7B5F3FD9}" srcOrd="1" destOrd="0" presId="urn:microsoft.com/office/officeart/2005/8/layout/orgChart1"/>
    <dgm:cxn modelId="{55946AE3-2F6B-4215-A624-E34CEFD5BB6A}" type="presParOf" srcId="{0E30D6F3-3205-4B25-B383-43F08D8B0B33}" destId="{AAD28A56-9167-4321-9E14-94481E6FAF09}" srcOrd="2" destOrd="0" presId="urn:microsoft.com/office/officeart/2005/8/layout/orgChart1"/>
    <dgm:cxn modelId="{9D6F196C-6899-4FC2-9479-36A705DE908A}" type="presParOf" srcId="{C505006E-A92F-4332-A50A-5A2BF1131422}" destId="{57B4B7B4-DBBB-42BE-8244-08C6A48F1D4E}" srcOrd="4" destOrd="0" presId="urn:microsoft.com/office/officeart/2005/8/layout/orgChart1"/>
    <dgm:cxn modelId="{55B57AB8-C38F-4B1B-AA2D-0CFA19C236E0}" type="presParOf" srcId="{C505006E-A92F-4332-A50A-5A2BF1131422}" destId="{9ACD3656-6786-4433-B685-1A5F511C5523}" srcOrd="5" destOrd="0" presId="urn:microsoft.com/office/officeart/2005/8/layout/orgChart1"/>
    <dgm:cxn modelId="{5F707F4C-A5B6-4677-853F-12C3CC2AF33C}" type="presParOf" srcId="{9ACD3656-6786-4433-B685-1A5F511C5523}" destId="{E45FF460-365C-43E0-AE4C-325CAFDEF6E6}" srcOrd="0" destOrd="0" presId="urn:microsoft.com/office/officeart/2005/8/layout/orgChart1"/>
    <dgm:cxn modelId="{68608A5D-2776-4277-B7E4-4658ABDA2BA4}" type="presParOf" srcId="{E45FF460-365C-43E0-AE4C-325CAFDEF6E6}" destId="{4AD9E192-BE6A-4DF8-9AC2-D273DA4F1EAA}" srcOrd="0" destOrd="0" presId="urn:microsoft.com/office/officeart/2005/8/layout/orgChart1"/>
    <dgm:cxn modelId="{625A7588-0FE6-44B1-80C9-BEDD2E92A231}" type="presParOf" srcId="{E45FF460-365C-43E0-AE4C-325CAFDEF6E6}" destId="{C0712093-7C06-4635-86EE-79EF4D8F9B68}" srcOrd="1" destOrd="0" presId="urn:microsoft.com/office/officeart/2005/8/layout/orgChart1"/>
    <dgm:cxn modelId="{CB20E0E0-CA6F-4846-8128-D3DE56999708}" type="presParOf" srcId="{9ACD3656-6786-4433-B685-1A5F511C5523}" destId="{B2477B42-3E0C-4CA1-92EB-BBA77E3114E6}" srcOrd="1" destOrd="0" presId="urn:microsoft.com/office/officeart/2005/8/layout/orgChart1"/>
    <dgm:cxn modelId="{0B48C285-FF5C-4A12-926C-232E9F4C6620}" type="presParOf" srcId="{B2477B42-3E0C-4CA1-92EB-BBA77E3114E6}" destId="{C3EAA277-39AA-48B0-B65E-C2B3D7E588D6}" srcOrd="0" destOrd="0" presId="urn:microsoft.com/office/officeart/2005/8/layout/orgChart1"/>
    <dgm:cxn modelId="{38C80158-DFED-425E-B44D-2D6408802EBB}" type="presParOf" srcId="{B2477B42-3E0C-4CA1-92EB-BBA77E3114E6}" destId="{5D19745E-496D-44D4-8733-73485559765B}" srcOrd="1" destOrd="0" presId="urn:microsoft.com/office/officeart/2005/8/layout/orgChart1"/>
    <dgm:cxn modelId="{958BFA25-0418-475C-8856-DF09ACB9476B}" type="presParOf" srcId="{5D19745E-496D-44D4-8733-73485559765B}" destId="{58580F0E-6931-4F7A-B4F1-9E2E3F3D8BE7}" srcOrd="0" destOrd="0" presId="urn:microsoft.com/office/officeart/2005/8/layout/orgChart1"/>
    <dgm:cxn modelId="{09E5B82E-5F84-429D-8E5D-8679C655C544}" type="presParOf" srcId="{58580F0E-6931-4F7A-B4F1-9E2E3F3D8BE7}" destId="{723A56C0-86CD-484D-B45E-EBE7DB623610}" srcOrd="0" destOrd="0" presId="urn:microsoft.com/office/officeart/2005/8/layout/orgChart1"/>
    <dgm:cxn modelId="{883AD440-CA5D-4B68-8A3E-6D65C8713D5D}" type="presParOf" srcId="{58580F0E-6931-4F7A-B4F1-9E2E3F3D8BE7}" destId="{15911C11-9E50-4D07-ABE7-EBD0908B30C9}" srcOrd="1" destOrd="0" presId="urn:microsoft.com/office/officeart/2005/8/layout/orgChart1"/>
    <dgm:cxn modelId="{65B01F88-7E19-4B5F-A32C-ABA55F38E03D}" type="presParOf" srcId="{5D19745E-496D-44D4-8733-73485559765B}" destId="{486E198A-BA19-487D-A8BF-D3C9B09AEA87}" srcOrd="1" destOrd="0" presId="urn:microsoft.com/office/officeart/2005/8/layout/orgChart1"/>
    <dgm:cxn modelId="{54229F1B-47A8-4F72-A6A5-771B571A7709}" type="presParOf" srcId="{5D19745E-496D-44D4-8733-73485559765B}" destId="{57C01876-71D7-48ED-8CF2-242A0F3DF359}" srcOrd="2" destOrd="0" presId="urn:microsoft.com/office/officeart/2005/8/layout/orgChart1"/>
    <dgm:cxn modelId="{AC1FC7DC-5F3C-4F99-B5D6-F8735F1513A8}" type="presParOf" srcId="{B2477B42-3E0C-4CA1-92EB-BBA77E3114E6}" destId="{2B6216EE-0332-46F3-BC8E-9FC18354BC59}" srcOrd="2" destOrd="0" presId="urn:microsoft.com/office/officeart/2005/8/layout/orgChart1"/>
    <dgm:cxn modelId="{AD0226B9-60BD-4167-80D4-E7E9F3241E61}" type="presParOf" srcId="{B2477B42-3E0C-4CA1-92EB-BBA77E3114E6}" destId="{84857238-4826-4AF8-A762-41EE06FE4C28}" srcOrd="3" destOrd="0" presId="urn:microsoft.com/office/officeart/2005/8/layout/orgChart1"/>
    <dgm:cxn modelId="{412E4537-2F6E-4E5C-BE6C-80C1A4271780}" type="presParOf" srcId="{84857238-4826-4AF8-A762-41EE06FE4C28}" destId="{9DCC0560-9926-4A3E-86C4-C98A777A4113}" srcOrd="0" destOrd="0" presId="urn:microsoft.com/office/officeart/2005/8/layout/orgChart1"/>
    <dgm:cxn modelId="{831308F1-E44E-42AF-8574-EA0AA6C589A8}" type="presParOf" srcId="{9DCC0560-9926-4A3E-86C4-C98A777A4113}" destId="{AED04F68-6CFF-47E4-A0B1-8EB9FEEA82A7}" srcOrd="0" destOrd="0" presId="urn:microsoft.com/office/officeart/2005/8/layout/orgChart1"/>
    <dgm:cxn modelId="{CACB495A-4651-4673-AABE-49B6EF48BC39}" type="presParOf" srcId="{9DCC0560-9926-4A3E-86C4-C98A777A4113}" destId="{2C06A797-5204-4565-AD23-5EA462DB4912}" srcOrd="1" destOrd="0" presId="urn:microsoft.com/office/officeart/2005/8/layout/orgChart1"/>
    <dgm:cxn modelId="{A9F8C3AE-FA7F-4C09-9277-FD804DF9D0E0}" type="presParOf" srcId="{84857238-4826-4AF8-A762-41EE06FE4C28}" destId="{5CA96AD2-300D-4A7E-B874-FF6D058776F2}" srcOrd="1" destOrd="0" presId="urn:microsoft.com/office/officeart/2005/8/layout/orgChart1"/>
    <dgm:cxn modelId="{06B1EDF3-3A70-41AA-AE14-810AED8C45DF}" type="presParOf" srcId="{84857238-4826-4AF8-A762-41EE06FE4C28}" destId="{5AD8BB6F-BF37-4E6D-87C3-448D81E9C9FB}" srcOrd="2" destOrd="0" presId="urn:microsoft.com/office/officeart/2005/8/layout/orgChart1"/>
    <dgm:cxn modelId="{4561863A-8047-4BA5-9867-7069C3FC37C5}" type="presParOf" srcId="{9ACD3656-6786-4433-B685-1A5F511C5523}" destId="{EA32AA4E-B8E5-46C4-B0BE-2C86B62B14A1}" srcOrd="2" destOrd="0" presId="urn:microsoft.com/office/officeart/2005/8/layout/orgChart1"/>
    <dgm:cxn modelId="{CAD4DC54-518E-42AB-A6BF-E6CADBB4D26D}" type="presParOf" srcId="{C505006E-A92F-4332-A50A-5A2BF1131422}" destId="{7D4A13F4-FD34-4B8E-B53E-BFCE53B83B25}" srcOrd="6" destOrd="0" presId="urn:microsoft.com/office/officeart/2005/8/layout/orgChart1"/>
    <dgm:cxn modelId="{D7027185-CAAF-46F6-9AD5-1F114232E57F}" type="presParOf" srcId="{C505006E-A92F-4332-A50A-5A2BF1131422}" destId="{24018752-8D79-4F05-BA8A-34A6007A8DDF}" srcOrd="7" destOrd="0" presId="urn:microsoft.com/office/officeart/2005/8/layout/orgChart1"/>
    <dgm:cxn modelId="{58005122-2EA9-4FA7-851E-A289E593A63A}" type="presParOf" srcId="{24018752-8D79-4F05-BA8A-34A6007A8DDF}" destId="{AED6B1B9-92B7-41BC-92DD-BBADDD7E3492}" srcOrd="0" destOrd="0" presId="urn:microsoft.com/office/officeart/2005/8/layout/orgChart1"/>
    <dgm:cxn modelId="{2EA3010B-50BF-4140-BDF1-43FB30C682CC}" type="presParOf" srcId="{AED6B1B9-92B7-41BC-92DD-BBADDD7E3492}" destId="{2686E213-FD5F-40A3-B80F-3392F1DA8ED0}" srcOrd="0" destOrd="0" presId="urn:microsoft.com/office/officeart/2005/8/layout/orgChart1"/>
    <dgm:cxn modelId="{4F651488-04E7-4F5D-98D1-EDAB4F5EA1F5}" type="presParOf" srcId="{AED6B1B9-92B7-41BC-92DD-BBADDD7E3492}" destId="{8CF86E3D-8369-4746-A0C5-B9AEB9DE51CC}" srcOrd="1" destOrd="0" presId="urn:microsoft.com/office/officeart/2005/8/layout/orgChart1"/>
    <dgm:cxn modelId="{79A8117F-D287-485E-A283-DAE100FE1110}" type="presParOf" srcId="{24018752-8D79-4F05-BA8A-34A6007A8DDF}" destId="{74FC7C2C-17F4-4A43-961B-9082E34CDB09}" srcOrd="1" destOrd="0" presId="urn:microsoft.com/office/officeart/2005/8/layout/orgChart1"/>
    <dgm:cxn modelId="{B10E20C8-CF15-49B1-A1B5-1B998CC23265}" type="presParOf" srcId="{24018752-8D79-4F05-BA8A-34A6007A8DDF}" destId="{1215291A-3532-4E39-B8BD-33802FD12233}" srcOrd="2" destOrd="0" presId="urn:microsoft.com/office/officeart/2005/8/layout/orgChart1"/>
    <dgm:cxn modelId="{7ACCDD5B-C1B0-40FC-A38F-65CB41D8E28A}" type="presParOf" srcId="{69CB6533-44E8-444F-B060-4DED15565DAE}" destId="{B5DFD584-7DD8-4931-8268-360A1EADE16A}" srcOrd="2" destOrd="0" presId="urn:microsoft.com/office/officeart/2005/8/layout/orgChart1"/>
    <dgm:cxn modelId="{D81C7164-CDDD-411D-A184-2B5582BD1CFB}" type="presParOf" srcId="{3BAAD0FD-FD3B-4A1C-B2B4-BBDABE835047}" destId="{CC508A1B-ED9C-4203-AACE-73E98147CF12}" srcOrd="2" destOrd="0" presId="urn:microsoft.com/office/officeart/2005/8/layout/orgChart1"/>
    <dgm:cxn modelId="{A63FE62A-7726-4F9E-8545-72098C8C41CF}" type="presParOf" srcId="{0B4BED53-69EF-4477-8AAD-1DFACCE7A55E}" destId="{0C862B2C-9C17-4CD1-86B1-D0D172B39D5B}" srcOrd="4" destOrd="0" presId="urn:microsoft.com/office/officeart/2005/8/layout/orgChart1"/>
    <dgm:cxn modelId="{61ADF32A-1DA5-4C8E-A8F9-1F5F67294649}" type="presParOf" srcId="{0B4BED53-69EF-4477-8AAD-1DFACCE7A55E}" destId="{E82969CF-4210-412A-944E-A074694922E3}" srcOrd="5" destOrd="0" presId="urn:microsoft.com/office/officeart/2005/8/layout/orgChart1"/>
    <dgm:cxn modelId="{D3F9A397-1A7B-4963-9EFA-A45DE2B63498}" type="presParOf" srcId="{E82969CF-4210-412A-944E-A074694922E3}" destId="{AC8A4E19-7E1B-46B6-B890-215C17914313}" srcOrd="0" destOrd="0" presId="urn:microsoft.com/office/officeart/2005/8/layout/orgChart1"/>
    <dgm:cxn modelId="{764E5C74-98F5-40B3-980D-76FC4A386D7D}" type="presParOf" srcId="{AC8A4E19-7E1B-46B6-B890-215C17914313}" destId="{EC45E921-B3F0-4613-938B-117C53447DC4}" srcOrd="0" destOrd="0" presId="urn:microsoft.com/office/officeart/2005/8/layout/orgChart1"/>
    <dgm:cxn modelId="{4C5ECF7F-F234-42BC-A8B6-A3D6C06E2E6E}" type="presParOf" srcId="{AC8A4E19-7E1B-46B6-B890-215C17914313}" destId="{D1706F98-20E8-4169-B7AE-D4B0D259237F}" srcOrd="1" destOrd="0" presId="urn:microsoft.com/office/officeart/2005/8/layout/orgChart1"/>
    <dgm:cxn modelId="{8EEA4F5E-A8C7-4923-8DD5-E46881C5EAF6}" type="presParOf" srcId="{E82969CF-4210-412A-944E-A074694922E3}" destId="{B8F4354E-50D6-465C-902F-7EFC89B5E4DF}" srcOrd="1" destOrd="0" presId="urn:microsoft.com/office/officeart/2005/8/layout/orgChart1"/>
    <dgm:cxn modelId="{414F2F9E-F91F-4F05-AB3B-E3255A8A12D7}" type="presParOf" srcId="{B8F4354E-50D6-465C-902F-7EFC89B5E4DF}" destId="{FD570B6E-AF9B-4F42-83DB-21DFD1A0CF24}" srcOrd="0" destOrd="0" presId="urn:microsoft.com/office/officeart/2005/8/layout/orgChart1"/>
    <dgm:cxn modelId="{DF856A3E-7F68-421B-8211-876D6061D496}" type="presParOf" srcId="{B8F4354E-50D6-465C-902F-7EFC89B5E4DF}" destId="{389C891F-BF5D-4FBF-A27F-47D914E60E0E}" srcOrd="1" destOrd="0" presId="urn:microsoft.com/office/officeart/2005/8/layout/orgChart1"/>
    <dgm:cxn modelId="{9E39C9CB-1C4D-4D2E-802A-2F3A5601125C}" type="presParOf" srcId="{389C891F-BF5D-4FBF-A27F-47D914E60E0E}" destId="{4A5205A5-1EAF-4E1A-9F62-415C5185099B}" srcOrd="0" destOrd="0" presId="urn:microsoft.com/office/officeart/2005/8/layout/orgChart1"/>
    <dgm:cxn modelId="{6758302F-D91D-42D2-94B8-65B9742FF6D6}" type="presParOf" srcId="{4A5205A5-1EAF-4E1A-9F62-415C5185099B}" destId="{078868D4-D600-4760-96C3-67E91C37F21A}" srcOrd="0" destOrd="0" presId="urn:microsoft.com/office/officeart/2005/8/layout/orgChart1"/>
    <dgm:cxn modelId="{188FE92C-7487-4F1F-AE30-FD17BFF7D320}" type="presParOf" srcId="{4A5205A5-1EAF-4E1A-9F62-415C5185099B}" destId="{0250E01B-80D8-4D93-A6EC-5881C66E2D0A}" srcOrd="1" destOrd="0" presId="urn:microsoft.com/office/officeart/2005/8/layout/orgChart1"/>
    <dgm:cxn modelId="{BF2412A8-5B02-4898-A74E-9CC6747DEA8D}" type="presParOf" srcId="{389C891F-BF5D-4FBF-A27F-47D914E60E0E}" destId="{C682DC6D-5D2C-4790-B00E-F56B85DFF2EF}" srcOrd="1" destOrd="0" presId="urn:microsoft.com/office/officeart/2005/8/layout/orgChart1"/>
    <dgm:cxn modelId="{854ED1FB-9D17-4ED9-AED8-1195F4D9944D}" type="presParOf" srcId="{389C891F-BF5D-4FBF-A27F-47D914E60E0E}" destId="{53559EFD-6332-401E-885F-2A19B26FCE73}" srcOrd="2" destOrd="0" presId="urn:microsoft.com/office/officeart/2005/8/layout/orgChart1"/>
    <dgm:cxn modelId="{F0E621C5-E09F-4D32-8E68-E33C3F893682}" type="presParOf" srcId="{B8F4354E-50D6-465C-902F-7EFC89B5E4DF}" destId="{569D8539-D913-43E9-9AA0-A920583698EB}" srcOrd="2" destOrd="0" presId="urn:microsoft.com/office/officeart/2005/8/layout/orgChart1"/>
    <dgm:cxn modelId="{BB2C9354-113D-41A1-9DE8-2456747D131B}" type="presParOf" srcId="{B8F4354E-50D6-465C-902F-7EFC89B5E4DF}" destId="{17C09E0C-A62A-4719-86A1-FDE805E9242C}" srcOrd="3" destOrd="0" presId="urn:microsoft.com/office/officeart/2005/8/layout/orgChart1"/>
    <dgm:cxn modelId="{AA9A86E3-FBEB-4CE1-BBD6-23E94E89125D}" type="presParOf" srcId="{17C09E0C-A62A-4719-86A1-FDE805E9242C}" destId="{AEE387F9-C8E9-4D9E-B5A6-423866813381}" srcOrd="0" destOrd="0" presId="urn:microsoft.com/office/officeart/2005/8/layout/orgChart1"/>
    <dgm:cxn modelId="{B5DAF5BA-DDCB-4FD7-AD74-6DD91B848F74}" type="presParOf" srcId="{AEE387F9-C8E9-4D9E-B5A6-423866813381}" destId="{959183C9-9C5F-4DA1-BF47-250FFAB507D3}" srcOrd="0" destOrd="0" presId="urn:microsoft.com/office/officeart/2005/8/layout/orgChart1"/>
    <dgm:cxn modelId="{282743A6-1BFA-41C3-B505-8F7E63A4AFD1}" type="presParOf" srcId="{AEE387F9-C8E9-4D9E-B5A6-423866813381}" destId="{6C3D10A8-B155-40C5-AC73-F27AA6662E2D}" srcOrd="1" destOrd="0" presId="urn:microsoft.com/office/officeart/2005/8/layout/orgChart1"/>
    <dgm:cxn modelId="{29D072B0-35E7-42FC-BF2D-A2A95A07D8AC}" type="presParOf" srcId="{17C09E0C-A62A-4719-86A1-FDE805E9242C}" destId="{5BA3CE3A-22F3-4093-82AB-F208DC23A111}" srcOrd="1" destOrd="0" presId="urn:microsoft.com/office/officeart/2005/8/layout/orgChart1"/>
    <dgm:cxn modelId="{C1F30F10-18B3-4597-A8DD-633DFE5145C6}" type="presParOf" srcId="{5BA3CE3A-22F3-4093-82AB-F208DC23A111}" destId="{353FB217-4855-417B-A5C0-3F2C2BBAB9FB}" srcOrd="0" destOrd="0" presId="urn:microsoft.com/office/officeart/2005/8/layout/orgChart1"/>
    <dgm:cxn modelId="{7FFA1EA6-E8C7-4754-B8C6-188699BFC1B2}" type="presParOf" srcId="{5BA3CE3A-22F3-4093-82AB-F208DC23A111}" destId="{FCB3C386-1526-445A-9998-5C908FB37262}" srcOrd="1" destOrd="0" presId="urn:microsoft.com/office/officeart/2005/8/layout/orgChart1"/>
    <dgm:cxn modelId="{EB83A844-AADD-40A9-879F-8EAD846B980A}" type="presParOf" srcId="{FCB3C386-1526-445A-9998-5C908FB37262}" destId="{433FF2AD-EF8D-4CF7-8B5D-41200CCAA264}" srcOrd="0" destOrd="0" presId="urn:microsoft.com/office/officeart/2005/8/layout/orgChart1"/>
    <dgm:cxn modelId="{D1AE2AB8-4B90-4024-B700-75904CB7C56E}" type="presParOf" srcId="{433FF2AD-EF8D-4CF7-8B5D-41200CCAA264}" destId="{5A4FB645-BC77-41B0-B5A6-D782CA5549D3}" srcOrd="0" destOrd="0" presId="urn:microsoft.com/office/officeart/2005/8/layout/orgChart1"/>
    <dgm:cxn modelId="{F8347349-1097-4668-AD9B-FC324B310E8E}" type="presParOf" srcId="{433FF2AD-EF8D-4CF7-8B5D-41200CCAA264}" destId="{34ACE09C-5492-48EF-9A8D-F244F39A1CC9}" srcOrd="1" destOrd="0" presId="urn:microsoft.com/office/officeart/2005/8/layout/orgChart1"/>
    <dgm:cxn modelId="{6439A31F-28B2-4648-83B4-6E388D1F8710}" type="presParOf" srcId="{FCB3C386-1526-445A-9998-5C908FB37262}" destId="{2911D249-21EF-4347-B934-27704CB75F9F}" srcOrd="1" destOrd="0" presId="urn:microsoft.com/office/officeart/2005/8/layout/orgChart1"/>
    <dgm:cxn modelId="{4F33CDFD-0A62-4314-A604-9FB274B7DF01}" type="presParOf" srcId="{FCB3C386-1526-445A-9998-5C908FB37262}" destId="{D2EAFF18-C991-4986-B2F2-E48995C4722A}" srcOrd="2" destOrd="0" presId="urn:microsoft.com/office/officeart/2005/8/layout/orgChart1"/>
    <dgm:cxn modelId="{DD6DC628-9A14-453A-B99D-9B6B8FA7B7CF}" type="presParOf" srcId="{17C09E0C-A62A-4719-86A1-FDE805E9242C}" destId="{B2F25F58-848A-4725-ADC9-C030CF567C1D}" srcOrd="2" destOrd="0" presId="urn:microsoft.com/office/officeart/2005/8/layout/orgChart1"/>
    <dgm:cxn modelId="{3F73EF5B-107C-4658-B6FD-72BAB3B71792}" type="presParOf" srcId="{E82969CF-4210-412A-944E-A074694922E3}" destId="{99D5E546-E86E-404B-91B5-118A9240783A}" srcOrd="2" destOrd="0" presId="urn:microsoft.com/office/officeart/2005/8/layout/orgChart1"/>
    <dgm:cxn modelId="{FB3E01A4-EF15-4077-A424-BF8F1364AA64}" type="presParOf" srcId="{1E06A66F-789C-4634-972E-45A55E344851}" destId="{3DB67EBA-2C55-4ED7-910D-FF00B28E1BA3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5BD51E99-FFC0-4EEF-9C6C-468F6122572C}" type="doc">
      <dgm:prSet loTypeId="urn:microsoft.com/office/officeart/2005/8/layout/orgChart1" loCatId="hierarchy" qsTypeId="urn:microsoft.com/office/officeart/2005/8/quickstyle/simple1" qsCatId="simple" csTypeId="urn:microsoft.com/office/officeart/2005/8/colors/accent2_3" csCatId="accent2" phldr="1"/>
      <dgm:spPr/>
      <dgm:t>
        <a:bodyPr/>
        <a:lstStyle/>
        <a:p>
          <a:endParaRPr lang="en-GB"/>
        </a:p>
      </dgm:t>
    </dgm:pt>
    <dgm:pt modelId="{641A81AC-9EA2-4A34-9E00-9385ED1FD422}">
      <dgm:prSet phldrT="[Text]"/>
      <dgm:spPr/>
      <dgm:t>
        <a:bodyPr/>
        <a:lstStyle/>
        <a:p>
          <a:r>
            <a:rPr lang="en-GB" dirty="0"/>
            <a:t>Company wage program</a:t>
          </a:r>
        </a:p>
      </dgm:t>
    </dgm:pt>
    <dgm:pt modelId="{FE9D218B-9D24-4764-B6A2-6380B9E0F411}" type="parTrans" cxnId="{08E34895-11D1-4CB3-B06E-201BA1C44F7F}">
      <dgm:prSet/>
      <dgm:spPr/>
      <dgm:t>
        <a:bodyPr/>
        <a:lstStyle/>
        <a:p>
          <a:endParaRPr lang="en-GB"/>
        </a:p>
      </dgm:t>
    </dgm:pt>
    <dgm:pt modelId="{CA4593E2-4752-4C4F-986F-72D2B7FDDEFF}" type="sibTrans" cxnId="{08E34895-11D1-4CB3-B06E-201BA1C44F7F}">
      <dgm:prSet/>
      <dgm:spPr/>
      <dgm:t>
        <a:bodyPr/>
        <a:lstStyle/>
        <a:p>
          <a:endParaRPr lang="en-GB"/>
        </a:p>
      </dgm:t>
    </dgm:pt>
    <dgm:pt modelId="{6A310116-E4CA-4DAA-9FA7-A32CC4C882C1}">
      <dgm:prSet phldrT="[Text]"/>
      <dgm:spPr>
        <a:effectLst>
          <a:glow rad="228600">
            <a:schemeClr val="accent4">
              <a:satMod val="175000"/>
              <a:alpha val="40000"/>
            </a:schemeClr>
          </a:glow>
        </a:effectLst>
      </dgm:spPr>
      <dgm:t>
        <a:bodyPr/>
        <a:lstStyle/>
        <a:p>
          <a:r>
            <a:rPr lang="en-GB" dirty="0"/>
            <a:t>Input employee details</a:t>
          </a:r>
        </a:p>
      </dgm:t>
    </dgm:pt>
    <dgm:pt modelId="{6B487201-48C7-4A3F-82AF-53B03C877328}" type="parTrans" cxnId="{9C00559D-8453-449C-BA1D-6D269B781942}">
      <dgm:prSet/>
      <dgm:spPr/>
      <dgm:t>
        <a:bodyPr/>
        <a:lstStyle/>
        <a:p>
          <a:endParaRPr lang="en-GB"/>
        </a:p>
      </dgm:t>
    </dgm:pt>
    <dgm:pt modelId="{6D1A143E-D152-4857-91C0-707785665A42}" type="sibTrans" cxnId="{9C00559D-8453-449C-BA1D-6D269B781942}">
      <dgm:prSet/>
      <dgm:spPr/>
      <dgm:t>
        <a:bodyPr/>
        <a:lstStyle/>
        <a:p>
          <a:endParaRPr lang="en-GB"/>
        </a:p>
      </dgm:t>
    </dgm:pt>
    <dgm:pt modelId="{0BFD83F9-A816-4B0E-8A50-137C4309344B}">
      <dgm:prSet phldrT="[Text]"/>
      <dgm:spPr/>
      <dgm:t>
        <a:bodyPr/>
        <a:lstStyle/>
        <a:p>
          <a:r>
            <a:rPr lang="en-GB" dirty="0"/>
            <a:t>Calculate pay</a:t>
          </a:r>
        </a:p>
      </dgm:t>
    </dgm:pt>
    <dgm:pt modelId="{17664803-913D-4594-93F0-C8830109BDA9}" type="parTrans" cxnId="{4612C9F7-D623-4042-A9D0-4F21E8ECD726}">
      <dgm:prSet/>
      <dgm:spPr/>
      <dgm:t>
        <a:bodyPr/>
        <a:lstStyle/>
        <a:p>
          <a:endParaRPr lang="en-GB"/>
        </a:p>
      </dgm:t>
    </dgm:pt>
    <dgm:pt modelId="{7AAB4858-3F6F-49B3-BB51-EA242583CFD2}" type="sibTrans" cxnId="{4612C9F7-D623-4042-A9D0-4F21E8ECD726}">
      <dgm:prSet/>
      <dgm:spPr/>
      <dgm:t>
        <a:bodyPr/>
        <a:lstStyle/>
        <a:p>
          <a:endParaRPr lang="en-GB"/>
        </a:p>
      </dgm:t>
    </dgm:pt>
    <dgm:pt modelId="{8C96C477-B505-4AA8-BC4E-76003BD52243}">
      <dgm:prSet phldrT="[Text]"/>
      <dgm:spPr/>
      <dgm:t>
        <a:bodyPr/>
        <a:lstStyle/>
        <a:p>
          <a:r>
            <a:rPr lang="en-GB" dirty="0"/>
            <a:t>Produce pay slips</a:t>
          </a:r>
        </a:p>
      </dgm:t>
    </dgm:pt>
    <dgm:pt modelId="{EB29657B-05A7-4512-B1DB-9DBBED53CC83}" type="parTrans" cxnId="{5935753D-7A59-45F2-B531-B47CCB4E0790}">
      <dgm:prSet/>
      <dgm:spPr/>
      <dgm:t>
        <a:bodyPr/>
        <a:lstStyle/>
        <a:p>
          <a:endParaRPr lang="en-GB"/>
        </a:p>
      </dgm:t>
    </dgm:pt>
    <dgm:pt modelId="{8A9E2267-C94C-491D-B416-D5C822C5BDA5}" type="sibTrans" cxnId="{5935753D-7A59-45F2-B531-B47CCB4E0790}">
      <dgm:prSet/>
      <dgm:spPr/>
      <dgm:t>
        <a:bodyPr/>
        <a:lstStyle/>
        <a:p>
          <a:endParaRPr lang="en-GB"/>
        </a:p>
      </dgm:t>
    </dgm:pt>
    <dgm:pt modelId="{F96BA4A3-9A65-4CDD-BE04-7D66D0FCFE40}">
      <dgm:prSet phldrT="[Text]"/>
      <dgm:spPr>
        <a:effectLst>
          <a:glow rad="228600">
            <a:schemeClr val="accent4">
              <a:satMod val="175000"/>
              <a:alpha val="40000"/>
            </a:schemeClr>
          </a:glow>
        </a:effectLst>
      </dgm:spPr>
      <dgm:t>
        <a:bodyPr/>
        <a:lstStyle/>
        <a:p>
          <a:r>
            <a:rPr lang="en-GB" dirty="0"/>
            <a:t>Calculate gross pay</a:t>
          </a:r>
        </a:p>
      </dgm:t>
    </dgm:pt>
    <dgm:pt modelId="{856CED3C-6A07-41E7-8561-CB3006FF3AE2}" type="parTrans" cxnId="{589B462F-9C79-4198-8F70-6054238063EC}">
      <dgm:prSet/>
      <dgm:spPr/>
      <dgm:t>
        <a:bodyPr/>
        <a:lstStyle/>
        <a:p>
          <a:endParaRPr lang="en-GB"/>
        </a:p>
      </dgm:t>
    </dgm:pt>
    <dgm:pt modelId="{DE35821D-3CE8-4AE6-908C-91416B671ED8}" type="sibTrans" cxnId="{589B462F-9C79-4198-8F70-6054238063EC}">
      <dgm:prSet/>
      <dgm:spPr/>
      <dgm:t>
        <a:bodyPr/>
        <a:lstStyle/>
        <a:p>
          <a:endParaRPr lang="en-GB"/>
        </a:p>
      </dgm:t>
    </dgm:pt>
    <dgm:pt modelId="{37E02828-0FFE-430F-8E85-F035E69B43BD}">
      <dgm:prSet phldrT="[Text]"/>
      <dgm:spPr/>
      <dgm:t>
        <a:bodyPr/>
        <a:lstStyle/>
        <a:p>
          <a:r>
            <a:rPr lang="en-GB" dirty="0"/>
            <a:t>Calculate deductions</a:t>
          </a:r>
        </a:p>
      </dgm:t>
    </dgm:pt>
    <dgm:pt modelId="{71FDD5FF-1B35-462D-8FDA-043D7D12CBE8}" type="parTrans" cxnId="{EBA0EA77-24B0-44F1-8A95-0A2856806F90}">
      <dgm:prSet/>
      <dgm:spPr/>
      <dgm:t>
        <a:bodyPr/>
        <a:lstStyle/>
        <a:p>
          <a:endParaRPr lang="en-GB"/>
        </a:p>
      </dgm:t>
    </dgm:pt>
    <dgm:pt modelId="{9BA3413D-232A-43A5-9D28-083C51FEF669}" type="sibTrans" cxnId="{EBA0EA77-24B0-44F1-8A95-0A2856806F90}">
      <dgm:prSet/>
      <dgm:spPr/>
      <dgm:t>
        <a:bodyPr/>
        <a:lstStyle/>
        <a:p>
          <a:endParaRPr lang="en-GB"/>
        </a:p>
      </dgm:t>
    </dgm:pt>
    <dgm:pt modelId="{D1A46C56-A8CE-46E8-BF6D-053309496E1D}">
      <dgm:prSet phldrT="[Text]"/>
      <dgm:spPr>
        <a:effectLst>
          <a:glow rad="228600">
            <a:schemeClr val="accent4">
              <a:satMod val="175000"/>
              <a:alpha val="40000"/>
            </a:schemeClr>
          </a:glow>
        </a:effectLst>
      </dgm:spPr>
      <dgm:t>
        <a:bodyPr/>
        <a:lstStyle/>
        <a:p>
          <a:r>
            <a: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Calculate income tax</a:t>
          </a:r>
          <a:endParaRPr lang="en-GB" dirty="0"/>
        </a:p>
      </dgm:t>
    </dgm:pt>
    <dgm:pt modelId="{64162D27-ACD0-48D3-8580-91C04278FB3A}" type="parTrans" cxnId="{49921FEF-8519-49E6-AAA8-6A37AF928EE7}">
      <dgm:prSet/>
      <dgm:spPr/>
      <dgm:t>
        <a:bodyPr/>
        <a:lstStyle/>
        <a:p>
          <a:endParaRPr lang="en-GB"/>
        </a:p>
      </dgm:t>
    </dgm:pt>
    <dgm:pt modelId="{322882EF-18E1-4EDC-8875-C3B012730B17}" type="sibTrans" cxnId="{49921FEF-8519-49E6-AAA8-6A37AF928EE7}">
      <dgm:prSet/>
      <dgm:spPr/>
      <dgm:t>
        <a:bodyPr/>
        <a:lstStyle/>
        <a:p>
          <a:endParaRPr lang="en-GB"/>
        </a:p>
      </dgm:t>
    </dgm:pt>
    <dgm:pt modelId="{11BD22DB-2729-4AC4-B641-6CB331239F43}">
      <dgm:prSet phldrT="[Text]"/>
      <dgm:spPr>
        <a:effectLst>
          <a:glow rad="228600">
            <a:schemeClr val="accent4">
              <a:satMod val="175000"/>
              <a:alpha val="40000"/>
            </a:schemeClr>
          </a:glow>
        </a:effectLst>
      </dgm:spPr>
      <dgm:t>
        <a:bodyPr/>
        <a:lstStyle/>
        <a:p>
          <a:r>
            <a: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Calculate National Insurance</a:t>
          </a:r>
          <a:endParaRPr lang="en-GB" dirty="0"/>
        </a:p>
      </dgm:t>
    </dgm:pt>
    <dgm:pt modelId="{0965D37B-9E1E-488D-ABA3-919261D6ECE9}" type="parTrans" cxnId="{4E0AFB99-5DA1-48A3-8901-F8DED534824D}">
      <dgm:prSet/>
      <dgm:spPr/>
      <dgm:t>
        <a:bodyPr/>
        <a:lstStyle/>
        <a:p>
          <a:endParaRPr lang="en-GB"/>
        </a:p>
      </dgm:t>
    </dgm:pt>
    <dgm:pt modelId="{DA1D93BB-2A65-4CA2-8266-7D7E29B41B60}" type="sibTrans" cxnId="{4E0AFB99-5DA1-48A3-8901-F8DED534824D}">
      <dgm:prSet/>
      <dgm:spPr/>
      <dgm:t>
        <a:bodyPr/>
        <a:lstStyle/>
        <a:p>
          <a:endParaRPr lang="en-GB"/>
        </a:p>
      </dgm:t>
    </dgm:pt>
    <dgm:pt modelId="{00933EF1-2AF1-44E9-B9F3-218820BF70C0}">
      <dgm:prSet phldrT="[Text]"/>
      <dgm:spPr/>
      <dgm:t>
        <a:bodyPr/>
        <a:lstStyle/>
        <a:p>
          <a:r>
            <a: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Calculate non-paid sick days</a:t>
          </a:r>
          <a:endParaRPr lang="en-GB" dirty="0"/>
        </a:p>
      </dgm:t>
    </dgm:pt>
    <dgm:pt modelId="{524533BF-699D-4A11-83C6-396CB5FD9988}" type="parTrans" cxnId="{37F4B228-67E0-4B63-8500-BAFF91063D5D}">
      <dgm:prSet/>
      <dgm:spPr/>
      <dgm:t>
        <a:bodyPr/>
        <a:lstStyle/>
        <a:p>
          <a:endParaRPr lang="en-GB"/>
        </a:p>
      </dgm:t>
    </dgm:pt>
    <dgm:pt modelId="{D541FE28-E87F-42A0-A41F-D4466F3B00E8}" type="sibTrans" cxnId="{37F4B228-67E0-4B63-8500-BAFF91063D5D}">
      <dgm:prSet/>
      <dgm:spPr/>
      <dgm:t>
        <a:bodyPr/>
        <a:lstStyle/>
        <a:p>
          <a:endParaRPr lang="en-GB"/>
        </a:p>
      </dgm:t>
    </dgm:pt>
    <dgm:pt modelId="{C699788F-5BCF-4227-A8EA-856282BAC641}">
      <dgm:prSet phldrT="[Text]"/>
      <dgm:spPr>
        <a:effectLst>
          <a:glow rad="228600">
            <a:schemeClr val="accent4">
              <a:satMod val="175000"/>
              <a:alpha val="40000"/>
            </a:schemeClr>
          </a:glow>
        </a:effectLst>
      </dgm:spPr>
      <dgm:t>
        <a:bodyPr/>
        <a:lstStyle/>
        <a:p>
          <a:r>
            <a: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Calculate pension contributions</a:t>
          </a:r>
          <a:endParaRPr lang="en-GB" dirty="0"/>
        </a:p>
      </dgm:t>
    </dgm:pt>
    <dgm:pt modelId="{809A56A7-73FE-4E14-AB6A-79B58CCFD102}" type="parTrans" cxnId="{A79CCFCE-1C04-404A-942B-9BB439FAA316}">
      <dgm:prSet/>
      <dgm:spPr/>
      <dgm:t>
        <a:bodyPr/>
        <a:lstStyle/>
        <a:p>
          <a:endParaRPr lang="en-GB"/>
        </a:p>
      </dgm:t>
    </dgm:pt>
    <dgm:pt modelId="{B94A2596-CDCE-4A62-82DA-5890B4D56064}" type="sibTrans" cxnId="{A79CCFCE-1C04-404A-942B-9BB439FAA316}">
      <dgm:prSet/>
      <dgm:spPr/>
      <dgm:t>
        <a:bodyPr/>
        <a:lstStyle/>
        <a:p>
          <a:endParaRPr lang="en-GB"/>
        </a:p>
      </dgm:t>
    </dgm:pt>
    <dgm:pt modelId="{43A0AAE5-A921-4ADE-B4B1-E6285F8D7737}">
      <dgm:prSet phldrT="[Text]"/>
      <dgm:spPr>
        <a:effectLst>
          <a:glow rad="228600">
            <a:schemeClr val="accent4">
              <a:satMod val="175000"/>
              <a:alpha val="40000"/>
            </a:schemeClr>
          </a:glow>
        </a:effectLst>
      </dgm:spPr>
      <dgm:t>
        <a:bodyPr/>
        <a:lstStyle/>
        <a:p>
          <a:r>
            <a:rPr lang="en-GB" dirty="0"/>
            <a:t>Level 4</a:t>
          </a:r>
        </a:p>
      </dgm:t>
    </dgm:pt>
    <dgm:pt modelId="{15B5D890-2BC3-4644-A920-0630A56320DC}" type="parTrans" cxnId="{AE46D16C-EC44-42AB-B803-8B22129E8BB0}">
      <dgm:prSet/>
      <dgm:spPr/>
      <dgm:t>
        <a:bodyPr/>
        <a:lstStyle/>
        <a:p>
          <a:endParaRPr lang="en-GB"/>
        </a:p>
      </dgm:t>
    </dgm:pt>
    <dgm:pt modelId="{5E89C18E-F338-49DF-87E2-5C4BFBD0B077}" type="sibTrans" cxnId="{AE46D16C-EC44-42AB-B803-8B22129E8BB0}">
      <dgm:prSet/>
      <dgm:spPr/>
      <dgm:t>
        <a:bodyPr/>
        <a:lstStyle/>
        <a:p>
          <a:endParaRPr lang="en-GB"/>
        </a:p>
      </dgm:t>
    </dgm:pt>
    <dgm:pt modelId="{8C8A3967-2444-4087-8905-5E9C68C268C5}">
      <dgm:prSet phldrT="[Text]"/>
      <dgm:spPr>
        <a:effectLst>
          <a:glow rad="228600">
            <a:schemeClr val="accent4">
              <a:satMod val="175000"/>
              <a:alpha val="40000"/>
            </a:schemeClr>
          </a:glow>
        </a:effectLst>
      </dgm:spPr>
      <dgm:t>
        <a:bodyPr/>
        <a:lstStyle/>
        <a:p>
          <a:r>
            <a:rPr lang="en-GB" dirty="0"/>
            <a:t>Level 4</a:t>
          </a:r>
        </a:p>
      </dgm:t>
    </dgm:pt>
    <dgm:pt modelId="{CE4001F4-A6B1-4129-927F-2CDB56E609CF}" type="parTrans" cxnId="{B7CE11A8-F3EF-4D3F-9A67-82F4DE10798B}">
      <dgm:prSet/>
      <dgm:spPr/>
      <dgm:t>
        <a:bodyPr/>
        <a:lstStyle/>
        <a:p>
          <a:endParaRPr lang="en-GB"/>
        </a:p>
      </dgm:t>
    </dgm:pt>
    <dgm:pt modelId="{99ECC569-134A-401C-BA84-3D0FF79D9B7A}" type="sibTrans" cxnId="{B7CE11A8-F3EF-4D3F-9A67-82F4DE10798B}">
      <dgm:prSet/>
      <dgm:spPr/>
      <dgm:t>
        <a:bodyPr/>
        <a:lstStyle/>
        <a:p>
          <a:endParaRPr lang="en-GB"/>
        </a:p>
      </dgm:t>
    </dgm:pt>
    <dgm:pt modelId="{436B02F6-F4DE-4F15-8980-5F7BEDBDE6B8}">
      <dgm:prSet phldrT="[Text]"/>
      <dgm:spPr>
        <a:effectLst>
          <a:glow rad="228600">
            <a:schemeClr val="accent4">
              <a:satMod val="175000"/>
              <a:alpha val="40000"/>
            </a:schemeClr>
          </a:glow>
        </a:effectLst>
      </dgm:spPr>
      <dgm:t>
        <a:bodyPr/>
        <a:lstStyle/>
        <a:p>
          <a:r>
            <a:rPr lang="en-GB" dirty="0"/>
            <a:t>Level 2</a:t>
          </a:r>
        </a:p>
      </dgm:t>
    </dgm:pt>
    <dgm:pt modelId="{D6D4AEC0-59EC-42D3-94B2-7727D1BB4DED}" type="parTrans" cxnId="{FC09E520-B6D7-4FEA-842C-4448A7AED09D}">
      <dgm:prSet/>
      <dgm:spPr/>
      <dgm:t>
        <a:bodyPr/>
        <a:lstStyle/>
        <a:p>
          <a:endParaRPr lang="en-GB"/>
        </a:p>
      </dgm:t>
    </dgm:pt>
    <dgm:pt modelId="{B0945317-B32E-4A5E-9F41-05D88C632926}" type="sibTrans" cxnId="{FC09E520-B6D7-4FEA-842C-4448A7AED09D}">
      <dgm:prSet/>
      <dgm:spPr/>
      <dgm:t>
        <a:bodyPr/>
        <a:lstStyle/>
        <a:p>
          <a:endParaRPr lang="en-GB"/>
        </a:p>
      </dgm:t>
    </dgm:pt>
    <dgm:pt modelId="{621B9AB0-52B4-4568-9714-82EC3EC0DE65}">
      <dgm:prSet phldrT="[Text]"/>
      <dgm:spPr/>
      <dgm:t>
        <a:bodyPr/>
        <a:lstStyle/>
        <a:p>
          <a:r>
            <a:rPr lang="en-GB" dirty="0"/>
            <a:t>Level 2</a:t>
          </a:r>
        </a:p>
      </dgm:t>
    </dgm:pt>
    <dgm:pt modelId="{CCB07602-5D18-49D3-AC6E-F4B7FBAF5B7E}" type="parTrans" cxnId="{B072E5F0-92D0-449A-8F13-738275761594}">
      <dgm:prSet/>
      <dgm:spPr/>
      <dgm:t>
        <a:bodyPr/>
        <a:lstStyle/>
        <a:p>
          <a:endParaRPr lang="en-GB"/>
        </a:p>
      </dgm:t>
    </dgm:pt>
    <dgm:pt modelId="{C6146C72-CE60-4A13-ABCC-F19F440C63EC}" type="sibTrans" cxnId="{B072E5F0-92D0-449A-8F13-738275761594}">
      <dgm:prSet/>
      <dgm:spPr/>
      <dgm:t>
        <a:bodyPr/>
        <a:lstStyle/>
        <a:p>
          <a:endParaRPr lang="en-GB"/>
        </a:p>
      </dgm:t>
    </dgm:pt>
    <dgm:pt modelId="{FC881DFD-09B3-41F1-AA58-93EAA1DC51F4}">
      <dgm:prSet phldrT="[Text]"/>
      <dgm:spPr>
        <a:effectLst>
          <a:glow rad="228600">
            <a:schemeClr val="accent4">
              <a:satMod val="175000"/>
              <a:alpha val="40000"/>
            </a:schemeClr>
          </a:glow>
        </a:effectLst>
      </dgm:spPr>
      <dgm:t>
        <a:bodyPr/>
        <a:lstStyle/>
        <a:p>
          <a:r>
            <a:rPr lang="en-GB" dirty="0"/>
            <a:t>Level 3</a:t>
          </a:r>
        </a:p>
      </dgm:t>
    </dgm:pt>
    <dgm:pt modelId="{650DBEA8-39C0-4E9A-A66D-702070F3C466}" type="parTrans" cxnId="{4B763BFE-D73A-4405-B9D1-366220ADDFEE}">
      <dgm:prSet/>
      <dgm:spPr/>
      <dgm:t>
        <a:bodyPr/>
        <a:lstStyle/>
        <a:p>
          <a:endParaRPr lang="en-GB"/>
        </a:p>
      </dgm:t>
    </dgm:pt>
    <dgm:pt modelId="{86F71BDC-EB33-477C-ADCB-142347552B89}" type="sibTrans" cxnId="{4B763BFE-D73A-4405-B9D1-366220ADDFEE}">
      <dgm:prSet/>
      <dgm:spPr/>
      <dgm:t>
        <a:bodyPr/>
        <a:lstStyle/>
        <a:p>
          <a:endParaRPr lang="en-GB"/>
        </a:p>
      </dgm:t>
    </dgm:pt>
    <dgm:pt modelId="{3D2186B8-90EF-490C-AF59-562907078203}" type="pres">
      <dgm:prSet presAssocID="{5BD51E99-FFC0-4EEF-9C6C-468F6122572C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1E06A66F-789C-4634-972E-45A55E344851}" type="pres">
      <dgm:prSet presAssocID="{641A81AC-9EA2-4A34-9E00-9385ED1FD422}" presName="hierRoot1" presStyleCnt="0">
        <dgm:presLayoutVars>
          <dgm:hierBranch val="init"/>
        </dgm:presLayoutVars>
      </dgm:prSet>
      <dgm:spPr/>
    </dgm:pt>
    <dgm:pt modelId="{D3664D89-3D5F-414F-BDF9-6DD184467A80}" type="pres">
      <dgm:prSet presAssocID="{641A81AC-9EA2-4A34-9E00-9385ED1FD422}" presName="rootComposite1" presStyleCnt="0"/>
      <dgm:spPr/>
    </dgm:pt>
    <dgm:pt modelId="{D576F7C4-99BB-4A3C-BD1B-DFAD90EDE4D6}" type="pres">
      <dgm:prSet presAssocID="{641A81AC-9EA2-4A34-9E00-9385ED1FD422}" presName="rootText1" presStyleLbl="node0" presStyleIdx="0" presStyleCnt="1">
        <dgm:presLayoutVars>
          <dgm:chPref val="3"/>
        </dgm:presLayoutVars>
      </dgm:prSet>
      <dgm:spPr/>
    </dgm:pt>
    <dgm:pt modelId="{763F14C9-31F7-4A39-A50A-BF7F0E6BC962}" type="pres">
      <dgm:prSet presAssocID="{641A81AC-9EA2-4A34-9E00-9385ED1FD422}" presName="rootConnector1" presStyleLbl="node1" presStyleIdx="0" presStyleCnt="0"/>
      <dgm:spPr/>
    </dgm:pt>
    <dgm:pt modelId="{0B4BED53-69EF-4477-8AAD-1DFACCE7A55E}" type="pres">
      <dgm:prSet presAssocID="{641A81AC-9EA2-4A34-9E00-9385ED1FD422}" presName="hierChild2" presStyleCnt="0"/>
      <dgm:spPr/>
    </dgm:pt>
    <dgm:pt modelId="{A3C2E62E-2279-45DD-9935-5F1124B4ABFE}" type="pres">
      <dgm:prSet presAssocID="{6B487201-48C7-4A3F-82AF-53B03C877328}" presName="Name37" presStyleLbl="parChTrans1D2" presStyleIdx="0" presStyleCnt="3"/>
      <dgm:spPr/>
    </dgm:pt>
    <dgm:pt modelId="{603721B2-9CF4-41FF-97F5-DD1B68583295}" type="pres">
      <dgm:prSet presAssocID="{6A310116-E4CA-4DAA-9FA7-A32CC4C882C1}" presName="hierRoot2" presStyleCnt="0">
        <dgm:presLayoutVars>
          <dgm:hierBranch val="init"/>
        </dgm:presLayoutVars>
      </dgm:prSet>
      <dgm:spPr/>
    </dgm:pt>
    <dgm:pt modelId="{5927D8ED-53DA-49FE-8312-936A732D096B}" type="pres">
      <dgm:prSet presAssocID="{6A310116-E4CA-4DAA-9FA7-A32CC4C882C1}" presName="rootComposite" presStyleCnt="0"/>
      <dgm:spPr/>
    </dgm:pt>
    <dgm:pt modelId="{B6399BF2-009D-4A46-AC79-56E91FE2E714}" type="pres">
      <dgm:prSet presAssocID="{6A310116-E4CA-4DAA-9FA7-A32CC4C882C1}" presName="rootText" presStyleLbl="node2" presStyleIdx="0" presStyleCnt="3">
        <dgm:presLayoutVars>
          <dgm:chPref val="3"/>
        </dgm:presLayoutVars>
      </dgm:prSet>
      <dgm:spPr/>
    </dgm:pt>
    <dgm:pt modelId="{E33AA7E0-5967-4269-BC66-7E754E5BB239}" type="pres">
      <dgm:prSet presAssocID="{6A310116-E4CA-4DAA-9FA7-A32CC4C882C1}" presName="rootConnector" presStyleLbl="node2" presStyleIdx="0" presStyleCnt="3"/>
      <dgm:spPr/>
    </dgm:pt>
    <dgm:pt modelId="{D05DF558-AE88-4381-905C-443EA7B3F85F}" type="pres">
      <dgm:prSet presAssocID="{6A310116-E4CA-4DAA-9FA7-A32CC4C882C1}" presName="hierChild4" presStyleCnt="0"/>
      <dgm:spPr/>
    </dgm:pt>
    <dgm:pt modelId="{A7E15207-8AED-42D1-AE65-D9C3A49D6871}" type="pres">
      <dgm:prSet presAssocID="{6A310116-E4CA-4DAA-9FA7-A32CC4C882C1}" presName="hierChild5" presStyleCnt="0"/>
      <dgm:spPr/>
    </dgm:pt>
    <dgm:pt modelId="{B0C452E7-0527-4733-893D-D2DCA3E0B86A}" type="pres">
      <dgm:prSet presAssocID="{17664803-913D-4594-93F0-C8830109BDA9}" presName="Name37" presStyleLbl="parChTrans1D2" presStyleIdx="1" presStyleCnt="3"/>
      <dgm:spPr/>
    </dgm:pt>
    <dgm:pt modelId="{3BAAD0FD-FD3B-4A1C-B2B4-BBDABE835047}" type="pres">
      <dgm:prSet presAssocID="{0BFD83F9-A816-4B0E-8A50-137C4309344B}" presName="hierRoot2" presStyleCnt="0">
        <dgm:presLayoutVars>
          <dgm:hierBranch val="init"/>
        </dgm:presLayoutVars>
      </dgm:prSet>
      <dgm:spPr/>
    </dgm:pt>
    <dgm:pt modelId="{4F81FDAA-0F87-4EB1-8B12-9E2B175A6B3D}" type="pres">
      <dgm:prSet presAssocID="{0BFD83F9-A816-4B0E-8A50-137C4309344B}" presName="rootComposite" presStyleCnt="0"/>
      <dgm:spPr/>
    </dgm:pt>
    <dgm:pt modelId="{FBE47A00-8EE7-4080-89CC-AD8807DE86A1}" type="pres">
      <dgm:prSet presAssocID="{0BFD83F9-A816-4B0E-8A50-137C4309344B}" presName="rootText" presStyleLbl="node2" presStyleIdx="1" presStyleCnt="3">
        <dgm:presLayoutVars>
          <dgm:chPref val="3"/>
        </dgm:presLayoutVars>
      </dgm:prSet>
      <dgm:spPr/>
    </dgm:pt>
    <dgm:pt modelId="{36EA9703-42D7-46A2-AC9B-82FB320E9B2A}" type="pres">
      <dgm:prSet presAssocID="{0BFD83F9-A816-4B0E-8A50-137C4309344B}" presName="rootConnector" presStyleLbl="node2" presStyleIdx="1" presStyleCnt="3"/>
      <dgm:spPr/>
    </dgm:pt>
    <dgm:pt modelId="{77D4AC6C-D4DD-46E0-98EB-7A53BF0C379C}" type="pres">
      <dgm:prSet presAssocID="{0BFD83F9-A816-4B0E-8A50-137C4309344B}" presName="hierChild4" presStyleCnt="0"/>
      <dgm:spPr/>
    </dgm:pt>
    <dgm:pt modelId="{8C30806D-D8C1-4C5A-8CF4-73EB3C36C9DA}" type="pres">
      <dgm:prSet presAssocID="{856CED3C-6A07-41E7-8561-CB3006FF3AE2}" presName="Name37" presStyleLbl="parChTrans1D3" presStyleIdx="0" presStyleCnt="4"/>
      <dgm:spPr/>
    </dgm:pt>
    <dgm:pt modelId="{5F0424E5-897A-4245-A458-6A7F68A661F6}" type="pres">
      <dgm:prSet presAssocID="{F96BA4A3-9A65-4CDD-BE04-7D66D0FCFE40}" presName="hierRoot2" presStyleCnt="0">
        <dgm:presLayoutVars>
          <dgm:hierBranch val="init"/>
        </dgm:presLayoutVars>
      </dgm:prSet>
      <dgm:spPr/>
    </dgm:pt>
    <dgm:pt modelId="{539781AD-DB36-41B8-945C-153862882B6F}" type="pres">
      <dgm:prSet presAssocID="{F96BA4A3-9A65-4CDD-BE04-7D66D0FCFE40}" presName="rootComposite" presStyleCnt="0"/>
      <dgm:spPr/>
    </dgm:pt>
    <dgm:pt modelId="{AFEED0B6-79A9-4BA0-AB3B-7E79AA532C3F}" type="pres">
      <dgm:prSet presAssocID="{F96BA4A3-9A65-4CDD-BE04-7D66D0FCFE40}" presName="rootText" presStyleLbl="node3" presStyleIdx="0" presStyleCnt="4">
        <dgm:presLayoutVars>
          <dgm:chPref val="3"/>
        </dgm:presLayoutVars>
      </dgm:prSet>
      <dgm:spPr/>
    </dgm:pt>
    <dgm:pt modelId="{42E800FE-8EC5-4861-A543-A4A83C122143}" type="pres">
      <dgm:prSet presAssocID="{F96BA4A3-9A65-4CDD-BE04-7D66D0FCFE40}" presName="rootConnector" presStyleLbl="node3" presStyleIdx="0" presStyleCnt="4"/>
      <dgm:spPr/>
    </dgm:pt>
    <dgm:pt modelId="{BD6CF84E-1A4D-4159-BDE6-EDA49A591F50}" type="pres">
      <dgm:prSet presAssocID="{F96BA4A3-9A65-4CDD-BE04-7D66D0FCFE40}" presName="hierChild4" presStyleCnt="0"/>
      <dgm:spPr/>
    </dgm:pt>
    <dgm:pt modelId="{C23846EB-908E-4FA1-9B28-15B96A0AC423}" type="pres">
      <dgm:prSet presAssocID="{F96BA4A3-9A65-4CDD-BE04-7D66D0FCFE40}" presName="hierChild5" presStyleCnt="0"/>
      <dgm:spPr/>
    </dgm:pt>
    <dgm:pt modelId="{77630F50-41BB-4F9E-AB3F-31EF4446C5B7}" type="pres">
      <dgm:prSet presAssocID="{71FDD5FF-1B35-462D-8FDA-043D7D12CBE8}" presName="Name37" presStyleLbl="parChTrans1D3" presStyleIdx="1" presStyleCnt="4"/>
      <dgm:spPr/>
    </dgm:pt>
    <dgm:pt modelId="{69CB6533-44E8-444F-B060-4DED15565DAE}" type="pres">
      <dgm:prSet presAssocID="{37E02828-0FFE-430F-8E85-F035E69B43BD}" presName="hierRoot2" presStyleCnt="0">
        <dgm:presLayoutVars>
          <dgm:hierBranch val="init"/>
        </dgm:presLayoutVars>
      </dgm:prSet>
      <dgm:spPr/>
    </dgm:pt>
    <dgm:pt modelId="{4AE5A6C0-51E6-48E2-9E35-69BEDFE82D8A}" type="pres">
      <dgm:prSet presAssocID="{37E02828-0FFE-430F-8E85-F035E69B43BD}" presName="rootComposite" presStyleCnt="0"/>
      <dgm:spPr/>
    </dgm:pt>
    <dgm:pt modelId="{E5D6B167-3FA9-4213-BD5D-6DD94637F056}" type="pres">
      <dgm:prSet presAssocID="{37E02828-0FFE-430F-8E85-F035E69B43BD}" presName="rootText" presStyleLbl="node3" presStyleIdx="1" presStyleCnt="4">
        <dgm:presLayoutVars>
          <dgm:chPref val="3"/>
        </dgm:presLayoutVars>
      </dgm:prSet>
      <dgm:spPr/>
    </dgm:pt>
    <dgm:pt modelId="{8A75ABF9-B80F-477E-ADA7-48AD52BEF5B3}" type="pres">
      <dgm:prSet presAssocID="{37E02828-0FFE-430F-8E85-F035E69B43BD}" presName="rootConnector" presStyleLbl="node3" presStyleIdx="1" presStyleCnt="4"/>
      <dgm:spPr/>
    </dgm:pt>
    <dgm:pt modelId="{C505006E-A92F-4332-A50A-5A2BF1131422}" type="pres">
      <dgm:prSet presAssocID="{37E02828-0FFE-430F-8E85-F035E69B43BD}" presName="hierChild4" presStyleCnt="0"/>
      <dgm:spPr/>
    </dgm:pt>
    <dgm:pt modelId="{B30C41FA-EECB-4F61-9206-E22CF485CCE5}" type="pres">
      <dgm:prSet presAssocID="{64162D27-ACD0-48D3-8580-91C04278FB3A}" presName="Name37" presStyleLbl="parChTrans1D4" presStyleIdx="0" presStyleCnt="7"/>
      <dgm:spPr/>
    </dgm:pt>
    <dgm:pt modelId="{BA735728-FC71-4AFE-B51A-E63C0200C78C}" type="pres">
      <dgm:prSet presAssocID="{D1A46C56-A8CE-46E8-BF6D-053309496E1D}" presName="hierRoot2" presStyleCnt="0">
        <dgm:presLayoutVars>
          <dgm:hierBranch val="init"/>
        </dgm:presLayoutVars>
      </dgm:prSet>
      <dgm:spPr/>
    </dgm:pt>
    <dgm:pt modelId="{9395150D-5420-4CC7-AF02-A3CA4A2FDEA3}" type="pres">
      <dgm:prSet presAssocID="{D1A46C56-A8CE-46E8-BF6D-053309496E1D}" presName="rootComposite" presStyleCnt="0"/>
      <dgm:spPr/>
    </dgm:pt>
    <dgm:pt modelId="{8D865ED3-DDFE-4DC4-9E13-9C136E1F4596}" type="pres">
      <dgm:prSet presAssocID="{D1A46C56-A8CE-46E8-BF6D-053309496E1D}" presName="rootText" presStyleLbl="node4" presStyleIdx="0" presStyleCnt="7">
        <dgm:presLayoutVars>
          <dgm:chPref val="3"/>
        </dgm:presLayoutVars>
      </dgm:prSet>
      <dgm:spPr/>
    </dgm:pt>
    <dgm:pt modelId="{36A1C92A-2A81-4A4B-83BA-805B1367B0BE}" type="pres">
      <dgm:prSet presAssocID="{D1A46C56-A8CE-46E8-BF6D-053309496E1D}" presName="rootConnector" presStyleLbl="node4" presStyleIdx="0" presStyleCnt="7"/>
      <dgm:spPr/>
    </dgm:pt>
    <dgm:pt modelId="{AE6179CE-3C26-4DDD-A9C6-7FDACD0D0950}" type="pres">
      <dgm:prSet presAssocID="{D1A46C56-A8CE-46E8-BF6D-053309496E1D}" presName="hierChild4" presStyleCnt="0"/>
      <dgm:spPr/>
    </dgm:pt>
    <dgm:pt modelId="{85F97C8F-E39A-4D0E-95B2-704CE74BE420}" type="pres">
      <dgm:prSet presAssocID="{D1A46C56-A8CE-46E8-BF6D-053309496E1D}" presName="hierChild5" presStyleCnt="0"/>
      <dgm:spPr/>
    </dgm:pt>
    <dgm:pt modelId="{68C7BD88-A8CF-414B-BDFC-66464783C2D7}" type="pres">
      <dgm:prSet presAssocID="{0965D37B-9E1E-488D-ABA3-919261D6ECE9}" presName="Name37" presStyleLbl="parChTrans1D4" presStyleIdx="1" presStyleCnt="7"/>
      <dgm:spPr/>
    </dgm:pt>
    <dgm:pt modelId="{0E30D6F3-3205-4B25-B383-43F08D8B0B33}" type="pres">
      <dgm:prSet presAssocID="{11BD22DB-2729-4AC4-B641-6CB331239F43}" presName="hierRoot2" presStyleCnt="0">
        <dgm:presLayoutVars>
          <dgm:hierBranch val="init"/>
        </dgm:presLayoutVars>
      </dgm:prSet>
      <dgm:spPr/>
    </dgm:pt>
    <dgm:pt modelId="{7C549D11-784E-460E-AE1C-53731F980629}" type="pres">
      <dgm:prSet presAssocID="{11BD22DB-2729-4AC4-B641-6CB331239F43}" presName="rootComposite" presStyleCnt="0"/>
      <dgm:spPr/>
    </dgm:pt>
    <dgm:pt modelId="{75D95989-366C-4CD5-85A1-9C1B9C87D98A}" type="pres">
      <dgm:prSet presAssocID="{11BD22DB-2729-4AC4-B641-6CB331239F43}" presName="rootText" presStyleLbl="node4" presStyleIdx="1" presStyleCnt="7">
        <dgm:presLayoutVars>
          <dgm:chPref val="3"/>
        </dgm:presLayoutVars>
      </dgm:prSet>
      <dgm:spPr/>
    </dgm:pt>
    <dgm:pt modelId="{8979F7BD-16FC-418C-B14B-576370E02F17}" type="pres">
      <dgm:prSet presAssocID="{11BD22DB-2729-4AC4-B641-6CB331239F43}" presName="rootConnector" presStyleLbl="node4" presStyleIdx="1" presStyleCnt="7"/>
      <dgm:spPr/>
    </dgm:pt>
    <dgm:pt modelId="{D1054AA5-823B-4AB2-9B33-37BD7B5F3FD9}" type="pres">
      <dgm:prSet presAssocID="{11BD22DB-2729-4AC4-B641-6CB331239F43}" presName="hierChild4" presStyleCnt="0"/>
      <dgm:spPr/>
    </dgm:pt>
    <dgm:pt modelId="{AAD28A56-9167-4321-9E14-94481E6FAF09}" type="pres">
      <dgm:prSet presAssocID="{11BD22DB-2729-4AC4-B641-6CB331239F43}" presName="hierChild5" presStyleCnt="0"/>
      <dgm:spPr/>
    </dgm:pt>
    <dgm:pt modelId="{57B4B7B4-DBBB-42BE-8244-08C6A48F1D4E}" type="pres">
      <dgm:prSet presAssocID="{524533BF-699D-4A11-83C6-396CB5FD9988}" presName="Name37" presStyleLbl="parChTrans1D4" presStyleIdx="2" presStyleCnt="7"/>
      <dgm:spPr/>
    </dgm:pt>
    <dgm:pt modelId="{9ACD3656-6786-4433-B685-1A5F511C5523}" type="pres">
      <dgm:prSet presAssocID="{00933EF1-2AF1-44E9-B9F3-218820BF70C0}" presName="hierRoot2" presStyleCnt="0">
        <dgm:presLayoutVars>
          <dgm:hierBranch val="init"/>
        </dgm:presLayoutVars>
      </dgm:prSet>
      <dgm:spPr/>
    </dgm:pt>
    <dgm:pt modelId="{E45FF460-365C-43E0-AE4C-325CAFDEF6E6}" type="pres">
      <dgm:prSet presAssocID="{00933EF1-2AF1-44E9-B9F3-218820BF70C0}" presName="rootComposite" presStyleCnt="0"/>
      <dgm:spPr/>
    </dgm:pt>
    <dgm:pt modelId="{4AD9E192-BE6A-4DF8-9AC2-D273DA4F1EAA}" type="pres">
      <dgm:prSet presAssocID="{00933EF1-2AF1-44E9-B9F3-218820BF70C0}" presName="rootText" presStyleLbl="node4" presStyleIdx="2" presStyleCnt="7">
        <dgm:presLayoutVars>
          <dgm:chPref val="3"/>
        </dgm:presLayoutVars>
      </dgm:prSet>
      <dgm:spPr/>
    </dgm:pt>
    <dgm:pt modelId="{C0712093-7C06-4635-86EE-79EF4D8F9B68}" type="pres">
      <dgm:prSet presAssocID="{00933EF1-2AF1-44E9-B9F3-218820BF70C0}" presName="rootConnector" presStyleLbl="node4" presStyleIdx="2" presStyleCnt="7"/>
      <dgm:spPr/>
    </dgm:pt>
    <dgm:pt modelId="{B2477B42-3E0C-4CA1-92EB-BBA77E3114E6}" type="pres">
      <dgm:prSet presAssocID="{00933EF1-2AF1-44E9-B9F3-218820BF70C0}" presName="hierChild4" presStyleCnt="0"/>
      <dgm:spPr/>
    </dgm:pt>
    <dgm:pt modelId="{C3EAA277-39AA-48B0-B65E-C2B3D7E588D6}" type="pres">
      <dgm:prSet presAssocID="{15B5D890-2BC3-4644-A920-0630A56320DC}" presName="Name37" presStyleLbl="parChTrans1D4" presStyleIdx="3" presStyleCnt="7"/>
      <dgm:spPr/>
    </dgm:pt>
    <dgm:pt modelId="{5D19745E-496D-44D4-8733-73485559765B}" type="pres">
      <dgm:prSet presAssocID="{43A0AAE5-A921-4ADE-B4B1-E6285F8D7737}" presName="hierRoot2" presStyleCnt="0">
        <dgm:presLayoutVars>
          <dgm:hierBranch val="init"/>
        </dgm:presLayoutVars>
      </dgm:prSet>
      <dgm:spPr/>
    </dgm:pt>
    <dgm:pt modelId="{58580F0E-6931-4F7A-B4F1-9E2E3F3D8BE7}" type="pres">
      <dgm:prSet presAssocID="{43A0AAE5-A921-4ADE-B4B1-E6285F8D7737}" presName="rootComposite" presStyleCnt="0"/>
      <dgm:spPr/>
    </dgm:pt>
    <dgm:pt modelId="{723A56C0-86CD-484D-B45E-EBE7DB623610}" type="pres">
      <dgm:prSet presAssocID="{43A0AAE5-A921-4ADE-B4B1-E6285F8D7737}" presName="rootText" presStyleLbl="node4" presStyleIdx="3" presStyleCnt="7">
        <dgm:presLayoutVars>
          <dgm:chPref val="3"/>
        </dgm:presLayoutVars>
      </dgm:prSet>
      <dgm:spPr/>
    </dgm:pt>
    <dgm:pt modelId="{15911C11-9E50-4D07-ABE7-EBD0908B30C9}" type="pres">
      <dgm:prSet presAssocID="{43A0AAE5-A921-4ADE-B4B1-E6285F8D7737}" presName="rootConnector" presStyleLbl="node4" presStyleIdx="3" presStyleCnt="7"/>
      <dgm:spPr/>
    </dgm:pt>
    <dgm:pt modelId="{486E198A-BA19-487D-A8BF-D3C9B09AEA87}" type="pres">
      <dgm:prSet presAssocID="{43A0AAE5-A921-4ADE-B4B1-E6285F8D7737}" presName="hierChild4" presStyleCnt="0"/>
      <dgm:spPr/>
    </dgm:pt>
    <dgm:pt modelId="{57C01876-71D7-48ED-8CF2-242A0F3DF359}" type="pres">
      <dgm:prSet presAssocID="{43A0AAE5-A921-4ADE-B4B1-E6285F8D7737}" presName="hierChild5" presStyleCnt="0"/>
      <dgm:spPr/>
    </dgm:pt>
    <dgm:pt modelId="{2B6216EE-0332-46F3-BC8E-9FC18354BC59}" type="pres">
      <dgm:prSet presAssocID="{CE4001F4-A6B1-4129-927F-2CDB56E609CF}" presName="Name37" presStyleLbl="parChTrans1D4" presStyleIdx="4" presStyleCnt="7"/>
      <dgm:spPr/>
    </dgm:pt>
    <dgm:pt modelId="{84857238-4826-4AF8-A762-41EE06FE4C28}" type="pres">
      <dgm:prSet presAssocID="{8C8A3967-2444-4087-8905-5E9C68C268C5}" presName="hierRoot2" presStyleCnt="0">
        <dgm:presLayoutVars>
          <dgm:hierBranch val="init"/>
        </dgm:presLayoutVars>
      </dgm:prSet>
      <dgm:spPr/>
    </dgm:pt>
    <dgm:pt modelId="{9DCC0560-9926-4A3E-86C4-C98A777A4113}" type="pres">
      <dgm:prSet presAssocID="{8C8A3967-2444-4087-8905-5E9C68C268C5}" presName="rootComposite" presStyleCnt="0"/>
      <dgm:spPr/>
    </dgm:pt>
    <dgm:pt modelId="{AED04F68-6CFF-47E4-A0B1-8EB9FEEA82A7}" type="pres">
      <dgm:prSet presAssocID="{8C8A3967-2444-4087-8905-5E9C68C268C5}" presName="rootText" presStyleLbl="node4" presStyleIdx="4" presStyleCnt="7">
        <dgm:presLayoutVars>
          <dgm:chPref val="3"/>
        </dgm:presLayoutVars>
      </dgm:prSet>
      <dgm:spPr/>
    </dgm:pt>
    <dgm:pt modelId="{2C06A797-5204-4565-AD23-5EA462DB4912}" type="pres">
      <dgm:prSet presAssocID="{8C8A3967-2444-4087-8905-5E9C68C268C5}" presName="rootConnector" presStyleLbl="node4" presStyleIdx="4" presStyleCnt="7"/>
      <dgm:spPr/>
    </dgm:pt>
    <dgm:pt modelId="{5CA96AD2-300D-4A7E-B874-FF6D058776F2}" type="pres">
      <dgm:prSet presAssocID="{8C8A3967-2444-4087-8905-5E9C68C268C5}" presName="hierChild4" presStyleCnt="0"/>
      <dgm:spPr/>
    </dgm:pt>
    <dgm:pt modelId="{5AD8BB6F-BF37-4E6D-87C3-448D81E9C9FB}" type="pres">
      <dgm:prSet presAssocID="{8C8A3967-2444-4087-8905-5E9C68C268C5}" presName="hierChild5" presStyleCnt="0"/>
      <dgm:spPr/>
    </dgm:pt>
    <dgm:pt modelId="{EA32AA4E-B8E5-46C4-B0BE-2C86B62B14A1}" type="pres">
      <dgm:prSet presAssocID="{00933EF1-2AF1-44E9-B9F3-218820BF70C0}" presName="hierChild5" presStyleCnt="0"/>
      <dgm:spPr/>
    </dgm:pt>
    <dgm:pt modelId="{7D4A13F4-FD34-4B8E-B53E-BFCE53B83B25}" type="pres">
      <dgm:prSet presAssocID="{809A56A7-73FE-4E14-AB6A-79B58CCFD102}" presName="Name37" presStyleLbl="parChTrans1D4" presStyleIdx="5" presStyleCnt="7"/>
      <dgm:spPr/>
    </dgm:pt>
    <dgm:pt modelId="{24018752-8D79-4F05-BA8A-34A6007A8DDF}" type="pres">
      <dgm:prSet presAssocID="{C699788F-5BCF-4227-A8EA-856282BAC641}" presName="hierRoot2" presStyleCnt="0">
        <dgm:presLayoutVars>
          <dgm:hierBranch val="init"/>
        </dgm:presLayoutVars>
      </dgm:prSet>
      <dgm:spPr/>
    </dgm:pt>
    <dgm:pt modelId="{AED6B1B9-92B7-41BC-92DD-BBADDD7E3492}" type="pres">
      <dgm:prSet presAssocID="{C699788F-5BCF-4227-A8EA-856282BAC641}" presName="rootComposite" presStyleCnt="0"/>
      <dgm:spPr/>
    </dgm:pt>
    <dgm:pt modelId="{2686E213-FD5F-40A3-B80F-3392F1DA8ED0}" type="pres">
      <dgm:prSet presAssocID="{C699788F-5BCF-4227-A8EA-856282BAC641}" presName="rootText" presStyleLbl="node4" presStyleIdx="5" presStyleCnt="7">
        <dgm:presLayoutVars>
          <dgm:chPref val="3"/>
        </dgm:presLayoutVars>
      </dgm:prSet>
      <dgm:spPr/>
    </dgm:pt>
    <dgm:pt modelId="{8CF86E3D-8369-4746-A0C5-B9AEB9DE51CC}" type="pres">
      <dgm:prSet presAssocID="{C699788F-5BCF-4227-A8EA-856282BAC641}" presName="rootConnector" presStyleLbl="node4" presStyleIdx="5" presStyleCnt="7"/>
      <dgm:spPr/>
    </dgm:pt>
    <dgm:pt modelId="{74FC7C2C-17F4-4A43-961B-9082E34CDB09}" type="pres">
      <dgm:prSet presAssocID="{C699788F-5BCF-4227-A8EA-856282BAC641}" presName="hierChild4" presStyleCnt="0"/>
      <dgm:spPr/>
    </dgm:pt>
    <dgm:pt modelId="{1215291A-3532-4E39-B8BD-33802FD12233}" type="pres">
      <dgm:prSet presAssocID="{C699788F-5BCF-4227-A8EA-856282BAC641}" presName="hierChild5" presStyleCnt="0"/>
      <dgm:spPr/>
    </dgm:pt>
    <dgm:pt modelId="{B5DFD584-7DD8-4931-8268-360A1EADE16A}" type="pres">
      <dgm:prSet presAssocID="{37E02828-0FFE-430F-8E85-F035E69B43BD}" presName="hierChild5" presStyleCnt="0"/>
      <dgm:spPr/>
    </dgm:pt>
    <dgm:pt modelId="{CC508A1B-ED9C-4203-AACE-73E98147CF12}" type="pres">
      <dgm:prSet presAssocID="{0BFD83F9-A816-4B0E-8A50-137C4309344B}" presName="hierChild5" presStyleCnt="0"/>
      <dgm:spPr/>
    </dgm:pt>
    <dgm:pt modelId="{0C862B2C-9C17-4CD1-86B1-D0D172B39D5B}" type="pres">
      <dgm:prSet presAssocID="{EB29657B-05A7-4512-B1DB-9DBBED53CC83}" presName="Name37" presStyleLbl="parChTrans1D2" presStyleIdx="2" presStyleCnt="3"/>
      <dgm:spPr/>
    </dgm:pt>
    <dgm:pt modelId="{E82969CF-4210-412A-944E-A074694922E3}" type="pres">
      <dgm:prSet presAssocID="{8C96C477-B505-4AA8-BC4E-76003BD52243}" presName="hierRoot2" presStyleCnt="0">
        <dgm:presLayoutVars>
          <dgm:hierBranch val="init"/>
        </dgm:presLayoutVars>
      </dgm:prSet>
      <dgm:spPr/>
    </dgm:pt>
    <dgm:pt modelId="{AC8A4E19-7E1B-46B6-B890-215C17914313}" type="pres">
      <dgm:prSet presAssocID="{8C96C477-B505-4AA8-BC4E-76003BD52243}" presName="rootComposite" presStyleCnt="0"/>
      <dgm:spPr/>
    </dgm:pt>
    <dgm:pt modelId="{EC45E921-B3F0-4613-938B-117C53447DC4}" type="pres">
      <dgm:prSet presAssocID="{8C96C477-B505-4AA8-BC4E-76003BD52243}" presName="rootText" presStyleLbl="node2" presStyleIdx="2" presStyleCnt="3">
        <dgm:presLayoutVars>
          <dgm:chPref val="3"/>
        </dgm:presLayoutVars>
      </dgm:prSet>
      <dgm:spPr/>
    </dgm:pt>
    <dgm:pt modelId="{D1706F98-20E8-4169-B7AE-D4B0D259237F}" type="pres">
      <dgm:prSet presAssocID="{8C96C477-B505-4AA8-BC4E-76003BD52243}" presName="rootConnector" presStyleLbl="node2" presStyleIdx="2" presStyleCnt="3"/>
      <dgm:spPr/>
    </dgm:pt>
    <dgm:pt modelId="{B8F4354E-50D6-465C-902F-7EFC89B5E4DF}" type="pres">
      <dgm:prSet presAssocID="{8C96C477-B505-4AA8-BC4E-76003BD52243}" presName="hierChild4" presStyleCnt="0"/>
      <dgm:spPr/>
    </dgm:pt>
    <dgm:pt modelId="{FD570B6E-AF9B-4F42-83DB-21DFD1A0CF24}" type="pres">
      <dgm:prSet presAssocID="{D6D4AEC0-59EC-42D3-94B2-7727D1BB4DED}" presName="Name37" presStyleLbl="parChTrans1D3" presStyleIdx="2" presStyleCnt="4"/>
      <dgm:spPr/>
    </dgm:pt>
    <dgm:pt modelId="{389C891F-BF5D-4FBF-A27F-47D914E60E0E}" type="pres">
      <dgm:prSet presAssocID="{436B02F6-F4DE-4F15-8980-5F7BEDBDE6B8}" presName="hierRoot2" presStyleCnt="0">
        <dgm:presLayoutVars>
          <dgm:hierBranch val="init"/>
        </dgm:presLayoutVars>
      </dgm:prSet>
      <dgm:spPr/>
    </dgm:pt>
    <dgm:pt modelId="{4A5205A5-1EAF-4E1A-9F62-415C5185099B}" type="pres">
      <dgm:prSet presAssocID="{436B02F6-F4DE-4F15-8980-5F7BEDBDE6B8}" presName="rootComposite" presStyleCnt="0"/>
      <dgm:spPr/>
    </dgm:pt>
    <dgm:pt modelId="{078868D4-D600-4760-96C3-67E91C37F21A}" type="pres">
      <dgm:prSet presAssocID="{436B02F6-F4DE-4F15-8980-5F7BEDBDE6B8}" presName="rootText" presStyleLbl="node3" presStyleIdx="2" presStyleCnt="4">
        <dgm:presLayoutVars>
          <dgm:chPref val="3"/>
        </dgm:presLayoutVars>
      </dgm:prSet>
      <dgm:spPr/>
    </dgm:pt>
    <dgm:pt modelId="{0250E01B-80D8-4D93-A6EC-5881C66E2D0A}" type="pres">
      <dgm:prSet presAssocID="{436B02F6-F4DE-4F15-8980-5F7BEDBDE6B8}" presName="rootConnector" presStyleLbl="node3" presStyleIdx="2" presStyleCnt="4"/>
      <dgm:spPr/>
    </dgm:pt>
    <dgm:pt modelId="{C682DC6D-5D2C-4790-B00E-F56B85DFF2EF}" type="pres">
      <dgm:prSet presAssocID="{436B02F6-F4DE-4F15-8980-5F7BEDBDE6B8}" presName="hierChild4" presStyleCnt="0"/>
      <dgm:spPr/>
    </dgm:pt>
    <dgm:pt modelId="{53559EFD-6332-401E-885F-2A19B26FCE73}" type="pres">
      <dgm:prSet presAssocID="{436B02F6-F4DE-4F15-8980-5F7BEDBDE6B8}" presName="hierChild5" presStyleCnt="0"/>
      <dgm:spPr/>
    </dgm:pt>
    <dgm:pt modelId="{569D8539-D913-43E9-9AA0-A920583698EB}" type="pres">
      <dgm:prSet presAssocID="{CCB07602-5D18-49D3-AC6E-F4B7FBAF5B7E}" presName="Name37" presStyleLbl="parChTrans1D3" presStyleIdx="3" presStyleCnt="4"/>
      <dgm:spPr/>
    </dgm:pt>
    <dgm:pt modelId="{17C09E0C-A62A-4719-86A1-FDE805E9242C}" type="pres">
      <dgm:prSet presAssocID="{621B9AB0-52B4-4568-9714-82EC3EC0DE65}" presName="hierRoot2" presStyleCnt="0">
        <dgm:presLayoutVars>
          <dgm:hierBranch val="init"/>
        </dgm:presLayoutVars>
      </dgm:prSet>
      <dgm:spPr/>
    </dgm:pt>
    <dgm:pt modelId="{AEE387F9-C8E9-4D9E-B5A6-423866813381}" type="pres">
      <dgm:prSet presAssocID="{621B9AB0-52B4-4568-9714-82EC3EC0DE65}" presName="rootComposite" presStyleCnt="0"/>
      <dgm:spPr/>
    </dgm:pt>
    <dgm:pt modelId="{959183C9-9C5F-4DA1-BF47-250FFAB507D3}" type="pres">
      <dgm:prSet presAssocID="{621B9AB0-52B4-4568-9714-82EC3EC0DE65}" presName="rootText" presStyleLbl="node3" presStyleIdx="3" presStyleCnt="4">
        <dgm:presLayoutVars>
          <dgm:chPref val="3"/>
        </dgm:presLayoutVars>
      </dgm:prSet>
      <dgm:spPr/>
    </dgm:pt>
    <dgm:pt modelId="{6C3D10A8-B155-40C5-AC73-F27AA6662E2D}" type="pres">
      <dgm:prSet presAssocID="{621B9AB0-52B4-4568-9714-82EC3EC0DE65}" presName="rootConnector" presStyleLbl="node3" presStyleIdx="3" presStyleCnt="4"/>
      <dgm:spPr/>
    </dgm:pt>
    <dgm:pt modelId="{5BA3CE3A-22F3-4093-82AB-F208DC23A111}" type="pres">
      <dgm:prSet presAssocID="{621B9AB0-52B4-4568-9714-82EC3EC0DE65}" presName="hierChild4" presStyleCnt="0"/>
      <dgm:spPr/>
    </dgm:pt>
    <dgm:pt modelId="{353FB217-4855-417B-A5C0-3F2C2BBAB9FB}" type="pres">
      <dgm:prSet presAssocID="{650DBEA8-39C0-4E9A-A66D-702070F3C466}" presName="Name37" presStyleLbl="parChTrans1D4" presStyleIdx="6" presStyleCnt="7"/>
      <dgm:spPr/>
    </dgm:pt>
    <dgm:pt modelId="{FCB3C386-1526-445A-9998-5C908FB37262}" type="pres">
      <dgm:prSet presAssocID="{FC881DFD-09B3-41F1-AA58-93EAA1DC51F4}" presName="hierRoot2" presStyleCnt="0">
        <dgm:presLayoutVars>
          <dgm:hierBranch val="init"/>
        </dgm:presLayoutVars>
      </dgm:prSet>
      <dgm:spPr/>
    </dgm:pt>
    <dgm:pt modelId="{433FF2AD-EF8D-4CF7-8B5D-41200CCAA264}" type="pres">
      <dgm:prSet presAssocID="{FC881DFD-09B3-41F1-AA58-93EAA1DC51F4}" presName="rootComposite" presStyleCnt="0"/>
      <dgm:spPr/>
    </dgm:pt>
    <dgm:pt modelId="{5A4FB645-BC77-41B0-B5A6-D782CA5549D3}" type="pres">
      <dgm:prSet presAssocID="{FC881DFD-09B3-41F1-AA58-93EAA1DC51F4}" presName="rootText" presStyleLbl="node4" presStyleIdx="6" presStyleCnt="7">
        <dgm:presLayoutVars>
          <dgm:chPref val="3"/>
        </dgm:presLayoutVars>
      </dgm:prSet>
      <dgm:spPr/>
    </dgm:pt>
    <dgm:pt modelId="{34ACE09C-5492-48EF-9A8D-F244F39A1CC9}" type="pres">
      <dgm:prSet presAssocID="{FC881DFD-09B3-41F1-AA58-93EAA1DC51F4}" presName="rootConnector" presStyleLbl="node4" presStyleIdx="6" presStyleCnt="7"/>
      <dgm:spPr/>
    </dgm:pt>
    <dgm:pt modelId="{2911D249-21EF-4347-B934-27704CB75F9F}" type="pres">
      <dgm:prSet presAssocID="{FC881DFD-09B3-41F1-AA58-93EAA1DC51F4}" presName="hierChild4" presStyleCnt="0"/>
      <dgm:spPr/>
    </dgm:pt>
    <dgm:pt modelId="{D2EAFF18-C991-4986-B2F2-E48995C4722A}" type="pres">
      <dgm:prSet presAssocID="{FC881DFD-09B3-41F1-AA58-93EAA1DC51F4}" presName="hierChild5" presStyleCnt="0"/>
      <dgm:spPr/>
    </dgm:pt>
    <dgm:pt modelId="{B2F25F58-848A-4725-ADC9-C030CF567C1D}" type="pres">
      <dgm:prSet presAssocID="{621B9AB0-52B4-4568-9714-82EC3EC0DE65}" presName="hierChild5" presStyleCnt="0"/>
      <dgm:spPr/>
    </dgm:pt>
    <dgm:pt modelId="{99D5E546-E86E-404B-91B5-118A9240783A}" type="pres">
      <dgm:prSet presAssocID="{8C96C477-B505-4AA8-BC4E-76003BD52243}" presName="hierChild5" presStyleCnt="0"/>
      <dgm:spPr/>
    </dgm:pt>
    <dgm:pt modelId="{3DB67EBA-2C55-4ED7-910D-FF00B28E1BA3}" type="pres">
      <dgm:prSet presAssocID="{641A81AC-9EA2-4A34-9E00-9385ED1FD422}" presName="hierChild3" presStyleCnt="0"/>
      <dgm:spPr/>
    </dgm:pt>
  </dgm:ptLst>
  <dgm:cxnLst>
    <dgm:cxn modelId="{1E693406-7032-4A62-BA6F-9403467CB2BA}" type="presOf" srcId="{17664803-913D-4594-93F0-C8830109BDA9}" destId="{B0C452E7-0527-4733-893D-D2DCA3E0B86A}" srcOrd="0" destOrd="0" presId="urn:microsoft.com/office/officeart/2005/8/layout/orgChart1"/>
    <dgm:cxn modelId="{A486970A-A97C-4E01-8915-FA81F0CE27E3}" type="presOf" srcId="{621B9AB0-52B4-4568-9714-82EC3EC0DE65}" destId="{6C3D10A8-B155-40C5-AC73-F27AA6662E2D}" srcOrd="1" destOrd="0" presId="urn:microsoft.com/office/officeart/2005/8/layout/orgChart1"/>
    <dgm:cxn modelId="{CEE99410-6B77-481C-BD40-2188BEEDC126}" type="presOf" srcId="{641A81AC-9EA2-4A34-9E00-9385ED1FD422}" destId="{D576F7C4-99BB-4A3C-BD1B-DFAD90EDE4D6}" srcOrd="0" destOrd="0" presId="urn:microsoft.com/office/officeart/2005/8/layout/orgChart1"/>
    <dgm:cxn modelId="{7039E213-1940-44F3-9CF1-6FDCABA8F8A4}" type="presOf" srcId="{37E02828-0FFE-430F-8E85-F035E69B43BD}" destId="{E5D6B167-3FA9-4213-BD5D-6DD94637F056}" srcOrd="0" destOrd="0" presId="urn:microsoft.com/office/officeart/2005/8/layout/orgChart1"/>
    <dgm:cxn modelId="{150AC314-08B9-4D9B-A1DD-FF166253CF9C}" type="presOf" srcId="{11BD22DB-2729-4AC4-B641-6CB331239F43}" destId="{8979F7BD-16FC-418C-B14B-576370E02F17}" srcOrd="1" destOrd="0" presId="urn:microsoft.com/office/officeart/2005/8/layout/orgChart1"/>
    <dgm:cxn modelId="{F589BC16-D33D-4024-B2C4-44196167E9FD}" type="presOf" srcId="{8C8A3967-2444-4087-8905-5E9C68C268C5}" destId="{2C06A797-5204-4565-AD23-5EA462DB4912}" srcOrd="1" destOrd="0" presId="urn:microsoft.com/office/officeart/2005/8/layout/orgChart1"/>
    <dgm:cxn modelId="{CE91631B-7C28-41B2-AD33-A3DBDFAE4F9A}" type="presOf" srcId="{43A0AAE5-A921-4ADE-B4B1-E6285F8D7737}" destId="{723A56C0-86CD-484D-B45E-EBE7DB623610}" srcOrd="0" destOrd="0" presId="urn:microsoft.com/office/officeart/2005/8/layout/orgChart1"/>
    <dgm:cxn modelId="{FC09E520-B6D7-4FEA-842C-4448A7AED09D}" srcId="{8C96C477-B505-4AA8-BC4E-76003BD52243}" destId="{436B02F6-F4DE-4F15-8980-5F7BEDBDE6B8}" srcOrd="0" destOrd="0" parTransId="{D6D4AEC0-59EC-42D3-94B2-7727D1BB4DED}" sibTransId="{B0945317-B32E-4A5E-9F41-05D88C632926}"/>
    <dgm:cxn modelId="{816E4A28-2DC3-4F55-BF1E-5346691A14B7}" type="presOf" srcId="{8C8A3967-2444-4087-8905-5E9C68C268C5}" destId="{AED04F68-6CFF-47E4-A0B1-8EB9FEEA82A7}" srcOrd="0" destOrd="0" presId="urn:microsoft.com/office/officeart/2005/8/layout/orgChart1"/>
    <dgm:cxn modelId="{37F4B228-67E0-4B63-8500-BAFF91063D5D}" srcId="{37E02828-0FFE-430F-8E85-F035E69B43BD}" destId="{00933EF1-2AF1-44E9-B9F3-218820BF70C0}" srcOrd="2" destOrd="0" parTransId="{524533BF-699D-4A11-83C6-396CB5FD9988}" sibTransId="{D541FE28-E87F-42A0-A41F-D4466F3B00E8}"/>
    <dgm:cxn modelId="{F1756E2A-41B7-436E-8E45-D33F14DF81A2}" type="presOf" srcId="{856CED3C-6A07-41E7-8561-CB3006FF3AE2}" destId="{8C30806D-D8C1-4C5A-8CF4-73EB3C36C9DA}" srcOrd="0" destOrd="0" presId="urn:microsoft.com/office/officeart/2005/8/layout/orgChart1"/>
    <dgm:cxn modelId="{589B462F-9C79-4198-8F70-6054238063EC}" srcId="{0BFD83F9-A816-4B0E-8A50-137C4309344B}" destId="{F96BA4A3-9A65-4CDD-BE04-7D66D0FCFE40}" srcOrd="0" destOrd="0" parTransId="{856CED3C-6A07-41E7-8561-CB3006FF3AE2}" sibTransId="{DE35821D-3CE8-4AE6-908C-91416B671ED8}"/>
    <dgm:cxn modelId="{FD903D31-D420-46A7-92DD-D1E6546219BA}" type="presOf" srcId="{621B9AB0-52B4-4568-9714-82EC3EC0DE65}" destId="{959183C9-9C5F-4DA1-BF47-250FFAB507D3}" srcOrd="0" destOrd="0" presId="urn:microsoft.com/office/officeart/2005/8/layout/orgChart1"/>
    <dgm:cxn modelId="{0ADEBB36-1910-489A-9520-E3565258F6BF}" type="presOf" srcId="{EB29657B-05A7-4512-B1DB-9DBBED53CC83}" destId="{0C862B2C-9C17-4CD1-86B1-D0D172B39D5B}" srcOrd="0" destOrd="0" presId="urn:microsoft.com/office/officeart/2005/8/layout/orgChart1"/>
    <dgm:cxn modelId="{4C5B2839-45FA-4A2F-9B6D-DB210690F4D6}" type="presOf" srcId="{43A0AAE5-A921-4ADE-B4B1-E6285F8D7737}" destId="{15911C11-9E50-4D07-ABE7-EBD0908B30C9}" srcOrd="1" destOrd="0" presId="urn:microsoft.com/office/officeart/2005/8/layout/orgChart1"/>
    <dgm:cxn modelId="{78B6273A-A471-4FC1-B19B-045DF57C0061}" type="presOf" srcId="{D1A46C56-A8CE-46E8-BF6D-053309496E1D}" destId="{8D865ED3-DDFE-4DC4-9E13-9C136E1F4596}" srcOrd="0" destOrd="0" presId="urn:microsoft.com/office/officeart/2005/8/layout/orgChart1"/>
    <dgm:cxn modelId="{5935753D-7A59-45F2-B531-B47CCB4E0790}" srcId="{641A81AC-9EA2-4A34-9E00-9385ED1FD422}" destId="{8C96C477-B505-4AA8-BC4E-76003BD52243}" srcOrd="2" destOrd="0" parTransId="{EB29657B-05A7-4512-B1DB-9DBBED53CC83}" sibTransId="{8A9E2267-C94C-491D-B416-D5C822C5BDA5}"/>
    <dgm:cxn modelId="{A151225D-8CAE-4BEF-9704-16119484DA7A}" type="presOf" srcId="{5BD51E99-FFC0-4EEF-9C6C-468F6122572C}" destId="{3D2186B8-90EF-490C-AF59-562907078203}" srcOrd="0" destOrd="0" presId="urn:microsoft.com/office/officeart/2005/8/layout/orgChart1"/>
    <dgm:cxn modelId="{68CA4F5F-A661-4CD7-9CFC-A28E69D12C4E}" type="presOf" srcId="{11BD22DB-2729-4AC4-B641-6CB331239F43}" destId="{75D95989-366C-4CD5-85A1-9C1B9C87D98A}" srcOrd="0" destOrd="0" presId="urn:microsoft.com/office/officeart/2005/8/layout/orgChart1"/>
    <dgm:cxn modelId="{242C1062-896A-438F-A717-F13665E44CB9}" type="presOf" srcId="{FC881DFD-09B3-41F1-AA58-93EAA1DC51F4}" destId="{5A4FB645-BC77-41B0-B5A6-D782CA5549D3}" srcOrd="0" destOrd="0" presId="urn:microsoft.com/office/officeart/2005/8/layout/orgChart1"/>
    <dgm:cxn modelId="{55A26544-7E7F-4C98-8CDC-C522B9EA27D1}" type="presOf" srcId="{0BFD83F9-A816-4B0E-8A50-137C4309344B}" destId="{36EA9703-42D7-46A2-AC9B-82FB320E9B2A}" srcOrd="1" destOrd="0" presId="urn:microsoft.com/office/officeart/2005/8/layout/orgChart1"/>
    <dgm:cxn modelId="{C3399269-72AF-4651-A536-16860ED83395}" type="presOf" srcId="{00933EF1-2AF1-44E9-B9F3-218820BF70C0}" destId="{C0712093-7C06-4635-86EE-79EF4D8F9B68}" srcOrd="1" destOrd="0" presId="urn:microsoft.com/office/officeart/2005/8/layout/orgChart1"/>
    <dgm:cxn modelId="{A5AD5A4B-DA1D-4AC4-9098-839011D727BD}" type="presOf" srcId="{D1A46C56-A8CE-46E8-BF6D-053309496E1D}" destId="{36A1C92A-2A81-4A4B-83BA-805B1367B0BE}" srcOrd="1" destOrd="0" presId="urn:microsoft.com/office/officeart/2005/8/layout/orgChart1"/>
    <dgm:cxn modelId="{AE46D16C-EC44-42AB-B803-8B22129E8BB0}" srcId="{00933EF1-2AF1-44E9-B9F3-218820BF70C0}" destId="{43A0AAE5-A921-4ADE-B4B1-E6285F8D7737}" srcOrd="0" destOrd="0" parTransId="{15B5D890-2BC3-4644-A920-0630A56320DC}" sibTransId="{5E89C18E-F338-49DF-87E2-5C4BFBD0B077}"/>
    <dgm:cxn modelId="{823E674F-CD85-4ADA-AB2F-F7AFDF17A46B}" type="presOf" srcId="{00933EF1-2AF1-44E9-B9F3-218820BF70C0}" destId="{4AD9E192-BE6A-4DF8-9AC2-D273DA4F1EAA}" srcOrd="0" destOrd="0" presId="urn:microsoft.com/office/officeart/2005/8/layout/orgChart1"/>
    <dgm:cxn modelId="{AEFB6B52-60EE-434D-91DE-BECC70627F92}" type="presOf" srcId="{0965D37B-9E1E-488D-ABA3-919261D6ECE9}" destId="{68C7BD88-A8CF-414B-BDFC-66464783C2D7}" srcOrd="0" destOrd="0" presId="urn:microsoft.com/office/officeart/2005/8/layout/orgChart1"/>
    <dgm:cxn modelId="{9AA79A72-876C-4BFA-8CC9-F0580FB86783}" type="presOf" srcId="{8C96C477-B505-4AA8-BC4E-76003BD52243}" destId="{D1706F98-20E8-4169-B7AE-D4B0D259237F}" srcOrd="1" destOrd="0" presId="urn:microsoft.com/office/officeart/2005/8/layout/orgChart1"/>
    <dgm:cxn modelId="{D8852674-7169-4E35-B278-EA11859035B6}" type="presOf" srcId="{650DBEA8-39C0-4E9A-A66D-702070F3C466}" destId="{353FB217-4855-417B-A5C0-3F2C2BBAB9FB}" srcOrd="0" destOrd="0" presId="urn:microsoft.com/office/officeart/2005/8/layout/orgChart1"/>
    <dgm:cxn modelId="{EBCB6675-A89C-44A8-9208-8FD73A22302E}" type="presOf" srcId="{C699788F-5BCF-4227-A8EA-856282BAC641}" destId="{8CF86E3D-8369-4746-A0C5-B9AEB9DE51CC}" srcOrd="1" destOrd="0" presId="urn:microsoft.com/office/officeart/2005/8/layout/orgChart1"/>
    <dgm:cxn modelId="{2BE77B75-0655-44DD-A872-B8A666BDB35D}" type="presOf" srcId="{FC881DFD-09B3-41F1-AA58-93EAA1DC51F4}" destId="{34ACE09C-5492-48EF-9A8D-F244F39A1CC9}" srcOrd="1" destOrd="0" presId="urn:microsoft.com/office/officeart/2005/8/layout/orgChart1"/>
    <dgm:cxn modelId="{901DD557-D687-46A6-9AAD-9E16A364BB58}" type="presOf" srcId="{71FDD5FF-1B35-462D-8FDA-043D7D12CBE8}" destId="{77630F50-41BB-4F9E-AB3F-31EF4446C5B7}" srcOrd="0" destOrd="0" presId="urn:microsoft.com/office/officeart/2005/8/layout/orgChart1"/>
    <dgm:cxn modelId="{EBA0EA77-24B0-44F1-8A95-0A2856806F90}" srcId="{0BFD83F9-A816-4B0E-8A50-137C4309344B}" destId="{37E02828-0FFE-430F-8E85-F035E69B43BD}" srcOrd="1" destOrd="0" parTransId="{71FDD5FF-1B35-462D-8FDA-043D7D12CBE8}" sibTransId="{9BA3413D-232A-43A5-9D28-083C51FEF669}"/>
    <dgm:cxn modelId="{B536DD7C-9CCC-47D8-901C-36BB48EF8934}" type="presOf" srcId="{C699788F-5BCF-4227-A8EA-856282BAC641}" destId="{2686E213-FD5F-40A3-B80F-3392F1DA8ED0}" srcOrd="0" destOrd="0" presId="urn:microsoft.com/office/officeart/2005/8/layout/orgChart1"/>
    <dgm:cxn modelId="{EDDC0782-DD30-40F5-8C3A-8ACF3AA319BF}" type="presOf" srcId="{809A56A7-73FE-4E14-AB6A-79B58CCFD102}" destId="{7D4A13F4-FD34-4B8E-B53E-BFCE53B83B25}" srcOrd="0" destOrd="0" presId="urn:microsoft.com/office/officeart/2005/8/layout/orgChart1"/>
    <dgm:cxn modelId="{08E34895-11D1-4CB3-B06E-201BA1C44F7F}" srcId="{5BD51E99-FFC0-4EEF-9C6C-468F6122572C}" destId="{641A81AC-9EA2-4A34-9E00-9385ED1FD422}" srcOrd="0" destOrd="0" parTransId="{FE9D218B-9D24-4764-B6A2-6380B9E0F411}" sibTransId="{CA4593E2-4752-4C4F-986F-72D2B7FDDEFF}"/>
    <dgm:cxn modelId="{5353DF97-C555-499D-882E-F9FCA8A9B3CD}" type="presOf" srcId="{CE4001F4-A6B1-4129-927F-2CDB56E609CF}" destId="{2B6216EE-0332-46F3-BC8E-9FC18354BC59}" srcOrd="0" destOrd="0" presId="urn:microsoft.com/office/officeart/2005/8/layout/orgChart1"/>
    <dgm:cxn modelId="{4E0AFB99-5DA1-48A3-8901-F8DED534824D}" srcId="{37E02828-0FFE-430F-8E85-F035E69B43BD}" destId="{11BD22DB-2729-4AC4-B641-6CB331239F43}" srcOrd="1" destOrd="0" parTransId="{0965D37B-9E1E-488D-ABA3-919261D6ECE9}" sibTransId="{DA1D93BB-2A65-4CA2-8266-7D7E29B41B60}"/>
    <dgm:cxn modelId="{9C00559D-8453-449C-BA1D-6D269B781942}" srcId="{641A81AC-9EA2-4A34-9E00-9385ED1FD422}" destId="{6A310116-E4CA-4DAA-9FA7-A32CC4C882C1}" srcOrd="0" destOrd="0" parTransId="{6B487201-48C7-4A3F-82AF-53B03C877328}" sibTransId="{6D1A143E-D152-4857-91C0-707785665A42}"/>
    <dgm:cxn modelId="{805AF59F-1AB1-47CD-B398-336B4E02098A}" type="presOf" srcId="{8C96C477-B505-4AA8-BC4E-76003BD52243}" destId="{EC45E921-B3F0-4613-938B-117C53447DC4}" srcOrd="0" destOrd="0" presId="urn:microsoft.com/office/officeart/2005/8/layout/orgChart1"/>
    <dgm:cxn modelId="{50CCCEA7-DCD7-48A9-8213-C44F2997E4AF}" type="presOf" srcId="{524533BF-699D-4A11-83C6-396CB5FD9988}" destId="{57B4B7B4-DBBB-42BE-8244-08C6A48F1D4E}" srcOrd="0" destOrd="0" presId="urn:microsoft.com/office/officeart/2005/8/layout/orgChart1"/>
    <dgm:cxn modelId="{B7CE11A8-F3EF-4D3F-9A67-82F4DE10798B}" srcId="{00933EF1-2AF1-44E9-B9F3-218820BF70C0}" destId="{8C8A3967-2444-4087-8905-5E9C68C268C5}" srcOrd="1" destOrd="0" parTransId="{CE4001F4-A6B1-4129-927F-2CDB56E609CF}" sibTransId="{99ECC569-134A-401C-BA84-3D0FF79D9B7A}"/>
    <dgm:cxn modelId="{0126A5A8-DD3C-430A-95CB-58645447D86C}" type="presOf" srcId="{CCB07602-5D18-49D3-AC6E-F4B7FBAF5B7E}" destId="{569D8539-D913-43E9-9AA0-A920583698EB}" srcOrd="0" destOrd="0" presId="urn:microsoft.com/office/officeart/2005/8/layout/orgChart1"/>
    <dgm:cxn modelId="{F719F0B0-27C2-4078-B831-B2617B841824}" type="presOf" srcId="{6A310116-E4CA-4DAA-9FA7-A32CC4C882C1}" destId="{E33AA7E0-5967-4269-BC66-7E754E5BB239}" srcOrd="1" destOrd="0" presId="urn:microsoft.com/office/officeart/2005/8/layout/orgChart1"/>
    <dgm:cxn modelId="{4ED06DB7-0AA3-42E6-BFA0-1BA4954E6158}" type="presOf" srcId="{F96BA4A3-9A65-4CDD-BE04-7D66D0FCFE40}" destId="{AFEED0B6-79A9-4BA0-AB3B-7E79AA532C3F}" srcOrd="0" destOrd="0" presId="urn:microsoft.com/office/officeart/2005/8/layout/orgChart1"/>
    <dgm:cxn modelId="{0529E3B7-4ED6-4321-82C7-973AEAC5C4EC}" type="presOf" srcId="{436B02F6-F4DE-4F15-8980-5F7BEDBDE6B8}" destId="{078868D4-D600-4760-96C3-67E91C37F21A}" srcOrd="0" destOrd="0" presId="urn:microsoft.com/office/officeart/2005/8/layout/orgChart1"/>
    <dgm:cxn modelId="{E181F3BD-7839-4225-9C14-F05C2E7F37A6}" type="presOf" srcId="{436B02F6-F4DE-4F15-8980-5F7BEDBDE6B8}" destId="{0250E01B-80D8-4D93-A6EC-5881C66E2D0A}" srcOrd="1" destOrd="0" presId="urn:microsoft.com/office/officeart/2005/8/layout/orgChart1"/>
    <dgm:cxn modelId="{821212C7-286D-48D9-A1CC-D27A6D1314E2}" type="presOf" srcId="{6A310116-E4CA-4DAA-9FA7-A32CC4C882C1}" destId="{B6399BF2-009D-4A46-AC79-56E91FE2E714}" srcOrd="0" destOrd="0" presId="urn:microsoft.com/office/officeart/2005/8/layout/orgChart1"/>
    <dgm:cxn modelId="{426360CB-64C4-4890-83A5-774B4E90C7C2}" type="presOf" srcId="{6B487201-48C7-4A3F-82AF-53B03C877328}" destId="{A3C2E62E-2279-45DD-9935-5F1124B4ABFE}" srcOrd="0" destOrd="0" presId="urn:microsoft.com/office/officeart/2005/8/layout/orgChart1"/>
    <dgm:cxn modelId="{BCDA3ECD-BBA9-42F9-A770-D8C5DA627ADD}" type="presOf" srcId="{D6D4AEC0-59EC-42D3-94B2-7727D1BB4DED}" destId="{FD570B6E-AF9B-4F42-83DB-21DFD1A0CF24}" srcOrd="0" destOrd="0" presId="urn:microsoft.com/office/officeart/2005/8/layout/orgChart1"/>
    <dgm:cxn modelId="{A79CCFCE-1C04-404A-942B-9BB439FAA316}" srcId="{37E02828-0FFE-430F-8E85-F035E69B43BD}" destId="{C699788F-5BCF-4227-A8EA-856282BAC641}" srcOrd="3" destOrd="0" parTransId="{809A56A7-73FE-4E14-AB6A-79B58CCFD102}" sibTransId="{B94A2596-CDCE-4A62-82DA-5890B4D56064}"/>
    <dgm:cxn modelId="{B19FCADE-9544-40C7-A410-D48050C29039}" type="presOf" srcId="{37E02828-0FFE-430F-8E85-F035E69B43BD}" destId="{8A75ABF9-B80F-477E-ADA7-48AD52BEF5B3}" srcOrd="1" destOrd="0" presId="urn:microsoft.com/office/officeart/2005/8/layout/orgChart1"/>
    <dgm:cxn modelId="{DCA468E5-204F-4247-A4A6-6426A3FC18E2}" type="presOf" srcId="{641A81AC-9EA2-4A34-9E00-9385ED1FD422}" destId="{763F14C9-31F7-4A39-A50A-BF7F0E6BC962}" srcOrd="1" destOrd="0" presId="urn:microsoft.com/office/officeart/2005/8/layout/orgChart1"/>
    <dgm:cxn modelId="{49921FEF-8519-49E6-AAA8-6A37AF928EE7}" srcId="{37E02828-0FFE-430F-8E85-F035E69B43BD}" destId="{D1A46C56-A8CE-46E8-BF6D-053309496E1D}" srcOrd="0" destOrd="0" parTransId="{64162D27-ACD0-48D3-8580-91C04278FB3A}" sibTransId="{322882EF-18E1-4EDC-8875-C3B012730B17}"/>
    <dgm:cxn modelId="{B072E5F0-92D0-449A-8F13-738275761594}" srcId="{8C96C477-B505-4AA8-BC4E-76003BD52243}" destId="{621B9AB0-52B4-4568-9714-82EC3EC0DE65}" srcOrd="1" destOrd="0" parTransId="{CCB07602-5D18-49D3-AC6E-F4B7FBAF5B7E}" sibTransId="{C6146C72-CE60-4A13-ABCC-F19F440C63EC}"/>
    <dgm:cxn modelId="{41A7BEF1-F758-499C-A655-80B2F046E51A}" type="presOf" srcId="{15B5D890-2BC3-4644-A920-0630A56320DC}" destId="{C3EAA277-39AA-48B0-B65E-C2B3D7E588D6}" srcOrd="0" destOrd="0" presId="urn:microsoft.com/office/officeart/2005/8/layout/orgChart1"/>
    <dgm:cxn modelId="{BC591AF3-2C92-4776-8F27-0E7D6CD05D2F}" type="presOf" srcId="{F96BA4A3-9A65-4CDD-BE04-7D66D0FCFE40}" destId="{42E800FE-8EC5-4861-A543-A4A83C122143}" srcOrd="1" destOrd="0" presId="urn:microsoft.com/office/officeart/2005/8/layout/orgChart1"/>
    <dgm:cxn modelId="{4612C9F7-D623-4042-A9D0-4F21E8ECD726}" srcId="{641A81AC-9EA2-4A34-9E00-9385ED1FD422}" destId="{0BFD83F9-A816-4B0E-8A50-137C4309344B}" srcOrd="1" destOrd="0" parTransId="{17664803-913D-4594-93F0-C8830109BDA9}" sibTransId="{7AAB4858-3F6F-49B3-BB51-EA242583CFD2}"/>
    <dgm:cxn modelId="{F644FFF8-9B99-43E0-98EB-BB9C8820D5BF}" type="presOf" srcId="{0BFD83F9-A816-4B0E-8A50-137C4309344B}" destId="{FBE47A00-8EE7-4080-89CC-AD8807DE86A1}" srcOrd="0" destOrd="0" presId="urn:microsoft.com/office/officeart/2005/8/layout/orgChart1"/>
    <dgm:cxn modelId="{1BE7B6FA-2037-4055-A4BA-C9421B51CAA9}" type="presOf" srcId="{64162D27-ACD0-48D3-8580-91C04278FB3A}" destId="{B30C41FA-EECB-4F61-9206-E22CF485CCE5}" srcOrd="0" destOrd="0" presId="urn:microsoft.com/office/officeart/2005/8/layout/orgChart1"/>
    <dgm:cxn modelId="{4B763BFE-D73A-4405-B9D1-366220ADDFEE}" srcId="{621B9AB0-52B4-4568-9714-82EC3EC0DE65}" destId="{FC881DFD-09B3-41F1-AA58-93EAA1DC51F4}" srcOrd="0" destOrd="0" parTransId="{650DBEA8-39C0-4E9A-A66D-702070F3C466}" sibTransId="{86F71BDC-EB33-477C-ADCB-142347552B89}"/>
    <dgm:cxn modelId="{1BDBC396-F98B-4CE9-96DF-8B01CE9EF13C}" type="presParOf" srcId="{3D2186B8-90EF-490C-AF59-562907078203}" destId="{1E06A66F-789C-4634-972E-45A55E344851}" srcOrd="0" destOrd="0" presId="urn:microsoft.com/office/officeart/2005/8/layout/orgChart1"/>
    <dgm:cxn modelId="{A1BA3E43-1028-451F-A9BF-C889A2BD3020}" type="presParOf" srcId="{1E06A66F-789C-4634-972E-45A55E344851}" destId="{D3664D89-3D5F-414F-BDF9-6DD184467A80}" srcOrd="0" destOrd="0" presId="urn:microsoft.com/office/officeart/2005/8/layout/orgChart1"/>
    <dgm:cxn modelId="{1D162CAF-D742-41BF-9615-BF78509CC9FF}" type="presParOf" srcId="{D3664D89-3D5F-414F-BDF9-6DD184467A80}" destId="{D576F7C4-99BB-4A3C-BD1B-DFAD90EDE4D6}" srcOrd="0" destOrd="0" presId="urn:microsoft.com/office/officeart/2005/8/layout/orgChart1"/>
    <dgm:cxn modelId="{CA52516E-F96B-4494-BD92-0225949FAC8E}" type="presParOf" srcId="{D3664D89-3D5F-414F-BDF9-6DD184467A80}" destId="{763F14C9-31F7-4A39-A50A-BF7F0E6BC962}" srcOrd="1" destOrd="0" presId="urn:microsoft.com/office/officeart/2005/8/layout/orgChart1"/>
    <dgm:cxn modelId="{5A9C175D-FF7B-4907-9D5A-51114B3E03E3}" type="presParOf" srcId="{1E06A66F-789C-4634-972E-45A55E344851}" destId="{0B4BED53-69EF-4477-8AAD-1DFACCE7A55E}" srcOrd="1" destOrd="0" presId="urn:microsoft.com/office/officeart/2005/8/layout/orgChart1"/>
    <dgm:cxn modelId="{D54884F0-3DBA-4E33-A41C-FB81B3722610}" type="presParOf" srcId="{0B4BED53-69EF-4477-8AAD-1DFACCE7A55E}" destId="{A3C2E62E-2279-45DD-9935-5F1124B4ABFE}" srcOrd="0" destOrd="0" presId="urn:microsoft.com/office/officeart/2005/8/layout/orgChart1"/>
    <dgm:cxn modelId="{92E2FDFC-6FDF-42EF-9E04-497FEE285366}" type="presParOf" srcId="{0B4BED53-69EF-4477-8AAD-1DFACCE7A55E}" destId="{603721B2-9CF4-41FF-97F5-DD1B68583295}" srcOrd="1" destOrd="0" presId="urn:microsoft.com/office/officeart/2005/8/layout/orgChart1"/>
    <dgm:cxn modelId="{7CF840EB-5271-412A-BFD4-CCFF6347BFF5}" type="presParOf" srcId="{603721B2-9CF4-41FF-97F5-DD1B68583295}" destId="{5927D8ED-53DA-49FE-8312-936A732D096B}" srcOrd="0" destOrd="0" presId="urn:microsoft.com/office/officeart/2005/8/layout/orgChart1"/>
    <dgm:cxn modelId="{7219A8B3-00B4-4E6E-8DFE-6CCD71841943}" type="presParOf" srcId="{5927D8ED-53DA-49FE-8312-936A732D096B}" destId="{B6399BF2-009D-4A46-AC79-56E91FE2E714}" srcOrd="0" destOrd="0" presId="urn:microsoft.com/office/officeart/2005/8/layout/orgChart1"/>
    <dgm:cxn modelId="{273EAEB6-5C98-488B-ABDD-A7FAA7818A33}" type="presParOf" srcId="{5927D8ED-53DA-49FE-8312-936A732D096B}" destId="{E33AA7E0-5967-4269-BC66-7E754E5BB239}" srcOrd="1" destOrd="0" presId="urn:microsoft.com/office/officeart/2005/8/layout/orgChart1"/>
    <dgm:cxn modelId="{BBD6D60E-B16E-4BE8-BF66-D923987757CE}" type="presParOf" srcId="{603721B2-9CF4-41FF-97F5-DD1B68583295}" destId="{D05DF558-AE88-4381-905C-443EA7B3F85F}" srcOrd="1" destOrd="0" presId="urn:microsoft.com/office/officeart/2005/8/layout/orgChart1"/>
    <dgm:cxn modelId="{9861F013-6582-4BC1-A46E-7393DAF191CC}" type="presParOf" srcId="{603721B2-9CF4-41FF-97F5-DD1B68583295}" destId="{A7E15207-8AED-42D1-AE65-D9C3A49D6871}" srcOrd="2" destOrd="0" presId="urn:microsoft.com/office/officeart/2005/8/layout/orgChart1"/>
    <dgm:cxn modelId="{CB88061B-E668-422F-8F35-83897ECAD91B}" type="presParOf" srcId="{0B4BED53-69EF-4477-8AAD-1DFACCE7A55E}" destId="{B0C452E7-0527-4733-893D-D2DCA3E0B86A}" srcOrd="2" destOrd="0" presId="urn:microsoft.com/office/officeart/2005/8/layout/orgChart1"/>
    <dgm:cxn modelId="{6F3C3564-67E2-490A-B0C6-190D34E2A5E7}" type="presParOf" srcId="{0B4BED53-69EF-4477-8AAD-1DFACCE7A55E}" destId="{3BAAD0FD-FD3B-4A1C-B2B4-BBDABE835047}" srcOrd="3" destOrd="0" presId="urn:microsoft.com/office/officeart/2005/8/layout/orgChart1"/>
    <dgm:cxn modelId="{E3F74002-C8E1-4B56-85DA-7D266CC71144}" type="presParOf" srcId="{3BAAD0FD-FD3B-4A1C-B2B4-BBDABE835047}" destId="{4F81FDAA-0F87-4EB1-8B12-9E2B175A6B3D}" srcOrd="0" destOrd="0" presId="urn:microsoft.com/office/officeart/2005/8/layout/orgChart1"/>
    <dgm:cxn modelId="{5250CE1F-0946-4B27-AA60-BFEE1503404E}" type="presParOf" srcId="{4F81FDAA-0F87-4EB1-8B12-9E2B175A6B3D}" destId="{FBE47A00-8EE7-4080-89CC-AD8807DE86A1}" srcOrd="0" destOrd="0" presId="urn:microsoft.com/office/officeart/2005/8/layout/orgChart1"/>
    <dgm:cxn modelId="{ABD920B8-EDD5-4D62-BB1B-92E3E20301F3}" type="presParOf" srcId="{4F81FDAA-0F87-4EB1-8B12-9E2B175A6B3D}" destId="{36EA9703-42D7-46A2-AC9B-82FB320E9B2A}" srcOrd="1" destOrd="0" presId="urn:microsoft.com/office/officeart/2005/8/layout/orgChart1"/>
    <dgm:cxn modelId="{B5B7B2D4-5E76-4E48-BAC3-FB770E3A1120}" type="presParOf" srcId="{3BAAD0FD-FD3B-4A1C-B2B4-BBDABE835047}" destId="{77D4AC6C-D4DD-46E0-98EB-7A53BF0C379C}" srcOrd="1" destOrd="0" presId="urn:microsoft.com/office/officeart/2005/8/layout/orgChart1"/>
    <dgm:cxn modelId="{A4CED125-967A-4842-9929-CBEF1E587A06}" type="presParOf" srcId="{77D4AC6C-D4DD-46E0-98EB-7A53BF0C379C}" destId="{8C30806D-D8C1-4C5A-8CF4-73EB3C36C9DA}" srcOrd="0" destOrd="0" presId="urn:microsoft.com/office/officeart/2005/8/layout/orgChart1"/>
    <dgm:cxn modelId="{B816CE1A-095B-4927-8494-AAB2D5CB881B}" type="presParOf" srcId="{77D4AC6C-D4DD-46E0-98EB-7A53BF0C379C}" destId="{5F0424E5-897A-4245-A458-6A7F68A661F6}" srcOrd="1" destOrd="0" presId="urn:microsoft.com/office/officeart/2005/8/layout/orgChart1"/>
    <dgm:cxn modelId="{267D5029-A380-4E53-AA27-3D6F3A397879}" type="presParOf" srcId="{5F0424E5-897A-4245-A458-6A7F68A661F6}" destId="{539781AD-DB36-41B8-945C-153862882B6F}" srcOrd="0" destOrd="0" presId="urn:microsoft.com/office/officeart/2005/8/layout/orgChart1"/>
    <dgm:cxn modelId="{131C498B-8267-4CA5-8354-E52F226F06B7}" type="presParOf" srcId="{539781AD-DB36-41B8-945C-153862882B6F}" destId="{AFEED0B6-79A9-4BA0-AB3B-7E79AA532C3F}" srcOrd="0" destOrd="0" presId="urn:microsoft.com/office/officeart/2005/8/layout/orgChart1"/>
    <dgm:cxn modelId="{5662A48E-1497-4ECD-A146-9DEC712EAB03}" type="presParOf" srcId="{539781AD-DB36-41B8-945C-153862882B6F}" destId="{42E800FE-8EC5-4861-A543-A4A83C122143}" srcOrd="1" destOrd="0" presId="urn:microsoft.com/office/officeart/2005/8/layout/orgChart1"/>
    <dgm:cxn modelId="{43830EA4-2FD8-4B99-AF83-BD69491C5B9E}" type="presParOf" srcId="{5F0424E5-897A-4245-A458-6A7F68A661F6}" destId="{BD6CF84E-1A4D-4159-BDE6-EDA49A591F50}" srcOrd="1" destOrd="0" presId="urn:microsoft.com/office/officeart/2005/8/layout/orgChart1"/>
    <dgm:cxn modelId="{AF73D7C4-DA5F-493F-A5E9-008AF9CAC941}" type="presParOf" srcId="{5F0424E5-897A-4245-A458-6A7F68A661F6}" destId="{C23846EB-908E-4FA1-9B28-15B96A0AC423}" srcOrd="2" destOrd="0" presId="urn:microsoft.com/office/officeart/2005/8/layout/orgChart1"/>
    <dgm:cxn modelId="{FE4AB3B1-41F8-4502-BA05-50717488ED85}" type="presParOf" srcId="{77D4AC6C-D4DD-46E0-98EB-7A53BF0C379C}" destId="{77630F50-41BB-4F9E-AB3F-31EF4446C5B7}" srcOrd="2" destOrd="0" presId="urn:microsoft.com/office/officeart/2005/8/layout/orgChart1"/>
    <dgm:cxn modelId="{D34CC5E5-1653-425D-B8DE-BBB5EC251D37}" type="presParOf" srcId="{77D4AC6C-D4DD-46E0-98EB-7A53BF0C379C}" destId="{69CB6533-44E8-444F-B060-4DED15565DAE}" srcOrd="3" destOrd="0" presId="urn:microsoft.com/office/officeart/2005/8/layout/orgChart1"/>
    <dgm:cxn modelId="{661BDA55-5E49-426A-9BEA-248AA1DEC1B7}" type="presParOf" srcId="{69CB6533-44E8-444F-B060-4DED15565DAE}" destId="{4AE5A6C0-51E6-48E2-9E35-69BEDFE82D8A}" srcOrd="0" destOrd="0" presId="urn:microsoft.com/office/officeart/2005/8/layout/orgChart1"/>
    <dgm:cxn modelId="{1D65DB2B-2B84-4ACE-B549-57AE5C8DCFE7}" type="presParOf" srcId="{4AE5A6C0-51E6-48E2-9E35-69BEDFE82D8A}" destId="{E5D6B167-3FA9-4213-BD5D-6DD94637F056}" srcOrd="0" destOrd="0" presId="urn:microsoft.com/office/officeart/2005/8/layout/orgChart1"/>
    <dgm:cxn modelId="{486A0073-4E61-4017-BE19-532808DBA356}" type="presParOf" srcId="{4AE5A6C0-51E6-48E2-9E35-69BEDFE82D8A}" destId="{8A75ABF9-B80F-477E-ADA7-48AD52BEF5B3}" srcOrd="1" destOrd="0" presId="urn:microsoft.com/office/officeart/2005/8/layout/orgChart1"/>
    <dgm:cxn modelId="{293915DA-A8C8-43BA-9514-C30D682D86DF}" type="presParOf" srcId="{69CB6533-44E8-444F-B060-4DED15565DAE}" destId="{C505006E-A92F-4332-A50A-5A2BF1131422}" srcOrd="1" destOrd="0" presId="urn:microsoft.com/office/officeart/2005/8/layout/orgChart1"/>
    <dgm:cxn modelId="{9E9E67D0-52B0-4DD6-A5C0-CAF4E6FFF88D}" type="presParOf" srcId="{C505006E-A92F-4332-A50A-5A2BF1131422}" destId="{B30C41FA-EECB-4F61-9206-E22CF485CCE5}" srcOrd="0" destOrd="0" presId="urn:microsoft.com/office/officeart/2005/8/layout/orgChart1"/>
    <dgm:cxn modelId="{93FB52BB-7D26-41F3-B6F5-08773DD07A9E}" type="presParOf" srcId="{C505006E-A92F-4332-A50A-5A2BF1131422}" destId="{BA735728-FC71-4AFE-B51A-E63C0200C78C}" srcOrd="1" destOrd="0" presId="urn:microsoft.com/office/officeart/2005/8/layout/orgChart1"/>
    <dgm:cxn modelId="{492DE679-F898-4A87-AE37-E9679EF74FAD}" type="presParOf" srcId="{BA735728-FC71-4AFE-B51A-E63C0200C78C}" destId="{9395150D-5420-4CC7-AF02-A3CA4A2FDEA3}" srcOrd="0" destOrd="0" presId="urn:microsoft.com/office/officeart/2005/8/layout/orgChart1"/>
    <dgm:cxn modelId="{E7CA9B9D-85FA-4042-8831-BA238F98A66A}" type="presParOf" srcId="{9395150D-5420-4CC7-AF02-A3CA4A2FDEA3}" destId="{8D865ED3-DDFE-4DC4-9E13-9C136E1F4596}" srcOrd="0" destOrd="0" presId="urn:microsoft.com/office/officeart/2005/8/layout/orgChart1"/>
    <dgm:cxn modelId="{E5444A9C-93DC-4053-826F-06DACF57773A}" type="presParOf" srcId="{9395150D-5420-4CC7-AF02-A3CA4A2FDEA3}" destId="{36A1C92A-2A81-4A4B-83BA-805B1367B0BE}" srcOrd="1" destOrd="0" presId="urn:microsoft.com/office/officeart/2005/8/layout/orgChart1"/>
    <dgm:cxn modelId="{C87E00C7-9BCB-4368-B9A2-7D70B2605A14}" type="presParOf" srcId="{BA735728-FC71-4AFE-B51A-E63C0200C78C}" destId="{AE6179CE-3C26-4DDD-A9C6-7FDACD0D0950}" srcOrd="1" destOrd="0" presId="urn:microsoft.com/office/officeart/2005/8/layout/orgChart1"/>
    <dgm:cxn modelId="{39748831-FA07-47D8-876C-E4546EB77479}" type="presParOf" srcId="{BA735728-FC71-4AFE-B51A-E63C0200C78C}" destId="{85F97C8F-E39A-4D0E-95B2-704CE74BE420}" srcOrd="2" destOrd="0" presId="urn:microsoft.com/office/officeart/2005/8/layout/orgChart1"/>
    <dgm:cxn modelId="{91DEF4CD-8BFC-47A7-B98D-AAFD58349CDC}" type="presParOf" srcId="{C505006E-A92F-4332-A50A-5A2BF1131422}" destId="{68C7BD88-A8CF-414B-BDFC-66464783C2D7}" srcOrd="2" destOrd="0" presId="urn:microsoft.com/office/officeart/2005/8/layout/orgChart1"/>
    <dgm:cxn modelId="{16834698-484C-4179-8E35-D50FE522C53C}" type="presParOf" srcId="{C505006E-A92F-4332-A50A-5A2BF1131422}" destId="{0E30D6F3-3205-4B25-B383-43F08D8B0B33}" srcOrd="3" destOrd="0" presId="urn:microsoft.com/office/officeart/2005/8/layout/orgChart1"/>
    <dgm:cxn modelId="{694C9372-C4E4-40CF-9159-C2DB96028970}" type="presParOf" srcId="{0E30D6F3-3205-4B25-B383-43F08D8B0B33}" destId="{7C549D11-784E-460E-AE1C-53731F980629}" srcOrd="0" destOrd="0" presId="urn:microsoft.com/office/officeart/2005/8/layout/orgChart1"/>
    <dgm:cxn modelId="{D197F834-F92F-44DD-84B1-A05AE0B9BD39}" type="presParOf" srcId="{7C549D11-784E-460E-AE1C-53731F980629}" destId="{75D95989-366C-4CD5-85A1-9C1B9C87D98A}" srcOrd="0" destOrd="0" presId="urn:microsoft.com/office/officeart/2005/8/layout/orgChart1"/>
    <dgm:cxn modelId="{D400EC88-8F46-4077-93CB-D0EAAF31C907}" type="presParOf" srcId="{7C549D11-784E-460E-AE1C-53731F980629}" destId="{8979F7BD-16FC-418C-B14B-576370E02F17}" srcOrd="1" destOrd="0" presId="urn:microsoft.com/office/officeart/2005/8/layout/orgChart1"/>
    <dgm:cxn modelId="{F0103CA7-6E3C-49CF-A943-6664DF85AA7F}" type="presParOf" srcId="{0E30D6F3-3205-4B25-B383-43F08D8B0B33}" destId="{D1054AA5-823B-4AB2-9B33-37BD7B5F3FD9}" srcOrd="1" destOrd="0" presId="urn:microsoft.com/office/officeart/2005/8/layout/orgChart1"/>
    <dgm:cxn modelId="{55946AE3-2F6B-4215-A624-E34CEFD5BB6A}" type="presParOf" srcId="{0E30D6F3-3205-4B25-B383-43F08D8B0B33}" destId="{AAD28A56-9167-4321-9E14-94481E6FAF09}" srcOrd="2" destOrd="0" presId="urn:microsoft.com/office/officeart/2005/8/layout/orgChart1"/>
    <dgm:cxn modelId="{9D6F196C-6899-4FC2-9479-36A705DE908A}" type="presParOf" srcId="{C505006E-A92F-4332-A50A-5A2BF1131422}" destId="{57B4B7B4-DBBB-42BE-8244-08C6A48F1D4E}" srcOrd="4" destOrd="0" presId="urn:microsoft.com/office/officeart/2005/8/layout/orgChart1"/>
    <dgm:cxn modelId="{55B57AB8-C38F-4B1B-AA2D-0CFA19C236E0}" type="presParOf" srcId="{C505006E-A92F-4332-A50A-5A2BF1131422}" destId="{9ACD3656-6786-4433-B685-1A5F511C5523}" srcOrd="5" destOrd="0" presId="urn:microsoft.com/office/officeart/2005/8/layout/orgChart1"/>
    <dgm:cxn modelId="{5F707F4C-A5B6-4677-853F-12C3CC2AF33C}" type="presParOf" srcId="{9ACD3656-6786-4433-B685-1A5F511C5523}" destId="{E45FF460-365C-43E0-AE4C-325CAFDEF6E6}" srcOrd="0" destOrd="0" presId="urn:microsoft.com/office/officeart/2005/8/layout/orgChart1"/>
    <dgm:cxn modelId="{68608A5D-2776-4277-B7E4-4658ABDA2BA4}" type="presParOf" srcId="{E45FF460-365C-43E0-AE4C-325CAFDEF6E6}" destId="{4AD9E192-BE6A-4DF8-9AC2-D273DA4F1EAA}" srcOrd="0" destOrd="0" presId="urn:microsoft.com/office/officeart/2005/8/layout/orgChart1"/>
    <dgm:cxn modelId="{625A7588-0FE6-44B1-80C9-BEDD2E92A231}" type="presParOf" srcId="{E45FF460-365C-43E0-AE4C-325CAFDEF6E6}" destId="{C0712093-7C06-4635-86EE-79EF4D8F9B68}" srcOrd="1" destOrd="0" presId="urn:microsoft.com/office/officeart/2005/8/layout/orgChart1"/>
    <dgm:cxn modelId="{CB20E0E0-CA6F-4846-8128-D3DE56999708}" type="presParOf" srcId="{9ACD3656-6786-4433-B685-1A5F511C5523}" destId="{B2477B42-3E0C-4CA1-92EB-BBA77E3114E6}" srcOrd="1" destOrd="0" presId="urn:microsoft.com/office/officeart/2005/8/layout/orgChart1"/>
    <dgm:cxn modelId="{0B48C285-FF5C-4A12-926C-232E9F4C6620}" type="presParOf" srcId="{B2477B42-3E0C-4CA1-92EB-BBA77E3114E6}" destId="{C3EAA277-39AA-48B0-B65E-C2B3D7E588D6}" srcOrd="0" destOrd="0" presId="urn:microsoft.com/office/officeart/2005/8/layout/orgChart1"/>
    <dgm:cxn modelId="{38C80158-DFED-425E-B44D-2D6408802EBB}" type="presParOf" srcId="{B2477B42-3E0C-4CA1-92EB-BBA77E3114E6}" destId="{5D19745E-496D-44D4-8733-73485559765B}" srcOrd="1" destOrd="0" presId="urn:microsoft.com/office/officeart/2005/8/layout/orgChart1"/>
    <dgm:cxn modelId="{958BFA25-0418-475C-8856-DF09ACB9476B}" type="presParOf" srcId="{5D19745E-496D-44D4-8733-73485559765B}" destId="{58580F0E-6931-4F7A-B4F1-9E2E3F3D8BE7}" srcOrd="0" destOrd="0" presId="urn:microsoft.com/office/officeart/2005/8/layout/orgChart1"/>
    <dgm:cxn modelId="{09E5B82E-5F84-429D-8E5D-8679C655C544}" type="presParOf" srcId="{58580F0E-6931-4F7A-B4F1-9E2E3F3D8BE7}" destId="{723A56C0-86CD-484D-B45E-EBE7DB623610}" srcOrd="0" destOrd="0" presId="urn:microsoft.com/office/officeart/2005/8/layout/orgChart1"/>
    <dgm:cxn modelId="{883AD440-CA5D-4B68-8A3E-6D65C8713D5D}" type="presParOf" srcId="{58580F0E-6931-4F7A-B4F1-9E2E3F3D8BE7}" destId="{15911C11-9E50-4D07-ABE7-EBD0908B30C9}" srcOrd="1" destOrd="0" presId="urn:microsoft.com/office/officeart/2005/8/layout/orgChart1"/>
    <dgm:cxn modelId="{65B01F88-7E19-4B5F-A32C-ABA55F38E03D}" type="presParOf" srcId="{5D19745E-496D-44D4-8733-73485559765B}" destId="{486E198A-BA19-487D-A8BF-D3C9B09AEA87}" srcOrd="1" destOrd="0" presId="urn:microsoft.com/office/officeart/2005/8/layout/orgChart1"/>
    <dgm:cxn modelId="{54229F1B-47A8-4F72-A6A5-771B571A7709}" type="presParOf" srcId="{5D19745E-496D-44D4-8733-73485559765B}" destId="{57C01876-71D7-48ED-8CF2-242A0F3DF359}" srcOrd="2" destOrd="0" presId="urn:microsoft.com/office/officeart/2005/8/layout/orgChart1"/>
    <dgm:cxn modelId="{AC1FC7DC-5F3C-4F99-B5D6-F8735F1513A8}" type="presParOf" srcId="{B2477B42-3E0C-4CA1-92EB-BBA77E3114E6}" destId="{2B6216EE-0332-46F3-BC8E-9FC18354BC59}" srcOrd="2" destOrd="0" presId="urn:microsoft.com/office/officeart/2005/8/layout/orgChart1"/>
    <dgm:cxn modelId="{AD0226B9-60BD-4167-80D4-E7E9F3241E61}" type="presParOf" srcId="{B2477B42-3E0C-4CA1-92EB-BBA77E3114E6}" destId="{84857238-4826-4AF8-A762-41EE06FE4C28}" srcOrd="3" destOrd="0" presId="urn:microsoft.com/office/officeart/2005/8/layout/orgChart1"/>
    <dgm:cxn modelId="{412E4537-2F6E-4E5C-BE6C-80C1A4271780}" type="presParOf" srcId="{84857238-4826-4AF8-A762-41EE06FE4C28}" destId="{9DCC0560-9926-4A3E-86C4-C98A777A4113}" srcOrd="0" destOrd="0" presId="urn:microsoft.com/office/officeart/2005/8/layout/orgChart1"/>
    <dgm:cxn modelId="{831308F1-E44E-42AF-8574-EA0AA6C589A8}" type="presParOf" srcId="{9DCC0560-9926-4A3E-86C4-C98A777A4113}" destId="{AED04F68-6CFF-47E4-A0B1-8EB9FEEA82A7}" srcOrd="0" destOrd="0" presId="urn:microsoft.com/office/officeart/2005/8/layout/orgChart1"/>
    <dgm:cxn modelId="{CACB495A-4651-4673-AABE-49B6EF48BC39}" type="presParOf" srcId="{9DCC0560-9926-4A3E-86C4-C98A777A4113}" destId="{2C06A797-5204-4565-AD23-5EA462DB4912}" srcOrd="1" destOrd="0" presId="urn:microsoft.com/office/officeart/2005/8/layout/orgChart1"/>
    <dgm:cxn modelId="{A9F8C3AE-FA7F-4C09-9277-FD804DF9D0E0}" type="presParOf" srcId="{84857238-4826-4AF8-A762-41EE06FE4C28}" destId="{5CA96AD2-300D-4A7E-B874-FF6D058776F2}" srcOrd="1" destOrd="0" presId="urn:microsoft.com/office/officeart/2005/8/layout/orgChart1"/>
    <dgm:cxn modelId="{06B1EDF3-3A70-41AA-AE14-810AED8C45DF}" type="presParOf" srcId="{84857238-4826-4AF8-A762-41EE06FE4C28}" destId="{5AD8BB6F-BF37-4E6D-87C3-448D81E9C9FB}" srcOrd="2" destOrd="0" presId="urn:microsoft.com/office/officeart/2005/8/layout/orgChart1"/>
    <dgm:cxn modelId="{4561863A-8047-4BA5-9867-7069C3FC37C5}" type="presParOf" srcId="{9ACD3656-6786-4433-B685-1A5F511C5523}" destId="{EA32AA4E-B8E5-46C4-B0BE-2C86B62B14A1}" srcOrd="2" destOrd="0" presId="urn:microsoft.com/office/officeart/2005/8/layout/orgChart1"/>
    <dgm:cxn modelId="{CAD4DC54-518E-42AB-A6BF-E6CADBB4D26D}" type="presParOf" srcId="{C505006E-A92F-4332-A50A-5A2BF1131422}" destId="{7D4A13F4-FD34-4B8E-B53E-BFCE53B83B25}" srcOrd="6" destOrd="0" presId="urn:microsoft.com/office/officeart/2005/8/layout/orgChart1"/>
    <dgm:cxn modelId="{D7027185-CAAF-46F6-9AD5-1F114232E57F}" type="presParOf" srcId="{C505006E-A92F-4332-A50A-5A2BF1131422}" destId="{24018752-8D79-4F05-BA8A-34A6007A8DDF}" srcOrd="7" destOrd="0" presId="urn:microsoft.com/office/officeart/2005/8/layout/orgChart1"/>
    <dgm:cxn modelId="{58005122-2EA9-4FA7-851E-A289E593A63A}" type="presParOf" srcId="{24018752-8D79-4F05-BA8A-34A6007A8DDF}" destId="{AED6B1B9-92B7-41BC-92DD-BBADDD7E3492}" srcOrd="0" destOrd="0" presId="urn:microsoft.com/office/officeart/2005/8/layout/orgChart1"/>
    <dgm:cxn modelId="{2EA3010B-50BF-4140-BDF1-43FB30C682CC}" type="presParOf" srcId="{AED6B1B9-92B7-41BC-92DD-BBADDD7E3492}" destId="{2686E213-FD5F-40A3-B80F-3392F1DA8ED0}" srcOrd="0" destOrd="0" presId="urn:microsoft.com/office/officeart/2005/8/layout/orgChart1"/>
    <dgm:cxn modelId="{4F651488-04E7-4F5D-98D1-EDAB4F5EA1F5}" type="presParOf" srcId="{AED6B1B9-92B7-41BC-92DD-BBADDD7E3492}" destId="{8CF86E3D-8369-4746-A0C5-B9AEB9DE51CC}" srcOrd="1" destOrd="0" presId="urn:microsoft.com/office/officeart/2005/8/layout/orgChart1"/>
    <dgm:cxn modelId="{79A8117F-D287-485E-A283-DAE100FE1110}" type="presParOf" srcId="{24018752-8D79-4F05-BA8A-34A6007A8DDF}" destId="{74FC7C2C-17F4-4A43-961B-9082E34CDB09}" srcOrd="1" destOrd="0" presId="urn:microsoft.com/office/officeart/2005/8/layout/orgChart1"/>
    <dgm:cxn modelId="{B10E20C8-CF15-49B1-A1B5-1B998CC23265}" type="presParOf" srcId="{24018752-8D79-4F05-BA8A-34A6007A8DDF}" destId="{1215291A-3532-4E39-B8BD-33802FD12233}" srcOrd="2" destOrd="0" presId="urn:microsoft.com/office/officeart/2005/8/layout/orgChart1"/>
    <dgm:cxn modelId="{7ACCDD5B-C1B0-40FC-A38F-65CB41D8E28A}" type="presParOf" srcId="{69CB6533-44E8-444F-B060-4DED15565DAE}" destId="{B5DFD584-7DD8-4931-8268-360A1EADE16A}" srcOrd="2" destOrd="0" presId="urn:microsoft.com/office/officeart/2005/8/layout/orgChart1"/>
    <dgm:cxn modelId="{D81C7164-CDDD-411D-A184-2B5582BD1CFB}" type="presParOf" srcId="{3BAAD0FD-FD3B-4A1C-B2B4-BBDABE835047}" destId="{CC508A1B-ED9C-4203-AACE-73E98147CF12}" srcOrd="2" destOrd="0" presId="urn:microsoft.com/office/officeart/2005/8/layout/orgChart1"/>
    <dgm:cxn modelId="{A63FE62A-7726-4F9E-8545-72098C8C41CF}" type="presParOf" srcId="{0B4BED53-69EF-4477-8AAD-1DFACCE7A55E}" destId="{0C862B2C-9C17-4CD1-86B1-D0D172B39D5B}" srcOrd="4" destOrd="0" presId="urn:microsoft.com/office/officeart/2005/8/layout/orgChart1"/>
    <dgm:cxn modelId="{61ADF32A-1DA5-4C8E-A8F9-1F5F67294649}" type="presParOf" srcId="{0B4BED53-69EF-4477-8AAD-1DFACCE7A55E}" destId="{E82969CF-4210-412A-944E-A074694922E3}" srcOrd="5" destOrd="0" presId="urn:microsoft.com/office/officeart/2005/8/layout/orgChart1"/>
    <dgm:cxn modelId="{D3F9A397-1A7B-4963-9EFA-A45DE2B63498}" type="presParOf" srcId="{E82969CF-4210-412A-944E-A074694922E3}" destId="{AC8A4E19-7E1B-46B6-B890-215C17914313}" srcOrd="0" destOrd="0" presId="urn:microsoft.com/office/officeart/2005/8/layout/orgChart1"/>
    <dgm:cxn modelId="{764E5C74-98F5-40B3-980D-76FC4A386D7D}" type="presParOf" srcId="{AC8A4E19-7E1B-46B6-B890-215C17914313}" destId="{EC45E921-B3F0-4613-938B-117C53447DC4}" srcOrd="0" destOrd="0" presId="urn:microsoft.com/office/officeart/2005/8/layout/orgChart1"/>
    <dgm:cxn modelId="{4C5ECF7F-F234-42BC-A8B6-A3D6C06E2E6E}" type="presParOf" srcId="{AC8A4E19-7E1B-46B6-B890-215C17914313}" destId="{D1706F98-20E8-4169-B7AE-D4B0D259237F}" srcOrd="1" destOrd="0" presId="urn:microsoft.com/office/officeart/2005/8/layout/orgChart1"/>
    <dgm:cxn modelId="{8EEA4F5E-A8C7-4923-8DD5-E46881C5EAF6}" type="presParOf" srcId="{E82969CF-4210-412A-944E-A074694922E3}" destId="{B8F4354E-50D6-465C-902F-7EFC89B5E4DF}" srcOrd="1" destOrd="0" presId="urn:microsoft.com/office/officeart/2005/8/layout/orgChart1"/>
    <dgm:cxn modelId="{414F2F9E-F91F-4F05-AB3B-E3255A8A12D7}" type="presParOf" srcId="{B8F4354E-50D6-465C-902F-7EFC89B5E4DF}" destId="{FD570B6E-AF9B-4F42-83DB-21DFD1A0CF24}" srcOrd="0" destOrd="0" presId="urn:microsoft.com/office/officeart/2005/8/layout/orgChart1"/>
    <dgm:cxn modelId="{DF856A3E-7F68-421B-8211-876D6061D496}" type="presParOf" srcId="{B8F4354E-50D6-465C-902F-7EFC89B5E4DF}" destId="{389C891F-BF5D-4FBF-A27F-47D914E60E0E}" srcOrd="1" destOrd="0" presId="urn:microsoft.com/office/officeart/2005/8/layout/orgChart1"/>
    <dgm:cxn modelId="{9E39C9CB-1C4D-4D2E-802A-2F3A5601125C}" type="presParOf" srcId="{389C891F-BF5D-4FBF-A27F-47D914E60E0E}" destId="{4A5205A5-1EAF-4E1A-9F62-415C5185099B}" srcOrd="0" destOrd="0" presId="urn:microsoft.com/office/officeart/2005/8/layout/orgChart1"/>
    <dgm:cxn modelId="{6758302F-D91D-42D2-94B8-65B9742FF6D6}" type="presParOf" srcId="{4A5205A5-1EAF-4E1A-9F62-415C5185099B}" destId="{078868D4-D600-4760-96C3-67E91C37F21A}" srcOrd="0" destOrd="0" presId="urn:microsoft.com/office/officeart/2005/8/layout/orgChart1"/>
    <dgm:cxn modelId="{188FE92C-7487-4F1F-AE30-FD17BFF7D320}" type="presParOf" srcId="{4A5205A5-1EAF-4E1A-9F62-415C5185099B}" destId="{0250E01B-80D8-4D93-A6EC-5881C66E2D0A}" srcOrd="1" destOrd="0" presId="urn:microsoft.com/office/officeart/2005/8/layout/orgChart1"/>
    <dgm:cxn modelId="{BF2412A8-5B02-4898-A74E-9CC6747DEA8D}" type="presParOf" srcId="{389C891F-BF5D-4FBF-A27F-47D914E60E0E}" destId="{C682DC6D-5D2C-4790-B00E-F56B85DFF2EF}" srcOrd="1" destOrd="0" presId="urn:microsoft.com/office/officeart/2005/8/layout/orgChart1"/>
    <dgm:cxn modelId="{854ED1FB-9D17-4ED9-AED8-1195F4D9944D}" type="presParOf" srcId="{389C891F-BF5D-4FBF-A27F-47D914E60E0E}" destId="{53559EFD-6332-401E-885F-2A19B26FCE73}" srcOrd="2" destOrd="0" presId="urn:microsoft.com/office/officeart/2005/8/layout/orgChart1"/>
    <dgm:cxn modelId="{F0E621C5-E09F-4D32-8E68-E33C3F893682}" type="presParOf" srcId="{B8F4354E-50D6-465C-902F-7EFC89B5E4DF}" destId="{569D8539-D913-43E9-9AA0-A920583698EB}" srcOrd="2" destOrd="0" presId="urn:microsoft.com/office/officeart/2005/8/layout/orgChart1"/>
    <dgm:cxn modelId="{BB2C9354-113D-41A1-9DE8-2456747D131B}" type="presParOf" srcId="{B8F4354E-50D6-465C-902F-7EFC89B5E4DF}" destId="{17C09E0C-A62A-4719-86A1-FDE805E9242C}" srcOrd="3" destOrd="0" presId="urn:microsoft.com/office/officeart/2005/8/layout/orgChart1"/>
    <dgm:cxn modelId="{AA9A86E3-FBEB-4CE1-BBD6-23E94E89125D}" type="presParOf" srcId="{17C09E0C-A62A-4719-86A1-FDE805E9242C}" destId="{AEE387F9-C8E9-4D9E-B5A6-423866813381}" srcOrd="0" destOrd="0" presId="urn:microsoft.com/office/officeart/2005/8/layout/orgChart1"/>
    <dgm:cxn modelId="{B5DAF5BA-DDCB-4FD7-AD74-6DD91B848F74}" type="presParOf" srcId="{AEE387F9-C8E9-4D9E-B5A6-423866813381}" destId="{959183C9-9C5F-4DA1-BF47-250FFAB507D3}" srcOrd="0" destOrd="0" presId="urn:microsoft.com/office/officeart/2005/8/layout/orgChart1"/>
    <dgm:cxn modelId="{282743A6-1BFA-41C3-B505-8F7E63A4AFD1}" type="presParOf" srcId="{AEE387F9-C8E9-4D9E-B5A6-423866813381}" destId="{6C3D10A8-B155-40C5-AC73-F27AA6662E2D}" srcOrd="1" destOrd="0" presId="urn:microsoft.com/office/officeart/2005/8/layout/orgChart1"/>
    <dgm:cxn modelId="{29D072B0-35E7-42FC-BF2D-A2A95A07D8AC}" type="presParOf" srcId="{17C09E0C-A62A-4719-86A1-FDE805E9242C}" destId="{5BA3CE3A-22F3-4093-82AB-F208DC23A111}" srcOrd="1" destOrd="0" presId="urn:microsoft.com/office/officeart/2005/8/layout/orgChart1"/>
    <dgm:cxn modelId="{C1F30F10-18B3-4597-A8DD-633DFE5145C6}" type="presParOf" srcId="{5BA3CE3A-22F3-4093-82AB-F208DC23A111}" destId="{353FB217-4855-417B-A5C0-3F2C2BBAB9FB}" srcOrd="0" destOrd="0" presId="urn:microsoft.com/office/officeart/2005/8/layout/orgChart1"/>
    <dgm:cxn modelId="{7FFA1EA6-E8C7-4754-B8C6-188699BFC1B2}" type="presParOf" srcId="{5BA3CE3A-22F3-4093-82AB-F208DC23A111}" destId="{FCB3C386-1526-445A-9998-5C908FB37262}" srcOrd="1" destOrd="0" presId="urn:microsoft.com/office/officeart/2005/8/layout/orgChart1"/>
    <dgm:cxn modelId="{EB83A844-AADD-40A9-879F-8EAD846B980A}" type="presParOf" srcId="{FCB3C386-1526-445A-9998-5C908FB37262}" destId="{433FF2AD-EF8D-4CF7-8B5D-41200CCAA264}" srcOrd="0" destOrd="0" presId="urn:microsoft.com/office/officeart/2005/8/layout/orgChart1"/>
    <dgm:cxn modelId="{D1AE2AB8-4B90-4024-B700-75904CB7C56E}" type="presParOf" srcId="{433FF2AD-EF8D-4CF7-8B5D-41200CCAA264}" destId="{5A4FB645-BC77-41B0-B5A6-D782CA5549D3}" srcOrd="0" destOrd="0" presId="urn:microsoft.com/office/officeart/2005/8/layout/orgChart1"/>
    <dgm:cxn modelId="{F8347349-1097-4668-AD9B-FC324B310E8E}" type="presParOf" srcId="{433FF2AD-EF8D-4CF7-8B5D-41200CCAA264}" destId="{34ACE09C-5492-48EF-9A8D-F244F39A1CC9}" srcOrd="1" destOrd="0" presId="urn:microsoft.com/office/officeart/2005/8/layout/orgChart1"/>
    <dgm:cxn modelId="{6439A31F-28B2-4648-83B4-6E388D1F8710}" type="presParOf" srcId="{FCB3C386-1526-445A-9998-5C908FB37262}" destId="{2911D249-21EF-4347-B934-27704CB75F9F}" srcOrd="1" destOrd="0" presId="urn:microsoft.com/office/officeart/2005/8/layout/orgChart1"/>
    <dgm:cxn modelId="{4F33CDFD-0A62-4314-A604-9FB274B7DF01}" type="presParOf" srcId="{FCB3C386-1526-445A-9998-5C908FB37262}" destId="{D2EAFF18-C991-4986-B2F2-E48995C4722A}" srcOrd="2" destOrd="0" presId="urn:microsoft.com/office/officeart/2005/8/layout/orgChart1"/>
    <dgm:cxn modelId="{DD6DC628-9A14-453A-B99D-9B6B8FA7B7CF}" type="presParOf" srcId="{17C09E0C-A62A-4719-86A1-FDE805E9242C}" destId="{B2F25F58-848A-4725-ADC9-C030CF567C1D}" srcOrd="2" destOrd="0" presId="urn:microsoft.com/office/officeart/2005/8/layout/orgChart1"/>
    <dgm:cxn modelId="{3F73EF5B-107C-4658-B6FD-72BAB3B71792}" type="presParOf" srcId="{E82969CF-4210-412A-944E-A074694922E3}" destId="{99D5E546-E86E-404B-91B5-118A9240783A}" srcOrd="2" destOrd="0" presId="urn:microsoft.com/office/officeart/2005/8/layout/orgChart1"/>
    <dgm:cxn modelId="{FB3E01A4-EF15-4077-A424-BF8F1364AA64}" type="presParOf" srcId="{1E06A66F-789C-4634-972E-45A55E344851}" destId="{3DB67EBA-2C55-4ED7-910D-FF00B28E1BA3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5B9D98-6A1E-4522-87D8-E8F09BCB75C8}">
      <dsp:nvSpPr>
        <dsp:cNvPr id="0" name=""/>
        <dsp:cNvSpPr/>
      </dsp:nvSpPr>
      <dsp:spPr>
        <a:xfrm>
          <a:off x="7308845" y="2493191"/>
          <a:ext cx="1245391" cy="43228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6142"/>
              </a:lnTo>
              <a:lnTo>
                <a:pt x="1245391" y="216142"/>
              </a:lnTo>
              <a:lnTo>
                <a:pt x="1245391" y="432284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E1E2A11-2968-4E2B-9C38-E904790F31E4}">
      <dsp:nvSpPr>
        <dsp:cNvPr id="0" name=""/>
        <dsp:cNvSpPr/>
      </dsp:nvSpPr>
      <dsp:spPr>
        <a:xfrm>
          <a:off x="5240054" y="3954725"/>
          <a:ext cx="308774" cy="94690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46909"/>
              </a:lnTo>
              <a:lnTo>
                <a:pt x="308774" y="946909"/>
              </a:lnTo>
            </a:path>
          </a:pathLst>
        </a:custGeom>
        <a:noFill/>
        <a:ln w="127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5BA5D93-1739-46B0-B0F9-872F246898AA}">
      <dsp:nvSpPr>
        <dsp:cNvPr id="0" name=""/>
        <dsp:cNvSpPr/>
      </dsp:nvSpPr>
      <dsp:spPr>
        <a:xfrm>
          <a:off x="6063454" y="2493191"/>
          <a:ext cx="1245391" cy="432284"/>
        </a:xfrm>
        <a:custGeom>
          <a:avLst/>
          <a:gdLst/>
          <a:ahLst/>
          <a:cxnLst/>
          <a:rect l="0" t="0" r="0" b="0"/>
          <a:pathLst>
            <a:path>
              <a:moveTo>
                <a:pt x="1245391" y="0"/>
              </a:moveTo>
              <a:lnTo>
                <a:pt x="1245391" y="216142"/>
              </a:lnTo>
              <a:lnTo>
                <a:pt x="0" y="216142"/>
              </a:lnTo>
              <a:lnTo>
                <a:pt x="0" y="432284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BAA7DE5-86EB-4FEB-AB83-A78AC4B999AF}">
      <dsp:nvSpPr>
        <dsp:cNvPr id="0" name=""/>
        <dsp:cNvSpPr/>
      </dsp:nvSpPr>
      <dsp:spPr>
        <a:xfrm>
          <a:off x="4818062" y="1031657"/>
          <a:ext cx="2490783" cy="43228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6142"/>
              </a:lnTo>
              <a:lnTo>
                <a:pt x="2490783" y="216142"/>
              </a:lnTo>
              <a:lnTo>
                <a:pt x="2490783" y="432284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EA21933-D009-41BC-995A-E23BD5BFA548}">
      <dsp:nvSpPr>
        <dsp:cNvPr id="0" name=""/>
        <dsp:cNvSpPr/>
      </dsp:nvSpPr>
      <dsp:spPr>
        <a:xfrm>
          <a:off x="2327279" y="2493191"/>
          <a:ext cx="1245391" cy="43228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6142"/>
              </a:lnTo>
              <a:lnTo>
                <a:pt x="1245391" y="216142"/>
              </a:lnTo>
              <a:lnTo>
                <a:pt x="1245391" y="432284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5328878-E01B-4CA7-A81E-07362231DA9B}">
      <dsp:nvSpPr>
        <dsp:cNvPr id="0" name=""/>
        <dsp:cNvSpPr/>
      </dsp:nvSpPr>
      <dsp:spPr>
        <a:xfrm>
          <a:off x="258488" y="3954725"/>
          <a:ext cx="342307" cy="94931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49317"/>
              </a:lnTo>
              <a:lnTo>
                <a:pt x="342307" y="949317"/>
              </a:lnTo>
            </a:path>
          </a:pathLst>
        </a:custGeom>
        <a:noFill/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A454910-0F78-4568-95C3-6650267F08B3}">
      <dsp:nvSpPr>
        <dsp:cNvPr id="0" name=""/>
        <dsp:cNvSpPr/>
      </dsp:nvSpPr>
      <dsp:spPr>
        <a:xfrm>
          <a:off x="1081887" y="2493191"/>
          <a:ext cx="1245391" cy="432284"/>
        </a:xfrm>
        <a:custGeom>
          <a:avLst/>
          <a:gdLst/>
          <a:ahLst/>
          <a:cxnLst/>
          <a:rect l="0" t="0" r="0" b="0"/>
          <a:pathLst>
            <a:path>
              <a:moveTo>
                <a:pt x="1245391" y="0"/>
              </a:moveTo>
              <a:lnTo>
                <a:pt x="1245391" y="216142"/>
              </a:lnTo>
              <a:lnTo>
                <a:pt x="0" y="216142"/>
              </a:lnTo>
              <a:lnTo>
                <a:pt x="0" y="432284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EAA1089-E86D-4BA7-85ED-3F96841646BC}">
      <dsp:nvSpPr>
        <dsp:cNvPr id="0" name=""/>
        <dsp:cNvSpPr/>
      </dsp:nvSpPr>
      <dsp:spPr>
        <a:xfrm>
          <a:off x="2327279" y="1031657"/>
          <a:ext cx="2490783" cy="432284"/>
        </a:xfrm>
        <a:custGeom>
          <a:avLst/>
          <a:gdLst/>
          <a:ahLst/>
          <a:cxnLst/>
          <a:rect l="0" t="0" r="0" b="0"/>
          <a:pathLst>
            <a:path>
              <a:moveTo>
                <a:pt x="2490783" y="0"/>
              </a:moveTo>
              <a:lnTo>
                <a:pt x="2490783" y="216142"/>
              </a:lnTo>
              <a:lnTo>
                <a:pt x="0" y="216142"/>
              </a:lnTo>
              <a:lnTo>
                <a:pt x="0" y="432284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77B7DED-DE14-41E4-8AAA-F4375C08EB54}">
      <dsp:nvSpPr>
        <dsp:cNvPr id="0" name=""/>
        <dsp:cNvSpPr/>
      </dsp:nvSpPr>
      <dsp:spPr>
        <a:xfrm>
          <a:off x="3788813" y="2408"/>
          <a:ext cx="2058498" cy="102924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15" tIns="18415" rIns="18415" bIns="1841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 dirty="0"/>
            <a:t>Big problem</a:t>
          </a:r>
        </a:p>
      </dsp:txBody>
      <dsp:txXfrm>
        <a:off x="3788813" y="2408"/>
        <a:ext cx="2058498" cy="1029249"/>
      </dsp:txXfrm>
    </dsp:sp>
    <dsp:sp modelId="{D9483755-4464-4B29-B80F-022A7BE8E9CC}">
      <dsp:nvSpPr>
        <dsp:cNvPr id="0" name=""/>
        <dsp:cNvSpPr/>
      </dsp:nvSpPr>
      <dsp:spPr>
        <a:xfrm>
          <a:off x="1298030" y="1463941"/>
          <a:ext cx="2058498" cy="102924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dirty="0"/>
            <a:t>Main component 1</a:t>
          </a:r>
        </a:p>
      </dsp:txBody>
      <dsp:txXfrm>
        <a:off x="1298030" y="1463941"/>
        <a:ext cx="2058498" cy="1029249"/>
      </dsp:txXfrm>
    </dsp:sp>
    <dsp:sp modelId="{4AE14772-E96A-490F-BD46-4A04491614C2}">
      <dsp:nvSpPr>
        <dsp:cNvPr id="0" name=""/>
        <dsp:cNvSpPr/>
      </dsp:nvSpPr>
      <dsp:spPr>
        <a:xfrm>
          <a:off x="52638" y="2925475"/>
          <a:ext cx="2058498" cy="1029249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/>
            <a:t>Sub-problem 1</a:t>
          </a:r>
        </a:p>
      </dsp:txBody>
      <dsp:txXfrm>
        <a:off x="52638" y="2925475"/>
        <a:ext cx="2058498" cy="1029249"/>
      </dsp:txXfrm>
    </dsp:sp>
    <dsp:sp modelId="{68A3FA03-1522-451B-9CDF-01225182AFA2}">
      <dsp:nvSpPr>
        <dsp:cNvPr id="0" name=""/>
        <dsp:cNvSpPr/>
      </dsp:nvSpPr>
      <dsp:spPr>
        <a:xfrm>
          <a:off x="600796" y="4389417"/>
          <a:ext cx="2058498" cy="1029249"/>
        </a:xfrm>
        <a:prstGeom prst="rect">
          <a:avLst/>
        </a:prstGeom>
        <a:noFill/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275" tIns="41275" rIns="41275" bIns="41275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6500" kern="1200" dirty="0"/>
        </a:p>
      </dsp:txBody>
      <dsp:txXfrm>
        <a:off x="600796" y="4389417"/>
        <a:ext cx="2058498" cy="1029249"/>
      </dsp:txXfrm>
    </dsp:sp>
    <dsp:sp modelId="{6AB7B500-5A26-4B8E-80E2-CE8604627B27}">
      <dsp:nvSpPr>
        <dsp:cNvPr id="0" name=""/>
        <dsp:cNvSpPr/>
      </dsp:nvSpPr>
      <dsp:spPr>
        <a:xfrm>
          <a:off x="2543421" y="2925475"/>
          <a:ext cx="2058498" cy="1029249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/>
            <a:t>Sub-problem 2</a:t>
          </a:r>
        </a:p>
      </dsp:txBody>
      <dsp:txXfrm>
        <a:off x="2543421" y="2925475"/>
        <a:ext cx="2058498" cy="1029249"/>
      </dsp:txXfrm>
    </dsp:sp>
    <dsp:sp modelId="{E3BC559E-A384-476E-A478-10D53405CFCA}">
      <dsp:nvSpPr>
        <dsp:cNvPr id="0" name=""/>
        <dsp:cNvSpPr/>
      </dsp:nvSpPr>
      <dsp:spPr>
        <a:xfrm>
          <a:off x="6279596" y="1463941"/>
          <a:ext cx="2058498" cy="102924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dirty="0"/>
            <a:t>Main component 2</a:t>
          </a:r>
        </a:p>
      </dsp:txBody>
      <dsp:txXfrm>
        <a:off x="6279596" y="1463941"/>
        <a:ext cx="2058498" cy="1029249"/>
      </dsp:txXfrm>
    </dsp:sp>
    <dsp:sp modelId="{EA7689E7-A50F-428A-9A09-B376CB01ADF3}">
      <dsp:nvSpPr>
        <dsp:cNvPr id="0" name=""/>
        <dsp:cNvSpPr/>
      </dsp:nvSpPr>
      <dsp:spPr>
        <a:xfrm>
          <a:off x="5034204" y="2925475"/>
          <a:ext cx="2058498" cy="1029249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/>
            <a:t>Sub-problem 3</a:t>
          </a:r>
        </a:p>
      </dsp:txBody>
      <dsp:txXfrm>
        <a:off x="5034204" y="2925475"/>
        <a:ext cx="2058498" cy="1029249"/>
      </dsp:txXfrm>
    </dsp:sp>
    <dsp:sp modelId="{EF61B13F-6F6C-4590-9CDD-728664BCA0F5}">
      <dsp:nvSpPr>
        <dsp:cNvPr id="0" name=""/>
        <dsp:cNvSpPr/>
      </dsp:nvSpPr>
      <dsp:spPr>
        <a:xfrm>
          <a:off x="5548829" y="4387009"/>
          <a:ext cx="2058498" cy="1029249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275" tIns="41275" rIns="41275" bIns="41275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6500" kern="1200" dirty="0"/>
        </a:p>
      </dsp:txBody>
      <dsp:txXfrm>
        <a:off x="5548829" y="4387009"/>
        <a:ext cx="2058498" cy="1029249"/>
      </dsp:txXfrm>
    </dsp:sp>
    <dsp:sp modelId="{0B140275-799D-4D6F-92A6-79C1E4A32254}">
      <dsp:nvSpPr>
        <dsp:cNvPr id="0" name=""/>
        <dsp:cNvSpPr/>
      </dsp:nvSpPr>
      <dsp:spPr>
        <a:xfrm>
          <a:off x="7524987" y="2925475"/>
          <a:ext cx="2058498" cy="1029249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/>
            <a:t>Sub-problem 4</a:t>
          </a:r>
        </a:p>
      </dsp:txBody>
      <dsp:txXfrm>
        <a:off x="7524987" y="2925475"/>
        <a:ext cx="2058498" cy="102924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3FB217-4855-417B-A5C0-3F2C2BBAB9FB}">
      <dsp:nvSpPr>
        <dsp:cNvPr id="0" name=""/>
        <dsp:cNvSpPr/>
      </dsp:nvSpPr>
      <dsp:spPr>
        <a:xfrm>
          <a:off x="6430441" y="2568951"/>
          <a:ext cx="200545" cy="61500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15007"/>
              </a:lnTo>
              <a:lnTo>
                <a:pt x="200545" y="615007"/>
              </a:lnTo>
            </a:path>
          </a:pathLst>
        </a:custGeom>
        <a:noFill/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69D8539-D913-43E9-9AA0-A920583698EB}">
      <dsp:nvSpPr>
        <dsp:cNvPr id="0" name=""/>
        <dsp:cNvSpPr/>
      </dsp:nvSpPr>
      <dsp:spPr>
        <a:xfrm>
          <a:off x="6156362" y="1619700"/>
          <a:ext cx="808868" cy="28076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0382"/>
              </a:lnTo>
              <a:lnTo>
                <a:pt x="808868" y="140382"/>
              </a:lnTo>
              <a:lnTo>
                <a:pt x="808868" y="280764"/>
              </a:lnTo>
            </a:path>
          </a:pathLst>
        </a:custGeom>
        <a:noFill/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D570B6E-AF9B-4F42-83DB-21DFD1A0CF24}">
      <dsp:nvSpPr>
        <dsp:cNvPr id="0" name=""/>
        <dsp:cNvSpPr/>
      </dsp:nvSpPr>
      <dsp:spPr>
        <a:xfrm>
          <a:off x="5347493" y="1619700"/>
          <a:ext cx="808868" cy="280764"/>
        </a:xfrm>
        <a:custGeom>
          <a:avLst/>
          <a:gdLst/>
          <a:ahLst/>
          <a:cxnLst/>
          <a:rect l="0" t="0" r="0" b="0"/>
          <a:pathLst>
            <a:path>
              <a:moveTo>
                <a:pt x="808868" y="0"/>
              </a:moveTo>
              <a:lnTo>
                <a:pt x="808868" y="140382"/>
              </a:lnTo>
              <a:lnTo>
                <a:pt x="0" y="140382"/>
              </a:lnTo>
              <a:lnTo>
                <a:pt x="0" y="280764"/>
              </a:lnTo>
            </a:path>
          </a:pathLst>
        </a:custGeom>
        <a:noFill/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C862B2C-9C17-4CD1-86B1-D0D172B39D5B}">
      <dsp:nvSpPr>
        <dsp:cNvPr id="0" name=""/>
        <dsp:cNvSpPr/>
      </dsp:nvSpPr>
      <dsp:spPr>
        <a:xfrm>
          <a:off x="3492444" y="670450"/>
          <a:ext cx="2663918" cy="28076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0382"/>
              </a:lnTo>
              <a:lnTo>
                <a:pt x="2663918" y="140382"/>
              </a:lnTo>
              <a:lnTo>
                <a:pt x="2663918" y="280764"/>
              </a:lnTo>
            </a:path>
          </a:pathLst>
        </a:custGeom>
        <a:noFill/>
        <a:ln w="127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D4A13F4-FD34-4B8E-B53E-BFCE53B83B25}">
      <dsp:nvSpPr>
        <dsp:cNvPr id="0" name=""/>
        <dsp:cNvSpPr/>
      </dsp:nvSpPr>
      <dsp:spPr>
        <a:xfrm>
          <a:off x="3255131" y="2568951"/>
          <a:ext cx="2426605" cy="28076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0382"/>
              </a:lnTo>
              <a:lnTo>
                <a:pt x="2426605" y="140382"/>
              </a:lnTo>
              <a:lnTo>
                <a:pt x="2426605" y="280764"/>
              </a:lnTo>
            </a:path>
          </a:pathLst>
        </a:custGeom>
        <a:noFill/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B6216EE-0332-46F3-BC8E-9FC18354BC59}">
      <dsp:nvSpPr>
        <dsp:cNvPr id="0" name=""/>
        <dsp:cNvSpPr/>
      </dsp:nvSpPr>
      <dsp:spPr>
        <a:xfrm>
          <a:off x="3529210" y="3518201"/>
          <a:ext cx="200545" cy="156425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64258"/>
              </a:lnTo>
              <a:lnTo>
                <a:pt x="200545" y="1564258"/>
              </a:lnTo>
            </a:path>
          </a:pathLst>
        </a:custGeom>
        <a:noFill/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3EAA277-39AA-48B0-B65E-C2B3D7E588D6}">
      <dsp:nvSpPr>
        <dsp:cNvPr id="0" name=""/>
        <dsp:cNvSpPr/>
      </dsp:nvSpPr>
      <dsp:spPr>
        <a:xfrm>
          <a:off x="3529210" y="3518201"/>
          <a:ext cx="200545" cy="61500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15007"/>
              </a:lnTo>
              <a:lnTo>
                <a:pt x="200545" y="615007"/>
              </a:lnTo>
            </a:path>
          </a:pathLst>
        </a:custGeom>
        <a:noFill/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7B4B7B4-DBBB-42BE-8244-08C6A48F1D4E}">
      <dsp:nvSpPr>
        <dsp:cNvPr id="0" name=""/>
        <dsp:cNvSpPr/>
      </dsp:nvSpPr>
      <dsp:spPr>
        <a:xfrm>
          <a:off x="3255131" y="2568951"/>
          <a:ext cx="808868" cy="28076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0382"/>
              </a:lnTo>
              <a:lnTo>
                <a:pt x="808868" y="140382"/>
              </a:lnTo>
              <a:lnTo>
                <a:pt x="808868" y="280764"/>
              </a:lnTo>
            </a:path>
          </a:pathLst>
        </a:custGeom>
        <a:noFill/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8C7BD88-A8CF-414B-BDFC-66464783C2D7}">
      <dsp:nvSpPr>
        <dsp:cNvPr id="0" name=""/>
        <dsp:cNvSpPr/>
      </dsp:nvSpPr>
      <dsp:spPr>
        <a:xfrm>
          <a:off x="2446263" y="2568951"/>
          <a:ext cx="808868" cy="280764"/>
        </a:xfrm>
        <a:custGeom>
          <a:avLst/>
          <a:gdLst/>
          <a:ahLst/>
          <a:cxnLst/>
          <a:rect l="0" t="0" r="0" b="0"/>
          <a:pathLst>
            <a:path>
              <a:moveTo>
                <a:pt x="808868" y="0"/>
              </a:moveTo>
              <a:lnTo>
                <a:pt x="808868" y="140382"/>
              </a:lnTo>
              <a:lnTo>
                <a:pt x="0" y="140382"/>
              </a:lnTo>
              <a:lnTo>
                <a:pt x="0" y="280764"/>
              </a:lnTo>
            </a:path>
          </a:pathLst>
        </a:custGeom>
        <a:noFill/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30C41FA-EECB-4F61-9206-E22CF485CCE5}">
      <dsp:nvSpPr>
        <dsp:cNvPr id="0" name=""/>
        <dsp:cNvSpPr/>
      </dsp:nvSpPr>
      <dsp:spPr>
        <a:xfrm>
          <a:off x="828526" y="2568951"/>
          <a:ext cx="2426605" cy="280764"/>
        </a:xfrm>
        <a:custGeom>
          <a:avLst/>
          <a:gdLst/>
          <a:ahLst/>
          <a:cxnLst/>
          <a:rect l="0" t="0" r="0" b="0"/>
          <a:pathLst>
            <a:path>
              <a:moveTo>
                <a:pt x="2426605" y="0"/>
              </a:moveTo>
              <a:lnTo>
                <a:pt x="2426605" y="140382"/>
              </a:lnTo>
              <a:lnTo>
                <a:pt x="0" y="140382"/>
              </a:lnTo>
              <a:lnTo>
                <a:pt x="0" y="280764"/>
              </a:lnTo>
            </a:path>
          </a:pathLst>
        </a:custGeom>
        <a:noFill/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7630F50-41BB-4F9E-AB3F-31EF4446C5B7}">
      <dsp:nvSpPr>
        <dsp:cNvPr id="0" name=""/>
        <dsp:cNvSpPr/>
      </dsp:nvSpPr>
      <dsp:spPr>
        <a:xfrm>
          <a:off x="2446263" y="1619700"/>
          <a:ext cx="808868" cy="28076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0382"/>
              </a:lnTo>
              <a:lnTo>
                <a:pt x="808868" y="140382"/>
              </a:lnTo>
              <a:lnTo>
                <a:pt x="808868" y="280764"/>
              </a:lnTo>
            </a:path>
          </a:pathLst>
        </a:custGeom>
        <a:noFill/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C30806D-D8C1-4C5A-8CF4-73EB3C36C9DA}">
      <dsp:nvSpPr>
        <dsp:cNvPr id="0" name=""/>
        <dsp:cNvSpPr/>
      </dsp:nvSpPr>
      <dsp:spPr>
        <a:xfrm>
          <a:off x="1637394" y="1619700"/>
          <a:ext cx="808868" cy="280764"/>
        </a:xfrm>
        <a:custGeom>
          <a:avLst/>
          <a:gdLst/>
          <a:ahLst/>
          <a:cxnLst/>
          <a:rect l="0" t="0" r="0" b="0"/>
          <a:pathLst>
            <a:path>
              <a:moveTo>
                <a:pt x="808868" y="0"/>
              </a:moveTo>
              <a:lnTo>
                <a:pt x="808868" y="140382"/>
              </a:lnTo>
              <a:lnTo>
                <a:pt x="0" y="140382"/>
              </a:lnTo>
              <a:lnTo>
                <a:pt x="0" y="280764"/>
              </a:lnTo>
            </a:path>
          </a:pathLst>
        </a:custGeom>
        <a:noFill/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0C452E7-0527-4733-893D-D2DCA3E0B86A}">
      <dsp:nvSpPr>
        <dsp:cNvPr id="0" name=""/>
        <dsp:cNvSpPr/>
      </dsp:nvSpPr>
      <dsp:spPr>
        <a:xfrm>
          <a:off x="2446263" y="670450"/>
          <a:ext cx="1046181" cy="280764"/>
        </a:xfrm>
        <a:custGeom>
          <a:avLst/>
          <a:gdLst/>
          <a:ahLst/>
          <a:cxnLst/>
          <a:rect l="0" t="0" r="0" b="0"/>
          <a:pathLst>
            <a:path>
              <a:moveTo>
                <a:pt x="1046181" y="0"/>
              </a:moveTo>
              <a:lnTo>
                <a:pt x="1046181" y="140382"/>
              </a:lnTo>
              <a:lnTo>
                <a:pt x="0" y="140382"/>
              </a:lnTo>
              <a:lnTo>
                <a:pt x="0" y="280764"/>
              </a:lnTo>
            </a:path>
          </a:pathLst>
        </a:custGeom>
        <a:noFill/>
        <a:ln w="127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3C2E62E-2279-45DD-9935-5F1124B4ABFE}">
      <dsp:nvSpPr>
        <dsp:cNvPr id="0" name=""/>
        <dsp:cNvSpPr/>
      </dsp:nvSpPr>
      <dsp:spPr>
        <a:xfrm>
          <a:off x="828526" y="670450"/>
          <a:ext cx="2663918" cy="280764"/>
        </a:xfrm>
        <a:custGeom>
          <a:avLst/>
          <a:gdLst/>
          <a:ahLst/>
          <a:cxnLst/>
          <a:rect l="0" t="0" r="0" b="0"/>
          <a:pathLst>
            <a:path>
              <a:moveTo>
                <a:pt x="2663918" y="0"/>
              </a:moveTo>
              <a:lnTo>
                <a:pt x="2663918" y="140382"/>
              </a:lnTo>
              <a:lnTo>
                <a:pt x="0" y="140382"/>
              </a:lnTo>
              <a:lnTo>
                <a:pt x="0" y="280764"/>
              </a:lnTo>
            </a:path>
          </a:pathLst>
        </a:custGeom>
        <a:noFill/>
        <a:ln w="127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576F7C4-99BB-4A3C-BD1B-DFAD90EDE4D6}">
      <dsp:nvSpPr>
        <dsp:cNvPr id="0" name=""/>
        <dsp:cNvSpPr/>
      </dsp:nvSpPr>
      <dsp:spPr>
        <a:xfrm>
          <a:off x="2823957" y="1963"/>
          <a:ext cx="1336972" cy="66848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dirty="0"/>
            <a:t>Top level</a:t>
          </a:r>
        </a:p>
      </dsp:txBody>
      <dsp:txXfrm>
        <a:off x="2823957" y="1963"/>
        <a:ext cx="1336972" cy="668486"/>
      </dsp:txXfrm>
    </dsp:sp>
    <dsp:sp modelId="{B6399BF2-009D-4A46-AC79-56E91FE2E714}">
      <dsp:nvSpPr>
        <dsp:cNvPr id="0" name=""/>
        <dsp:cNvSpPr/>
      </dsp:nvSpPr>
      <dsp:spPr>
        <a:xfrm>
          <a:off x="160039" y="951214"/>
          <a:ext cx="1336972" cy="66848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dirty="0"/>
            <a:t>Level 1</a:t>
          </a:r>
        </a:p>
      </dsp:txBody>
      <dsp:txXfrm>
        <a:off x="160039" y="951214"/>
        <a:ext cx="1336972" cy="668486"/>
      </dsp:txXfrm>
    </dsp:sp>
    <dsp:sp modelId="{FBE47A00-8EE7-4080-89CC-AD8807DE86A1}">
      <dsp:nvSpPr>
        <dsp:cNvPr id="0" name=""/>
        <dsp:cNvSpPr/>
      </dsp:nvSpPr>
      <dsp:spPr>
        <a:xfrm>
          <a:off x="1777776" y="951214"/>
          <a:ext cx="1336972" cy="66848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dirty="0"/>
            <a:t>Level 1</a:t>
          </a:r>
        </a:p>
      </dsp:txBody>
      <dsp:txXfrm>
        <a:off x="1777776" y="951214"/>
        <a:ext cx="1336972" cy="668486"/>
      </dsp:txXfrm>
    </dsp:sp>
    <dsp:sp modelId="{AFEED0B6-79A9-4BA0-AB3B-7E79AA532C3F}">
      <dsp:nvSpPr>
        <dsp:cNvPr id="0" name=""/>
        <dsp:cNvSpPr/>
      </dsp:nvSpPr>
      <dsp:spPr>
        <a:xfrm>
          <a:off x="968908" y="1900465"/>
          <a:ext cx="1336972" cy="66848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dirty="0"/>
            <a:t>Level 2</a:t>
          </a:r>
        </a:p>
      </dsp:txBody>
      <dsp:txXfrm>
        <a:off x="968908" y="1900465"/>
        <a:ext cx="1336972" cy="668486"/>
      </dsp:txXfrm>
    </dsp:sp>
    <dsp:sp modelId="{E5D6B167-3FA9-4213-BD5D-6DD94637F056}">
      <dsp:nvSpPr>
        <dsp:cNvPr id="0" name=""/>
        <dsp:cNvSpPr/>
      </dsp:nvSpPr>
      <dsp:spPr>
        <a:xfrm>
          <a:off x="2586645" y="1900465"/>
          <a:ext cx="1336972" cy="66848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dirty="0"/>
            <a:t>Level 2</a:t>
          </a:r>
        </a:p>
      </dsp:txBody>
      <dsp:txXfrm>
        <a:off x="2586645" y="1900465"/>
        <a:ext cx="1336972" cy="668486"/>
      </dsp:txXfrm>
    </dsp:sp>
    <dsp:sp modelId="{8D865ED3-DDFE-4DC4-9E13-9C136E1F4596}">
      <dsp:nvSpPr>
        <dsp:cNvPr id="0" name=""/>
        <dsp:cNvSpPr/>
      </dsp:nvSpPr>
      <dsp:spPr>
        <a:xfrm>
          <a:off x="160039" y="2849715"/>
          <a:ext cx="1336972" cy="66848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dirty="0"/>
            <a:t>Level 3</a:t>
          </a:r>
        </a:p>
      </dsp:txBody>
      <dsp:txXfrm>
        <a:off x="160039" y="2849715"/>
        <a:ext cx="1336972" cy="668486"/>
      </dsp:txXfrm>
    </dsp:sp>
    <dsp:sp modelId="{75D95989-366C-4CD5-85A1-9C1B9C87D98A}">
      <dsp:nvSpPr>
        <dsp:cNvPr id="0" name=""/>
        <dsp:cNvSpPr/>
      </dsp:nvSpPr>
      <dsp:spPr>
        <a:xfrm>
          <a:off x="1777776" y="2849715"/>
          <a:ext cx="1336972" cy="66848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dirty="0"/>
            <a:t>Level 3</a:t>
          </a:r>
        </a:p>
      </dsp:txBody>
      <dsp:txXfrm>
        <a:off x="1777776" y="2849715"/>
        <a:ext cx="1336972" cy="668486"/>
      </dsp:txXfrm>
    </dsp:sp>
    <dsp:sp modelId="{4AD9E192-BE6A-4DF8-9AC2-D273DA4F1EAA}">
      <dsp:nvSpPr>
        <dsp:cNvPr id="0" name=""/>
        <dsp:cNvSpPr/>
      </dsp:nvSpPr>
      <dsp:spPr>
        <a:xfrm>
          <a:off x="3395513" y="2849715"/>
          <a:ext cx="1336972" cy="66848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dirty="0"/>
            <a:t>Level 3</a:t>
          </a:r>
        </a:p>
      </dsp:txBody>
      <dsp:txXfrm>
        <a:off x="3395513" y="2849715"/>
        <a:ext cx="1336972" cy="668486"/>
      </dsp:txXfrm>
    </dsp:sp>
    <dsp:sp modelId="{723A56C0-86CD-484D-B45E-EBE7DB623610}">
      <dsp:nvSpPr>
        <dsp:cNvPr id="0" name=""/>
        <dsp:cNvSpPr/>
      </dsp:nvSpPr>
      <dsp:spPr>
        <a:xfrm>
          <a:off x="3729756" y="3798966"/>
          <a:ext cx="1336972" cy="66848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dirty="0"/>
            <a:t>Level 4</a:t>
          </a:r>
        </a:p>
      </dsp:txBody>
      <dsp:txXfrm>
        <a:off x="3729756" y="3798966"/>
        <a:ext cx="1336972" cy="668486"/>
      </dsp:txXfrm>
    </dsp:sp>
    <dsp:sp modelId="{AED04F68-6CFF-47E4-A0B1-8EB9FEEA82A7}">
      <dsp:nvSpPr>
        <dsp:cNvPr id="0" name=""/>
        <dsp:cNvSpPr/>
      </dsp:nvSpPr>
      <dsp:spPr>
        <a:xfrm>
          <a:off x="3729756" y="4748216"/>
          <a:ext cx="1336972" cy="66848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dirty="0"/>
            <a:t>Level 4</a:t>
          </a:r>
        </a:p>
      </dsp:txBody>
      <dsp:txXfrm>
        <a:off x="3729756" y="4748216"/>
        <a:ext cx="1336972" cy="668486"/>
      </dsp:txXfrm>
    </dsp:sp>
    <dsp:sp modelId="{2686E213-FD5F-40A3-B80F-3392F1DA8ED0}">
      <dsp:nvSpPr>
        <dsp:cNvPr id="0" name=""/>
        <dsp:cNvSpPr/>
      </dsp:nvSpPr>
      <dsp:spPr>
        <a:xfrm>
          <a:off x="5013250" y="2849715"/>
          <a:ext cx="1336972" cy="66848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dirty="0"/>
            <a:t>Level 3</a:t>
          </a:r>
        </a:p>
      </dsp:txBody>
      <dsp:txXfrm>
        <a:off x="5013250" y="2849715"/>
        <a:ext cx="1336972" cy="668486"/>
      </dsp:txXfrm>
    </dsp:sp>
    <dsp:sp modelId="{EC45E921-B3F0-4613-938B-117C53447DC4}">
      <dsp:nvSpPr>
        <dsp:cNvPr id="0" name=""/>
        <dsp:cNvSpPr/>
      </dsp:nvSpPr>
      <dsp:spPr>
        <a:xfrm>
          <a:off x="5487875" y="951214"/>
          <a:ext cx="1336972" cy="66848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dirty="0"/>
            <a:t>Level 1</a:t>
          </a:r>
        </a:p>
      </dsp:txBody>
      <dsp:txXfrm>
        <a:off x="5487875" y="951214"/>
        <a:ext cx="1336972" cy="668486"/>
      </dsp:txXfrm>
    </dsp:sp>
    <dsp:sp modelId="{078868D4-D600-4760-96C3-67E91C37F21A}">
      <dsp:nvSpPr>
        <dsp:cNvPr id="0" name=""/>
        <dsp:cNvSpPr/>
      </dsp:nvSpPr>
      <dsp:spPr>
        <a:xfrm>
          <a:off x="4679007" y="1900465"/>
          <a:ext cx="1336972" cy="66848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dirty="0"/>
            <a:t>Level 2</a:t>
          </a:r>
        </a:p>
      </dsp:txBody>
      <dsp:txXfrm>
        <a:off x="4679007" y="1900465"/>
        <a:ext cx="1336972" cy="668486"/>
      </dsp:txXfrm>
    </dsp:sp>
    <dsp:sp modelId="{959183C9-9C5F-4DA1-BF47-250FFAB507D3}">
      <dsp:nvSpPr>
        <dsp:cNvPr id="0" name=""/>
        <dsp:cNvSpPr/>
      </dsp:nvSpPr>
      <dsp:spPr>
        <a:xfrm>
          <a:off x="6296744" y="1900465"/>
          <a:ext cx="1336972" cy="66848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dirty="0"/>
            <a:t>Level 2</a:t>
          </a:r>
        </a:p>
      </dsp:txBody>
      <dsp:txXfrm>
        <a:off x="6296744" y="1900465"/>
        <a:ext cx="1336972" cy="668486"/>
      </dsp:txXfrm>
    </dsp:sp>
    <dsp:sp modelId="{5A4FB645-BC77-41B0-B5A6-D782CA5549D3}">
      <dsp:nvSpPr>
        <dsp:cNvPr id="0" name=""/>
        <dsp:cNvSpPr/>
      </dsp:nvSpPr>
      <dsp:spPr>
        <a:xfrm>
          <a:off x="6630987" y="2849715"/>
          <a:ext cx="1336972" cy="66848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dirty="0"/>
            <a:t>Level 3</a:t>
          </a:r>
        </a:p>
      </dsp:txBody>
      <dsp:txXfrm>
        <a:off x="6630987" y="2849715"/>
        <a:ext cx="1336972" cy="66848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3FB217-4855-417B-A5C0-3F2C2BBAB9FB}">
      <dsp:nvSpPr>
        <dsp:cNvPr id="0" name=""/>
        <dsp:cNvSpPr/>
      </dsp:nvSpPr>
      <dsp:spPr>
        <a:xfrm>
          <a:off x="6430441" y="2568951"/>
          <a:ext cx="200545" cy="61500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15007"/>
              </a:lnTo>
              <a:lnTo>
                <a:pt x="200545" y="615007"/>
              </a:lnTo>
            </a:path>
          </a:pathLst>
        </a:custGeom>
        <a:noFill/>
        <a:ln w="12700" cap="flat" cmpd="sng" algn="ctr">
          <a:solidFill>
            <a:schemeClr val="accent2">
              <a:tint val="7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69D8539-D913-43E9-9AA0-A920583698EB}">
      <dsp:nvSpPr>
        <dsp:cNvPr id="0" name=""/>
        <dsp:cNvSpPr/>
      </dsp:nvSpPr>
      <dsp:spPr>
        <a:xfrm>
          <a:off x="6156362" y="1619700"/>
          <a:ext cx="808868" cy="28076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0382"/>
              </a:lnTo>
              <a:lnTo>
                <a:pt x="808868" y="140382"/>
              </a:lnTo>
              <a:lnTo>
                <a:pt x="808868" y="280764"/>
              </a:lnTo>
            </a:path>
          </a:pathLst>
        </a:custGeom>
        <a:noFill/>
        <a:ln w="12700" cap="flat" cmpd="sng" algn="ctr">
          <a:solidFill>
            <a:schemeClr val="accent2">
              <a:tint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D570B6E-AF9B-4F42-83DB-21DFD1A0CF24}">
      <dsp:nvSpPr>
        <dsp:cNvPr id="0" name=""/>
        <dsp:cNvSpPr/>
      </dsp:nvSpPr>
      <dsp:spPr>
        <a:xfrm>
          <a:off x="5347493" y="1619700"/>
          <a:ext cx="808868" cy="280764"/>
        </a:xfrm>
        <a:custGeom>
          <a:avLst/>
          <a:gdLst/>
          <a:ahLst/>
          <a:cxnLst/>
          <a:rect l="0" t="0" r="0" b="0"/>
          <a:pathLst>
            <a:path>
              <a:moveTo>
                <a:pt x="808868" y="0"/>
              </a:moveTo>
              <a:lnTo>
                <a:pt x="808868" y="140382"/>
              </a:lnTo>
              <a:lnTo>
                <a:pt x="0" y="140382"/>
              </a:lnTo>
              <a:lnTo>
                <a:pt x="0" y="280764"/>
              </a:lnTo>
            </a:path>
          </a:pathLst>
        </a:custGeom>
        <a:noFill/>
        <a:ln w="12700" cap="flat" cmpd="sng" algn="ctr">
          <a:solidFill>
            <a:schemeClr val="accent2">
              <a:tint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C862B2C-9C17-4CD1-86B1-D0D172B39D5B}">
      <dsp:nvSpPr>
        <dsp:cNvPr id="0" name=""/>
        <dsp:cNvSpPr/>
      </dsp:nvSpPr>
      <dsp:spPr>
        <a:xfrm>
          <a:off x="3492444" y="670450"/>
          <a:ext cx="2663918" cy="28076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0382"/>
              </a:lnTo>
              <a:lnTo>
                <a:pt x="2663918" y="140382"/>
              </a:lnTo>
              <a:lnTo>
                <a:pt x="2663918" y="280764"/>
              </a:lnTo>
            </a:path>
          </a:pathLst>
        </a:custGeom>
        <a:noFill/>
        <a:ln w="12700" cap="flat" cmpd="sng" algn="ctr">
          <a:solidFill>
            <a:schemeClr val="accent2">
              <a:tint val="99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D4A13F4-FD34-4B8E-B53E-BFCE53B83B25}">
      <dsp:nvSpPr>
        <dsp:cNvPr id="0" name=""/>
        <dsp:cNvSpPr/>
      </dsp:nvSpPr>
      <dsp:spPr>
        <a:xfrm>
          <a:off x="3255131" y="2568951"/>
          <a:ext cx="2426605" cy="28076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0382"/>
              </a:lnTo>
              <a:lnTo>
                <a:pt x="2426605" y="140382"/>
              </a:lnTo>
              <a:lnTo>
                <a:pt x="2426605" y="280764"/>
              </a:lnTo>
            </a:path>
          </a:pathLst>
        </a:custGeom>
        <a:noFill/>
        <a:ln w="12700" cap="flat" cmpd="sng" algn="ctr">
          <a:solidFill>
            <a:schemeClr val="accent2">
              <a:tint val="7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B6216EE-0332-46F3-BC8E-9FC18354BC59}">
      <dsp:nvSpPr>
        <dsp:cNvPr id="0" name=""/>
        <dsp:cNvSpPr/>
      </dsp:nvSpPr>
      <dsp:spPr>
        <a:xfrm>
          <a:off x="3529210" y="3518201"/>
          <a:ext cx="200545" cy="156425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64258"/>
              </a:lnTo>
              <a:lnTo>
                <a:pt x="200545" y="1564258"/>
              </a:lnTo>
            </a:path>
          </a:pathLst>
        </a:custGeom>
        <a:noFill/>
        <a:ln w="12700" cap="flat" cmpd="sng" algn="ctr">
          <a:solidFill>
            <a:schemeClr val="accent2">
              <a:tint val="7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3EAA277-39AA-48B0-B65E-C2B3D7E588D6}">
      <dsp:nvSpPr>
        <dsp:cNvPr id="0" name=""/>
        <dsp:cNvSpPr/>
      </dsp:nvSpPr>
      <dsp:spPr>
        <a:xfrm>
          <a:off x="3529210" y="3518201"/>
          <a:ext cx="200545" cy="61500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15007"/>
              </a:lnTo>
              <a:lnTo>
                <a:pt x="200545" y="615007"/>
              </a:lnTo>
            </a:path>
          </a:pathLst>
        </a:custGeom>
        <a:noFill/>
        <a:ln w="12700" cap="flat" cmpd="sng" algn="ctr">
          <a:solidFill>
            <a:schemeClr val="accent2">
              <a:tint val="7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7B4B7B4-DBBB-42BE-8244-08C6A48F1D4E}">
      <dsp:nvSpPr>
        <dsp:cNvPr id="0" name=""/>
        <dsp:cNvSpPr/>
      </dsp:nvSpPr>
      <dsp:spPr>
        <a:xfrm>
          <a:off x="3255131" y="2568951"/>
          <a:ext cx="808868" cy="28076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0382"/>
              </a:lnTo>
              <a:lnTo>
                <a:pt x="808868" y="140382"/>
              </a:lnTo>
              <a:lnTo>
                <a:pt x="808868" y="280764"/>
              </a:lnTo>
            </a:path>
          </a:pathLst>
        </a:custGeom>
        <a:noFill/>
        <a:ln w="12700" cap="flat" cmpd="sng" algn="ctr">
          <a:solidFill>
            <a:schemeClr val="accent2">
              <a:tint val="7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8C7BD88-A8CF-414B-BDFC-66464783C2D7}">
      <dsp:nvSpPr>
        <dsp:cNvPr id="0" name=""/>
        <dsp:cNvSpPr/>
      </dsp:nvSpPr>
      <dsp:spPr>
        <a:xfrm>
          <a:off x="2446263" y="2568951"/>
          <a:ext cx="808868" cy="280764"/>
        </a:xfrm>
        <a:custGeom>
          <a:avLst/>
          <a:gdLst/>
          <a:ahLst/>
          <a:cxnLst/>
          <a:rect l="0" t="0" r="0" b="0"/>
          <a:pathLst>
            <a:path>
              <a:moveTo>
                <a:pt x="808868" y="0"/>
              </a:moveTo>
              <a:lnTo>
                <a:pt x="808868" y="140382"/>
              </a:lnTo>
              <a:lnTo>
                <a:pt x="0" y="140382"/>
              </a:lnTo>
              <a:lnTo>
                <a:pt x="0" y="280764"/>
              </a:lnTo>
            </a:path>
          </a:pathLst>
        </a:custGeom>
        <a:noFill/>
        <a:ln w="12700" cap="flat" cmpd="sng" algn="ctr">
          <a:solidFill>
            <a:schemeClr val="accent2">
              <a:tint val="7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30C41FA-EECB-4F61-9206-E22CF485CCE5}">
      <dsp:nvSpPr>
        <dsp:cNvPr id="0" name=""/>
        <dsp:cNvSpPr/>
      </dsp:nvSpPr>
      <dsp:spPr>
        <a:xfrm>
          <a:off x="828526" y="2568951"/>
          <a:ext cx="2426605" cy="280764"/>
        </a:xfrm>
        <a:custGeom>
          <a:avLst/>
          <a:gdLst/>
          <a:ahLst/>
          <a:cxnLst/>
          <a:rect l="0" t="0" r="0" b="0"/>
          <a:pathLst>
            <a:path>
              <a:moveTo>
                <a:pt x="2426605" y="0"/>
              </a:moveTo>
              <a:lnTo>
                <a:pt x="2426605" y="140382"/>
              </a:lnTo>
              <a:lnTo>
                <a:pt x="0" y="140382"/>
              </a:lnTo>
              <a:lnTo>
                <a:pt x="0" y="280764"/>
              </a:lnTo>
            </a:path>
          </a:pathLst>
        </a:custGeom>
        <a:noFill/>
        <a:ln w="12700" cap="flat" cmpd="sng" algn="ctr">
          <a:solidFill>
            <a:schemeClr val="accent2">
              <a:tint val="7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7630F50-41BB-4F9E-AB3F-31EF4446C5B7}">
      <dsp:nvSpPr>
        <dsp:cNvPr id="0" name=""/>
        <dsp:cNvSpPr/>
      </dsp:nvSpPr>
      <dsp:spPr>
        <a:xfrm>
          <a:off x="2446263" y="1619700"/>
          <a:ext cx="808868" cy="28076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0382"/>
              </a:lnTo>
              <a:lnTo>
                <a:pt x="808868" y="140382"/>
              </a:lnTo>
              <a:lnTo>
                <a:pt x="808868" y="280764"/>
              </a:lnTo>
            </a:path>
          </a:pathLst>
        </a:custGeom>
        <a:noFill/>
        <a:ln w="12700" cap="flat" cmpd="sng" algn="ctr">
          <a:solidFill>
            <a:schemeClr val="accent2">
              <a:tint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C30806D-D8C1-4C5A-8CF4-73EB3C36C9DA}">
      <dsp:nvSpPr>
        <dsp:cNvPr id="0" name=""/>
        <dsp:cNvSpPr/>
      </dsp:nvSpPr>
      <dsp:spPr>
        <a:xfrm>
          <a:off x="1637394" y="1619700"/>
          <a:ext cx="808868" cy="280764"/>
        </a:xfrm>
        <a:custGeom>
          <a:avLst/>
          <a:gdLst/>
          <a:ahLst/>
          <a:cxnLst/>
          <a:rect l="0" t="0" r="0" b="0"/>
          <a:pathLst>
            <a:path>
              <a:moveTo>
                <a:pt x="808868" y="0"/>
              </a:moveTo>
              <a:lnTo>
                <a:pt x="808868" y="140382"/>
              </a:lnTo>
              <a:lnTo>
                <a:pt x="0" y="140382"/>
              </a:lnTo>
              <a:lnTo>
                <a:pt x="0" y="280764"/>
              </a:lnTo>
            </a:path>
          </a:pathLst>
        </a:custGeom>
        <a:noFill/>
        <a:ln w="12700" cap="flat" cmpd="sng" algn="ctr">
          <a:solidFill>
            <a:schemeClr val="accent2">
              <a:tint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0C452E7-0527-4733-893D-D2DCA3E0B86A}">
      <dsp:nvSpPr>
        <dsp:cNvPr id="0" name=""/>
        <dsp:cNvSpPr/>
      </dsp:nvSpPr>
      <dsp:spPr>
        <a:xfrm>
          <a:off x="2446263" y="670450"/>
          <a:ext cx="1046181" cy="280764"/>
        </a:xfrm>
        <a:custGeom>
          <a:avLst/>
          <a:gdLst/>
          <a:ahLst/>
          <a:cxnLst/>
          <a:rect l="0" t="0" r="0" b="0"/>
          <a:pathLst>
            <a:path>
              <a:moveTo>
                <a:pt x="1046181" y="0"/>
              </a:moveTo>
              <a:lnTo>
                <a:pt x="1046181" y="140382"/>
              </a:lnTo>
              <a:lnTo>
                <a:pt x="0" y="140382"/>
              </a:lnTo>
              <a:lnTo>
                <a:pt x="0" y="280764"/>
              </a:lnTo>
            </a:path>
          </a:pathLst>
        </a:custGeom>
        <a:noFill/>
        <a:ln w="12700" cap="flat" cmpd="sng" algn="ctr">
          <a:solidFill>
            <a:schemeClr val="accent2">
              <a:tint val="99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3C2E62E-2279-45DD-9935-5F1124B4ABFE}">
      <dsp:nvSpPr>
        <dsp:cNvPr id="0" name=""/>
        <dsp:cNvSpPr/>
      </dsp:nvSpPr>
      <dsp:spPr>
        <a:xfrm>
          <a:off x="828526" y="670450"/>
          <a:ext cx="2663918" cy="280764"/>
        </a:xfrm>
        <a:custGeom>
          <a:avLst/>
          <a:gdLst/>
          <a:ahLst/>
          <a:cxnLst/>
          <a:rect l="0" t="0" r="0" b="0"/>
          <a:pathLst>
            <a:path>
              <a:moveTo>
                <a:pt x="2663918" y="0"/>
              </a:moveTo>
              <a:lnTo>
                <a:pt x="2663918" y="140382"/>
              </a:lnTo>
              <a:lnTo>
                <a:pt x="0" y="140382"/>
              </a:lnTo>
              <a:lnTo>
                <a:pt x="0" y="280764"/>
              </a:lnTo>
            </a:path>
          </a:pathLst>
        </a:custGeom>
        <a:noFill/>
        <a:ln w="12700" cap="flat" cmpd="sng" algn="ctr">
          <a:solidFill>
            <a:schemeClr val="accent2">
              <a:tint val="99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576F7C4-99BB-4A3C-BD1B-DFAD90EDE4D6}">
      <dsp:nvSpPr>
        <dsp:cNvPr id="0" name=""/>
        <dsp:cNvSpPr/>
      </dsp:nvSpPr>
      <dsp:spPr>
        <a:xfrm>
          <a:off x="2823957" y="1963"/>
          <a:ext cx="1336972" cy="668486"/>
        </a:xfrm>
        <a:prstGeom prst="rect">
          <a:avLst/>
        </a:prstGeom>
        <a:solidFill>
          <a:schemeClr val="accent2">
            <a:shade val="8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glow rad="228600">
            <a:schemeClr val="accent4">
              <a:satMod val="175000"/>
              <a:alpha val="40000"/>
            </a:schemeClr>
          </a:glo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/>
            <a:t>Company wage program</a:t>
          </a:r>
        </a:p>
      </dsp:txBody>
      <dsp:txXfrm>
        <a:off x="2823957" y="1963"/>
        <a:ext cx="1336972" cy="668486"/>
      </dsp:txXfrm>
    </dsp:sp>
    <dsp:sp modelId="{B6399BF2-009D-4A46-AC79-56E91FE2E714}">
      <dsp:nvSpPr>
        <dsp:cNvPr id="0" name=""/>
        <dsp:cNvSpPr/>
      </dsp:nvSpPr>
      <dsp:spPr>
        <a:xfrm>
          <a:off x="160039" y="951214"/>
          <a:ext cx="1336972" cy="668486"/>
        </a:xfrm>
        <a:prstGeom prst="rect">
          <a:avLst/>
        </a:prstGeom>
        <a:solidFill>
          <a:schemeClr val="accent2">
            <a:tint val="99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/>
            <a:t>Level 1</a:t>
          </a:r>
        </a:p>
      </dsp:txBody>
      <dsp:txXfrm>
        <a:off x="160039" y="951214"/>
        <a:ext cx="1336972" cy="668486"/>
      </dsp:txXfrm>
    </dsp:sp>
    <dsp:sp modelId="{FBE47A00-8EE7-4080-89CC-AD8807DE86A1}">
      <dsp:nvSpPr>
        <dsp:cNvPr id="0" name=""/>
        <dsp:cNvSpPr/>
      </dsp:nvSpPr>
      <dsp:spPr>
        <a:xfrm>
          <a:off x="1777776" y="951214"/>
          <a:ext cx="1336972" cy="668486"/>
        </a:xfrm>
        <a:prstGeom prst="rect">
          <a:avLst/>
        </a:prstGeom>
        <a:solidFill>
          <a:schemeClr val="accent2">
            <a:tint val="99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/>
            <a:t>Level 1</a:t>
          </a:r>
        </a:p>
      </dsp:txBody>
      <dsp:txXfrm>
        <a:off x="1777776" y="951214"/>
        <a:ext cx="1336972" cy="668486"/>
      </dsp:txXfrm>
    </dsp:sp>
    <dsp:sp modelId="{AFEED0B6-79A9-4BA0-AB3B-7E79AA532C3F}">
      <dsp:nvSpPr>
        <dsp:cNvPr id="0" name=""/>
        <dsp:cNvSpPr/>
      </dsp:nvSpPr>
      <dsp:spPr>
        <a:xfrm>
          <a:off x="968908" y="1900465"/>
          <a:ext cx="1336972" cy="668486"/>
        </a:xfrm>
        <a:prstGeom prst="rect">
          <a:avLst/>
        </a:prstGeom>
        <a:solidFill>
          <a:schemeClr val="accent2">
            <a:tint val="8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/>
            <a:t>Level 2</a:t>
          </a:r>
        </a:p>
      </dsp:txBody>
      <dsp:txXfrm>
        <a:off x="968908" y="1900465"/>
        <a:ext cx="1336972" cy="668486"/>
      </dsp:txXfrm>
    </dsp:sp>
    <dsp:sp modelId="{E5D6B167-3FA9-4213-BD5D-6DD94637F056}">
      <dsp:nvSpPr>
        <dsp:cNvPr id="0" name=""/>
        <dsp:cNvSpPr/>
      </dsp:nvSpPr>
      <dsp:spPr>
        <a:xfrm>
          <a:off x="2586645" y="1900465"/>
          <a:ext cx="1336972" cy="668486"/>
        </a:xfrm>
        <a:prstGeom prst="rect">
          <a:avLst/>
        </a:prstGeom>
        <a:solidFill>
          <a:schemeClr val="accent2">
            <a:tint val="8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/>
            <a:t>Level 2</a:t>
          </a:r>
        </a:p>
      </dsp:txBody>
      <dsp:txXfrm>
        <a:off x="2586645" y="1900465"/>
        <a:ext cx="1336972" cy="668486"/>
      </dsp:txXfrm>
    </dsp:sp>
    <dsp:sp modelId="{8D865ED3-DDFE-4DC4-9E13-9C136E1F4596}">
      <dsp:nvSpPr>
        <dsp:cNvPr id="0" name=""/>
        <dsp:cNvSpPr/>
      </dsp:nvSpPr>
      <dsp:spPr>
        <a:xfrm>
          <a:off x="160039" y="2849715"/>
          <a:ext cx="1336972" cy="668486"/>
        </a:xfrm>
        <a:prstGeom prst="rect">
          <a:avLst/>
        </a:prstGeom>
        <a:solidFill>
          <a:schemeClr val="accent2">
            <a:tint val="7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/>
            <a:t>Level 3</a:t>
          </a:r>
        </a:p>
      </dsp:txBody>
      <dsp:txXfrm>
        <a:off x="160039" y="2849715"/>
        <a:ext cx="1336972" cy="668486"/>
      </dsp:txXfrm>
    </dsp:sp>
    <dsp:sp modelId="{75D95989-366C-4CD5-85A1-9C1B9C87D98A}">
      <dsp:nvSpPr>
        <dsp:cNvPr id="0" name=""/>
        <dsp:cNvSpPr/>
      </dsp:nvSpPr>
      <dsp:spPr>
        <a:xfrm>
          <a:off x="1777776" y="2849715"/>
          <a:ext cx="1336972" cy="668486"/>
        </a:xfrm>
        <a:prstGeom prst="rect">
          <a:avLst/>
        </a:prstGeom>
        <a:solidFill>
          <a:schemeClr val="accent2">
            <a:tint val="7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/>
            <a:t>Level 3</a:t>
          </a:r>
        </a:p>
      </dsp:txBody>
      <dsp:txXfrm>
        <a:off x="1777776" y="2849715"/>
        <a:ext cx="1336972" cy="668486"/>
      </dsp:txXfrm>
    </dsp:sp>
    <dsp:sp modelId="{4AD9E192-BE6A-4DF8-9AC2-D273DA4F1EAA}">
      <dsp:nvSpPr>
        <dsp:cNvPr id="0" name=""/>
        <dsp:cNvSpPr/>
      </dsp:nvSpPr>
      <dsp:spPr>
        <a:xfrm>
          <a:off x="3395513" y="2849715"/>
          <a:ext cx="1336972" cy="668486"/>
        </a:xfrm>
        <a:prstGeom prst="rect">
          <a:avLst/>
        </a:prstGeom>
        <a:solidFill>
          <a:schemeClr val="accent2">
            <a:tint val="7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/>
            <a:t>Level 3</a:t>
          </a:r>
        </a:p>
      </dsp:txBody>
      <dsp:txXfrm>
        <a:off x="3395513" y="2849715"/>
        <a:ext cx="1336972" cy="668486"/>
      </dsp:txXfrm>
    </dsp:sp>
    <dsp:sp modelId="{723A56C0-86CD-484D-B45E-EBE7DB623610}">
      <dsp:nvSpPr>
        <dsp:cNvPr id="0" name=""/>
        <dsp:cNvSpPr/>
      </dsp:nvSpPr>
      <dsp:spPr>
        <a:xfrm>
          <a:off x="3729756" y="3798966"/>
          <a:ext cx="1336972" cy="668486"/>
        </a:xfrm>
        <a:prstGeom prst="rect">
          <a:avLst/>
        </a:prstGeom>
        <a:solidFill>
          <a:schemeClr val="accent2">
            <a:tint val="7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/>
            <a:t>Level 4</a:t>
          </a:r>
        </a:p>
      </dsp:txBody>
      <dsp:txXfrm>
        <a:off x="3729756" y="3798966"/>
        <a:ext cx="1336972" cy="668486"/>
      </dsp:txXfrm>
    </dsp:sp>
    <dsp:sp modelId="{AED04F68-6CFF-47E4-A0B1-8EB9FEEA82A7}">
      <dsp:nvSpPr>
        <dsp:cNvPr id="0" name=""/>
        <dsp:cNvSpPr/>
      </dsp:nvSpPr>
      <dsp:spPr>
        <a:xfrm>
          <a:off x="3729756" y="4748216"/>
          <a:ext cx="1336972" cy="668486"/>
        </a:xfrm>
        <a:prstGeom prst="rect">
          <a:avLst/>
        </a:prstGeom>
        <a:solidFill>
          <a:schemeClr val="accent2">
            <a:tint val="7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/>
            <a:t>Level 4</a:t>
          </a:r>
        </a:p>
      </dsp:txBody>
      <dsp:txXfrm>
        <a:off x="3729756" y="4748216"/>
        <a:ext cx="1336972" cy="668486"/>
      </dsp:txXfrm>
    </dsp:sp>
    <dsp:sp modelId="{2686E213-FD5F-40A3-B80F-3392F1DA8ED0}">
      <dsp:nvSpPr>
        <dsp:cNvPr id="0" name=""/>
        <dsp:cNvSpPr/>
      </dsp:nvSpPr>
      <dsp:spPr>
        <a:xfrm>
          <a:off x="5013250" y="2849715"/>
          <a:ext cx="1336972" cy="668486"/>
        </a:xfrm>
        <a:prstGeom prst="rect">
          <a:avLst/>
        </a:prstGeom>
        <a:solidFill>
          <a:schemeClr val="accent2">
            <a:tint val="7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/>
            <a:t>Level 3</a:t>
          </a:r>
        </a:p>
      </dsp:txBody>
      <dsp:txXfrm>
        <a:off x="5013250" y="2849715"/>
        <a:ext cx="1336972" cy="668486"/>
      </dsp:txXfrm>
    </dsp:sp>
    <dsp:sp modelId="{EC45E921-B3F0-4613-938B-117C53447DC4}">
      <dsp:nvSpPr>
        <dsp:cNvPr id="0" name=""/>
        <dsp:cNvSpPr/>
      </dsp:nvSpPr>
      <dsp:spPr>
        <a:xfrm>
          <a:off x="5487875" y="951214"/>
          <a:ext cx="1336972" cy="668486"/>
        </a:xfrm>
        <a:prstGeom prst="rect">
          <a:avLst/>
        </a:prstGeom>
        <a:solidFill>
          <a:schemeClr val="accent2">
            <a:tint val="99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/>
            <a:t>Level 1</a:t>
          </a:r>
        </a:p>
      </dsp:txBody>
      <dsp:txXfrm>
        <a:off x="5487875" y="951214"/>
        <a:ext cx="1336972" cy="668486"/>
      </dsp:txXfrm>
    </dsp:sp>
    <dsp:sp modelId="{078868D4-D600-4760-96C3-67E91C37F21A}">
      <dsp:nvSpPr>
        <dsp:cNvPr id="0" name=""/>
        <dsp:cNvSpPr/>
      </dsp:nvSpPr>
      <dsp:spPr>
        <a:xfrm>
          <a:off x="4679007" y="1900465"/>
          <a:ext cx="1336972" cy="668486"/>
        </a:xfrm>
        <a:prstGeom prst="rect">
          <a:avLst/>
        </a:prstGeom>
        <a:solidFill>
          <a:schemeClr val="accent2">
            <a:tint val="8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/>
            <a:t>Level 2</a:t>
          </a:r>
        </a:p>
      </dsp:txBody>
      <dsp:txXfrm>
        <a:off x="4679007" y="1900465"/>
        <a:ext cx="1336972" cy="668486"/>
      </dsp:txXfrm>
    </dsp:sp>
    <dsp:sp modelId="{959183C9-9C5F-4DA1-BF47-250FFAB507D3}">
      <dsp:nvSpPr>
        <dsp:cNvPr id="0" name=""/>
        <dsp:cNvSpPr/>
      </dsp:nvSpPr>
      <dsp:spPr>
        <a:xfrm>
          <a:off x="6296744" y="1900465"/>
          <a:ext cx="1336972" cy="668486"/>
        </a:xfrm>
        <a:prstGeom prst="rect">
          <a:avLst/>
        </a:prstGeom>
        <a:solidFill>
          <a:schemeClr val="accent2">
            <a:tint val="8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/>
            <a:t>Level 2</a:t>
          </a:r>
        </a:p>
      </dsp:txBody>
      <dsp:txXfrm>
        <a:off x="6296744" y="1900465"/>
        <a:ext cx="1336972" cy="668486"/>
      </dsp:txXfrm>
    </dsp:sp>
    <dsp:sp modelId="{5A4FB645-BC77-41B0-B5A6-D782CA5549D3}">
      <dsp:nvSpPr>
        <dsp:cNvPr id="0" name=""/>
        <dsp:cNvSpPr/>
      </dsp:nvSpPr>
      <dsp:spPr>
        <a:xfrm>
          <a:off x="6630987" y="2849715"/>
          <a:ext cx="1336972" cy="668486"/>
        </a:xfrm>
        <a:prstGeom prst="rect">
          <a:avLst/>
        </a:prstGeom>
        <a:solidFill>
          <a:schemeClr val="accent2">
            <a:tint val="7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/>
            <a:t>Level 3</a:t>
          </a:r>
        </a:p>
      </dsp:txBody>
      <dsp:txXfrm>
        <a:off x="6630987" y="2849715"/>
        <a:ext cx="1336972" cy="66848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3FB217-4855-417B-A5C0-3F2C2BBAB9FB}">
      <dsp:nvSpPr>
        <dsp:cNvPr id="0" name=""/>
        <dsp:cNvSpPr/>
      </dsp:nvSpPr>
      <dsp:spPr>
        <a:xfrm>
          <a:off x="6430441" y="2568951"/>
          <a:ext cx="200545" cy="61500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15007"/>
              </a:lnTo>
              <a:lnTo>
                <a:pt x="200545" y="615007"/>
              </a:lnTo>
            </a:path>
          </a:pathLst>
        </a:custGeom>
        <a:noFill/>
        <a:ln w="12700" cap="flat" cmpd="sng" algn="ctr">
          <a:solidFill>
            <a:schemeClr val="accent2">
              <a:tint val="7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69D8539-D913-43E9-9AA0-A920583698EB}">
      <dsp:nvSpPr>
        <dsp:cNvPr id="0" name=""/>
        <dsp:cNvSpPr/>
      </dsp:nvSpPr>
      <dsp:spPr>
        <a:xfrm>
          <a:off x="6156362" y="1619700"/>
          <a:ext cx="808868" cy="28076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0382"/>
              </a:lnTo>
              <a:lnTo>
                <a:pt x="808868" y="140382"/>
              </a:lnTo>
              <a:lnTo>
                <a:pt x="808868" y="280764"/>
              </a:lnTo>
            </a:path>
          </a:pathLst>
        </a:custGeom>
        <a:noFill/>
        <a:ln w="12700" cap="flat" cmpd="sng" algn="ctr">
          <a:solidFill>
            <a:schemeClr val="accent2">
              <a:tint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D570B6E-AF9B-4F42-83DB-21DFD1A0CF24}">
      <dsp:nvSpPr>
        <dsp:cNvPr id="0" name=""/>
        <dsp:cNvSpPr/>
      </dsp:nvSpPr>
      <dsp:spPr>
        <a:xfrm>
          <a:off x="5347493" y="1619700"/>
          <a:ext cx="808868" cy="280764"/>
        </a:xfrm>
        <a:custGeom>
          <a:avLst/>
          <a:gdLst/>
          <a:ahLst/>
          <a:cxnLst/>
          <a:rect l="0" t="0" r="0" b="0"/>
          <a:pathLst>
            <a:path>
              <a:moveTo>
                <a:pt x="808868" y="0"/>
              </a:moveTo>
              <a:lnTo>
                <a:pt x="808868" y="140382"/>
              </a:lnTo>
              <a:lnTo>
                <a:pt x="0" y="140382"/>
              </a:lnTo>
              <a:lnTo>
                <a:pt x="0" y="280764"/>
              </a:lnTo>
            </a:path>
          </a:pathLst>
        </a:custGeom>
        <a:noFill/>
        <a:ln w="12700" cap="flat" cmpd="sng" algn="ctr">
          <a:solidFill>
            <a:schemeClr val="accent2">
              <a:tint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C862B2C-9C17-4CD1-86B1-D0D172B39D5B}">
      <dsp:nvSpPr>
        <dsp:cNvPr id="0" name=""/>
        <dsp:cNvSpPr/>
      </dsp:nvSpPr>
      <dsp:spPr>
        <a:xfrm>
          <a:off x="3492444" y="670450"/>
          <a:ext cx="2663918" cy="28076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0382"/>
              </a:lnTo>
              <a:lnTo>
                <a:pt x="2663918" y="140382"/>
              </a:lnTo>
              <a:lnTo>
                <a:pt x="2663918" y="280764"/>
              </a:lnTo>
            </a:path>
          </a:pathLst>
        </a:custGeom>
        <a:noFill/>
        <a:ln w="12700" cap="flat" cmpd="sng" algn="ctr">
          <a:solidFill>
            <a:schemeClr val="accent2">
              <a:tint val="99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D4A13F4-FD34-4B8E-B53E-BFCE53B83B25}">
      <dsp:nvSpPr>
        <dsp:cNvPr id="0" name=""/>
        <dsp:cNvSpPr/>
      </dsp:nvSpPr>
      <dsp:spPr>
        <a:xfrm>
          <a:off x="3255131" y="2568951"/>
          <a:ext cx="2426605" cy="28076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0382"/>
              </a:lnTo>
              <a:lnTo>
                <a:pt x="2426605" y="140382"/>
              </a:lnTo>
              <a:lnTo>
                <a:pt x="2426605" y="280764"/>
              </a:lnTo>
            </a:path>
          </a:pathLst>
        </a:custGeom>
        <a:noFill/>
        <a:ln w="12700" cap="flat" cmpd="sng" algn="ctr">
          <a:solidFill>
            <a:schemeClr val="accent2">
              <a:tint val="7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B6216EE-0332-46F3-BC8E-9FC18354BC59}">
      <dsp:nvSpPr>
        <dsp:cNvPr id="0" name=""/>
        <dsp:cNvSpPr/>
      </dsp:nvSpPr>
      <dsp:spPr>
        <a:xfrm>
          <a:off x="3529210" y="3518201"/>
          <a:ext cx="200545" cy="156425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64258"/>
              </a:lnTo>
              <a:lnTo>
                <a:pt x="200545" y="1564258"/>
              </a:lnTo>
            </a:path>
          </a:pathLst>
        </a:custGeom>
        <a:noFill/>
        <a:ln w="12700" cap="flat" cmpd="sng" algn="ctr">
          <a:solidFill>
            <a:schemeClr val="accent2">
              <a:tint val="7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3EAA277-39AA-48B0-B65E-C2B3D7E588D6}">
      <dsp:nvSpPr>
        <dsp:cNvPr id="0" name=""/>
        <dsp:cNvSpPr/>
      </dsp:nvSpPr>
      <dsp:spPr>
        <a:xfrm>
          <a:off x="3529210" y="3518201"/>
          <a:ext cx="200545" cy="61500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15007"/>
              </a:lnTo>
              <a:lnTo>
                <a:pt x="200545" y="615007"/>
              </a:lnTo>
            </a:path>
          </a:pathLst>
        </a:custGeom>
        <a:noFill/>
        <a:ln w="12700" cap="flat" cmpd="sng" algn="ctr">
          <a:solidFill>
            <a:schemeClr val="accent2">
              <a:tint val="7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7B4B7B4-DBBB-42BE-8244-08C6A48F1D4E}">
      <dsp:nvSpPr>
        <dsp:cNvPr id="0" name=""/>
        <dsp:cNvSpPr/>
      </dsp:nvSpPr>
      <dsp:spPr>
        <a:xfrm>
          <a:off x="3255131" y="2568951"/>
          <a:ext cx="808868" cy="28076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0382"/>
              </a:lnTo>
              <a:lnTo>
                <a:pt x="808868" y="140382"/>
              </a:lnTo>
              <a:lnTo>
                <a:pt x="808868" y="280764"/>
              </a:lnTo>
            </a:path>
          </a:pathLst>
        </a:custGeom>
        <a:noFill/>
        <a:ln w="12700" cap="flat" cmpd="sng" algn="ctr">
          <a:solidFill>
            <a:schemeClr val="accent2">
              <a:tint val="7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8C7BD88-A8CF-414B-BDFC-66464783C2D7}">
      <dsp:nvSpPr>
        <dsp:cNvPr id="0" name=""/>
        <dsp:cNvSpPr/>
      </dsp:nvSpPr>
      <dsp:spPr>
        <a:xfrm>
          <a:off x="2446263" y="2568951"/>
          <a:ext cx="808868" cy="280764"/>
        </a:xfrm>
        <a:custGeom>
          <a:avLst/>
          <a:gdLst/>
          <a:ahLst/>
          <a:cxnLst/>
          <a:rect l="0" t="0" r="0" b="0"/>
          <a:pathLst>
            <a:path>
              <a:moveTo>
                <a:pt x="808868" y="0"/>
              </a:moveTo>
              <a:lnTo>
                <a:pt x="808868" y="140382"/>
              </a:lnTo>
              <a:lnTo>
                <a:pt x="0" y="140382"/>
              </a:lnTo>
              <a:lnTo>
                <a:pt x="0" y="280764"/>
              </a:lnTo>
            </a:path>
          </a:pathLst>
        </a:custGeom>
        <a:noFill/>
        <a:ln w="12700" cap="flat" cmpd="sng" algn="ctr">
          <a:solidFill>
            <a:schemeClr val="accent2">
              <a:tint val="7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30C41FA-EECB-4F61-9206-E22CF485CCE5}">
      <dsp:nvSpPr>
        <dsp:cNvPr id="0" name=""/>
        <dsp:cNvSpPr/>
      </dsp:nvSpPr>
      <dsp:spPr>
        <a:xfrm>
          <a:off x="828526" y="2568951"/>
          <a:ext cx="2426605" cy="280764"/>
        </a:xfrm>
        <a:custGeom>
          <a:avLst/>
          <a:gdLst/>
          <a:ahLst/>
          <a:cxnLst/>
          <a:rect l="0" t="0" r="0" b="0"/>
          <a:pathLst>
            <a:path>
              <a:moveTo>
                <a:pt x="2426605" y="0"/>
              </a:moveTo>
              <a:lnTo>
                <a:pt x="2426605" y="140382"/>
              </a:lnTo>
              <a:lnTo>
                <a:pt x="0" y="140382"/>
              </a:lnTo>
              <a:lnTo>
                <a:pt x="0" y="280764"/>
              </a:lnTo>
            </a:path>
          </a:pathLst>
        </a:custGeom>
        <a:noFill/>
        <a:ln w="12700" cap="flat" cmpd="sng" algn="ctr">
          <a:solidFill>
            <a:schemeClr val="accent2">
              <a:tint val="7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7630F50-41BB-4F9E-AB3F-31EF4446C5B7}">
      <dsp:nvSpPr>
        <dsp:cNvPr id="0" name=""/>
        <dsp:cNvSpPr/>
      </dsp:nvSpPr>
      <dsp:spPr>
        <a:xfrm>
          <a:off x="2446263" y="1619700"/>
          <a:ext cx="808868" cy="28076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0382"/>
              </a:lnTo>
              <a:lnTo>
                <a:pt x="808868" y="140382"/>
              </a:lnTo>
              <a:lnTo>
                <a:pt x="808868" y="280764"/>
              </a:lnTo>
            </a:path>
          </a:pathLst>
        </a:custGeom>
        <a:noFill/>
        <a:ln w="12700" cap="flat" cmpd="sng" algn="ctr">
          <a:solidFill>
            <a:schemeClr val="accent2">
              <a:tint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C30806D-D8C1-4C5A-8CF4-73EB3C36C9DA}">
      <dsp:nvSpPr>
        <dsp:cNvPr id="0" name=""/>
        <dsp:cNvSpPr/>
      </dsp:nvSpPr>
      <dsp:spPr>
        <a:xfrm>
          <a:off x="1637394" y="1619700"/>
          <a:ext cx="808868" cy="280764"/>
        </a:xfrm>
        <a:custGeom>
          <a:avLst/>
          <a:gdLst/>
          <a:ahLst/>
          <a:cxnLst/>
          <a:rect l="0" t="0" r="0" b="0"/>
          <a:pathLst>
            <a:path>
              <a:moveTo>
                <a:pt x="808868" y="0"/>
              </a:moveTo>
              <a:lnTo>
                <a:pt x="808868" y="140382"/>
              </a:lnTo>
              <a:lnTo>
                <a:pt x="0" y="140382"/>
              </a:lnTo>
              <a:lnTo>
                <a:pt x="0" y="280764"/>
              </a:lnTo>
            </a:path>
          </a:pathLst>
        </a:custGeom>
        <a:noFill/>
        <a:ln w="12700" cap="flat" cmpd="sng" algn="ctr">
          <a:solidFill>
            <a:schemeClr val="accent2">
              <a:tint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0C452E7-0527-4733-893D-D2DCA3E0B86A}">
      <dsp:nvSpPr>
        <dsp:cNvPr id="0" name=""/>
        <dsp:cNvSpPr/>
      </dsp:nvSpPr>
      <dsp:spPr>
        <a:xfrm>
          <a:off x="2446263" y="670450"/>
          <a:ext cx="1046181" cy="280764"/>
        </a:xfrm>
        <a:custGeom>
          <a:avLst/>
          <a:gdLst/>
          <a:ahLst/>
          <a:cxnLst/>
          <a:rect l="0" t="0" r="0" b="0"/>
          <a:pathLst>
            <a:path>
              <a:moveTo>
                <a:pt x="1046181" y="0"/>
              </a:moveTo>
              <a:lnTo>
                <a:pt x="1046181" y="140382"/>
              </a:lnTo>
              <a:lnTo>
                <a:pt x="0" y="140382"/>
              </a:lnTo>
              <a:lnTo>
                <a:pt x="0" y="280764"/>
              </a:lnTo>
            </a:path>
          </a:pathLst>
        </a:custGeom>
        <a:noFill/>
        <a:ln w="12700" cap="flat" cmpd="sng" algn="ctr">
          <a:solidFill>
            <a:schemeClr val="accent2">
              <a:tint val="99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3C2E62E-2279-45DD-9935-5F1124B4ABFE}">
      <dsp:nvSpPr>
        <dsp:cNvPr id="0" name=""/>
        <dsp:cNvSpPr/>
      </dsp:nvSpPr>
      <dsp:spPr>
        <a:xfrm>
          <a:off x="828526" y="670450"/>
          <a:ext cx="2663918" cy="280764"/>
        </a:xfrm>
        <a:custGeom>
          <a:avLst/>
          <a:gdLst/>
          <a:ahLst/>
          <a:cxnLst/>
          <a:rect l="0" t="0" r="0" b="0"/>
          <a:pathLst>
            <a:path>
              <a:moveTo>
                <a:pt x="2663918" y="0"/>
              </a:moveTo>
              <a:lnTo>
                <a:pt x="2663918" y="140382"/>
              </a:lnTo>
              <a:lnTo>
                <a:pt x="0" y="140382"/>
              </a:lnTo>
              <a:lnTo>
                <a:pt x="0" y="280764"/>
              </a:lnTo>
            </a:path>
          </a:pathLst>
        </a:custGeom>
        <a:noFill/>
        <a:ln w="12700" cap="flat" cmpd="sng" algn="ctr">
          <a:solidFill>
            <a:schemeClr val="accent2">
              <a:tint val="99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576F7C4-99BB-4A3C-BD1B-DFAD90EDE4D6}">
      <dsp:nvSpPr>
        <dsp:cNvPr id="0" name=""/>
        <dsp:cNvSpPr/>
      </dsp:nvSpPr>
      <dsp:spPr>
        <a:xfrm>
          <a:off x="2823957" y="1963"/>
          <a:ext cx="1336972" cy="668486"/>
        </a:xfrm>
        <a:prstGeom prst="rect">
          <a:avLst/>
        </a:prstGeom>
        <a:solidFill>
          <a:schemeClr val="accent2">
            <a:shade val="8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Company wage program</a:t>
          </a:r>
        </a:p>
      </dsp:txBody>
      <dsp:txXfrm>
        <a:off x="2823957" y="1963"/>
        <a:ext cx="1336972" cy="668486"/>
      </dsp:txXfrm>
    </dsp:sp>
    <dsp:sp modelId="{B6399BF2-009D-4A46-AC79-56E91FE2E714}">
      <dsp:nvSpPr>
        <dsp:cNvPr id="0" name=""/>
        <dsp:cNvSpPr/>
      </dsp:nvSpPr>
      <dsp:spPr>
        <a:xfrm>
          <a:off x="160039" y="951214"/>
          <a:ext cx="1336972" cy="668486"/>
        </a:xfrm>
        <a:prstGeom prst="rect">
          <a:avLst/>
        </a:prstGeom>
        <a:solidFill>
          <a:schemeClr val="accent2">
            <a:tint val="99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glow rad="228600">
            <a:schemeClr val="accent4">
              <a:satMod val="175000"/>
              <a:alpha val="40000"/>
            </a:schemeClr>
          </a:glo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Input employee details</a:t>
          </a:r>
        </a:p>
      </dsp:txBody>
      <dsp:txXfrm>
        <a:off x="160039" y="951214"/>
        <a:ext cx="1336972" cy="668486"/>
      </dsp:txXfrm>
    </dsp:sp>
    <dsp:sp modelId="{FBE47A00-8EE7-4080-89CC-AD8807DE86A1}">
      <dsp:nvSpPr>
        <dsp:cNvPr id="0" name=""/>
        <dsp:cNvSpPr/>
      </dsp:nvSpPr>
      <dsp:spPr>
        <a:xfrm>
          <a:off x="1777776" y="951214"/>
          <a:ext cx="1336972" cy="668486"/>
        </a:xfrm>
        <a:prstGeom prst="rect">
          <a:avLst/>
        </a:prstGeom>
        <a:solidFill>
          <a:schemeClr val="accent2">
            <a:tint val="99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glow rad="228600">
            <a:schemeClr val="accent4">
              <a:satMod val="175000"/>
              <a:alpha val="40000"/>
            </a:schemeClr>
          </a:glo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Calculate pay</a:t>
          </a:r>
        </a:p>
      </dsp:txBody>
      <dsp:txXfrm>
        <a:off x="1777776" y="951214"/>
        <a:ext cx="1336972" cy="668486"/>
      </dsp:txXfrm>
    </dsp:sp>
    <dsp:sp modelId="{AFEED0B6-79A9-4BA0-AB3B-7E79AA532C3F}">
      <dsp:nvSpPr>
        <dsp:cNvPr id="0" name=""/>
        <dsp:cNvSpPr/>
      </dsp:nvSpPr>
      <dsp:spPr>
        <a:xfrm>
          <a:off x="968908" y="1900465"/>
          <a:ext cx="1336972" cy="668486"/>
        </a:xfrm>
        <a:prstGeom prst="rect">
          <a:avLst/>
        </a:prstGeom>
        <a:solidFill>
          <a:schemeClr val="accent2">
            <a:tint val="8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Level 2</a:t>
          </a:r>
        </a:p>
      </dsp:txBody>
      <dsp:txXfrm>
        <a:off x="968908" y="1900465"/>
        <a:ext cx="1336972" cy="668486"/>
      </dsp:txXfrm>
    </dsp:sp>
    <dsp:sp modelId="{E5D6B167-3FA9-4213-BD5D-6DD94637F056}">
      <dsp:nvSpPr>
        <dsp:cNvPr id="0" name=""/>
        <dsp:cNvSpPr/>
      </dsp:nvSpPr>
      <dsp:spPr>
        <a:xfrm>
          <a:off x="2586645" y="1900465"/>
          <a:ext cx="1336972" cy="668486"/>
        </a:xfrm>
        <a:prstGeom prst="rect">
          <a:avLst/>
        </a:prstGeom>
        <a:solidFill>
          <a:schemeClr val="accent2">
            <a:tint val="8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Level 2</a:t>
          </a:r>
        </a:p>
      </dsp:txBody>
      <dsp:txXfrm>
        <a:off x="2586645" y="1900465"/>
        <a:ext cx="1336972" cy="668486"/>
      </dsp:txXfrm>
    </dsp:sp>
    <dsp:sp modelId="{8D865ED3-DDFE-4DC4-9E13-9C136E1F4596}">
      <dsp:nvSpPr>
        <dsp:cNvPr id="0" name=""/>
        <dsp:cNvSpPr/>
      </dsp:nvSpPr>
      <dsp:spPr>
        <a:xfrm>
          <a:off x="160039" y="2849715"/>
          <a:ext cx="1336972" cy="668486"/>
        </a:xfrm>
        <a:prstGeom prst="rect">
          <a:avLst/>
        </a:prstGeom>
        <a:solidFill>
          <a:schemeClr val="accent2">
            <a:tint val="7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Level 3</a:t>
          </a:r>
        </a:p>
      </dsp:txBody>
      <dsp:txXfrm>
        <a:off x="160039" y="2849715"/>
        <a:ext cx="1336972" cy="668486"/>
      </dsp:txXfrm>
    </dsp:sp>
    <dsp:sp modelId="{75D95989-366C-4CD5-85A1-9C1B9C87D98A}">
      <dsp:nvSpPr>
        <dsp:cNvPr id="0" name=""/>
        <dsp:cNvSpPr/>
      </dsp:nvSpPr>
      <dsp:spPr>
        <a:xfrm>
          <a:off x="1777776" y="2849715"/>
          <a:ext cx="1336972" cy="668486"/>
        </a:xfrm>
        <a:prstGeom prst="rect">
          <a:avLst/>
        </a:prstGeom>
        <a:solidFill>
          <a:schemeClr val="accent2">
            <a:tint val="7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Level 3</a:t>
          </a:r>
        </a:p>
      </dsp:txBody>
      <dsp:txXfrm>
        <a:off x="1777776" y="2849715"/>
        <a:ext cx="1336972" cy="668486"/>
      </dsp:txXfrm>
    </dsp:sp>
    <dsp:sp modelId="{4AD9E192-BE6A-4DF8-9AC2-D273DA4F1EAA}">
      <dsp:nvSpPr>
        <dsp:cNvPr id="0" name=""/>
        <dsp:cNvSpPr/>
      </dsp:nvSpPr>
      <dsp:spPr>
        <a:xfrm>
          <a:off x="3395513" y="2849715"/>
          <a:ext cx="1336972" cy="668486"/>
        </a:xfrm>
        <a:prstGeom prst="rect">
          <a:avLst/>
        </a:prstGeom>
        <a:solidFill>
          <a:schemeClr val="accent2">
            <a:tint val="7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Level 3</a:t>
          </a:r>
        </a:p>
      </dsp:txBody>
      <dsp:txXfrm>
        <a:off x="3395513" y="2849715"/>
        <a:ext cx="1336972" cy="668486"/>
      </dsp:txXfrm>
    </dsp:sp>
    <dsp:sp modelId="{723A56C0-86CD-484D-B45E-EBE7DB623610}">
      <dsp:nvSpPr>
        <dsp:cNvPr id="0" name=""/>
        <dsp:cNvSpPr/>
      </dsp:nvSpPr>
      <dsp:spPr>
        <a:xfrm>
          <a:off x="3729756" y="3798966"/>
          <a:ext cx="1336972" cy="668486"/>
        </a:xfrm>
        <a:prstGeom prst="rect">
          <a:avLst/>
        </a:prstGeom>
        <a:solidFill>
          <a:schemeClr val="accent2">
            <a:tint val="7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Level 4</a:t>
          </a:r>
        </a:p>
      </dsp:txBody>
      <dsp:txXfrm>
        <a:off x="3729756" y="3798966"/>
        <a:ext cx="1336972" cy="668486"/>
      </dsp:txXfrm>
    </dsp:sp>
    <dsp:sp modelId="{AED04F68-6CFF-47E4-A0B1-8EB9FEEA82A7}">
      <dsp:nvSpPr>
        <dsp:cNvPr id="0" name=""/>
        <dsp:cNvSpPr/>
      </dsp:nvSpPr>
      <dsp:spPr>
        <a:xfrm>
          <a:off x="3729756" y="4748216"/>
          <a:ext cx="1336972" cy="668486"/>
        </a:xfrm>
        <a:prstGeom prst="rect">
          <a:avLst/>
        </a:prstGeom>
        <a:solidFill>
          <a:schemeClr val="accent2">
            <a:tint val="7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Level 4</a:t>
          </a:r>
        </a:p>
      </dsp:txBody>
      <dsp:txXfrm>
        <a:off x="3729756" y="4748216"/>
        <a:ext cx="1336972" cy="668486"/>
      </dsp:txXfrm>
    </dsp:sp>
    <dsp:sp modelId="{2686E213-FD5F-40A3-B80F-3392F1DA8ED0}">
      <dsp:nvSpPr>
        <dsp:cNvPr id="0" name=""/>
        <dsp:cNvSpPr/>
      </dsp:nvSpPr>
      <dsp:spPr>
        <a:xfrm>
          <a:off x="5013250" y="2849715"/>
          <a:ext cx="1336972" cy="668486"/>
        </a:xfrm>
        <a:prstGeom prst="rect">
          <a:avLst/>
        </a:prstGeom>
        <a:solidFill>
          <a:schemeClr val="accent2">
            <a:tint val="7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Level 3</a:t>
          </a:r>
        </a:p>
      </dsp:txBody>
      <dsp:txXfrm>
        <a:off x="5013250" y="2849715"/>
        <a:ext cx="1336972" cy="668486"/>
      </dsp:txXfrm>
    </dsp:sp>
    <dsp:sp modelId="{EC45E921-B3F0-4613-938B-117C53447DC4}">
      <dsp:nvSpPr>
        <dsp:cNvPr id="0" name=""/>
        <dsp:cNvSpPr/>
      </dsp:nvSpPr>
      <dsp:spPr>
        <a:xfrm>
          <a:off x="5487875" y="951214"/>
          <a:ext cx="1336972" cy="668486"/>
        </a:xfrm>
        <a:prstGeom prst="rect">
          <a:avLst/>
        </a:prstGeom>
        <a:solidFill>
          <a:schemeClr val="accent2">
            <a:tint val="99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glow rad="228600">
            <a:schemeClr val="accent4">
              <a:satMod val="175000"/>
              <a:alpha val="40000"/>
            </a:schemeClr>
          </a:glo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Produce pay slips</a:t>
          </a:r>
        </a:p>
      </dsp:txBody>
      <dsp:txXfrm>
        <a:off x="5487875" y="951214"/>
        <a:ext cx="1336972" cy="668486"/>
      </dsp:txXfrm>
    </dsp:sp>
    <dsp:sp modelId="{078868D4-D600-4760-96C3-67E91C37F21A}">
      <dsp:nvSpPr>
        <dsp:cNvPr id="0" name=""/>
        <dsp:cNvSpPr/>
      </dsp:nvSpPr>
      <dsp:spPr>
        <a:xfrm>
          <a:off x="4679007" y="1900465"/>
          <a:ext cx="1336972" cy="668486"/>
        </a:xfrm>
        <a:prstGeom prst="rect">
          <a:avLst/>
        </a:prstGeom>
        <a:solidFill>
          <a:schemeClr val="accent2">
            <a:tint val="8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Level 2</a:t>
          </a:r>
        </a:p>
      </dsp:txBody>
      <dsp:txXfrm>
        <a:off x="4679007" y="1900465"/>
        <a:ext cx="1336972" cy="668486"/>
      </dsp:txXfrm>
    </dsp:sp>
    <dsp:sp modelId="{959183C9-9C5F-4DA1-BF47-250FFAB507D3}">
      <dsp:nvSpPr>
        <dsp:cNvPr id="0" name=""/>
        <dsp:cNvSpPr/>
      </dsp:nvSpPr>
      <dsp:spPr>
        <a:xfrm>
          <a:off x="6296744" y="1900465"/>
          <a:ext cx="1336972" cy="668486"/>
        </a:xfrm>
        <a:prstGeom prst="rect">
          <a:avLst/>
        </a:prstGeom>
        <a:solidFill>
          <a:schemeClr val="accent2">
            <a:tint val="8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Level 2</a:t>
          </a:r>
        </a:p>
      </dsp:txBody>
      <dsp:txXfrm>
        <a:off x="6296744" y="1900465"/>
        <a:ext cx="1336972" cy="668486"/>
      </dsp:txXfrm>
    </dsp:sp>
    <dsp:sp modelId="{5A4FB645-BC77-41B0-B5A6-D782CA5549D3}">
      <dsp:nvSpPr>
        <dsp:cNvPr id="0" name=""/>
        <dsp:cNvSpPr/>
      </dsp:nvSpPr>
      <dsp:spPr>
        <a:xfrm>
          <a:off x="6630987" y="2849715"/>
          <a:ext cx="1336972" cy="668486"/>
        </a:xfrm>
        <a:prstGeom prst="rect">
          <a:avLst/>
        </a:prstGeom>
        <a:solidFill>
          <a:schemeClr val="accent2">
            <a:tint val="7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Level 3</a:t>
          </a:r>
        </a:p>
      </dsp:txBody>
      <dsp:txXfrm>
        <a:off x="6630987" y="2849715"/>
        <a:ext cx="1336972" cy="66848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3FB217-4855-417B-A5C0-3F2C2BBAB9FB}">
      <dsp:nvSpPr>
        <dsp:cNvPr id="0" name=""/>
        <dsp:cNvSpPr/>
      </dsp:nvSpPr>
      <dsp:spPr>
        <a:xfrm>
          <a:off x="6430441" y="2568951"/>
          <a:ext cx="200545" cy="61500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15007"/>
              </a:lnTo>
              <a:lnTo>
                <a:pt x="200545" y="615007"/>
              </a:lnTo>
            </a:path>
          </a:pathLst>
        </a:custGeom>
        <a:noFill/>
        <a:ln w="12700" cap="flat" cmpd="sng" algn="ctr">
          <a:solidFill>
            <a:schemeClr val="accent2">
              <a:tint val="7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69D8539-D913-43E9-9AA0-A920583698EB}">
      <dsp:nvSpPr>
        <dsp:cNvPr id="0" name=""/>
        <dsp:cNvSpPr/>
      </dsp:nvSpPr>
      <dsp:spPr>
        <a:xfrm>
          <a:off x="6156362" y="1619700"/>
          <a:ext cx="808868" cy="28076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0382"/>
              </a:lnTo>
              <a:lnTo>
                <a:pt x="808868" y="140382"/>
              </a:lnTo>
              <a:lnTo>
                <a:pt x="808868" y="280764"/>
              </a:lnTo>
            </a:path>
          </a:pathLst>
        </a:custGeom>
        <a:noFill/>
        <a:ln w="12700" cap="flat" cmpd="sng" algn="ctr">
          <a:solidFill>
            <a:schemeClr val="accent2">
              <a:tint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D570B6E-AF9B-4F42-83DB-21DFD1A0CF24}">
      <dsp:nvSpPr>
        <dsp:cNvPr id="0" name=""/>
        <dsp:cNvSpPr/>
      </dsp:nvSpPr>
      <dsp:spPr>
        <a:xfrm>
          <a:off x="5347493" y="1619700"/>
          <a:ext cx="808868" cy="280764"/>
        </a:xfrm>
        <a:custGeom>
          <a:avLst/>
          <a:gdLst/>
          <a:ahLst/>
          <a:cxnLst/>
          <a:rect l="0" t="0" r="0" b="0"/>
          <a:pathLst>
            <a:path>
              <a:moveTo>
                <a:pt x="808868" y="0"/>
              </a:moveTo>
              <a:lnTo>
                <a:pt x="808868" y="140382"/>
              </a:lnTo>
              <a:lnTo>
                <a:pt x="0" y="140382"/>
              </a:lnTo>
              <a:lnTo>
                <a:pt x="0" y="280764"/>
              </a:lnTo>
            </a:path>
          </a:pathLst>
        </a:custGeom>
        <a:noFill/>
        <a:ln w="12700" cap="flat" cmpd="sng" algn="ctr">
          <a:solidFill>
            <a:schemeClr val="accent2">
              <a:tint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C862B2C-9C17-4CD1-86B1-D0D172B39D5B}">
      <dsp:nvSpPr>
        <dsp:cNvPr id="0" name=""/>
        <dsp:cNvSpPr/>
      </dsp:nvSpPr>
      <dsp:spPr>
        <a:xfrm>
          <a:off x="3492444" y="670450"/>
          <a:ext cx="2663918" cy="28076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0382"/>
              </a:lnTo>
              <a:lnTo>
                <a:pt x="2663918" y="140382"/>
              </a:lnTo>
              <a:lnTo>
                <a:pt x="2663918" y="280764"/>
              </a:lnTo>
            </a:path>
          </a:pathLst>
        </a:custGeom>
        <a:noFill/>
        <a:ln w="12700" cap="flat" cmpd="sng" algn="ctr">
          <a:solidFill>
            <a:schemeClr val="accent2">
              <a:tint val="99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D4A13F4-FD34-4B8E-B53E-BFCE53B83B25}">
      <dsp:nvSpPr>
        <dsp:cNvPr id="0" name=""/>
        <dsp:cNvSpPr/>
      </dsp:nvSpPr>
      <dsp:spPr>
        <a:xfrm>
          <a:off x="3255131" y="2568951"/>
          <a:ext cx="2426605" cy="28076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0382"/>
              </a:lnTo>
              <a:lnTo>
                <a:pt x="2426605" y="140382"/>
              </a:lnTo>
              <a:lnTo>
                <a:pt x="2426605" y="280764"/>
              </a:lnTo>
            </a:path>
          </a:pathLst>
        </a:custGeom>
        <a:noFill/>
        <a:ln w="12700" cap="flat" cmpd="sng" algn="ctr">
          <a:solidFill>
            <a:schemeClr val="accent2">
              <a:tint val="7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B6216EE-0332-46F3-BC8E-9FC18354BC59}">
      <dsp:nvSpPr>
        <dsp:cNvPr id="0" name=""/>
        <dsp:cNvSpPr/>
      </dsp:nvSpPr>
      <dsp:spPr>
        <a:xfrm>
          <a:off x="3529210" y="3518201"/>
          <a:ext cx="200545" cy="156425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64258"/>
              </a:lnTo>
              <a:lnTo>
                <a:pt x="200545" y="1564258"/>
              </a:lnTo>
            </a:path>
          </a:pathLst>
        </a:custGeom>
        <a:noFill/>
        <a:ln w="12700" cap="flat" cmpd="sng" algn="ctr">
          <a:solidFill>
            <a:schemeClr val="accent2">
              <a:tint val="7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3EAA277-39AA-48B0-B65E-C2B3D7E588D6}">
      <dsp:nvSpPr>
        <dsp:cNvPr id="0" name=""/>
        <dsp:cNvSpPr/>
      </dsp:nvSpPr>
      <dsp:spPr>
        <a:xfrm>
          <a:off x="3529210" y="3518201"/>
          <a:ext cx="200545" cy="61500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15007"/>
              </a:lnTo>
              <a:lnTo>
                <a:pt x="200545" y="615007"/>
              </a:lnTo>
            </a:path>
          </a:pathLst>
        </a:custGeom>
        <a:noFill/>
        <a:ln w="12700" cap="flat" cmpd="sng" algn="ctr">
          <a:solidFill>
            <a:schemeClr val="accent2">
              <a:tint val="7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7B4B7B4-DBBB-42BE-8244-08C6A48F1D4E}">
      <dsp:nvSpPr>
        <dsp:cNvPr id="0" name=""/>
        <dsp:cNvSpPr/>
      </dsp:nvSpPr>
      <dsp:spPr>
        <a:xfrm>
          <a:off x="3255131" y="2568951"/>
          <a:ext cx="808868" cy="28076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0382"/>
              </a:lnTo>
              <a:lnTo>
                <a:pt x="808868" y="140382"/>
              </a:lnTo>
              <a:lnTo>
                <a:pt x="808868" y="280764"/>
              </a:lnTo>
            </a:path>
          </a:pathLst>
        </a:custGeom>
        <a:noFill/>
        <a:ln w="12700" cap="flat" cmpd="sng" algn="ctr">
          <a:solidFill>
            <a:schemeClr val="accent2">
              <a:tint val="7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8C7BD88-A8CF-414B-BDFC-66464783C2D7}">
      <dsp:nvSpPr>
        <dsp:cNvPr id="0" name=""/>
        <dsp:cNvSpPr/>
      </dsp:nvSpPr>
      <dsp:spPr>
        <a:xfrm>
          <a:off x="2446263" y="2568951"/>
          <a:ext cx="808868" cy="280764"/>
        </a:xfrm>
        <a:custGeom>
          <a:avLst/>
          <a:gdLst/>
          <a:ahLst/>
          <a:cxnLst/>
          <a:rect l="0" t="0" r="0" b="0"/>
          <a:pathLst>
            <a:path>
              <a:moveTo>
                <a:pt x="808868" y="0"/>
              </a:moveTo>
              <a:lnTo>
                <a:pt x="808868" y="140382"/>
              </a:lnTo>
              <a:lnTo>
                <a:pt x="0" y="140382"/>
              </a:lnTo>
              <a:lnTo>
                <a:pt x="0" y="280764"/>
              </a:lnTo>
            </a:path>
          </a:pathLst>
        </a:custGeom>
        <a:noFill/>
        <a:ln w="12700" cap="flat" cmpd="sng" algn="ctr">
          <a:solidFill>
            <a:schemeClr val="accent2">
              <a:tint val="7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30C41FA-EECB-4F61-9206-E22CF485CCE5}">
      <dsp:nvSpPr>
        <dsp:cNvPr id="0" name=""/>
        <dsp:cNvSpPr/>
      </dsp:nvSpPr>
      <dsp:spPr>
        <a:xfrm>
          <a:off x="828526" y="2568951"/>
          <a:ext cx="2426605" cy="280764"/>
        </a:xfrm>
        <a:custGeom>
          <a:avLst/>
          <a:gdLst/>
          <a:ahLst/>
          <a:cxnLst/>
          <a:rect l="0" t="0" r="0" b="0"/>
          <a:pathLst>
            <a:path>
              <a:moveTo>
                <a:pt x="2426605" y="0"/>
              </a:moveTo>
              <a:lnTo>
                <a:pt x="2426605" y="140382"/>
              </a:lnTo>
              <a:lnTo>
                <a:pt x="0" y="140382"/>
              </a:lnTo>
              <a:lnTo>
                <a:pt x="0" y="280764"/>
              </a:lnTo>
            </a:path>
          </a:pathLst>
        </a:custGeom>
        <a:noFill/>
        <a:ln w="12700" cap="flat" cmpd="sng" algn="ctr">
          <a:solidFill>
            <a:schemeClr val="accent2">
              <a:tint val="7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7630F50-41BB-4F9E-AB3F-31EF4446C5B7}">
      <dsp:nvSpPr>
        <dsp:cNvPr id="0" name=""/>
        <dsp:cNvSpPr/>
      </dsp:nvSpPr>
      <dsp:spPr>
        <a:xfrm>
          <a:off x="2446263" y="1619700"/>
          <a:ext cx="808868" cy="28076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0382"/>
              </a:lnTo>
              <a:lnTo>
                <a:pt x="808868" y="140382"/>
              </a:lnTo>
              <a:lnTo>
                <a:pt x="808868" y="280764"/>
              </a:lnTo>
            </a:path>
          </a:pathLst>
        </a:custGeom>
        <a:noFill/>
        <a:ln w="12700" cap="flat" cmpd="sng" algn="ctr">
          <a:solidFill>
            <a:schemeClr val="accent2">
              <a:tint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C30806D-D8C1-4C5A-8CF4-73EB3C36C9DA}">
      <dsp:nvSpPr>
        <dsp:cNvPr id="0" name=""/>
        <dsp:cNvSpPr/>
      </dsp:nvSpPr>
      <dsp:spPr>
        <a:xfrm>
          <a:off x="1637394" y="1619700"/>
          <a:ext cx="808868" cy="280764"/>
        </a:xfrm>
        <a:custGeom>
          <a:avLst/>
          <a:gdLst/>
          <a:ahLst/>
          <a:cxnLst/>
          <a:rect l="0" t="0" r="0" b="0"/>
          <a:pathLst>
            <a:path>
              <a:moveTo>
                <a:pt x="808868" y="0"/>
              </a:moveTo>
              <a:lnTo>
                <a:pt x="808868" y="140382"/>
              </a:lnTo>
              <a:lnTo>
                <a:pt x="0" y="140382"/>
              </a:lnTo>
              <a:lnTo>
                <a:pt x="0" y="280764"/>
              </a:lnTo>
            </a:path>
          </a:pathLst>
        </a:custGeom>
        <a:noFill/>
        <a:ln w="12700" cap="flat" cmpd="sng" algn="ctr">
          <a:solidFill>
            <a:schemeClr val="accent2">
              <a:tint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0C452E7-0527-4733-893D-D2DCA3E0B86A}">
      <dsp:nvSpPr>
        <dsp:cNvPr id="0" name=""/>
        <dsp:cNvSpPr/>
      </dsp:nvSpPr>
      <dsp:spPr>
        <a:xfrm>
          <a:off x="2446263" y="670450"/>
          <a:ext cx="1046181" cy="280764"/>
        </a:xfrm>
        <a:custGeom>
          <a:avLst/>
          <a:gdLst/>
          <a:ahLst/>
          <a:cxnLst/>
          <a:rect l="0" t="0" r="0" b="0"/>
          <a:pathLst>
            <a:path>
              <a:moveTo>
                <a:pt x="1046181" y="0"/>
              </a:moveTo>
              <a:lnTo>
                <a:pt x="1046181" y="140382"/>
              </a:lnTo>
              <a:lnTo>
                <a:pt x="0" y="140382"/>
              </a:lnTo>
              <a:lnTo>
                <a:pt x="0" y="280764"/>
              </a:lnTo>
            </a:path>
          </a:pathLst>
        </a:custGeom>
        <a:noFill/>
        <a:ln w="12700" cap="flat" cmpd="sng" algn="ctr">
          <a:solidFill>
            <a:schemeClr val="accent2">
              <a:tint val="99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3C2E62E-2279-45DD-9935-5F1124B4ABFE}">
      <dsp:nvSpPr>
        <dsp:cNvPr id="0" name=""/>
        <dsp:cNvSpPr/>
      </dsp:nvSpPr>
      <dsp:spPr>
        <a:xfrm>
          <a:off x="828526" y="670450"/>
          <a:ext cx="2663918" cy="280764"/>
        </a:xfrm>
        <a:custGeom>
          <a:avLst/>
          <a:gdLst/>
          <a:ahLst/>
          <a:cxnLst/>
          <a:rect l="0" t="0" r="0" b="0"/>
          <a:pathLst>
            <a:path>
              <a:moveTo>
                <a:pt x="2663918" y="0"/>
              </a:moveTo>
              <a:lnTo>
                <a:pt x="2663918" y="140382"/>
              </a:lnTo>
              <a:lnTo>
                <a:pt x="0" y="140382"/>
              </a:lnTo>
              <a:lnTo>
                <a:pt x="0" y="280764"/>
              </a:lnTo>
            </a:path>
          </a:pathLst>
        </a:custGeom>
        <a:noFill/>
        <a:ln w="12700" cap="flat" cmpd="sng" algn="ctr">
          <a:solidFill>
            <a:schemeClr val="accent2">
              <a:tint val="99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576F7C4-99BB-4A3C-BD1B-DFAD90EDE4D6}">
      <dsp:nvSpPr>
        <dsp:cNvPr id="0" name=""/>
        <dsp:cNvSpPr/>
      </dsp:nvSpPr>
      <dsp:spPr>
        <a:xfrm>
          <a:off x="2823957" y="1963"/>
          <a:ext cx="1336972" cy="668486"/>
        </a:xfrm>
        <a:prstGeom prst="rect">
          <a:avLst/>
        </a:prstGeom>
        <a:solidFill>
          <a:schemeClr val="accent2">
            <a:shade val="8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Company wage program</a:t>
          </a:r>
        </a:p>
      </dsp:txBody>
      <dsp:txXfrm>
        <a:off x="2823957" y="1963"/>
        <a:ext cx="1336972" cy="668486"/>
      </dsp:txXfrm>
    </dsp:sp>
    <dsp:sp modelId="{B6399BF2-009D-4A46-AC79-56E91FE2E714}">
      <dsp:nvSpPr>
        <dsp:cNvPr id="0" name=""/>
        <dsp:cNvSpPr/>
      </dsp:nvSpPr>
      <dsp:spPr>
        <a:xfrm>
          <a:off x="160039" y="951214"/>
          <a:ext cx="1336972" cy="668486"/>
        </a:xfrm>
        <a:prstGeom prst="rect">
          <a:avLst/>
        </a:prstGeom>
        <a:solidFill>
          <a:schemeClr val="accent2">
            <a:tint val="99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Input employee details</a:t>
          </a:r>
        </a:p>
      </dsp:txBody>
      <dsp:txXfrm>
        <a:off x="160039" y="951214"/>
        <a:ext cx="1336972" cy="668486"/>
      </dsp:txXfrm>
    </dsp:sp>
    <dsp:sp modelId="{FBE47A00-8EE7-4080-89CC-AD8807DE86A1}">
      <dsp:nvSpPr>
        <dsp:cNvPr id="0" name=""/>
        <dsp:cNvSpPr/>
      </dsp:nvSpPr>
      <dsp:spPr>
        <a:xfrm>
          <a:off x="1777776" y="951214"/>
          <a:ext cx="1336972" cy="668486"/>
        </a:xfrm>
        <a:prstGeom prst="rect">
          <a:avLst/>
        </a:prstGeom>
        <a:solidFill>
          <a:schemeClr val="accent2">
            <a:tint val="99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Calculate pay</a:t>
          </a:r>
        </a:p>
      </dsp:txBody>
      <dsp:txXfrm>
        <a:off x="1777776" y="951214"/>
        <a:ext cx="1336972" cy="668486"/>
      </dsp:txXfrm>
    </dsp:sp>
    <dsp:sp modelId="{AFEED0B6-79A9-4BA0-AB3B-7E79AA532C3F}">
      <dsp:nvSpPr>
        <dsp:cNvPr id="0" name=""/>
        <dsp:cNvSpPr/>
      </dsp:nvSpPr>
      <dsp:spPr>
        <a:xfrm>
          <a:off x="968908" y="1900465"/>
          <a:ext cx="1336972" cy="668486"/>
        </a:xfrm>
        <a:prstGeom prst="rect">
          <a:avLst/>
        </a:prstGeom>
        <a:solidFill>
          <a:schemeClr val="accent2">
            <a:tint val="8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glow rad="228600">
            <a:schemeClr val="accent4">
              <a:satMod val="175000"/>
              <a:alpha val="40000"/>
            </a:schemeClr>
          </a:glo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Calculate gross pay</a:t>
          </a:r>
        </a:p>
      </dsp:txBody>
      <dsp:txXfrm>
        <a:off x="968908" y="1900465"/>
        <a:ext cx="1336972" cy="668486"/>
      </dsp:txXfrm>
    </dsp:sp>
    <dsp:sp modelId="{E5D6B167-3FA9-4213-BD5D-6DD94637F056}">
      <dsp:nvSpPr>
        <dsp:cNvPr id="0" name=""/>
        <dsp:cNvSpPr/>
      </dsp:nvSpPr>
      <dsp:spPr>
        <a:xfrm>
          <a:off x="2586645" y="1900465"/>
          <a:ext cx="1336972" cy="668486"/>
        </a:xfrm>
        <a:prstGeom prst="rect">
          <a:avLst/>
        </a:prstGeom>
        <a:solidFill>
          <a:schemeClr val="accent2">
            <a:tint val="8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glow rad="228600">
            <a:schemeClr val="accent4">
              <a:satMod val="175000"/>
              <a:alpha val="40000"/>
            </a:schemeClr>
          </a:glo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Calculate deductions</a:t>
          </a:r>
        </a:p>
      </dsp:txBody>
      <dsp:txXfrm>
        <a:off x="2586645" y="1900465"/>
        <a:ext cx="1336972" cy="668486"/>
      </dsp:txXfrm>
    </dsp:sp>
    <dsp:sp modelId="{8D865ED3-DDFE-4DC4-9E13-9C136E1F4596}">
      <dsp:nvSpPr>
        <dsp:cNvPr id="0" name=""/>
        <dsp:cNvSpPr/>
      </dsp:nvSpPr>
      <dsp:spPr>
        <a:xfrm>
          <a:off x="160039" y="2849715"/>
          <a:ext cx="1336972" cy="668486"/>
        </a:xfrm>
        <a:prstGeom prst="rect">
          <a:avLst/>
        </a:prstGeom>
        <a:solidFill>
          <a:schemeClr val="accent2">
            <a:tint val="7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Level 3</a:t>
          </a:r>
        </a:p>
      </dsp:txBody>
      <dsp:txXfrm>
        <a:off x="160039" y="2849715"/>
        <a:ext cx="1336972" cy="668486"/>
      </dsp:txXfrm>
    </dsp:sp>
    <dsp:sp modelId="{75D95989-366C-4CD5-85A1-9C1B9C87D98A}">
      <dsp:nvSpPr>
        <dsp:cNvPr id="0" name=""/>
        <dsp:cNvSpPr/>
      </dsp:nvSpPr>
      <dsp:spPr>
        <a:xfrm>
          <a:off x="1777776" y="2849715"/>
          <a:ext cx="1336972" cy="668486"/>
        </a:xfrm>
        <a:prstGeom prst="rect">
          <a:avLst/>
        </a:prstGeom>
        <a:solidFill>
          <a:schemeClr val="accent2">
            <a:tint val="7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Level 3</a:t>
          </a:r>
        </a:p>
      </dsp:txBody>
      <dsp:txXfrm>
        <a:off x="1777776" y="2849715"/>
        <a:ext cx="1336972" cy="668486"/>
      </dsp:txXfrm>
    </dsp:sp>
    <dsp:sp modelId="{4AD9E192-BE6A-4DF8-9AC2-D273DA4F1EAA}">
      <dsp:nvSpPr>
        <dsp:cNvPr id="0" name=""/>
        <dsp:cNvSpPr/>
      </dsp:nvSpPr>
      <dsp:spPr>
        <a:xfrm>
          <a:off x="3395513" y="2849715"/>
          <a:ext cx="1336972" cy="668486"/>
        </a:xfrm>
        <a:prstGeom prst="rect">
          <a:avLst/>
        </a:prstGeom>
        <a:solidFill>
          <a:schemeClr val="accent2">
            <a:tint val="7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Level 3</a:t>
          </a:r>
        </a:p>
      </dsp:txBody>
      <dsp:txXfrm>
        <a:off x="3395513" y="2849715"/>
        <a:ext cx="1336972" cy="668486"/>
      </dsp:txXfrm>
    </dsp:sp>
    <dsp:sp modelId="{723A56C0-86CD-484D-B45E-EBE7DB623610}">
      <dsp:nvSpPr>
        <dsp:cNvPr id="0" name=""/>
        <dsp:cNvSpPr/>
      </dsp:nvSpPr>
      <dsp:spPr>
        <a:xfrm>
          <a:off x="3729756" y="3798966"/>
          <a:ext cx="1336972" cy="668486"/>
        </a:xfrm>
        <a:prstGeom prst="rect">
          <a:avLst/>
        </a:prstGeom>
        <a:solidFill>
          <a:schemeClr val="accent2">
            <a:tint val="7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Level 4</a:t>
          </a:r>
        </a:p>
      </dsp:txBody>
      <dsp:txXfrm>
        <a:off x="3729756" y="3798966"/>
        <a:ext cx="1336972" cy="668486"/>
      </dsp:txXfrm>
    </dsp:sp>
    <dsp:sp modelId="{AED04F68-6CFF-47E4-A0B1-8EB9FEEA82A7}">
      <dsp:nvSpPr>
        <dsp:cNvPr id="0" name=""/>
        <dsp:cNvSpPr/>
      </dsp:nvSpPr>
      <dsp:spPr>
        <a:xfrm>
          <a:off x="3729756" y="4748216"/>
          <a:ext cx="1336972" cy="668486"/>
        </a:xfrm>
        <a:prstGeom prst="rect">
          <a:avLst/>
        </a:prstGeom>
        <a:solidFill>
          <a:schemeClr val="accent2">
            <a:tint val="7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Level 4</a:t>
          </a:r>
        </a:p>
      </dsp:txBody>
      <dsp:txXfrm>
        <a:off x="3729756" y="4748216"/>
        <a:ext cx="1336972" cy="668486"/>
      </dsp:txXfrm>
    </dsp:sp>
    <dsp:sp modelId="{2686E213-FD5F-40A3-B80F-3392F1DA8ED0}">
      <dsp:nvSpPr>
        <dsp:cNvPr id="0" name=""/>
        <dsp:cNvSpPr/>
      </dsp:nvSpPr>
      <dsp:spPr>
        <a:xfrm>
          <a:off x="5013250" y="2849715"/>
          <a:ext cx="1336972" cy="668486"/>
        </a:xfrm>
        <a:prstGeom prst="rect">
          <a:avLst/>
        </a:prstGeom>
        <a:solidFill>
          <a:schemeClr val="accent2">
            <a:tint val="7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Level 3</a:t>
          </a:r>
        </a:p>
      </dsp:txBody>
      <dsp:txXfrm>
        <a:off x="5013250" y="2849715"/>
        <a:ext cx="1336972" cy="668486"/>
      </dsp:txXfrm>
    </dsp:sp>
    <dsp:sp modelId="{EC45E921-B3F0-4613-938B-117C53447DC4}">
      <dsp:nvSpPr>
        <dsp:cNvPr id="0" name=""/>
        <dsp:cNvSpPr/>
      </dsp:nvSpPr>
      <dsp:spPr>
        <a:xfrm>
          <a:off x="5487875" y="951214"/>
          <a:ext cx="1336972" cy="668486"/>
        </a:xfrm>
        <a:prstGeom prst="rect">
          <a:avLst/>
        </a:prstGeom>
        <a:solidFill>
          <a:schemeClr val="accent2">
            <a:tint val="99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Produce pay slips</a:t>
          </a:r>
        </a:p>
      </dsp:txBody>
      <dsp:txXfrm>
        <a:off x="5487875" y="951214"/>
        <a:ext cx="1336972" cy="668486"/>
      </dsp:txXfrm>
    </dsp:sp>
    <dsp:sp modelId="{078868D4-D600-4760-96C3-67E91C37F21A}">
      <dsp:nvSpPr>
        <dsp:cNvPr id="0" name=""/>
        <dsp:cNvSpPr/>
      </dsp:nvSpPr>
      <dsp:spPr>
        <a:xfrm>
          <a:off x="4679007" y="1900465"/>
          <a:ext cx="1336972" cy="668486"/>
        </a:xfrm>
        <a:prstGeom prst="rect">
          <a:avLst/>
        </a:prstGeom>
        <a:solidFill>
          <a:schemeClr val="accent2">
            <a:tint val="8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Level 2</a:t>
          </a:r>
        </a:p>
      </dsp:txBody>
      <dsp:txXfrm>
        <a:off x="4679007" y="1900465"/>
        <a:ext cx="1336972" cy="668486"/>
      </dsp:txXfrm>
    </dsp:sp>
    <dsp:sp modelId="{959183C9-9C5F-4DA1-BF47-250FFAB507D3}">
      <dsp:nvSpPr>
        <dsp:cNvPr id="0" name=""/>
        <dsp:cNvSpPr/>
      </dsp:nvSpPr>
      <dsp:spPr>
        <a:xfrm>
          <a:off x="6296744" y="1900465"/>
          <a:ext cx="1336972" cy="668486"/>
        </a:xfrm>
        <a:prstGeom prst="rect">
          <a:avLst/>
        </a:prstGeom>
        <a:solidFill>
          <a:schemeClr val="accent2">
            <a:tint val="8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Level 2</a:t>
          </a:r>
        </a:p>
      </dsp:txBody>
      <dsp:txXfrm>
        <a:off x="6296744" y="1900465"/>
        <a:ext cx="1336972" cy="668486"/>
      </dsp:txXfrm>
    </dsp:sp>
    <dsp:sp modelId="{5A4FB645-BC77-41B0-B5A6-D782CA5549D3}">
      <dsp:nvSpPr>
        <dsp:cNvPr id="0" name=""/>
        <dsp:cNvSpPr/>
      </dsp:nvSpPr>
      <dsp:spPr>
        <a:xfrm>
          <a:off x="6630987" y="2849715"/>
          <a:ext cx="1336972" cy="668486"/>
        </a:xfrm>
        <a:prstGeom prst="rect">
          <a:avLst/>
        </a:prstGeom>
        <a:solidFill>
          <a:schemeClr val="accent2">
            <a:tint val="7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Level 3</a:t>
          </a:r>
        </a:p>
      </dsp:txBody>
      <dsp:txXfrm>
        <a:off x="6630987" y="2849715"/>
        <a:ext cx="1336972" cy="66848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3FB217-4855-417B-A5C0-3F2C2BBAB9FB}">
      <dsp:nvSpPr>
        <dsp:cNvPr id="0" name=""/>
        <dsp:cNvSpPr/>
      </dsp:nvSpPr>
      <dsp:spPr>
        <a:xfrm>
          <a:off x="6430441" y="2568951"/>
          <a:ext cx="200545" cy="61500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15007"/>
              </a:lnTo>
              <a:lnTo>
                <a:pt x="200545" y="615007"/>
              </a:lnTo>
            </a:path>
          </a:pathLst>
        </a:custGeom>
        <a:noFill/>
        <a:ln w="12700" cap="flat" cmpd="sng" algn="ctr">
          <a:solidFill>
            <a:schemeClr val="accent2">
              <a:tint val="7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69D8539-D913-43E9-9AA0-A920583698EB}">
      <dsp:nvSpPr>
        <dsp:cNvPr id="0" name=""/>
        <dsp:cNvSpPr/>
      </dsp:nvSpPr>
      <dsp:spPr>
        <a:xfrm>
          <a:off x="6156362" y="1619700"/>
          <a:ext cx="808868" cy="28076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0382"/>
              </a:lnTo>
              <a:lnTo>
                <a:pt x="808868" y="140382"/>
              </a:lnTo>
              <a:lnTo>
                <a:pt x="808868" y="280764"/>
              </a:lnTo>
            </a:path>
          </a:pathLst>
        </a:custGeom>
        <a:noFill/>
        <a:ln w="12700" cap="flat" cmpd="sng" algn="ctr">
          <a:solidFill>
            <a:schemeClr val="accent2">
              <a:tint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D570B6E-AF9B-4F42-83DB-21DFD1A0CF24}">
      <dsp:nvSpPr>
        <dsp:cNvPr id="0" name=""/>
        <dsp:cNvSpPr/>
      </dsp:nvSpPr>
      <dsp:spPr>
        <a:xfrm>
          <a:off x="5347493" y="1619700"/>
          <a:ext cx="808868" cy="280764"/>
        </a:xfrm>
        <a:custGeom>
          <a:avLst/>
          <a:gdLst/>
          <a:ahLst/>
          <a:cxnLst/>
          <a:rect l="0" t="0" r="0" b="0"/>
          <a:pathLst>
            <a:path>
              <a:moveTo>
                <a:pt x="808868" y="0"/>
              </a:moveTo>
              <a:lnTo>
                <a:pt x="808868" y="140382"/>
              </a:lnTo>
              <a:lnTo>
                <a:pt x="0" y="140382"/>
              </a:lnTo>
              <a:lnTo>
                <a:pt x="0" y="280764"/>
              </a:lnTo>
            </a:path>
          </a:pathLst>
        </a:custGeom>
        <a:noFill/>
        <a:ln w="12700" cap="flat" cmpd="sng" algn="ctr">
          <a:solidFill>
            <a:schemeClr val="accent2">
              <a:tint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C862B2C-9C17-4CD1-86B1-D0D172B39D5B}">
      <dsp:nvSpPr>
        <dsp:cNvPr id="0" name=""/>
        <dsp:cNvSpPr/>
      </dsp:nvSpPr>
      <dsp:spPr>
        <a:xfrm>
          <a:off x="3492444" y="670450"/>
          <a:ext cx="2663918" cy="28076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0382"/>
              </a:lnTo>
              <a:lnTo>
                <a:pt x="2663918" y="140382"/>
              </a:lnTo>
              <a:lnTo>
                <a:pt x="2663918" y="280764"/>
              </a:lnTo>
            </a:path>
          </a:pathLst>
        </a:custGeom>
        <a:noFill/>
        <a:ln w="12700" cap="flat" cmpd="sng" algn="ctr">
          <a:solidFill>
            <a:schemeClr val="accent2">
              <a:tint val="99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D4A13F4-FD34-4B8E-B53E-BFCE53B83B25}">
      <dsp:nvSpPr>
        <dsp:cNvPr id="0" name=""/>
        <dsp:cNvSpPr/>
      </dsp:nvSpPr>
      <dsp:spPr>
        <a:xfrm>
          <a:off x="3255131" y="2568951"/>
          <a:ext cx="2426605" cy="28076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0382"/>
              </a:lnTo>
              <a:lnTo>
                <a:pt x="2426605" y="140382"/>
              </a:lnTo>
              <a:lnTo>
                <a:pt x="2426605" y="280764"/>
              </a:lnTo>
            </a:path>
          </a:pathLst>
        </a:custGeom>
        <a:noFill/>
        <a:ln w="12700" cap="flat" cmpd="sng" algn="ctr">
          <a:solidFill>
            <a:schemeClr val="accent2">
              <a:tint val="7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B6216EE-0332-46F3-BC8E-9FC18354BC59}">
      <dsp:nvSpPr>
        <dsp:cNvPr id="0" name=""/>
        <dsp:cNvSpPr/>
      </dsp:nvSpPr>
      <dsp:spPr>
        <a:xfrm>
          <a:off x="3529210" y="3518201"/>
          <a:ext cx="200545" cy="156425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64258"/>
              </a:lnTo>
              <a:lnTo>
                <a:pt x="200545" y="1564258"/>
              </a:lnTo>
            </a:path>
          </a:pathLst>
        </a:custGeom>
        <a:noFill/>
        <a:ln w="12700" cap="flat" cmpd="sng" algn="ctr">
          <a:solidFill>
            <a:schemeClr val="accent2">
              <a:tint val="7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3EAA277-39AA-48B0-B65E-C2B3D7E588D6}">
      <dsp:nvSpPr>
        <dsp:cNvPr id="0" name=""/>
        <dsp:cNvSpPr/>
      </dsp:nvSpPr>
      <dsp:spPr>
        <a:xfrm>
          <a:off x="3529210" y="3518201"/>
          <a:ext cx="200545" cy="61500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15007"/>
              </a:lnTo>
              <a:lnTo>
                <a:pt x="200545" y="615007"/>
              </a:lnTo>
            </a:path>
          </a:pathLst>
        </a:custGeom>
        <a:noFill/>
        <a:ln w="12700" cap="flat" cmpd="sng" algn="ctr">
          <a:solidFill>
            <a:schemeClr val="accent2">
              <a:tint val="7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7B4B7B4-DBBB-42BE-8244-08C6A48F1D4E}">
      <dsp:nvSpPr>
        <dsp:cNvPr id="0" name=""/>
        <dsp:cNvSpPr/>
      </dsp:nvSpPr>
      <dsp:spPr>
        <a:xfrm>
          <a:off x="3255131" y="2568951"/>
          <a:ext cx="808868" cy="28076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0382"/>
              </a:lnTo>
              <a:lnTo>
                <a:pt x="808868" y="140382"/>
              </a:lnTo>
              <a:lnTo>
                <a:pt x="808868" y="280764"/>
              </a:lnTo>
            </a:path>
          </a:pathLst>
        </a:custGeom>
        <a:noFill/>
        <a:ln w="12700" cap="flat" cmpd="sng" algn="ctr">
          <a:solidFill>
            <a:schemeClr val="accent2">
              <a:tint val="7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8C7BD88-A8CF-414B-BDFC-66464783C2D7}">
      <dsp:nvSpPr>
        <dsp:cNvPr id="0" name=""/>
        <dsp:cNvSpPr/>
      </dsp:nvSpPr>
      <dsp:spPr>
        <a:xfrm>
          <a:off x="2446263" y="2568951"/>
          <a:ext cx="808868" cy="280764"/>
        </a:xfrm>
        <a:custGeom>
          <a:avLst/>
          <a:gdLst/>
          <a:ahLst/>
          <a:cxnLst/>
          <a:rect l="0" t="0" r="0" b="0"/>
          <a:pathLst>
            <a:path>
              <a:moveTo>
                <a:pt x="808868" y="0"/>
              </a:moveTo>
              <a:lnTo>
                <a:pt x="808868" y="140382"/>
              </a:lnTo>
              <a:lnTo>
                <a:pt x="0" y="140382"/>
              </a:lnTo>
              <a:lnTo>
                <a:pt x="0" y="280764"/>
              </a:lnTo>
            </a:path>
          </a:pathLst>
        </a:custGeom>
        <a:noFill/>
        <a:ln w="12700" cap="flat" cmpd="sng" algn="ctr">
          <a:solidFill>
            <a:schemeClr val="accent2">
              <a:tint val="7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30C41FA-EECB-4F61-9206-E22CF485CCE5}">
      <dsp:nvSpPr>
        <dsp:cNvPr id="0" name=""/>
        <dsp:cNvSpPr/>
      </dsp:nvSpPr>
      <dsp:spPr>
        <a:xfrm>
          <a:off x="828526" y="2568951"/>
          <a:ext cx="2426605" cy="280764"/>
        </a:xfrm>
        <a:custGeom>
          <a:avLst/>
          <a:gdLst/>
          <a:ahLst/>
          <a:cxnLst/>
          <a:rect l="0" t="0" r="0" b="0"/>
          <a:pathLst>
            <a:path>
              <a:moveTo>
                <a:pt x="2426605" y="0"/>
              </a:moveTo>
              <a:lnTo>
                <a:pt x="2426605" y="140382"/>
              </a:lnTo>
              <a:lnTo>
                <a:pt x="0" y="140382"/>
              </a:lnTo>
              <a:lnTo>
                <a:pt x="0" y="280764"/>
              </a:lnTo>
            </a:path>
          </a:pathLst>
        </a:custGeom>
        <a:noFill/>
        <a:ln w="12700" cap="flat" cmpd="sng" algn="ctr">
          <a:solidFill>
            <a:schemeClr val="accent2">
              <a:tint val="7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7630F50-41BB-4F9E-AB3F-31EF4446C5B7}">
      <dsp:nvSpPr>
        <dsp:cNvPr id="0" name=""/>
        <dsp:cNvSpPr/>
      </dsp:nvSpPr>
      <dsp:spPr>
        <a:xfrm>
          <a:off x="2446263" y="1619700"/>
          <a:ext cx="808868" cy="28076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0382"/>
              </a:lnTo>
              <a:lnTo>
                <a:pt x="808868" y="140382"/>
              </a:lnTo>
              <a:lnTo>
                <a:pt x="808868" y="280764"/>
              </a:lnTo>
            </a:path>
          </a:pathLst>
        </a:custGeom>
        <a:noFill/>
        <a:ln w="12700" cap="flat" cmpd="sng" algn="ctr">
          <a:solidFill>
            <a:schemeClr val="accent2">
              <a:tint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C30806D-D8C1-4C5A-8CF4-73EB3C36C9DA}">
      <dsp:nvSpPr>
        <dsp:cNvPr id="0" name=""/>
        <dsp:cNvSpPr/>
      </dsp:nvSpPr>
      <dsp:spPr>
        <a:xfrm>
          <a:off x="1637394" y="1619700"/>
          <a:ext cx="808868" cy="280764"/>
        </a:xfrm>
        <a:custGeom>
          <a:avLst/>
          <a:gdLst/>
          <a:ahLst/>
          <a:cxnLst/>
          <a:rect l="0" t="0" r="0" b="0"/>
          <a:pathLst>
            <a:path>
              <a:moveTo>
                <a:pt x="808868" y="0"/>
              </a:moveTo>
              <a:lnTo>
                <a:pt x="808868" y="140382"/>
              </a:lnTo>
              <a:lnTo>
                <a:pt x="0" y="140382"/>
              </a:lnTo>
              <a:lnTo>
                <a:pt x="0" y="280764"/>
              </a:lnTo>
            </a:path>
          </a:pathLst>
        </a:custGeom>
        <a:noFill/>
        <a:ln w="12700" cap="flat" cmpd="sng" algn="ctr">
          <a:solidFill>
            <a:schemeClr val="accent2">
              <a:tint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0C452E7-0527-4733-893D-D2DCA3E0B86A}">
      <dsp:nvSpPr>
        <dsp:cNvPr id="0" name=""/>
        <dsp:cNvSpPr/>
      </dsp:nvSpPr>
      <dsp:spPr>
        <a:xfrm>
          <a:off x="2446263" y="670450"/>
          <a:ext cx="1046181" cy="280764"/>
        </a:xfrm>
        <a:custGeom>
          <a:avLst/>
          <a:gdLst/>
          <a:ahLst/>
          <a:cxnLst/>
          <a:rect l="0" t="0" r="0" b="0"/>
          <a:pathLst>
            <a:path>
              <a:moveTo>
                <a:pt x="1046181" y="0"/>
              </a:moveTo>
              <a:lnTo>
                <a:pt x="1046181" y="140382"/>
              </a:lnTo>
              <a:lnTo>
                <a:pt x="0" y="140382"/>
              </a:lnTo>
              <a:lnTo>
                <a:pt x="0" y="280764"/>
              </a:lnTo>
            </a:path>
          </a:pathLst>
        </a:custGeom>
        <a:noFill/>
        <a:ln w="12700" cap="flat" cmpd="sng" algn="ctr">
          <a:solidFill>
            <a:schemeClr val="accent2">
              <a:tint val="99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3C2E62E-2279-45DD-9935-5F1124B4ABFE}">
      <dsp:nvSpPr>
        <dsp:cNvPr id="0" name=""/>
        <dsp:cNvSpPr/>
      </dsp:nvSpPr>
      <dsp:spPr>
        <a:xfrm>
          <a:off x="828526" y="670450"/>
          <a:ext cx="2663918" cy="280764"/>
        </a:xfrm>
        <a:custGeom>
          <a:avLst/>
          <a:gdLst/>
          <a:ahLst/>
          <a:cxnLst/>
          <a:rect l="0" t="0" r="0" b="0"/>
          <a:pathLst>
            <a:path>
              <a:moveTo>
                <a:pt x="2663918" y="0"/>
              </a:moveTo>
              <a:lnTo>
                <a:pt x="2663918" y="140382"/>
              </a:lnTo>
              <a:lnTo>
                <a:pt x="0" y="140382"/>
              </a:lnTo>
              <a:lnTo>
                <a:pt x="0" y="280764"/>
              </a:lnTo>
            </a:path>
          </a:pathLst>
        </a:custGeom>
        <a:noFill/>
        <a:ln w="12700" cap="flat" cmpd="sng" algn="ctr">
          <a:solidFill>
            <a:schemeClr val="accent2">
              <a:tint val="99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576F7C4-99BB-4A3C-BD1B-DFAD90EDE4D6}">
      <dsp:nvSpPr>
        <dsp:cNvPr id="0" name=""/>
        <dsp:cNvSpPr/>
      </dsp:nvSpPr>
      <dsp:spPr>
        <a:xfrm>
          <a:off x="2823957" y="1963"/>
          <a:ext cx="1336972" cy="668486"/>
        </a:xfrm>
        <a:prstGeom prst="rect">
          <a:avLst/>
        </a:prstGeom>
        <a:solidFill>
          <a:schemeClr val="accent2">
            <a:shade val="8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 dirty="0"/>
            <a:t>Company wage program</a:t>
          </a:r>
        </a:p>
      </dsp:txBody>
      <dsp:txXfrm>
        <a:off x="2823957" y="1963"/>
        <a:ext cx="1336972" cy="668486"/>
      </dsp:txXfrm>
    </dsp:sp>
    <dsp:sp modelId="{B6399BF2-009D-4A46-AC79-56E91FE2E714}">
      <dsp:nvSpPr>
        <dsp:cNvPr id="0" name=""/>
        <dsp:cNvSpPr/>
      </dsp:nvSpPr>
      <dsp:spPr>
        <a:xfrm>
          <a:off x="160039" y="951214"/>
          <a:ext cx="1336972" cy="668486"/>
        </a:xfrm>
        <a:prstGeom prst="rect">
          <a:avLst/>
        </a:prstGeom>
        <a:solidFill>
          <a:schemeClr val="accent2">
            <a:tint val="99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 dirty="0"/>
            <a:t>Input employee details</a:t>
          </a:r>
        </a:p>
      </dsp:txBody>
      <dsp:txXfrm>
        <a:off x="160039" y="951214"/>
        <a:ext cx="1336972" cy="668486"/>
      </dsp:txXfrm>
    </dsp:sp>
    <dsp:sp modelId="{FBE47A00-8EE7-4080-89CC-AD8807DE86A1}">
      <dsp:nvSpPr>
        <dsp:cNvPr id="0" name=""/>
        <dsp:cNvSpPr/>
      </dsp:nvSpPr>
      <dsp:spPr>
        <a:xfrm>
          <a:off x="1777776" y="951214"/>
          <a:ext cx="1336972" cy="668486"/>
        </a:xfrm>
        <a:prstGeom prst="rect">
          <a:avLst/>
        </a:prstGeom>
        <a:solidFill>
          <a:schemeClr val="accent2">
            <a:tint val="99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 dirty="0"/>
            <a:t>Calculate pay</a:t>
          </a:r>
        </a:p>
      </dsp:txBody>
      <dsp:txXfrm>
        <a:off x="1777776" y="951214"/>
        <a:ext cx="1336972" cy="668486"/>
      </dsp:txXfrm>
    </dsp:sp>
    <dsp:sp modelId="{AFEED0B6-79A9-4BA0-AB3B-7E79AA532C3F}">
      <dsp:nvSpPr>
        <dsp:cNvPr id="0" name=""/>
        <dsp:cNvSpPr/>
      </dsp:nvSpPr>
      <dsp:spPr>
        <a:xfrm>
          <a:off x="968908" y="1900465"/>
          <a:ext cx="1336972" cy="668486"/>
        </a:xfrm>
        <a:prstGeom prst="rect">
          <a:avLst/>
        </a:prstGeom>
        <a:solidFill>
          <a:schemeClr val="accent2">
            <a:tint val="8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 dirty="0"/>
            <a:t>Calculate gross pay</a:t>
          </a:r>
        </a:p>
      </dsp:txBody>
      <dsp:txXfrm>
        <a:off x="968908" y="1900465"/>
        <a:ext cx="1336972" cy="668486"/>
      </dsp:txXfrm>
    </dsp:sp>
    <dsp:sp modelId="{E5D6B167-3FA9-4213-BD5D-6DD94637F056}">
      <dsp:nvSpPr>
        <dsp:cNvPr id="0" name=""/>
        <dsp:cNvSpPr/>
      </dsp:nvSpPr>
      <dsp:spPr>
        <a:xfrm>
          <a:off x="2586645" y="1900465"/>
          <a:ext cx="1336972" cy="668486"/>
        </a:xfrm>
        <a:prstGeom prst="rect">
          <a:avLst/>
        </a:prstGeom>
        <a:solidFill>
          <a:schemeClr val="accent2">
            <a:tint val="8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 dirty="0"/>
            <a:t>Calculate deductions</a:t>
          </a:r>
        </a:p>
      </dsp:txBody>
      <dsp:txXfrm>
        <a:off x="2586645" y="1900465"/>
        <a:ext cx="1336972" cy="668486"/>
      </dsp:txXfrm>
    </dsp:sp>
    <dsp:sp modelId="{8D865ED3-DDFE-4DC4-9E13-9C136E1F4596}">
      <dsp:nvSpPr>
        <dsp:cNvPr id="0" name=""/>
        <dsp:cNvSpPr/>
      </dsp:nvSpPr>
      <dsp:spPr>
        <a:xfrm>
          <a:off x="160039" y="2849715"/>
          <a:ext cx="1336972" cy="668486"/>
        </a:xfrm>
        <a:prstGeom prst="rect">
          <a:avLst/>
        </a:prstGeom>
        <a:solidFill>
          <a:schemeClr val="accent2">
            <a:tint val="7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glow rad="228600">
            <a:schemeClr val="accent4">
              <a:satMod val="175000"/>
              <a:alpha val="40000"/>
            </a:schemeClr>
          </a:glo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Calculate income tax</a:t>
          </a:r>
          <a:endParaRPr lang="en-GB" sz="1500" kern="1200" dirty="0"/>
        </a:p>
      </dsp:txBody>
      <dsp:txXfrm>
        <a:off x="160039" y="2849715"/>
        <a:ext cx="1336972" cy="668486"/>
      </dsp:txXfrm>
    </dsp:sp>
    <dsp:sp modelId="{75D95989-366C-4CD5-85A1-9C1B9C87D98A}">
      <dsp:nvSpPr>
        <dsp:cNvPr id="0" name=""/>
        <dsp:cNvSpPr/>
      </dsp:nvSpPr>
      <dsp:spPr>
        <a:xfrm>
          <a:off x="1777776" y="2849715"/>
          <a:ext cx="1336972" cy="668486"/>
        </a:xfrm>
        <a:prstGeom prst="rect">
          <a:avLst/>
        </a:prstGeom>
        <a:solidFill>
          <a:schemeClr val="accent2">
            <a:tint val="7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glow rad="228600">
            <a:schemeClr val="accent4">
              <a:satMod val="175000"/>
              <a:alpha val="40000"/>
            </a:schemeClr>
          </a:glo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Calculate National Insurance</a:t>
          </a:r>
          <a:endParaRPr lang="en-GB" sz="1500" kern="1200" dirty="0"/>
        </a:p>
      </dsp:txBody>
      <dsp:txXfrm>
        <a:off x="1777776" y="2849715"/>
        <a:ext cx="1336972" cy="668486"/>
      </dsp:txXfrm>
    </dsp:sp>
    <dsp:sp modelId="{4AD9E192-BE6A-4DF8-9AC2-D273DA4F1EAA}">
      <dsp:nvSpPr>
        <dsp:cNvPr id="0" name=""/>
        <dsp:cNvSpPr/>
      </dsp:nvSpPr>
      <dsp:spPr>
        <a:xfrm>
          <a:off x="3395513" y="2849715"/>
          <a:ext cx="1336972" cy="668486"/>
        </a:xfrm>
        <a:prstGeom prst="rect">
          <a:avLst/>
        </a:prstGeom>
        <a:solidFill>
          <a:schemeClr val="accent2">
            <a:tint val="7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glow rad="228600">
            <a:schemeClr val="accent4">
              <a:satMod val="175000"/>
              <a:alpha val="40000"/>
            </a:schemeClr>
          </a:glo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Calculate non-paid sick days</a:t>
          </a:r>
          <a:endParaRPr lang="en-GB" sz="1500" kern="1200" dirty="0"/>
        </a:p>
      </dsp:txBody>
      <dsp:txXfrm>
        <a:off x="3395513" y="2849715"/>
        <a:ext cx="1336972" cy="668486"/>
      </dsp:txXfrm>
    </dsp:sp>
    <dsp:sp modelId="{723A56C0-86CD-484D-B45E-EBE7DB623610}">
      <dsp:nvSpPr>
        <dsp:cNvPr id="0" name=""/>
        <dsp:cNvSpPr/>
      </dsp:nvSpPr>
      <dsp:spPr>
        <a:xfrm>
          <a:off x="3729756" y="3798966"/>
          <a:ext cx="1336972" cy="668486"/>
        </a:xfrm>
        <a:prstGeom prst="rect">
          <a:avLst/>
        </a:prstGeom>
        <a:solidFill>
          <a:schemeClr val="accent2">
            <a:tint val="7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 dirty="0"/>
            <a:t>Level 4</a:t>
          </a:r>
        </a:p>
      </dsp:txBody>
      <dsp:txXfrm>
        <a:off x="3729756" y="3798966"/>
        <a:ext cx="1336972" cy="668486"/>
      </dsp:txXfrm>
    </dsp:sp>
    <dsp:sp modelId="{AED04F68-6CFF-47E4-A0B1-8EB9FEEA82A7}">
      <dsp:nvSpPr>
        <dsp:cNvPr id="0" name=""/>
        <dsp:cNvSpPr/>
      </dsp:nvSpPr>
      <dsp:spPr>
        <a:xfrm>
          <a:off x="3729756" y="4748216"/>
          <a:ext cx="1336972" cy="668486"/>
        </a:xfrm>
        <a:prstGeom prst="rect">
          <a:avLst/>
        </a:prstGeom>
        <a:solidFill>
          <a:schemeClr val="accent2">
            <a:tint val="7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 dirty="0"/>
            <a:t>Level 4</a:t>
          </a:r>
        </a:p>
      </dsp:txBody>
      <dsp:txXfrm>
        <a:off x="3729756" y="4748216"/>
        <a:ext cx="1336972" cy="668486"/>
      </dsp:txXfrm>
    </dsp:sp>
    <dsp:sp modelId="{2686E213-FD5F-40A3-B80F-3392F1DA8ED0}">
      <dsp:nvSpPr>
        <dsp:cNvPr id="0" name=""/>
        <dsp:cNvSpPr/>
      </dsp:nvSpPr>
      <dsp:spPr>
        <a:xfrm>
          <a:off x="5013250" y="2849715"/>
          <a:ext cx="1336972" cy="668486"/>
        </a:xfrm>
        <a:prstGeom prst="rect">
          <a:avLst/>
        </a:prstGeom>
        <a:solidFill>
          <a:schemeClr val="accent2">
            <a:tint val="7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glow rad="228600">
            <a:schemeClr val="accent4">
              <a:satMod val="175000"/>
              <a:alpha val="40000"/>
            </a:schemeClr>
          </a:glo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Calculate pension contributions</a:t>
          </a:r>
          <a:endParaRPr lang="en-GB" sz="1500" kern="1200" dirty="0"/>
        </a:p>
      </dsp:txBody>
      <dsp:txXfrm>
        <a:off x="5013250" y="2849715"/>
        <a:ext cx="1336972" cy="668486"/>
      </dsp:txXfrm>
    </dsp:sp>
    <dsp:sp modelId="{EC45E921-B3F0-4613-938B-117C53447DC4}">
      <dsp:nvSpPr>
        <dsp:cNvPr id="0" name=""/>
        <dsp:cNvSpPr/>
      </dsp:nvSpPr>
      <dsp:spPr>
        <a:xfrm>
          <a:off x="5487875" y="951214"/>
          <a:ext cx="1336972" cy="668486"/>
        </a:xfrm>
        <a:prstGeom prst="rect">
          <a:avLst/>
        </a:prstGeom>
        <a:solidFill>
          <a:schemeClr val="accent2">
            <a:tint val="99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 dirty="0"/>
            <a:t>Produce pay slips</a:t>
          </a:r>
        </a:p>
      </dsp:txBody>
      <dsp:txXfrm>
        <a:off x="5487875" y="951214"/>
        <a:ext cx="1336972" cy="668486"/>
      </dsp:txXfrm>
    </dsp:sp>
    <dsp:sp modelId="{078868D4-D600-4760-96C3-67E91C37F21A}">
      <dsp:nvSpPr>
        <dsp:cNvPr id="0" name=""/>
        <dsp:cNvSpPr/>
      </dsp:nvSpPr>
      <dsp:spPr>
        <a:xfrm>
          <a:off x="4679007" y="1900465"/>
          <a:ext cx="1336972" cy="668486"/>
        </a:xfrm>
        <a:prstGeom prst="rect">
          <a:avLst/>
        </a:prstGeom>
        <a:solidFill>
          <a:schemeClr val="accent2">
            <a:tint val="8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 dirty="0"/>
            <a:t>Level 2</a:t>
          </a:r>
        </a:p>
      </dsp:txBody>
      <dsp:txXfrm>
        <a:off x="4679007" y="1900465"/>
        <a:ext cx="1336972" cy="668486"/>
      </dsp:txXfrm>
    </dsp:sp>
    <dsp:sp modelId="{959183C9-9C5F-4DA1-BF47-250FFAB507D3}">
      <dsp:nvSpPr>
        <dsp:cNvPr id="0" name=""/>
        <dsp:cNvSpPr/>
      </dsp:nvSpPr>
      <dsp:spPr>
        <a:xfrm>
          <a:off x="6296744" y="1900465"/>
          <a:ext cx="1336972" cy="668486"/>
        </a:xfrm>
        <a:prstGeom prst="rect">
          <a:avLst/>
        </a:prstGeom>
        <a:solidFill>
          <a:schemeClr val="accent2">
            <a:tint val="8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 dirty="0"/>
            <a:t>Level 2</a:t>
          </a:r>
        </a:p>
      </dsp:txBody>
      <dsp:txXfrm>
        <a:off x="6296744" y="1900465"/>
        <a:ext cx="1336972" cy="668486"/>
      </dsp:txXfrm>
    </dsp:sp>
    <dsp:sp modelId="{5A4FB645-BC77-41B0-B5A6-D782CA5549D3}">
      <dsp:nvSpPr>
        <dsp:cNvPr id="0" name=""/>
        <dsp:cNvSpPr/>
      </dsp:nvSpPr>
      <dsp:spPr>
        <a:xfrm>
          <a:off x="6630987" y="2849715"/>
          <a:ext cx="1336972" cy="668486"/>
        </a:xfrm>
        <a:prstGeom prst="rect">
          <a:avLst/>
        </a:prstGeom>
        <a:solidFill>
          <a:schemeClr val="accent2">
            <a:tint val="7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 dirty="0"/>
            <a:t>Level 3</a:t>
          </a:r>
        </a:p>
      </dsp:txBody>
      <dsp:txXfrm>
        <a:off x="6630987" y="2849715"/>
        <a:ext cx="1336972" cy="668486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3FB217-4855-417B-A5C0-3F2C2BBAB9FB}">
      <dsp:nvSpPr>
        <dsp:cNvPr id="0" name=""/>
        <dsp:cNvSpPr/>
      </dsp:nvSpPr>
      <dsp:spPr>
        <a:xfrm>
          <a:off x="6430441" y="2568951"/>
          <a:ext cx="200545" cy="61500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15007"/>
              </a:lnTo>
              <a:lnTo>
                <a:pt x="200545" y="615007"/>
              </a:lnTo>
            </a:path>
          </a:pathLst>
        </a:custGeom>
        <a:noFill/>
        <a:ln w="12700" cap="flat" cmpd="sng" algn="ctr">
          <a:solidFill>
            <a:schemeClr val="accent2">
              <a:tint val="7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69D8539-D913-43E9-9AA0-A920583698EB}">
      <dsp:nvSpPr>
        <dsp:cNvPr id="0" name=""/>
        <dsp:cNvSpPr/>
      </dsp:nvSpPr>
      <dsp:spPr>
        <a:xfrm>
          <a:off x="6156362" y="1619700"/>
          <a:ext cx="808868" cy="28076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0382"/>
              </a:lnTo>
              <a:lnTo>
                <a:pt x="808868" y="140382"/>
              </a:lnTo>
              <a:lnTo>
                <a:pt x="808868" y="280764"/>
              </a:lnTo>
            </a:path>
          </a:pathLst>
        </a:custGeom>
        <a:noFill/>
        <a:ln w="12700" cap="flat" cmpd="sng" algn="ctr">
          <a:solidFill>
            <a:schemeClr val="accent2">
              <a:tint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D570B6E-AF9B-4F42-83DB-21DFD1A0CF24}">
      <dsp:nvSpPr>
        <dsp:cNvPr id="0" name=""/>
        <dsp:cNvSpPr/>
      </dsp:nvSpPr>
      <dsp:spPr>
        <a:xfrm>
          <a:off x="5347493" y="1619700"/>
          <a:ext cx="808868" cy="280764"/>
        </a:xfrm>
        <a:custGeom>
          <a:avLst/>
          <a:gdLst/>
          <a:ahLst/>
          <a:cxnLst/>
          <a:rect l="0" t="0" r="0" b="0"/>
          <a:pathLst>
            <a:path>
              <a:moveTo>
                <a:pt x="808868" y="0"/>
              </a:moveTo>
              <a:lnTo>
                <a:pt x="808868" y="140382"/>
              </a:lnTo>
              <a:lnTo>
                <a:pt x="0" y="140382"/>
              </a:lnTo>
              <a:lnTo>
                <a:pt x="0" y="280764"/>
              </a:lnTo>
            </a:path>
          </a:pathLst>
        </a:custGeom>
        <a:noFill/>
        <a:ln w="12700" cap="flat" cmpd="sng" algn="ctr">
          <a:solidFill>
            <a:schemeClr val="accent2">
              <a:tint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C862B2C-9C17-4CD1-86B1-D0D172B39D5B}">
      <dsp:nvSpPr>
        <dsp:cNvPr id="0" name=""/>
        <dsp:cNvSpPr/>
      </dsp:nvSpPr>
      <dsp:spPr>
        <a:xfrm>
          <a:off x="3492444" y="670450"/>
          <a:ext cx="2663918" cy="28076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0382"/>
              </a:lnTo>
              <a:lnTo>
                <a:pt x="2663918" y="140382"/>
              </a:lnTo>
              <a:lnTo>
                <a:pt x="2663918" y="280764"/>
              </a:lnTo>
            </a:path>
          </a:pathLst>
        </a:custGeom>
        <a:noFill/>
        <a:ln w="12700" cap="flat" cmpd="sng" algn="ctr">
          <a:solidFill>
            <a:schemeClr val="accent2">
              <a:tint val="99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D4A13F4-FD34-4B8E-B53E-BFCE53B83B25}">
      <dsp:nvSpPr>
        <dsp:cNvPr id="0" name=""/>
        <dsp:cNvSpPr/>
      </dsp:nvSpPr>
      <dsp:spPr>
        <a:xfrm>
          <a:off x="3255131" y="2568951"/>
          <a:ext cx="2426605" cy="28076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0382"/>
              </a:lnTo>
              <a:lnTo>
                <a:pt x="2426605" y="140382"/>
              </a:lnTo>
              <a:lnTo>
                <a:pt x="2426605" y="280764"/>
              </a:lnTo>
            </a:path>
          </a:pathLst>
        </a:custGeom>
        <a:noFill/>
        <a:ln w="12700" cap="flat" cmpd="sng" algn="ctr">
          <a:solidFill>
            <a:schemeClr val="accent2">
              <a:tint val="7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B6216EE-0332-46F3-BC8E-9FC18354BC59}">
      <dsp:nvSpPr>
        <dsp:cNvPr id="0" name=""/>
        <dsp:cNvSpPr/>
      </dsp:nvSpPr>
      <dsp:spPr>
        <a:xfrm>
          <a:off x="3529210" y="3518201"/>
          <a:ext cx="200545" cy="156425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64258"/>
              </a:lnTo>
              <a:lnTo>
                <a:pt x="200545" y="1564258"/>
              </a:lnTo>
            </a:path>
          </a:pathLst>
        </a:custGeom>
        <a:noFill/>
        <a:ln w="12700" cap="flat" cmpd="sng" algn="ctr">
          <a:solidFill>
            <a:schemeClr val="accent2">
              <a:tint val="7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3EAA277-39AA-48B0-B65E-C2B3D7E588D6}">
      <dsp:nvSpPr>
        <dsp:cNvPr id="0" name=""/>
        <dsp:cNvSpPr/>
      </dsp:nvSpPr>
      <dsp:spPr>
        <a:xfrm>
          <a:off x="3529210" y="3518201"/>
          <a:ext cx="200545" cy="61500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15007"/>
              </a:lnTo>
              <a:lnTo>
                <a:pt x="200545" y="615007"/>
              </a:lnTo>
            </a:path>
          </a:pathLst>
        </a:custGeom>
        <a:noFill/>
        <a:ln w="12700" cap="flat" cmpd="sng" algn="ctr">
          <a:solidFill>
            <a:schemeClr val="accent2">
              <a:tint val="7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7B4B7B4-DBBB-42BE-8244-08C6A48F1D4E}">
      <dsp:nvSpPr>
        <dsp:cNvPr id="0" name=""/>
        <dsp:cNvSpPr/>
      </dsp:nvSpPr>
      <dsp:spPr>
        <a:xfrm>
          <a:off x="3255131" y="2568951"/>
          <a:ext cx="808868" cy="28076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0382"/>
              </a:lnTo>
              <a:lnTo>
                <a:pt x="808868" y="140382"/>
              </a:lnTo>
              <a:lnTo>
                <a:pt x="808868" y="280764"/>
              </a:lnTo>
            </a:path>
          </a:pathLst>
        </a:custGeom>
        <a:noFill/>
        <a:ln w="12700" cap="flat" cmpd="sng" algn="ctr">
          <a:solidFill>
            <a:schemeClr val="accent2">
              <a:tint val="7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8C7BD88-A8CF-414B-BDFC-66464783C2D7}">
      <dsp:nvSpPr>
        <dsp:cNvPr id="0" name=""/>
        <dsp:cNvSpPr/>
      </dsp:nvSpPr>
      <dsp:spPr>
        <a:xfrm>
          <a:off x="2446263" y="2568951"/>
          <a:ext cx="808868" cy="280764"/>
        </a:xfrm>
        <a:custGeom>
          <a:avLst/>
          <a:gdLst/>
          <a:ahLst/>
          <a:cxnLst/>
          <a:rect l="0" t="0" r="0" b="0"/>
          <a:pathLst>
            <a:path>
              <a:moveTo>
                <a:pt x="808868" y="0"/>
              </a:moveTo>
              <a:lnTo>
                <a:pt x="808868" y="140382"/>
              </a:lnTo>
              <a:lnTo>
                <a:pt x="0" y="140382"/>
              </a:lnTo>
              <a:lnTo>
                <a:pt x="0" y="280764"/>
              </a:lnTo>
            </a:path>
          </a:pathLst>
        </a:custGeom>
        <a:noFill/>
        <a:ln w="12700" cap="flat" cmpd="sng" algn="ctr">
          <a:solidFill>
            <a:schemeClr val="accent2">
              <a:tint val="7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30C41FA-EECB-4F61-9206-E22CF485CCE5}">
      <dsp:nvSpPr>
        <dsp:cNvPr id="0" name=""/>
        <dsp:cNvSpPr/>
      </dsp:nvSpPr>
      <dsp:spPr>
        <a:xfrm>
          <a:off x="828526" y="2568951"/>
          <a:ext cx="2426605" cy="280764"/>
        </a:xfrm>
        <a:custGeom>
          <a:avLst/>
          <a:gdLst/>
          <a:ahLst/>
          <a:cxnLst/>
          <a:rect l="0" t="0" r="0" b="0"/>
          <a:pathLst>
            <a:path>
              <a:moveTo>
                <a:pt x="2426605" y="0"/>
              </a:moveTo>
              <a:lnTo>
                <a:pt x="2426605" y="140382"/>
              </a:lnTo>
              <a:lnTo>
                <a:pt x="0" y="140382"/>
              </a:lnTo>
              <a:lnTo>
                <a:pt x="0" y="280764"/>
              </a:lnTo>
            </a:path>
          </a:pathLst>
        </a:custGeom>
        <a:noFill/>
        <a:ln w="12700" cap="flat" cmpd="sng" algn="ctr">
          <a:solidFill>
            <a:schemeClr val="accent2">
              <a:tint val="7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7630F50-41BB-4F9E-AB3F-31EF4446C5B7}">
      <dsp:nvSpPr>
        <dsp:cNvPr id="0" name=""/>
        <dsp:cNvSpPr/>
      </dsp:nvSpPr>
      <dsp:spPr>
        <a:xfrm>
          <a:off x="2446263" y="1619700"/>
          <a:ext cx="808868" cy="28076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0382"/>
              </a:lnTo>
              <a:lnTo>
                <a:pt x="808868" y="140382"/>
              </a:lnTo>
              <a:lnTo>
                <a:pt x="808868" y="280764"/>
              </a:lnTo>
            </a:path>
          </a:pathLst>
        </a:custGeom>
        <a:noFill/>
        <a:ln w="12700" cap="flat" cmpd="sng" algn="ctr">
          <a:solidFill>
            <a:schemeClr val="accent2">
              <a:tint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C30806D-D8C1-4C5A-8CF4-73EB3C36C9DA}">
      <dsp:nvSpPr>
        <dsp:cNvPr id="0" name=""/>
        <dsp:cNvSpPr/>
      </dsp:nvSpPr>
      <dsp:spPr>
        <a:xfrm>
          <a:off x="1637394" y="1619700"/>
          <a:ext cx="808868" cy="280764"/>
        </a:xfrm>
        <a:custGeom>
          <a:avLst/>
          <a:gdLst/>
          <a:ahLst/>
          <a:cxnLst/>
          <a:rect l="0" t="0" r="0" b="0"/>
          <a:pathLst>
            <a:path>
              <a:moveTo>
                <a:pt x="808868" y="0"/>
              </a:moveTo>
              <a:lnTo>
                <a:pt x="808868" y="140382"/>
              </a:lnTo>
              <a:lnTo>
                <a:pt x="0" y="140382"/>
              </a:lnTo>
              <a:lnTo>
                <a:pt x="0" y="280764"/>
              </a:lnTo>
            </a:path>
          </a:pathLst>
        </a:custGeom>
        <a:noFill/>
        <a:ln w="12700" cap="flat" cmpd="sng" algn="ctr">
          <a:solidFill>
            <a:schemeClr val="accent2">
              <a:tint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0C452E7-0527-4733-893D-D2DCA3E0B86A}">
      <dsp:nvSpPr>
        <dsp:cNvPr id="0" name=""/>
        <dsp:cNvSpPr/>
      </dsp:nvSpPr>
      <dsp:spPr>
        <a:xfrm>
          <a:off x="2446263" y="670450"/>
          <a:ext cx="1046181" cy="280764"/>
        </a:xfrm>
        <a:custGeom>
          <a:avLst/>
          <a:gdLst/>
          <a:ahLst/>
          <a:cxnLst/>
          <a:rect l="0" t="0" r="0" b="0"/>
          <a:pathLst>
            <a:path>
              <a:moveTo>
                <a:pt x="1046181" y="0"/>
              </a:moveTo>
              <a:lnTo>
                <a:pt x="1046181" y="140382"/>
              </a:lnTo>
              <a:lnTo>
                <a:pt x="0" y="140382"/>
              </a:lnTo>
              <a:lnTo>
                <a:pt x="0" y="280764"/>
              </a:lnTo>
            </a:path>
          </a:pathLst>
        </a:custGeom>
        <a:noFill/>
        <a:ln w="12700" cap="flat" cmpd="sng" algn="ctr">
          <a:solidFill>
            <a:schemeClr val="accent2">
              <a:tint val="99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3C2E62E-2279-45DD-9935-5F1124B4ABFE}">
      <dsp:nvSpPr>
        <dsp:cNvPr id="0" name=""/>
        <dsp:cNvSpPr/>
      </dsp:nvSpPr>
      <dsp:spPr>
        <a:xfrm>
          <a:off x="828526" y="670450"/>
          <a:ext cx="2663918" cy="280764"/>
        </a:xfrm>
        <a:custGeom>
          <a:avLst/>
          <a:gdLst/>
          <a:ahLst/>
          <a:cxnLst/>
          <a:rect l="0" t="0" r="0" b="0"/>
          <a:pathLst>
            <a:path>
              <a:moveTo>
                <a:pt x="2663918" y="0"/>
              </a:moveTo>
              <a:lnTo>
                <a:pt x="2663918" y="140382"/>
              </a:lnTo>
              <a:lnTo>
                <a:pt x="0" y="140382"/>
              </a:lnTo>
              <a:lnTo>
                <a:pt x="0" y="280764"/>
              </a:lnTo>
            </a:path>
          </a:pathLst>
        </a:custGeom>
        <a:noFill/>
        <a:ln w="12700" cap="flat" cmpd="sng" algn="ctr">
          <a:solidFill>
            <a:schemeClr val="accent2">
              <a:tint val="99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576F7C4-99BB-4A3C-BD1B-DFAD90EDE4D6}">
      <dsp:nvSpPr>
        <dsp:cNvPr id="0" name=""/>
        <dsp:cNvSpPr/>
      </dsp:nvSpPr>
      <dsp:spPr>
        <a:xfrm>
          <a:off x="2823957" y="1963"/>
          <a:ext cx="1336972" cy="668486"/>
        </a:xfrm>
        <a:prstGeom prst="rect">
          <a:avLst/>
        </a:prstGeom>
        <a:solidFill>
          <a:schemeClr val="accent2">
            <a:shade val="8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 dirty="0"/>
            <a:t>Company wage program</a:t>
          </a:r>
        </a:p>
      </dsp:txBody>
      <dsp:txXfrm>
        <a:off x="2823957" y="1963"/>
        <a:ext cx="1336972" cy="668486"/>
      </dsp:txXfrm>
    </dsp:sp>
    <dsp:sp modelId="{B6399BF2-009D-4A46-AC79-56E91FE2E714}">
      <dsp:nvSpPr>
        <dsp:cNvPr id="0" name=""/>
        <dsp:cNvSpPr/>
      </dsp:nvSpPr>
      <dsp:spPr>
        <a:xfrm>
          <a:off x="160039" y="951214"/>
          <a:ext cx="1336972" cy="668486"/>
        </a:xfrm>
        <a:prstGeom prst="rect">
          <a:avLst/>
        </a:prstGeom>
        <a:solidFill>
          <a:schemeClr val="accent2">
            <a:tint val="99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glow rad="228600">
            <a:schemeClr val="accent4">
              <a:satMod val="175000"/>
              <a:alpha val="40000"/>
            </a:schemeClr>
          </a:glo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 dirty="0"/>
            <a:t>Input employee details</a:t>
          </a:r>
        </a:p>
      </dsp:txBody>
      <dsp:txXfrm>
        <a:off x="160039" y="951214"/>
        <a:ext cx="1336972" cy="668486"/>
      </dsp:txXfrm>
    </dsp:sp>
    <dsp:sp modelId="{FBE47A00-8EE7-4080-89CC-AD8807DE86A1}">
      <dsp:nvSpPr>
        <dsp:cNvPr id="0" name=""/>
        <dsp:cNvSpPr/>
      </dsp:nvSpPr>
      <dsp:spPr>
        <a:xfrm>
          <a:off x="1777776" y="951214"/>
          <a:ext cx="1336972" cy="668486"/>
        </a:xfrm>
        <a:prstGeom prst="rect">
          <a:avLst/>
        </a:prstGeom>
        <a:solidFill>
          <a:schemeClr val="accent2">
            <a:tint val="99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 dirty="0"/>
            <a:t>Calculate pay</a:t>
          </a:r>
        </a:p>
      </dsp:txBody>
      <dsp:txXfrm>
        <a:off x="1777776" y="951214"/>
        <a:ext cx="1336972" cy="668486"/>
      </dsp:txXfrm>
    </dsp:sp>
    <dsp:sp modelId="{AFEED0B6-79A9-4BA0-AB3B-7E79AA532C3F}">
      <dsp:nvSpPr>
        <dsp:cNvPr id="0" name=""/>
        <dsp:cNvSpPr/>
      </dsp:nvSpPr>
      <dsp:spPr>
        <a:xfrm>
          <a:off x="968908" y="1900465"/>
          <a:ext cx="1336972" cy="668486"/>
        </a:xfrm>
        <a:prstGeom prst="rect">
          <a:avLst/>
        </a:prstGeom>
        <a:solidFill>
          <a:schemeClr val="accent2">
            <a:tint val="8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glow rad="228600">
            <a:schemeClr val="accent4">
              <a:satMod val="175000"/>
              <a:alpha val="40000"/>
            </a:schemeClr>
          </a:glo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 dirty="0"/>
            <a:t>Calculate gross pay</a:t>
          </a:r>
        </a:p>
      </dsp:txBody>
      <dsp:txXfrm>
        <a:off x="968908" y="1900465"/>
        <a:ext cx="1336972" cy="668486"/>
      </dsp:txXfrm>
    </dsp:sp>
    <dsp:sp modelId="{E5D6B167-3FA9-4213-BD5D-6DD94637F056}">
      <dsp:nvSpPr>
        <dsp:cNvPr id="0" name=""/>
        <dsp:cNvSpPr/>
      </dsp:nvSpPr>
      <dsp:spPr>
        <a:xfrm>
          <a:off x="2586645" y="1900465"/>
          <a:ext cx="1336972" cy="668486"/>
        </a:xfrm>
        <a:prstGeom prst="rect">
          <a:avLst/>
        </a:prstGeom>
        <a:solidFill>
          <a:schemeClr val="accent2">
            <a:tint val="8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 dirty="0"/>
            <a:t>Calculate deductions</a:t>
          </a:r>
        </a:p>
      </dsp:txBody>
      <dsp:txXfrm>
        <a:off x="2586645" y="1900465"/>
        <a:ext cx="1336972" cy="668486"/>
      </dsp:txXfrm>
    </dsp:sp>
    <dsp:sp modelId="{8D865ED3-DDFE-4DC4-9E13-9C136E1F4596}">
      <dsp:nvSpPr>
        <dsp:cNvPr id="0" name=""/>
        <dsp:cNvSpPr/>
      </dsp:nvSpPr>
      <dsp:spPr>
        <a:xfrm>
          <a:off x="160039" y="2849715"/>
          <a:ext cx="1336972" cy="668486"/>
        </a:xfrm>
        <a:prstGeom prst="rect">
          <a:avLst/>
        </a:prstGeom>
        <a:solidFill>
          <a:schemeClr val="accent2">
            <a:tint val="7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glow rad="228600">
            <a:schemeClr val="accent4">
              <a:satMod val="175000"/>
              <a:alpha val="40000"/>
            </a:schemeClr>
          </a:glo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Calculate income tax</a:t>
          </a:r>
          <a:endParaRPr lang="en-GB" sz="1500" kern="1200" dirty="0"/>
        </a:p>
      </dsp:txBody>
      <dsp:txXfrm>
        <a:off x="160039" y="2849715"/>
        <a:ext cx="1336972" cy="668486"/>
      </dsp:txXfrm>
    </dsp:sp>
    <dsp:sp modelId="{75D95989-366C-4CD5-85A1-9C1B9C87D98A}">
      <dsp:nvSpPr>
        <dsp:cNvPr id="0" name=""/>
        <dsp:cNvSpPr/>
      </dsp:nvSpPr>
      <dsp:spPr>
        <a:xfrm>
          <a:off x="1777776" y="2849715"/>
          <a:ext cx="1336972" cy="668486"/>
        </a:xfrm>
        <a:prstGeom prst="rect">
          <a:avLst/>
        </a:prstGeom>
        <a:solidFill>
          <a:schemeClr val="accent2">
            <a:tint val="7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glow rad="228600">
            <a:schemeClr val="accent4">
              <a:satMod val="175000"/>
              <a:alpha val="40000"/>
            </a:schemeClr>
          </a:glo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Calculate National Insurance</a:t>
          </a:r>
          <a:endParaRPr lang="en-GB" sz="1500" kern="1200" dirty="0"/>
        </a:p>
      </dsp:txBody>
      <dsp:txXfrm>
        <a:off x="1777776" y="2849715"/>
        <a:ext cx="1336972" cy="668486"/>
      </dsp:txXfrm>
    </dsp:sp>
    <dsp:sp modelId="{4AD9E192-BE6A-4DF8-9AC2-D273DA4F1EAA}">
      <dsp:nvSpPr>
        <dsp:cNvPr id="0" name=""/>
        <dsp:cNvSpPr/>
      </dsp:nvSpPr>
      <dsp:spPr>
        <a:xfrm>
          <a:off x="3395513" y="2849715"/>
          <a:ext cx="1336972" cy="668486"/>
        </a:xfrm>
        <a:prstGeom prst="rect">
          <a:avLst/>
        </a:prstGeom>
        <a:solidFill>
          <a:schemeClr val="accent2">
            <a:tint val="7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Calculate non-paid sick days</a:t>
          </a:r>
          <a:endParaRPr lang="en-GB" sz="1500" kern="1200" dirty="0"/>
        </a:p>
      </dsp:txBody>
      <dsp:txXfrm>
        <a:off x="3395513" y="2849715"/>
        <a:ext cx="1336972" cy="668486"/>
      </dsp:txXfrm>
    </dsp:sp>
    <dsp:sp modelId="{723A56C0-86CD-484D-B45E-EBE7DB623610}">
      <dsp:nvSpPr>
        <dsp:cNvPr id="0" name=""/>
        <dsp:cNvSpPr/>
      </dsp:nvSpPr>
      <dsp:spPr>
        <a:xfrm>
          <a:off x="3729756" y="3798966"/>
          <a:ext cx="1336972" cy="668486"/>
        </a:xfrm>
        <a:prstGeom prst="rect">
          <a:avLst/>
        </a:prstGeom>
        <a:solidFill>
          <a:schemeClr val="accent2">
            <a:tint val="7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glow rad="228600">
            <a:schemeClr val="accent4">
              <a:satMod val="175000"/>
              <a:alpha val="40000"/>
            </a:schemeClr>
          </a:glo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 dirty="0"/>
            <a:t>Level 4</a:t>
          </a:r>
        </a:p>
      </dsp:txBody>
      <dsp:txXfrm>
        <a:off x="3729756" y="3798966"/>
        <a:ext cx="1336972" cy="668486"/>
      </dsp:txXfrm>
    </dsp:sp>
    <dsp:sp modelId="{AED04F68-6CFF-47E4-A0B1-8EB9FEEA82A7}">
      <dsp:nvSpPr>
        <dsp:cNvPr id="0" name=""/>
        <dsp:cNvSpPr/>
      </dsp:nvSpPr>
      <dsp:spPr>
        <a:xfrm>
          <a:off x="3729756" y="4748216"/>
          <a:ext cx="1336972" cy="668486"/>
        </a:xfrm>
        <a:prstGeom prst="rect">
          <a:avLst/>
        </a:prstGeom>
        <a:solidFill>
          <a:schemeClr val="accent2">
            <a:tint val="7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glow rad="228600">
            <a:schemeClr val="accent4">
              <a:satMod val="175000"/>
              <a:alpha val="40000"/>
            </a:schemeClr>
          </a:glo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 dirty="0"/>
            <a:t>Level 4</a:t>
          </a:r>
        </a:p>
      </dsp:txBody>
      <dsp:txXfrm>
        <a:off x="3729756" y="4748216"/>
        <a:ext cx="1336972" cy="668486"/>
      </dsp:txXfrm>
    </dsp:sp>
    <dsp:sp modelId="{2686E213-FD5F-40A3-B80F-3392F1DA8ED0}">
      <dsp:nvSpPr>
        <dsp:cNvPr id="0" name=""/>
        <dsp:cNvSpPr/>
      </dsp:nvSpPr>
      <dsp:spPr>
        <a:xfrm>
          <a:off x="5013250" y="2849715"/>
          <a:ext cx="1336972" cy="668486"/>
        </a:xfrm>
        <a:prstGeom prst="rect">
          <a:avLst/>
        </a:prstGeom>
        <a:solidFill>
          <a:schemeClr val="accent2">
            <a:tint val="7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glow rad="228600">
            <a:schemeClr val="accent4">
              <a:satMod val="175000"/>
              <a:alpha val="40000"/>
            </a:schemeClr>
          </a:glo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rPr>
            <a:t>Calculate pension contributions</a:t>
          </a:r>
          <a:endParaRPr lang="en-GB" sz="1500" kern="1200" dirty="0"/>
        </a:p>
      </dsp:txBody>
      <dsp:txXfrm>
        <a:off x="5013250" y="2849715"/>
        <a:ext cx="1336972" cy="668486"/>
      </dsp:txXfrm>
    </dsp:sp>
    <dsp:sp modelId="{EC45E921-B3F0-4613-938B-117C53447DC4}">
      <dsp:nvSpPr>
        <dsp:cNvPr id="0" name=""/>
        <dsp:cNvSpPr/>
      </dsp:nvSpPr>
      <dsp:spPr>
        <a:xfrm>
          <a:off x="5487875" y="951214"/>
          <a:ext cx="1336972" cy="668486"/>
        </a:xfrm>
        <a:prstGeom prst="rect">
          <a:avLst/>
        </a:prstGeom>
        <a:solidFill>
          <a:schemeClr val="accent2">
            <a:tint val="99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 dirty="0"/>
            <a:t>Produce pay slips</a:t>
          </a:r>
        </a:p>
      </dsp:txBody>
      <dsp:txXfrm>
        <a:off x="5487875" y="951214"/>
        <a:ext cx="1336972" cy="668486"/>
      </dsp:txXfrm>
    </dsp:sp>
    <dsp:sp modelId="{078868D4-D600-4760-96C3-67E91C37F21A}">
      <dsp:nvSpPr>
        <dsp:cNvPr id="0" name=""/>
        <dsp:cNvSpPr/>
      </dsp:nvSpPr>
      <dsp:spPr>
        <a:xfrm>
          <a:off x="4679007" y="1900465"/>
          <a:ext cx="1336972" cy="668486"/>
        </a:xfrm>
        <a:prstGeom prst="rect">
          <a:avLst/>
        </a:prstGeom>
        <a:solidFill>
          <a:schemeClr val="accent2">
            <a:tint val="8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glow rad="228600">
            <a:schemeClr val="accent4">
              <a:satMod val="175000"/>
              <a:alpha val="40000"/>
            </a:schemeClr>
          </a:glo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 dirty="0"/>
            <a:t>Level 2</a:t>
          </a:r>
        </a:p>
      </dsp:txBody>
      <dsp:txXfrm>
        <a:off x="4679007" y="1900465"/>
        <a:ext cx="1336972" cy="668486"/>
      </dsp:txXfrm>
    </dsp:sp>
    <dsp:sp modelId="{959183C9-9C5F-4DA1-BF47-250FFAB507D3}">
      <dsp:nvSpPr>
        <dsp:cNvPr id="0" name=""/>
        <dsp:cNvSpPr/>
      </dsp:nvSpPr>
      <dsp:spPr>
        <a:xfrm>
          <a:off x="6296744" y="1900465"/>
          <a:ext cx="1336972" cy="668486"/>
        </a:xfrm>
        <a:prstGeom prst="rect">
          <a:avLst/>
        </a:prstGeom>
        <a:solidFill>
          <a:schemeClr val="accent2">
            <a:tint val="8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 dirty="0"/>
            <a:t>Level 2</a:t>
          </a:r>
        </a:p>
      </dsp:txBody>
      <dsp:txXfrm>
        <a:off x="6296744" y="1900465"/>
        <a:ext cx="1336972" cy="668486"/>
      </dsp:txXfrm>
    </dsp:sp>
    <dsp:sp modelId="{5A4FB645-BC77-41B0-B5A6-D782CA5549D3}">
      <dsp:nvSpPr>
        <dsp:cNvPr id="0" name=""/>
        <dsp:cNvSpPr/>
      </dsp:nvSpPr>
      <dsp:spPr>
        <a:xfrm>
          <a:off x="6630987" y="2849715"/>
          <a:ext cx="1336972" cy="668486"/>
        </a:xfrm>
        <a:prstGeom prst="rect">
          <a:avLst/>
        </a:prstGeom>
        <a:solidFill>
          <a:schemeClr val="accent2">
            <a:tint val="7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glow rad="228600">
            <a:schemeClr val="accent4">
              <a:satMod val="175000"/>
              <a:alpha val="40000"/>
            </a:schemeClr>
          </a:glo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 dirty="0"/>
            <a:t>Level 3</a:t>
          </a:r>
        </a:p>
      </dsp:txBody>
      <dsp:txXfrm>
        <a:off x="6630987" y="2849715"/>
        <a:ext cx="1336972" cy="66848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A54553-2A3F-4C94-AA62-ABFC40E07E5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996737-DD0F-4016-9F43-1C3C1167168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E11316-EC54-4B9D-B716-15D72C7F09B1}" type="datetimeFigureOut">
              <a:rPr lang="en-GB" smtClean="0"/>
              <a:t>25/08/2022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7A745F-1972-497D-8174-B5868433DF0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CE6AC0-619C-486F-A045-23AE3DF3E3C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3CFB52-3982-4249-B609-86D9E88836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51636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001D13-C50D-4862-A50B-4E5D0E7CA144}" type="datetimeFigureOut">
              <a:rPr lang="en-GB" smtClean="0"/>
              <a:t>25/08/2022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0E031B-FEB2-4221-8849-89831B3F110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976442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A5A33F-0705-4112-9B52-B68B52E64E42}" type="slidenum">
              <a:rPr lang="en-GB" smtClean="0"/>
              <a:t>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232816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A5A33F-0705-4112-9B52-B68B52E64E42}" type="slidenum">
              <a:rPr lang="en-GB" smtClean="0"/>
              <a:t>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333696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A5A33F-0705-4112-9B52-B68B52E64E42}" type="slidenum">
              <a:rPr lang="en-GB" smtClean="0"/>
              <a:t>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71437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A5A33F-0705-4112-9B52-B68B52E64E42}" type="slidenum">
              <a:rPr lang="en-GB" smtClean="0"/>
              <a:t>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229789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A5A33F-0705-4112-9B52-B68B52E64E42}" type="slidenum">
              <a:rPr lang="en-GB" smtClean="0"/>
              <a:t>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516176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A5A33F-0705-4112-9B52-B68B52E64E42}" type="slidenum">
              <a:rPr lang="en-GB" smtClean="0"/>
              <a:t>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143985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67369-A355-4D19-AEEC-9D0100EF3C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924699-1673-40E6-9241-180D779421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CBE935-35F7-402A-9F4D-C68B29248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25/08/2022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4D7A12-EBDB-45B0-9FF5-F17A7EF67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C7090-3E02-4EBA-95BB-2F3FF45C1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18429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77CF4-093B-4C66-A107-491AFAE19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7249AB-C9F4-4A3F-A472-C5FDCF3AAF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6A491B-E55E-4F96-A0A2-08ABE8538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25/08/2022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5EE9C3-3BD7-499C-9C8F-E914AF0CC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CA0F2C-BB77-4D20-BD01-009748E06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430069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EAB41-C5F4-4F77-8A5C-14CA38A3E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C5B807-A41F-4934-B9B5-F06B7FECFD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BA9AEC-9ECF-4105-84CF-CCC301ADB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25/08/2022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9A81FA-05E8-4A50-9FC5-A94F3634C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B13BE1-EE3A-45AF-BF76-41B86D070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30735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01685-8ECA-46F3-BC78-B8E4D43D8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252D3-EA14-47C6-8BDF-B549E97DE4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9FA317-5ECF-4693-88DD-BCA7EC3919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CCA0AA-2226-49B9-8142-4F45D8CE6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25/08/2022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7F340D-9456-43F7-A764-CBD130EF6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72910B-6BBA-4043-8CD2-7AE056F14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606041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960B3-16E7-4811-A5F8-83614659A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DB62EE-BCB8-429D-BB6F-89DF9F3EA1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34AD67-4C0E-484D-B7FF-FB976A1710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D7660E-8B38-43A5-A48D-A4523AA03A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7EFE82-A3BC-42B8-9F71-5C3C1ADD41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BD8DB3-F688-4AB2-AAFC-0E5E7F2EB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25/08/2022</a:t>
            </a:fld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8F70DA-1B40-4425-B025-A8D06411A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95CE6D-8A51-4013-A622-D11EFBB72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052274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E232E-9E69-481F-BDD8-74F4219ED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AD69E5-4081-437F-98E4-2CAF4F5CC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25/08/2022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B30953-0189-477F-ABF4-CE4D2ED1E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CC43C7-506A-468F-96CB-96E8683CF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99814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o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0CC6F3-15F4-4749-9242-EDD4FF8C5DBF}"/>
              </a:ext>
            </a:extLst>
          </p:cNvPr>
          <p:cNvSpPr/>
          <p:nvPr userDrawn="1"/>
        </p:nvSpPr>
        <p:spPr>
          <a:xfrm>
            <a:off x="10088880" y="0"/>
            <a:ext cx="2103120" cy="6858000"/>
          </a:xfrm>
          <a:prstGeom prst="rect">
            <a:avLst/>
          </a:prstGeom>
          <a:solidFill>
            <a:srgbClr val="F265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0" rtlCol="0" anchor="t"/>
          <a:lstStyle/>
          <a:p>
            <a:pPr algn="ctr"/>
            <a:r>
              <a:rPr lang="en-GB" sz="2400" b="1" dirty="0">
                <a:solidFill>
                  <a:schemeClr val="bg1"/>
                </a:solidFill>
                <a:latin typeface="Century Gothic" panose="020B0502020202020204" pitchFamily="34" charset="0"/>
              </a:rPr>
              <a:t>CAMBRIDGE IGCSE</a:t>
            </a:r>
          </a:p>
          <a:p>
            <a:pPr algn="ctr"/>
            <a:r>
              <a:rPr lang="en-GB" sz="2400" b="1" dirty="0">
                <a:solidFill>
                  <a:schemeClr val="bg1"/>
                </a:solidFill>
                <a:latin typeface="Century Gothic" panose="020B0502020202020204" pitchFamily="34" charset="0"/>
              </a:rPr>
              <a:t>(0478/0984)</a:t>
            </a:r>
          </a:p>
          <a:p>
            <a:pPr algn="ctr"/>
            <a:endParaRPr lang="en-GB" sz="24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B2C14A7-E460-4357-90EB-FC2CBD74FCA1}"/>
              </a:ext>
            </a:extLst>
          </p:cNvPr>
          <p:cNvSpPr/>
          <p:nvPr userDrawn="1"/>
        </p:nvSpPr>
        <p:spPr>
          <a:xfrm>
            <a:off x="8915400" y="2354373"/>
            <a:ext cx="2140171" cy="2140171"/>
          </a:xfrm>
          <a:prstGeom prst="ellipse">
            <a:avLst/>
          </a:prstGeom>
          <a:solidFill>
            <a:schemeClr val="bg1"/>
          </a:solidFill>
          <a:ln w="28575">
            <a:solidFill>
              <a:srgbClr val="F265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7" name="Picture 6" descr="A picture containing brush&#10;&#10;Description automatically generated">
            <a:extLst>
              <a:ext uri="{FF2B5EF4-FFF2-40B4-BE49-F238E27FC236}">
                <a16:creationId xmlns:a16="http://schemas.microsoft.com/office/drawing/2014/main" id="{802D9E8A-D873-49FF-AED9-2CD228DFF5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" r="-3" b="-3"/>
          <a:stretch/>
        </p:blipFill>
        <p:spPr>
          <a:xfrm>
            <a:off x="9029206" y="2474254"/>
            <a:ext cx="1912560" cy="1909489"/>
          </a:xfrm>
          <a:custGeom>
            <a:avLst/>
            <a:gdLst>
              <a:gd name="connsiteX0" fmla="*/ 3028805 w 6057610"/>
              <a:gd name="connsiteY0" fmla="*/ 0 h 6057610"/>
              <a:gd name="connsiteX1" fmla="*/ 6057610 w 6057610"/>
              <a:gd name="connsiteY1" fmla="*/ 3028805 h 6057610"/>
              <a:gd name="connsiteX2" fmla="*/ 3028805 w 6057610"/>
              <a:gd name="connsiteY2" fmla="*/ 6057610 h 6057610"/>
              <a:gd name="connsiteX3" fmla="*/ 0 w 6057610"/>
              <a:gd name="connsiteY3" fmla="*/ 3028805 h 6057610"/>
              <a:gd name="connsiteX4" fmla="*/ 3028805 w 6057610"/>
              <a:gd name="connsiteY4" fmla="*/ 0 h 6057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57610" h="6057610">
                <a:moveTo>
                  <a:pt x="3028805" y="0"/>
                </a:moveTo>
                <a:cubicBezTo>
                  <a:pt x="4701568" y="0"/>
                  <a:pt x="6057610" y="1356042"/>
                  <a:pt x="6057610" y="3028805"/>
                </a:cubicBezTo>
                <a:cubicBezTo>
                  <a:pt x="6057610" y="4701568"/>
                  <a:pt x="4701568" y="6057610"/>
                  <a:pt x="3028805" y="6057610"/>
                </a:cubicBezTo>
                <a:cubicBezTo>
                  <a:pt x="1356042" y="6057610"/>
                  <a:pt x="0" y="4701568"/>
                  <a:pt x="0" y="3028805"/>
                </a:cubicBezTo>
                <a:cubicBezTo>
                  <a:pt x="0" y="1356042"/>
                  <a:pt x="1356042" y="0"/>
                  <a:pt x="3028805" y="0"/>
                </a:cubicBezTo>
                <a:close/>
              </a:path>
            </a:pathLst>
          </a:custGeom>
          <a:effectLst>
            <a:softEdge rad="0"/>
          </a:effec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FE3659E-7B75-43EA-B2D2-F180CB40635B}"/>
              </a:ext>
            </a:extLst>
          </p:cNvPr>
          <p:cNvSpPr/>
          <p:nvPr userDrawn="1"/>
        </p:nvSpPr>
        <p:spPr>
          <a:xfrm>
            <a:off x="0" y="6451184"/>
            <a:ext cx="1008887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Teacher site: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craigndave.org  |  </a:t>
            </a:r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Student site: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student.craigndave.org  |  </a:t>
            </a:r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Smart revise: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smartrevise.co.uk </a:t>
            </a:r>
          </a:p>
        </p:txBody>
      </p:sp>
    </p:spTree>
    <p:extLst>
      <p:ext uri="{BB962C8B-B14F-4D97-AF65-F5344CB8AC3E}">
        <p14:creationId xmlns:p14="http://schemas.microsoft.com/office/powerpoint/2010/main" val="4090015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o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F19224-2084-4C89-AEFB-59035B0F8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25/08/2022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8E9D01-9A95-4DC3-AD5E-0657203E7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DB0936-CF61-444A-88C9-B1BE2B016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7AACC54-1682-4874-BD09-D8CF92EDAE43}"/>
              </a:ext>
            </a:extLst>
          </p:cNvPr>
          <p:cNvGrpSpPr/>
          <p:nvPr userDrawn="1"/>
        </p:nvGrpSpPr>
        <p:grpSpPr>
          <a:xfrm>
            <a:off x="-1" y="0"/>
            <a:ext cx="12192001" cy="419100"/>
            <a:chOff x="-1" y="0"/>
            <a:chExt cx="12192001" cy="5334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3B4ABA0-791C-4EF4-91E1-0A7F5B882D36}"/>
                </a:ext>
              </a:extLst>
            </p:cNvPr>
            <p:cNvSpPr/>
            <p:nvPr userDrawn="1"/>
          </p:nvSpPr>
          <p:spPr>
            <a:xfrm>
              <a:off x="-1" y="0"/>
              <a:ext cx="10095723" cy="533400"/>
            </a:xfrm>
            <a:prstGeom prst="rect">
              <a:avLst/>
            </a:prstGeom>
            <a:solidFill>
              <a:srgbClr val="F265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GB" sz="1800" b="1" dirty="0">
                  <a:solidFill>
                    <a:schemeClr val="bg1"/>
                  </a:solidFill>
                </a:rPr>
                <a:t>7 Algorithm design and problem-solving | Structure diagrams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E5FF8B6-F953-41A2-8CA9-2F6F841BDD32}"/>
                </a:ext>
              </a:extLst>
            </p:cNvPr>
            <p:cNvSpPr/>
            <p:nvPr/>
          </p:nvSpPr>
          <p:spPr>
            <a:xfrm>
              <a:off x="9100868" y="0"/>
              <a:ext cx="3091132" cy="533400"/>
            </a:xfrm>
            <a:prstGeom prst="rect">
              <a:avLst/>
            </a:prstGeom>
            <a:solidFill>
              <a:srgbClr val="F265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46800" rtlCol="0" anchor="t"/>
            <a:lstStyle/>
            <a:p>
              <a:pPr algn="r"/>
              <a:r>
                <a:rPr lang="en-GB" b="1" dirty="0">
                  <a:solidFill>
                    <a:schemeClr val="bg1"/>
                  </a:solidFill>
                </a:rPr>
                <a:t>CAMBRIDGE IGCSE (0478/0984)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20910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E615E-FCEC-48A2-8A58-855AC1751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6C2E3-EFFC-4E46-8E3B-353E3410C7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8F8DFF-FB25-4FDB-AE01-189095807A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75E6D8-83E5-4A1F-91A5-3CC7778FD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25/08/2022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62ED67-D636-4841-A380-71A8E2C22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ECBE11-BFFB-4E5F-95F9-EF6A83AD8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418179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13C68-F937-4619-AC2A-808BB5FBC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4D0E72-F13A-47A1-9749-F939C5B614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CE7D0-DEEB-4789-9725-4826AE9B0A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252C0A-0BB5-4C36-AC67-AFCF2DC0A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25/08/2022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1906B4-69CB-471E-B443-A6DD59556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C21424-3B0E-4EEC-875D-327603D19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82049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6F412-1941-41D2-AC46-E8C20860A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2A1B5D-15E6-4D4B-B6F5-E46A1A7234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418167-751F-4B50-84DD-7F7377E43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25/08/2022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A10E4B-ECAF-4B58-9633-F0D2214AE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D0936C-E069-45AA-8B1E-8B295D2AA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37371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0BBC43-F9FB-4DC0-9192-4C6BBC0BBF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65541F-6124-45F5-9E33-C887715233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28D7AD-9B6B-4D71-A044-0A8CD107B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25/08/2022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6F19E0-2B2A-44A5-95AA-5794953B8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8AE265-1899-40B9-ABCC-0F0FA6B45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09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68667-8C97-4EFE-84F3-BDAFCA0DE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A6806C-F4A6-4145-8586-E1BA0D6AA7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A371F7-F0FF-4998-A335-671F6745CC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EBD5A5-95A5-4ED6-B746-12AF9CEAF3AB}" type="datetimeFigureOut">
              <a:rPr lang="en-GB" smtClean="0"/>
              <a:t>25/08/2022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11381F-CB31-4B37-8E8C-1B4AD2A089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B29192-27C3-435C-AA4E-0FF49DC56D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07013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60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1342EC1-2AFD-4406-9F14-4D674F90CAE8}"/>
              </a:ext>
            </a:extLst>
          </p:cNvPr>
          <p:cNvSpPr txBox="1"/>
          <p:nvPr/>
        </p:nvSpPr>
        <p:spPr>
          <a:xfrm>
            <a:off x="304800" y="92954"/>
            <a:ext cx="987927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  <a:ea typeface="+mj-ea"/>
                <a:cs typeface="+mj-cs"/>
              </a:rPr>
              <a:t>7 Algorithm design and problem-solving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ABF442-A178-4CA8-8D0A-DF0A8E18C046}"/>
              </a:ext>
            </a:extLst>
          </p:cNvPr>
          <p:cNvSpPr txBox="1"/>
          <p:nvPr/>
        </p:nvSpPr>
        <p:spPr>
          <a:xfrm>
            <a:off x="927652" y="1650609"/>
            <a:ext cx="6997148" cy="34506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1200"/>
              </a:spcAft>
            </a:pPr>
            <a:r>
              <a:rPr lang="en-GB" sz="4000" dirty="0">
                <a:solidFill>
                  <a:schemeClr val="accent2">
                    <a:lumMod val="75000"/>
                  </a:schemeClr>
                </a:solidFill>
              </a:rPr>
              <a:t>Structure diagrams</a:t>
            </a:r>
            <a:endParaRPr lang="en-US" sz="40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37712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C4B6CDE-BB90-46A0-8827-E68D23E360EE}"/>
              </a:ext>
            </a:extLst>
          </p:cNvPr>
          <p:cNvSpPr/>
          <p:nvPr/>
        </p:nvSpPr>
        <p:spPr>
          <a:xfrm>
            <a:off x="176565" y="523174"/>
            <a:ext cx="648549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Decomposition recap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E48251A-0592-4A1C-90AF-806D50F1AB9E}"/>
              </a:ext>
            </a:extLst>
          </p:cNvPr>
          <p:cNvSpPr/>
          <p:nvPr/>
        </p:nvSpPr>
        <p:spPr>
          <a:xfrm>
            <a:off x="176564" y="1103342"/>
            <a:ext cx="11767785" cy="14055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Decomposition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means breaking a complex problem down into smaller, more manageable parts.</a:t>
            </a:r>
          </a:p>
          <a:p>
            <a:pPr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Dealing with many different stages of a problem at once is much more difficult than breaking it down into a number of smaller problems and solving them one at time.</a:t>
            </a:r>
          </a:p>
          <a:p>
            <a:pPr>
              <a:spcAft>
                <a:spcPts val="800"/>
              </a:spcAft>
            </a:pP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86DC7826-3D6B-5F94-1297-0FB2AF7ACC1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79800735"/>
              </p:ext>
            </p:extLst>
          </p:nvPr>
        </p:nvGraphicFramePr>
        <p:xfrm>
          <a:off x="1279524" y="2440630"/>
          <a:ext cx="9636125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747738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C4B6CDE-BB90-46A0-8827-E68D23E360EE}"/>
              </a:ext>
            </a:extLst>
          </p:cNvPr>
          <p:cNvSpPr/>
          <p:nvPr/>
        </p:nvSpPr>
        <p:spPr>
          <a:xfrm>
            <a:off x="176565" y="523174"/>
            <a:ext cx="648549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Step-wise refinement and structure diagrams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E48251A-0592-4A1C-90AF-806D50F1AB9E}"/>
              </a:ext>
            </a:extLst>
          </p:cNvPr>
          <p:cNvSpPr/>
          <p:nvPr/>
        </p:nvSpPr>
        <p:spPr>
          <a:xfrm>
            <a:off x="176565" y="1103342"/>
            <a:ext cx="3249065" cy="19595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 can use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structure diagrams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help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decompose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 problem.</a:t>
            </a:r>
          </a:p>
          <a:p>
            <a:pPr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 create structure diagrams using an approach known as </a:t>
            </a:r>
            <a:r>
              <a:rPr lang="en-GB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step-wise refinement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>
              <a:spcAft>
                <a:spcPts val="800"/>
              </a:spcAft>
            </a:pP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CC0D722F-D0C7-4B29-9FD0-1261154B5A7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85055647"/>
              </p:ext>
            </p:extLst>
          </p:nvPr>
        </p:nvGraphicFramePr>
        <p:xfrm>
          <a:off x="3636865" y="993174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1292330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C4B6CDE-BB90-46A0-8827-E68D23E360EE}"/>
              </a:ext>
            </a:extLst>
          </p:cNvPr>
          <p:cNvSpPr/>
          <p:nvPr/>
        </p:nvSpPr>
        <p:spPr>
          <a:xfrm>
            <a:off x="176565" y="523174"/>
            <a:ext cx="648549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Step-wise refinement and structure diagrams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E48251A-0592-4A1C-90AF-806D50F1AB9E}"/>
              </a:ext>
            </a:extLst>
          </p:cNvPr>
          <p:cNvSpPr/>
          <p:nvPr/>
        </p:nvSpPr>
        <p:spPr>
          <a:xfrm>
            <a:off x="176565" y="1103342"/>
            <a:ext cx="314357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At the top level, we have the name of the program.</a:t>
            </a: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CC0D722F-D0C7-4B29-9FD0-1261154B5A7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67167263"/>
              </p:ext>
            </p:extLst>
          </p:nvPr>
        </p:nvGraphicFramePr>
        <p:xfrm>
          <a:off x="3636865" y="993174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A8F4E4A-3260-4407-87A7-ADC2E1FC3F8B}"/>
              </a:ext>
            </a:extLst>
          </p:cNvPr>
          <p:cNvCxnSpPr/>
          <p:nvPr/>
        </p:nvCxnSpPr>
        <p:spPr>
          <a:xfrm flipH="1">
            <a:off x="3760237" y="993174"/>
            <a:ext cx="8431763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EE55086-EA46-434B-982F-98208CB826F0}"/>
              </a:ext>
            </a:extLst>
          </p:cNvPr>
          <p:cNvCxnSpPr/>
          <p:nvPr/>
        </p:nvCxnSpPr>
        <p:spPr>
          <a:xfrm flipH="1">
            <a:off x="3760237" y="1789386"/>
            <a:ext cx="8431763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C4278E2-E7D7-44D0-A8B7-C78EDF4B66B6}"/>
              </a:ext>
            </a:extLst>
          </p:cNvPr>
          <p:cNvCxnSpPr/>
          <p:nvPr/>
        </p:nvCxnSpPr>
        <p:spPr>
          <a:xfrm flipH="1">
            <a:off x="3760237" y="2744218"/>
            <a:ext cx="8431763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79E606F-3969-4CB3-8FED-6BC0C8C24C41}"/>
              </a:ext>
            </a:extLst>
          </p:cNvPr>
          <p:cNvCxnSpPr/>
          <p:nvPr/>
        </p:nvCxnSpPr>
        <p:spPr>
          <a:xfrm flipH="1">
            <a:off x="3760237" y="3708382"/>
            <a:ext cx="8431763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11EB615-2AC5-4829-8EB0-D96A1391DCDC}"/>
              </a:ext>
            </a:extLst>
          </p:cNvPr>
          <p:cNvCxnSpPr/>
          <p:nvPr/>
        </p:nvCxnSpPr>
        <p:spPr>
          <a:xfrm flipH="1">
            <a:off x="3760237" y="4672546"/>
            <a:ext cx="8431763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BAA886D4-F9CE-4389-88DC-3307994CA335}"/>
              </a:ext>
            </a:extLst>
          </p:cNvPr>
          <p:cNvSpPr/>
          <p:nvPr/>
        </p:nvSpPr>
        <p:spPr>
          <a:xfrm>
            <a:off x="11519725" y="1045758"/>
            <a:ext cx="73702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Top level</a:t>
            </a:r>
          </a:p>
          <a:p>
            <a:pPr algn="ctr"/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F48976A-04A2-4BB5-B091-878AB79D74EC}"/>
              </a:ext>
            </a:extLst>
          </p:cNvPr>
          <p:cNvSpPr/>
          <p:nvPr/>
        </p:nvSpPr>
        <p:spPr>
          <a:xfrm>
            <a:off x="11519725" y="1967624"/>
            <a:ext cx="73702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Level </a:t>
            </a:r>
          </a:p>
          <a:p>
            <a:pPr algn="ctr"/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251358D-DC46-413C-ACEC-5D44E6E629FB}"/>
              </a:ext>
            </a:extLst>
          </p:cNvPr>
          <p:cNvSpPr/>
          <p:nvPr/>
        </p:nvSpPr>
        <p:spPr>
          <a:xfrm>
            <a:off x="11506719" y="2936689"/>
            <a:ext cx="73702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Level </a:t>
            </a:r>
          </a:p>
          <a:p>
            <a:pPr algn="ctr"/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AA31753-D715-4B37-BD60-DCA2785A6FD5}"/>
              </a:ext>
            </a:extLst>
          </p:cNvPr>
          <p:cNvSpPr/>
          <p:nvPr/>
        </p:nvSpPr>
        <p:spPr>
          <a:xfrm>
            <a:off x="11519725" y="3901871"/>
            <a:ext cx="73702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Level </a:t>
            </a:r>
          </a:p>
          <a:p>
            <a:pPr algn="ctr"/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C4CDF84-71EC-486F-A461-6B1EF83EAE7D}"/>
              </a:ext>
            </a:extLst>
          </p:cNvPr>
          <p:cNvSpPr/>
          <p:nvPr/>
        </p:nvSpPr>
        <p:spPr>
          <a:xfrm>
            <a:off x="11506719" y="5313544"/>
            <a:ext cx="73702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Level </a:t>
            </a:r>
          </a:p>
          <a:p>
            <a:pPr algn="ctr"/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4460459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C4B6CDE-BB90-46A0-8827-E68D23E360EE}"/>
              </a:ext>
            </a:extLst>
          </p:cNvPr>
          <p:cNvSpPr/>
          <p:nvPr/>
        </p:nvSpPr>
        <p:spPr>
          <a:xfrm>
            <a:off x="176565" y="523174"/>
            <a:ext cx="648549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Step-wise refinement and structure diagrams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E48251A-0592-4A1C-90AF-806D50F1AB9E}"/>
              </a:ext>
            </a:extLst>
          </p:cNvPr>
          <p:cNvSpPr/>
          <p:nvPr/>
        </p:nvSpPr>
        <p:spPr>
          <a:xfrm>
            <a:off x="176564" y="1103342"/>
            <a:ext cx="3395551" cy="2410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After some initial analysis, we can break the program down into the main tasks we need it to perform:</a:t>
            </a:r>
          </a:p>
          <a:p>
            <a:pPr marL="54000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Input employee details</a:t>
            </a:r>
          </a:p>
          <a:p>
            <a:pPr marL="54000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Calculate pay</a:t>
            </a:r>
          </a:p>
          <a:p>
            <a:pPr marL="540000" lvl="1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Produce pay slips</a:t>
            </a:r>
          </a:p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These would go in the next level of the structure diagram.</a:t>
            </a: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CC0D722F-D0C7-4B29-9FD0-1261154B5A7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36924476"/>
              </p:ext>
            </p:extLst>
          </p:nvPr>
        </p:nvGraphicFramePr>
        <p:xfrm>
          <a:off x="3636865" y="993174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97476F2-3D79-494D-94DA-1625E31A769C}"/>
              </a:ext>
            </a:extLst>
          </p:cNvPr>
          <p:cNvCxnSpPr/>
          <p:nvPr/>
        </p:nvCxnSpPr>
        <p:spPr>
          <a:xfrm flipH="1">
            <a:off x="3760237" y="993174"/>
            <a:ext cx="8431763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409776B-0DD4-4B1F-87BE-37316032E978}"/>
              </a:ext>
            </a:extLst>
          </p:cNvPr>
          <p:cNvCxnSpPr/>
          <p:nvPr/>
        </p:nvCxnSpPr>
        <p:spPr>
          <a:xfrm flipH="1">
            <a:off x="3760237" y="1789386"/>
            <a:ext cx="8431763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014573F-3EDA-4B5C-A532-93FFC31E89A7}"/>
              </a:ext>
            </a:extLst>
          </p:cNvPr>
          <p:cNvCxnSpPr/>
          <p:nvPr/>
        </p:nvCxnSpPr>
        <p:spPr>
          <a:xfrm flipH="1">
            <a:off x="3760237" y="2744218"/>
            <a:ext cx="8431763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8FBBD15-EA65-43BE-9A2F-DD7FE7E2473A}"/>
              </a:ext>
            </a:extLst>
          </p:cNvPr>
          <p:cNvCxnSpPr/>
          <p:nvPr/>
        </p:nvCxnSpPr>
        <p:spPr>
          <a:xfrm flipH="1">
            <a:off x="3760237" y="3708382"/>
            <a:ext cx="8431763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3856CA6-E8CE-4615-848D-968959954994}"/>
              </a:ext>
            </a:extLst>
          </p:cNvPr>
          <p:cNvCxnSpPr/>
          <p:nvPr/>
        </p:nvCxnSpPr>
        <p:spPr>
          <a:xfrm flipH="1">
            <a:off x="3760237" y="4672546"/>
            <a:ext cx="8431763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20A2FDB5-A8FE-46BA-8B12-9D94483A632B}"/>
              </a:ext>
            </a:extLst>
          </p:cNvPr>
          <p:cNvSpPr/>
          <p:nvPr/>
        </p:nvSpPr>
        <p:spPr>
          <a:xfrm>
            <a:off x="11519725" y="1045758"/>
            <a:ext cx="73702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Top level</a:t>
            </a:r>
          </a:p>
          <a:p>
            <a:pPr algn="ctr"/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009E54F-7105-46BD-B8F5-C1CFFF88750D}"/>
              </a:ext>
            </a:extLst>
          </p:cNvPr>
          <p:cNvSpPr/>
          <p:nvPr/>
        </p:nvSpPr>
        <p:spPr>
          <a:xfrm>
            <a:off x="11519725" y="1967624"/>
            <a:ext cx="73702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Level </a:t>
            </a:r>
          </a:p>
          <a:p>
            <a:pPr algn="ctr"/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9402A07-43C0-4378-BD1C-036C50ACD504}"/>
              </a:ext>
            </a:extLst>
          </p:cNvPr>
          <p:cNvSpPr/>
          <p:nvPr/>
        </p:nvSpPr>
        <p:spPr>
          <a:xfrm>
            <a:off x="11506719" y="2936689"/>
            <a:ext cx="73702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Level </a:t>
            </a:r>
          </a:p>
          <a:p>
            <a:pPr algn="ctr"/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2F382D0-1F17-4BF3-AB14-709124D4AFF7}"/>
              </a:ext>
            </a:extLst>
          </p:cNvPr>
          <p:cNvSpPr/>
          <p:nvPr/>
        </p:nvSpPr>
        <p:spPr>
          <a:xfrm>
            <a:off x="11519725" y="3901871"/>
            <a:ext cx="73702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Level </a:t>
            </a:r>
          </a:p>
          <a:p>
            <a:pPr algn="ctr"/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62A8024-CC77-4F36-8853-59AF0B4A45A2}"/>
              </a:ext>
            </a:extLst>
          </p:cNvPr>
          <p:cNvSpPr/>
          <p:nvPr/>
        </p:nvSpPr>
        <p:spPr>
          <a:xfrm>
            <a:off x="11506719" y="5313544"/>
            <a:ext cx="73702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Level </a:t>
            </a:r>
          </a:p>
          <a:p>
            <a:pPr algn="ctr"/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489083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C4B6CDE-BB90-46A0-8827-E68D23E360EE}"/>
              </a:ext>
            </a:extLst>
          </p:cNvPr>
          <p:cNvSpPr/>
          <p:nvPr/>
        </p:nvSpPr>
        <p:spPr>
          <a:xfrm>
            <a:off x="176565" y="523174"/>
            <a:ext cx="648549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Step-wise refinement and structure diagrams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E48251A-0592-4A1C-90AF-806D50F1AB9E}"/>
              </a:ext>
            </a:extLst>
          </p:cNvPr>
          <p:cNvSpPr/>
          <p:nvPr/>
        </p:nvSpPr>
        <p:spPr>
          <a:xfrm>
            <a:off x="176565" y="1103342"/>
            <a:ext cx="3285092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Some Level 1 modules may not need breaking down any further.</a:t>
            </a:r>
          </a:p>
          <a:p>
            <a:pPr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Some may still be quite complex and need breaking down further.</a:t>
            </a:r>
          </a:p>
          <a:p>
            <a:r>
              <a:rPr lang="en-GB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Calculate pay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could be broken down again into:</a:t>
            </a:r>
          </a:p>
          <a:p>
            <a:pPr marL="54000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Gross pay</a:t>
            </a:r>
          </a:p>
          <a:p>
            <a:pPr marL="54000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Total </a:t>
            </a:r>
            <a:r>
              <a:rPr lang="en-GB" dirty="0"/>
              <a:t>deductions</a:t>
            </a: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These would go in the next level of the structure diagram.</a:t>
            </a: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CC0D722F-D0C7-4B29-9FD0-1261154B5A7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8684666"/>
              </p:ext>
            </p:extLst>
          </p:nvPr>
        </p:nvGraphicFramePr>
        <p:xfrm>
          <a:off x="3636865" y="993174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97476F2-3D79-494D-94DA-1625E31A769C}"/>
              </a:ext>
            </a:extLst>
          </p:cNvPr>
          <p:cNvCxnSpPr/>
          <p:nvPr/>
        </p:nvCxnSpPr>
        <p:spPr>
          <a:xfrm flipH="1">
            <a:off x="3760237" y="993174"/>
            <a:ext cx="8431763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409776B-0DD4-4B1F-87BE-37316032E978}"/>
              </a:ext>
            </a:extLst>
          </p:cNvPr>
          <p:cNvCxnSpPr/>
          <p:nvPr/>
        </p:nvCxnSpPr>
        <p:spPr>
          <a:xfrm flipH="1">
            <a:off x="3760237" y="1789386"/>
            <a:ext cx="8431763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014573F-3EDA-4B5C-A532-93FFC31E89A7}"/>
              </a:ext>
            </a:extLst>
          </p:cNvPr>
          <p:cNvCxnSpPr/>
          <p:nvPr/>
        </p:nvCxnSpPr>
        <p:spPr>
          <a:xfrm flipH="1">
            <a:off x="3760237" y="2744218"/>
            <a:ext cx="8431763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8FBBD15-EA65-43BE-9A2F-DD7FE7E2473A}"/>
              </a:ext>
            </a:extLst>
          </p:cNvPr>
          <p:cNvCxnSpPr/>
          <p:nvPr/>
        </p:nvCxnSpPr>
        <p:spPr>
          <a:xfrm flipH="1">
            <a:off x="3760237" y="3708382"/>
            <a:ext cx="8431763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3856CA6-E8CE-4615-848D-968959954994}"/>
              </a:ext>
            </a:extLst>
          </p:cNvPr>
          <p:cNvCxnSpPr/>
          <p:nvPr/>
        </p:nvCxnSpPr>
        <p:spPr>
          <a:xfrm flipH="1">
            <a:off x="3760237" y="4672546"/>
            <a:ext cx="8431763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20A2FDB5-A8FE-46BA-8B12-9D94483A632B}"/>
              </a:ext>
            </a:extLst>
          </p:cNvPr>
          <p:cNvSpPr/>
          <p:nvPr/>
        </p:nvSpPr>
        <p:spPr>
          <a:xfrm>
            <a:off x="11519725" y="1045758"/>
            <a:ext cx="73702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Top level</a:t>
            </a:r>
          </a:p>
          <a:p>
            <a:pPr algn="ctr"/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009E54F-7105-46BD-B8F5-C1CFFF88750D}"/>
              </a:ext>
            </a:extLst>
          </p:cNvPr>
          <p:cNvSpPr/>
          <p:nvPr/>
        </p:nvSpPr>
        <p:spPr>
          <a:xfrm>
            <a:off x="11519725" y="1967624"/>
            <a:ext cx="73702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Level </a:t>
            </a:r>
          </a:p>
          <a:p>
            <a:pPr algn="ctr"/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9402A07-43C0-4378-BD1C-036C50ACD504}"/>
              </a:ext>
            </a:extLst>
          </p:cNvPr>
          <p:cNvSpPr/>
          <p:nvPr/>
        </p:nvSpPr>
        <p:spPr>
          <a:xfrm>
            <a:off x="11506719" y="2936689"/>
            <a:ext cx="73702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Level </a:t>
            </a:r>
          </a:p>
          <a:p>
            <a:pPr algn="ctr"/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2F382D0-1F17-4BF3-AB14-709124D4AFF7}"/>
              </a:ext>
            </a:extLst>
          </p:cNvPr>
          <p:cNvSpPr/>
          <p:nvPr/>
        </p:nvSpPr>
        <p:spPr>
          <a:xfrm>
            <a:off x="11519725" y="3901871"/>
            <a:ext cx="73702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Level </a:t>
            </a:r>
          </a:p>
          <a:p>
            <a:pPr algn="ctr"/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62A8024-CC77-4F36-8853-59AF0B4A45A2}"/>
              </a:ext>
            </a:extLst>
          </p:cNvPr>
          <p:cNvSpPr/>
          <p:nvPr/>
        </p:nvSpPr>
        <p:spPr>
          <a:xfrm>
            <a:off x="11506719" y="5313544"/>
            <a:ext cx="73702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Level </a:t>
            </a:r>
          </a:p>
          <a:p>
            <a:pPr algn="ctr"/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4708011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C4B6CDE-BB90-46A0-8827-E68D23E360EE}"/>
              </a:ext>
            </a:extLst>
          </p:cNvPr>
          <p:cNvSpPr/>
          <p:nvPr/>
        </p:nvSpPr>
        <p:spPr>
          <a:xfrm>
            <a:off x="176565" y="523174"/>
            <a:ext cx="648549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Step-wise refinement and structure diagrams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E48251A-0592-4A1C-90AF-806D50F1AB9E}"/>
              </a:ext>
            </a:extLst>
          </p:cNvPr>
          <p:cNvSpPr/>
          <p:nvPr/>
        </p:nvSpPr>
        <p:spPr>
          <a:xfrm>
            <a:off x="176565" y="1103342"/>
            <a:ext cx="3252435" cy="36215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Carry this process on, breaking down any stage that is still too complex into smaller, more manageable chunks.</a:t>
            </a:r>
          </a:p>
          <a:p>
            <a:r>
              <a:rPr lang="en-GB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Calculate deductions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could be broken down into:</a:t>
            </a:r>
          </a:p>
          <a:p>
            <a:pPr marL="54000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Income tax</a:t>
            </a:r>
          </a:p>
          <a:p>
            <a:pPr marL="54000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National Insurance</a:t>
            </a:r>
          </a:p>
          <a:p>
            <a:pPr marL="54000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Non-paid sick days</a:t>
            </a:r>
          </a:p>
          <a:p>
            <a:pPr marL="54000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Pension contributions</a:t>
            </a:r>
          </a:p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These would go in the next level of the structure diagram.</a:t>
            </a: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CC0D722F-D0C7-4B29-9FD0-1261154B5A7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21128993"/>
              </p:ext>
            </p:extLst>
          </p:nvPr>
        </p:nvGraphicFramePr>
        <p:xfrm>
          <a:off x="3636865" y="993174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97476F2-3D79-494D-94DA-1625E31A769C}"/>
              </a:ext>
            </a:extLst>
          </p:cNvPr>
          <p:cNvCxnSpPr/>
          <p:nvPr/>
        </p:nvCxnSpPr>
        <p:spPr>
          <a:xfrm flipH="1">
            <a:off x="3760237" y="993174"/>
            <a:ext cx="8431763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409776B-0DD4-4B1F-87BE-37316032E978}"/>
              </a:ext>
            </a:extLst>
          </p:cNvPr>
          <p:cNvCxnSpPr/>
          <p:nvPr/>
        </p:nvCxnSpPr>
        <p:spPr>
          <a:xfrm flipH="1">
            <a:off x="3760237" y="1789386"/>
            <a:ext cx="8431763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014573F-3EDA-4B5C-A532-93FFC31E89A7}"/>
              </a:ext>
            </a:extLst>
          </p:cNvPr>
          <p:cNvCxnSpPr/>
          <p:nvPr/>
        </p:nvCxnSpPr>
        <p:spPr>
          <a:xfrm flipH="1">
            <a:off x="3760237" y="2744218"/>
            <a:ext cx="8431763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8FBBD15-EA65-43BE-9A2F-DD7FE7E2473A}"/>
              </a:ext>
            </a:extLst>
          </p:cNvPr>
          <p:cNvCxnSpPr/>
          <p:nvPr/>
        </p:nvCxnSpPr>
        <p:spPr>
          <a:xfrm flipH="1">
            <a:off x="3760237" y="3708382"/>
            <a:ext cx="8431763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3856CA6-E8CE-4615-848D-968959954994}"/>
              </a:ext>
            </a:extLst>
          </p:cNvPr>
          <p:cNvCxnSpPr/>
          <p:nvPr/>
        </p:nvCxnSpPr>
        <p:spPr>
          <a:xfrm flipH="1">
            <a:off x="3760237" y="4672546"/>
            <a:ext cx="8431763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20A2FDB5-A8FE-46BA-8B12-9D94483A632B}"/>
              </a:ext>
            </a:extLst>
          </p:cNvPr>
          <p:cNvSpPr/>
          <p:nvPr/>
        </p:nvSpPr>
        <p:spPr>
          <a:xfrm>
            <a:off x="11519725" y="1045758"/>
            <a:ext cx="73702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Top level</a:t>
            </a:r>
          </a:p>
          <a:p>
            <a:pPr algn="ctr"/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009E54F-7105-46BD-B8F5-C1CFFF88750D}"/>
              </a:ext>
            </a:extLst>
          </p:cNvPr>
          <p:cNvSpPr/>
          <p:nvPr/>
        </p:nvSpPr>
        <p:spPr>
          <a:xfrm>
            <a:off x="11519725" y="1967624"/>
            <a:ext cx="73702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Level </a:t>
            </a:r>
          </a:p>
          <a:p>
            <a:pPr algn="ctr"/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9402A07-43C0-4378-BD1C-036C50ACD504}"/>
              </a:ext>
            </a:extLst>
          </p:cNvPr>
          <p:cNvSpPr/>
          <p:nvPr/>
        </p:nvSpPr>
        <p:spPr>
          <a:xfrm>
            <a:off x="11506719" y="2936689"/>
            <a:ext cx="73702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Level </a:t>
            </a:r>
          </a:p>
          <a:p>
            <a:pPr algn="ctr"/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2F382D0-1F17-4BF3-AB14-709124D4AFF7}"/>
              </a:ext>
            </a:extLst>
          </p:cNvPr>
          <p:cNvSpPr/>
          <p:nvPr/>
        </p:nvSpPr>
        <p:spPr>
          <a:xfrm>
            <a:off x="11519725" y="3901871"/>
            <a:ext cx="73702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Level </a:t>
            </a:r>
          </a:p>
          <a:p>
            <a:pPr algn="ctr"/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62A8024-CC77-4F36-8853-59AF0B4A45A2}"/>
              </a:ext>
            </a:extLst>
          </p:cNvPr>
          <p:cNvSpPr/>
          <p:nvPr/>
        </p:nvSpPr>
        <p:spPr>
          <a:xfrm>
            <a:off x="11506719" y="5313544"/>
            <a:ext cx="73702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Level </a:t>
            </a:r>
          </a:p>
          <a:p>
            <a:pPr algn="ctr"/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1728875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C4B6CDE-BB90-46A0-8827-E68D23E360EE}"/>
              </a:ext>
            </a:extLst>
          </p:cNvPr>
          <p:cNvSpPr/>
          <p:nvPr/>
        </p:nvSpPr>
        <p:spPr>
          <a:xfrm>
            <a:off x="176565" y="523174"/>
            <a:ext cx="648549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Step-wise refinement and structure diagrams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E48251A-0592-4A1C-90AF-806D50F1AB9E}"/>
              </a:ext>
            </a:extLst>
          </p:cNvPr>
          <p:cNvSpPr/>
          <p:nvPr/>
        </p:nvSpPr>
        <p:spPr>
          <a:xfrm>
            <a:off x="176565" y="1103342"/>
            <a:ext cx="3132692" cy="26879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Different sections of the program will be broken down to varying degrees depending on how complex they are.</a:t>
            </a:r>
          </a:p>
          <a:p>
            <a:pPr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However, the end result should be the same – that each node at the lowest level achieves one task and can be coded as a single module or sub-program.</a:t>
            </a: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CC0D722F-D0C7-4B29-9FD0-1261154B5A7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87311134"/>
              </p:ext>
            </p:extLst>
          </p:nvPr>
        </p:nvGraphicFramePr>
        <p:xfrm>
          <a:off x="3636865" y="993174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97476F2-3D79-494D-94DA-1625E31A769C}"/>
              </a:ext>
            </a:extLst>
          </p:cNvPr>
          <p:cNvCxnSpPr/>
          <p:nvPr/>
        </p:nvCxnSpPr>
        <p:spPr>
          <a:xfrm flipH="1">
            <a:off x="3760237" y="993174"/>
            <a:ext cx="8431763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409776B-0DD4-4B1F-87BE-37316032E978}"/>
              </a:ext>
            </a:extLst>
          </p:cNvPr>
          <p:cNvCxnSpPr/>
          <p:nvPr/>
        </p:nvCxnSpPr>
        <p:spPr>
          <a:xfrm flipH="1">
            <a:off x="3760237" y="1789386"/>
            <a:ext cx="8431763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014573F-3EDA-4B5C-A532-93FFC31E89A7}"/>
              </a:ext>
            </a:extLst>
          </p:cNvPr>
          <p:cNvCxnSpPr/>
          <p:nvPr/>
        </p:nvCxnSpPr>
        <p:spPr>
          <a:xfrm flipH="1">
            <a:off x="3760237" y="2744218"/>
            <a:ext cx="8431763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8FBBD15-EA65-43BE-9A2F-DD7FE7E2473A}"/>
              </a:ext>
            </a:extLst>
          </p:cNvPr>
          <p:cNvCxnSpPr/>
          <p:nvPr/>
        </p:nvCxnSpPr>
        <p:spPr>
          <a:xfrm flipH="1">
            <a:off x="3760237" y="3708382"/>
            <a:ext cx="8431763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3856CA6-E8CE-4615-848D-968959954994}"/>
              </a:ext>
            </a:extLst>
          </p:cNvPr>
          <p:cNvCxnSpPr/>
          <p:nvPr/>
        </p:nvCxnSpPr>
        <p:spPr>
          <a:xfrm flipH="1">
            <a:off x="3760237" y="4672546"/>
            <a:ext cx="8431763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20A2FDB5-A8FE-46BA-8B12-9D94483A632B}"/>
              </a:ext>
            </a:extLst>
          </p:cNvPr>
          <p:cNvSpPr/>
          <p:nvPr/>
        </p:nvSpPr>
        <p:spPr>
          <a:xfrm>
            <a:off x="11519725" y="1045758"/>
            <a:ext cx="73702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Top level</a:t>
            </a:r>
          </a:p>
          <a:p>
            <a:pPr algn="ctr"/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009E54F-7105-46BD-B8F5-C1CFFF88750D}"/>
              </a:ext>
            </a:extLst>
          </p:cNvPr>
          <p:cNvSpPr/>
          <p:nvPr/>
        </p:nvSpPr>
        <p:spPr>
          <a:xfrm>
            <a:off x="11519725" y="1967624"/>
            <a:ext cx="73702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Level </a:t>
            </a:r>
          </a:p>
          <a:p>
            <a:pPr algn="ctr"/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9402A07-43C0-4378-BD1C-036C50ACD504}"/>
              </a:ext>
            </a:extLst>
          </p:cNvPr>
          <p:cNvSpPr/>
          <p:nvPr/>
        </p:nvSpPr>
        <p:spPr>
          <a:xfrm>
            <a:off x="11506719" y="2936689"/>
            <a:ext cx="73702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Level </a:t>
            </a:r>
          </a:p>
          <a:p>
            <a:pPr algn="ctr"/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2F382D0-1F17-4BF3-AB14-709124D4AFF7}"/>
              </a:ext>
            </a:extLst>
          </p:cNvPr>
          <p:cNvSpPr/>
          <p:nvPr/>
        </p:nvSpPr>
        <p:spPr>
          <a:xfrm>
            <a:off x="11519725" y="3901871"/>
            <a:ext cx="73702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Level </a:t>
            </a:r>
          </a:p>
          <a:p>
            <a:pPr algn="ctr"/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62A8024-CC77-4F36-8853-59AF0B4A45A2}"/>
              </a:ext>
            </a:extLst>
          </p:cNvPr>
          <p:cNvSpPr/>
          <p:nvPr/>
        </p:nvSpPr>
        <p:spPr>
          <a:xfrm>
            <a:off x="11506719" y="5313544"/>
            <a:ext cx="73702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Level </a:t>
            </a:r>
          </a:p>
          <a:p>
            <a:pPr algn="ctr"/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1454437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989BBE4-38CA-4FFB-B9AA-E0BBB2AB22B7}"/>
              </a:ext>
            </a:extLst>
          </p:cNvPr>
          <p:cNvSpPr/>
          <p:nvPr/>
        </p:nvSpPr>
        <p:spPr>
          <a:xfrm>
            <a:off x="254906" y="1887113"/>
            <a:ext cx="1100364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Structure diagrams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method of designing a solution to a problem.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Produced using a method known as step-wise refinement.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Break a problem down into smaller sub-problems using decomposition.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Some areas of the program will need to be broken down more than others.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Lowest-level nodes should achieve one task – and therefore, be coded as a single module or sub-program.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213629-B856-4319-B482-ECBCD25E2D9C}"/>
              </a:ext>
            </a:extLst>
          </p:cNvPr>
          <p:cNvSpPr/>
          <p:nvPr/>
        </p:nvSpPr>
        <p:spPr>
          <a:xfrm>
            <a:off x="1368341" y="523174"/>
            <a:ext cx="5293715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Structure diagrams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Picture 2" descr="make_notes">
            <a:extLst>
              <a:ext uri="{FF2B5EF4-FFF2-40B4-BE49-F238E27FC236}">
                <a16:creationId xmlns:a16="http://schemas.microsoft.com/office/drawing/2014/main" id="{1900C5C1-FA2A-407C-A4AA-E80EC440BB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906" y="611347"/>
            <a:ext cx="1113436" cy="1113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31512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82947853-E1EE-4D77-9DC1-BD14C2A806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7625" y="-28575"/>
            <a:ext cx="12239625" cy="6886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86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774</TotalTime>
  <Words>655</Words>
  <Application>Microsoft Office PowerPoint</Application>
  <PresentationFormat>Widescreen</PresentationFormat>
  <Paragraphs>189</Paragraphs>
  <Slides>10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Century Gothic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Craig Sargent</dc:creator>
  <cp:lastModifiedBy>Craig Sargent</cp:lastModifiedBy>
  <cp:revision>138</cp:revision>
  <dcterms:created xsi:type="dcterms:W3CDTF">2019-10-14T15:21:06Z</dcterms:created>
  <dcterms:modified xsi:type="dcterms:W3CDTF">2022-08-25T14:03:45Z</dcterms:modified>
</cp:coreProperties>
</file>