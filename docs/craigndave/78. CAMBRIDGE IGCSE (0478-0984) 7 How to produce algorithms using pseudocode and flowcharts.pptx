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7" r:id="rId2"/>
    <p:sldId id="277" r:id="rId3"/>
    <p:sldId id="337" r:id="rId4"/>
    <p:sldId id="279" r:id="rId5"/>
    <p:sldId id="280" r:id="rId6"/>
    <p:sldId id="281" r:id="rId7"/>
    <p:sldId id="282" r:id="rId8"/>
    <p:sldId id="283" r:id="rId9"/>
    <p:sldId id="276" r:id="rId10"/>
    <p:sldId id="284" r:id="rId11"/>
    <p:sldId id="285" r:id="rId12"/>
    <p:sldId id="287" r:id="rId13"/>
    <p:sldId id="288" r:id="rId14"/>
    <p:sldId id="289" r:id="rId15"/>
    <p:sldId id="290" r:id="rId16"/>
    <p:sldId id="322" r:id="rId17"/>
    <p:sldId id="263" r:id="rId18"/>
    <p:sldId id="317" r:id="rId19"/>
    <p:sldId id="318" r:id="rId20"/>
    <p:sldId id="319" r:id="rId21"/>
    <p:sldId id="320" r:id="rId22"/>
    <p:sldId id="321" r:id="rId23"/>
    <p:sldId id="265" r:id="rId24"/>
    <p:sldId id="29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26521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46" autoAdjust="0"/>
    <p:restoredTop sz="94687"/>
  </p:normalViewPr>
  <p:slideViewPr>
    <p:cSldViewPr snapToGrid="0">
      <p:cViewPr varScale="1">
        <p:scale>
          <a:sx n="101" d="100"/>
          <a:sy n="101" d="100"/>
        </p:scale>
        <p:origin x="852" y="10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600" b="1" dirty="0">
                  <a:solidFill>
                    <a:schemeClr val="bg1"/>
                  </a:solidFill>
                </a:rPr>
                <a:t>7 Algorithm design and problem-solving | How to produce algorithms using pseudocode and flowcharts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3600" dirty="0">
                <a:solidFill>
                  <a:schemeClr val="accent2">
                    <a:lumMod val="75000"/>
                  </a:schemeClr>
                </a:solidFill>
              </a:rPr>
              <a:t>How to produce algorithms using pseudocode and flowcharts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DAF452B8-250A-494C-9AA9-9333F9052E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2"/>
          <a:stretch/>
        </p:blipFill>
        <p:spPr>
          <a:xfrm>
            <a:off x="8952614" y="402582"/>
            <a:ext cx="3239386" cy="645541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1059209"/>
            <a:ext cx="4695465" cy="1264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the exam you need to be able to create, interpret, correct and refine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using:</a:t>
            </a:r>
          </a:p>
          <a:p>
            <a:pPr marL="54000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</a:p>
          <a:p>
            <a:pPr marL="54000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8379606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produce algorithms using pseudocode and flowcharts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picture containing toy&#10;&#10;Description automatically generated">
            <a:extLst>
              <a:ext uri="{FF2B5EF4-FFF2-40B4-BE49-F238E27FC236}">
                <a16:creationId xmlns:a16="http://schemas.microsoft.com/office/drawing/2014/main" id="{544BD2F2-9979-473F-892B-9ED74C38D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31073"/>
            <a:ext cx="6921195" cy="692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92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1057547"/>
            <a:ext cx="3942667" cy="96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method of representing the sequences of steps in 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the form of a diagram.</a:t>
            </a:r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C33C1C8-25EC-444A-88DC-1CCF681BD6C9}"/>
              </a:ext>
            </a:extLst>
          </p:cNvPr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3" name="Flowchart: Terminator 2">
              <a:extLst>
                <a:ext uri="{FF2B5EF4-FFF2-40B4-BE49-F238E27FC236}">
                  <a16:creationId xmlns:a16="http://schemas.microsoft.com/office/drawing/2014/main" id="{00EBC81E-4969-4A3D-8617-DC14465A9FA9}"/>
                </a:ext>
              </a:extLst>
            </p:cNvPr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Start</a:t>
              </a:r>
            </a:p>
          </p:txBody>
        </p:sp>
        <p:sp>
          <p:nvSpPr>
            <p:cNvPr id="4" name="Flowchart: Data 3">
              <a:extLst>
                <a:ext uri="{FF2B5EF4-FFF2-40B4-BE49-F238E27FC236}">
                  <a16:creationId xmlns:a16="http://schemas.microsoft.com/office/drawing/2014/main" id="{1D3E55F7-C65A-4E68-8342-14FEA5FD7EE2}"/>
                </a:ext>
              </a:extLst>
            </p:cNvPr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number1 from the keyboard</a:t>
              </a:r>
            </a:p>
          </p:txBody>
        </p:sp>
        <p:sp>
          <p:nvSpPr>
            <p:cNvPr id="9" name="Flowchart: Data 8">
              <a:extLst>
                <a:ext uri="{FF2B5EF4-FFF2-40B4-BE49-F238E27FC236}">
                  <a16:creationId xmlns:a16="http://schemas.microsoft.com/office/drawing/2014/main" id="{DE961681-CB79-4A3E-9735-2A1AFE8DE6D3}"/>
                </a:ext>
              </a:extLst>
            </p:cNvPr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number2 from the keyboard</a:t>
              </a:r>
            </a:p>
          </p:txBody>
        </p:sp>
        <p:sp>
          <p:nvSpPr>
            <p:cNvPr id="10" name="Flowchart: Terminator 9">
              <a:extLst>
                <a:ext uri="{FF2B5EF4-FFF2-40B4-BE49-F238E27FC236}">
                  <a16:creationId xmlns:a16="http://schemas.microsoft.com/office/drawing/2014/main" id="{84C41FC8-6E00-473B-8424-12E2B215C86F}"/>
                </a:ext>
              </a:extLst>
            </p:cNvPr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Stop</a:t>
              </a:r>
            </a:p>
          </p:txBody>
        </p:sp>
        <p:sp>
          <p:nvSpPr>
            <p:cNvPr id="6" name="Flowchart: Decision 5">
              <a:extLst>
                <a:ext uri="{FF2B5EF4-FFF2-40B4-BE49-F238E27FC236}">
                  <a16:creationId xmlns:a16="http://schemas.microsoft.com/office/drawing/2014/main" id="{37361A17-436F-4B1A-BC33-2823E78C923D}"/>
                </a:ext>
              </a:extLst>
            </p:cNvPr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Is number1 greater than number2?</a:t>
              </a:r>
            </a:p>
          </p:txBody>
        </p:sp>
        <p:sp>
          <p:nvSpPr>
            <p:cNvPr id="11" name="Flowchart: Data 10">
              <a:extLst>
                <a:ext uri="{FF2B5EF4-FFF2-40B4-BE49-F238E27FC236}">
                  <a16:creationId xmlns:a16="http://schemas.microsoft.com/office/drawing/2014/main" id="{B0305B2E-B676-4683-8CB3-702EA7CF11E3}"/>
                </a:ext>
              </a:extLst>
            </p:cNvPr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 number1”</a:t>
              </a:r>
            </a:p>
          </p:txBody>
        </p:sp>
        <p:sp>
          <p:nvSpPr>
            <p:cNvPr id="12" name="Flowchart: Data 11">
              <a:extLst>
                <a:ext uri="{FF2B5EF4-FFF2-40B4-BE49-F238E27FC236}">
                  <a16:creationId xmlns:a16="http://schemas.microsoft.com/office/drawing/2014/main" id="{2B19982A-9DF8-496D-9A0C-EC2D06168665}"/>
                </a:ext>
              </a:extLst>
            </p:cNvPr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 number2”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46327A7-BD2D-4C1C-9B79-F8844EEB8913}"/>
                </a:ext>
              </a:extLst>
            </p:cNvPr>
            <p:cNvCxnSpPr>
              <a:stCxn id="3" idx="2"/>
              <a:endCxn id="4" idx="1"/>
            </p:cNvCxnSpPr>
            <p:nvPr/>
          </p:nvCxnSpPr>
          <p:spPr>
            <a:xfrm>
              <a:off x="7538482" y="945950"/>
              <a:ext cx="0" cy="48714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D4330BB-E5CE-43D6-9662-41D73C0E2CEC}"/>
                </a:ext>
              </a:extLst>
            </p:cNvPr>
            <p:cNvCxnSpPr>
              <a:cxnSpLocks/>
            </p:cNvCxnSpPr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2CC41CF-8972-4737-8559-076AB142A9EA}"/>
                </a:ext>
              </a:extLst>
            </p:cNvPr>
            <p:cNvCxnSpPr>
              <a:cxnSpLocks/>
            </p:cNvCxnSpPr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01EAD8B-804A-424F-A385-70F8E7F3C8FF}"/>
                </a:ext>
              </a:extLst>
            </p:cNvPr>
            <p:cNvGrpSpPr/>
            <p:nvPr/>
          </p:nvGrpSpPr>
          <p:grpSpPr>
            <a:xfrm>
              <a:off x="8819943" y="4566322"/>
              <a:ext cx="1872863" cy="411584"/>
              <a:chOff x="8819943" y="4566322"/>
              <a:chExt cx="1872863" cy="411584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07D0CC0-8A03-4659-8A58-E3D15AFB8E35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>
                <a:off x="8819943" y="4566322"/>
                <a:ext cx="1872863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6A9101B5-E3D3-4ED3-9456-B8C4A5D456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BF87DC5-1B56-49ED-8649-27E905F43147}"/>
                </a:ext>
              </a:extLst>
            </p:cNvPr>
            <p:cNvGrpSpPr/>
            <p:nvPr/>
          </p:nvGrpSpPr>
          <p:grpSpPr>
            <a:xfrm flipH="1">
              <a:off x="4372254" y="4559972"/>
              <a:ext cx="1872863" cy="411584"/>
              <a:chOff x="8819943" y="4566322"/>
              <a:chExt cx="1872863" cy="411584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20F5184-0E12-401F-B50D-29DA6F5268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9943" y="4566322"/>
                <a:ext cx="1872863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345B1A20-0288-4B91-A8AF-C017A76B23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4675F3-7A46-449C-94B7-36CD2C35C3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254" y="5969672"/>
              <a:ext cx="630864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3059CAE-A959-4303-BF4E-60E24059D853}"/>
                </a:ext>
              </a:extLst>
            </p:cNvPr>
            <p:cNvCxnSpPr>
              <a:cxnSpLocks/>
            </p:cNvCxnSpPr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0F0B65F-0BA6-4C08-BA1C-C5DD3F12EC25}"/>
                </a:ext>
              </a:extLst>
            </p:cNvPr>
            <p:cNvCxnSpPr>
              <a:cxnSpLocks/>
            </p:cNvCxnSpPr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C4A8695-740B-41D9-BBEC-D8E2BE0AA58C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A237E79D-0305-4AE1-BC3D-8003C3BC5A22}"/>
              </a:ext>
            </a:extLst>
          </p:cNvPr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97B4BC-FA77-4AFF-B297-4651CE03A7E2}"/>
              </a:ext>
            </a:extLst>
          </p:cNvPr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911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623974-8EBD-4D2F-8D4E-37A37E549282}"/>
              </a:ext>
            </a:extLst>
          </p:cNvPr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BC4915-3A40-4B9B-BBCE-D5185CDFDBC4}"/>
              </a:ext>
            </a:extLst>
          </p:cNvPr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F3C2E4-89A8-4889-930F-BFE54A32EBB3}"/>
              </a:ext>
            </a:extLst>
          </p:cNvPr>
          <p:cNvSpPr/>
          <p:nvPr/>
        </p:nvSpPr>
        <p:spPr>
          <a:xfrm>
            <a:off x="176565" y="1057547"/>
            <a:ext cx="3942667" cy="96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method of representing the sequences of steps in 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the form of a diagram.</a:t>
            </a:r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914F29-47CF-4780-56FD-A5FA286192DB}"/>
              </a:ext>
            </a:extLst>
          </p:cNvPr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5" name="Flowchart: Terminator 4">
              <a:extLst>
                <a:ext uri="{FF2B5EF4-FFF2-40B4-BE49-F238E27FC236}">
                  <a16:creationId xmlns:a16="http://schemas.microsoft.com/office/drawing/2014/main" id="{035BB0AD-E10B-7691-F664-38EF32605F4B}"/>
                </a:ext>
              </a:extLst>
            </p:cNvPr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Start</a:t>
              </a:r>
            </a:p>
          </p:txBody>
        </p:sp>
        <p:sp>
          <p:nvSpPr>
            <p:cNvPr id="7" name="Flowchart: Data 6">
              <a:extLst>
                <a:ext uri="{FF2B5EF4-FFF2-40B4-BE49-F238E27FC236}">
                  <a16:creationId xmlns:a16="http://schemas.microsoft.com/office/drawing/2014/main" id="{ACBBD010-6898-4EEE-A199-8DEC28E63BDA}"/>
                </a:ext>
              </a:extLst>
            </p:cNvPr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number1 from the keyboard</a:t>
              </a:r>
            </a:p>
          </p:txBody>
        </p:sp>
        <p:sp>
          <p:nvSpPr>
            <p:cNvPr id="14" name="Flowchart: Data 13">
              <a:extLst>
                <a:ext uri="{FF2B5EF4-FFF2-40B4-BE49-F238E27FC236}">
                  <a16:creationId xmlns:a16="http://schemas.microsoft.com/office/drawing/2014/main" id="{49B44606-198C-98C4-07F3-14A2D0D96E16}"/>
                </a:ext>
              </a:extLst>
            </p:cNvPr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number2 from the keyboard</a:t>
              </a:r>
            </a:p>
          </p:txBody>
        </p:sp>
        <p:sp>
          <p:nvSpPr>
            <p:cNvPr id="16" name="Flowchart: Terminator 15">
              <a:extLst>
                <a:ext uri="{FF2B5EF4-FFF2-40B4-BE49-F238E27FC236}">
                  <a16:creationId xmlns:a16="http://schemas.microsoft.com/office/drawing/2014/main" id="{42357B9E-04F8-88EF-BD2A-5F36B3EDC68C}"/>
                </a:ext>
              </a:extLst>
            </p:cNvPr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Stop</a:t>
              </a:r>
            </a:p>
          </p:txBody>
        </p:sp>
        <p:sp>
          <p:nvSpPr>
            <p:cNvPr id="18" name="Flowchart: Decision 17">
              <a:extLst>
                <a:ext uri="{FF2B5EF4-FFF2-40B4-BE49-F238E27FC236}">
                  <a16:creationId xmlns:a16="http://schemas.microsoft.com/office/drawing/2014/main" id="{07D588A6-EC15-C108-F25A-C42476ED73B5}"/>
                </a:ext>
              </a:extLst>
            </p:cNvPr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Is number1 greater than number2?</a:t>
              </a:r>
            </a:p>
          </p:txBody>
        </p:sp>
        <p:sp>
          <p:nvSpPr>
            <p:cNvPr id="19" name="Flowchart: Data 18">
              <a:extLst>
                <a:ext uri="{FF2B5EF4-FFF2-40B4-BE49-F238E27FC236}">
                  <a16:creationId xmlns:a16="http://schemas.microsoft.com/office/drawing/2014/main" id="{39FFD97D-D47A-A41A-685C-1DA4DD00685D}"/>
                </a:ext>
              </a:extLst>
            </p:cNvPr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number1</a:t>
              </a:r>
            </a:p>
          </p:txBody>
        </p:sp>
        <p:sp>
          <p:nvSpPr>
            <p:cNvPr id="22" name="Flowchart: Data 21">
              <a:extLst>
                <a:ext uri="{FF2B5EF4-FFF2-40B4-BE49-F238E27FC236}">
                  <a16:creationId xmlns:a16="http://schemas.microsoft.com/office/drawing/2014/main" id="{588A2299-A1A5-58FD-3C4A-0F71306D8A60}"/>
                </a:ext>
              </a:extLst>
            </p:cNvPr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number2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879FE3C-58B8-D91A-C141-ADA0E8040D4E}"/>
                </a:ext>
              </a:extLst>
            </p:cNvPr>
            <p:cNvCxnSpPr>
              <a:stCxn id="5" idx="2"/>
              <a:endCxn id="7" idx="1"/>
            </p:cNvCxnSpPr>
            <p:nvPr/>
          </p:nvCxnSpPr>
          <p:spPr>
            <a:xfrm>
              <a:off x="7538482" y="945950"/>
              <a:ext cx="0" cy="48714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2AF69F8-5A39-051F-75B1-6006E9C1708E}"/>
                </a:ext>
              </a:extLst>
            </p:cNvPr>
            <p:cNvCxnSpPr>
              <a:cxnSpLocks/>
            </p:cNvCxnSpPr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2E9B298-1707-CC20-9D58-066FBA0325C8}"/>
                </a:ext>
              </a:extLst>
            </p:cNvPr>
            <p:cNvCxnSpPr>
              <a:cxnSpLocks/>
            </p:cNvCxnSpPr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652C46B-3F78-2E00-7983-4076CB5F708B}"/>
                </a:ext>
              </a:extLst>
            </p:cNvPr>
            <p:cNvGrpSpPr/>
            <p:nvPr/>
          </p:nvGrpSpPr>
          <p:grpSpPr>
            <a:xfrm>
              <a:off x="8819943" y="4566322"/>
              <a:ext cx="1872863" cy="411584"/>
              <a:chOff x="8819943" y="4566322"/>
              <a:chExt cx="1872863" cy="411584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7383C34-7B55-18B5-7A01-9083035AA267}"/>
                  </a:ext>
                </a:extLst>
              </p:cNvPr>
              <p:cNvCxnSpPr>
                <a:cxnSpLocks/>
                <a:stCxn id="18" idx="3"/>
              </p:cNvCxnSpPr>
              <p:nvPr/>
            </p:nvCxnSpPr>
            <p:spPr>
              <a:xfrm>
                <a:off x="8819943" y="4566322"/>
                <a:ext cx="1872863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4A17BFED-E040-5E89-1464-C8D691D054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A5CF96E-2CB6-748F-39F4-EFFB9C8AB9C3}"/>
                </a:ext>
              </a:extLst>
            </p:cNvPr>
            <p:cNvGrpSpPr/>
            <p:nvPr/>
          </p:nvGrpSpPr>
          <p:grpSpPr>
            <a:xfrm flipH="1">
              <a:off x="4372254" y="4559972"/>
              <a:ext cx="1872863" cy="411584"/>
              <a:chOff x="8819943" y="4566322"/>
              <a:chExt cx="1872863" cy="411584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9EDF80A-7C97-C68A-A38D-CDBAB87523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9943" y="4566322"/>
                <a:ext cx="1872863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2D07963D-5911-9264-C266-FDEACAA42F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4BC98D-5D44-DD4B-504C-A95FE4BDCA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254" y="5969672"/>
              <a:ext cx="630864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0F38BB4-B695-D329-DCA1-5E7BEB881C67}"/>
                </a:ext>
              </a:extLst>
            </p:cNvPr>
            <p:cNvCxnSpPr>
              <a:cxnSpLocks/>
            </p:cNvCxnSpPr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5D4C8CF-94A7-9FEE-9253-F4D1F10B5019}"/>
                </a:ext>
              </a:extLst>
            </p:cNvPr>
            <p:cNvCxnSpPr>
              <a:cxnSpLocks/>
            </p:cNvCxnSpPr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A2CAA6E-4147-7EF2-66FD-4C8EADE7FDE3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4251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E7E084-35A1-404E-92F8-B8AFB3E2DE18}"/>
              </a:ext>
            </a:extLst>
          </p:cNvPr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0D2FEB-DAEC-4453-9F4B-2D93C25DC1BE}"/>
              </a:ext>
            </a:extLst>
          </p:cNvPr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5E2F80-C1A2-41F4-A22B-C6B8956C4AB2}"/>
              </a:ext>
            </a:extLst>
          </p:cNvPr>
          <p:cNvSpPr/>
          <p:nvPr/>
        </p:nvSpPr>
        <p:spPr>
          <a:xfrm>
            <a:off x="176565" y="1057547"/>
            <a:ext cx="3942667" cy="96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method of representing the sequences of steps in 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the form of a diagram.</a:t>
            </a:r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DA25C00-6437-32FA-EEDC-4F1F2C554CD3}"/>
              </a:ext>
            </a:extLst>
          </p:cNvPr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5" name="Flowchart: Terminator 4">
              <a:extLst>
                <a:ext uri="{FF2B5EF4-FFF2-40B4-BE49-F238E27FC236}">
                  <a16:creationId xmlns:a16="http://schemas.microsoft.com/office/drawing/2014/main" id="{356A373E-373E-BE32-CE7A-1EF24DE30903}"/>
                </a:ext>
              </a:extLst>
            </p:cNvPr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Start</a:t>
              </a:r>
            </a:p>
          </p:txBody>
        </p:sp>
        <p:sp>
          <p:nvSpPr>
            <p:cNvPr id="7" name="Flowchart: Data 6">
              <a:extLst>
                <a:ext uri="{FF2B5EF4-FFF2-40B4-BE49-F238E27FC236}">
                  <a16:creationId xmlns:a16="http://schemas.microsoft.com/office/drawing/2014/main" id="{87602E1D-1D97-2127-E6D8-1FAEE93E02F0}"/>
                </a:ext>
              </a:extLst>
            </p:cNvPr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number1 from the keyboard</a:t>
              </a:r>
            </a:p>
          </p:txBody>
        </p:sp>
        <p:sp>
          <p:nvSpPr>
            <p:cNvPr id="14" name="Flowchart: Data 13">
              <a:extLst>
                <a:ext uri="{FF2B5EF4-FFF2-40B4-BE49-F238E27FC236}">
                  <a16:creationId xmlns:a16="http://schemas.microsoft.com/office/drawing/2014/main" id="{B2FB05A0-4B0C-9CFD-4703-19AB3CAAB3F7}"/>
                </a:ext>
              </a:extLst>
            </p:cNvPr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number2 from the keyboard</a:t>
              </a:r>
            </a:p>
          </p:txBody>
        </p:sp>
        <p:sp>
          <p:nvSpPr>
            <p:cNvPr id="16" name="Flowchart: Terminator 15">
              <a:extLst>
                <a:ext uri="{FF2B5EF4-FFF2-40B4-BE49-F238E27FC236}">
                  <a16:creationId xmlns:a16="http://schemas.microsoft.com/office/drawing/2014/main" id="{B20BC6B9-C318-BED4-F5B8-77216192208D}"/>
                </a:ext>
              </a:extLst>
            </p:cNvPr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Stop</a:t>
              </a:r>
            </a:p>
          </p:txBody>
        </p:sp>
        <p:sp>
          <p:nvSpPr>
            <p:cNvPr id="18" name="Flowchart: Decision 17">
              <a:extLst>
                <a:ext uri="{FF2B5EF4-FFF2-40B4-BE49-F238E27FC236}">
                  <a16:creationId xmlns:a16="http://schemas.microsoft.com/office/drawing/2014/main" id="{8AE13CF9-DD44-93A8-DA2F-14AF521905F9}"/>
                </a:ext>
              </a:extLst>
            </p:cNvPr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Is number1 greater than number2?</a:t>
              </a:r>
            </a:p>
          </p:txBody>
        </p:sp>
        <p:sp>
          <p:nvSpPr>
            <p:cNvPr id="19" name="Flowchart: Data 18">
              <a:extLst>
                <a:ext uri="{FF2B5EF4-FFF2-40B4-BE49-F238E27FC236}">
                  <a16:creationId xmlns:a16="http://schemas.microsoft.com/office/drawing/2014/main" id="{746124CC-F169-F54D-D62C-A9B36BE2F3FD}"/>
                </a:ext>
              </a:extLst>
            </p:cNvPr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number1</a:t>
              </a:r>
            </a:p>
          </p:txBody>
        </p:sp>
        <p:sp>
          <p:nvSpPr>
            <p:cNvPr id="22" name="Flowchart: Data 21">
              <a:extLst>
                <a:ext uri="{FF2B5EF4-FFF2-40B4-BE49-F238E27FC236}">
                  <a16:creationId xmlns:a16="http://schemas.microsoft.com/office/drawing/2014/main" id="{212E9F3C-4561-F44C-4426-96B70DD1835D}"/>
                </a:ext>
              </a:extLst>
            </p:cNvPr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number2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A5E56F0-DA13-374F-DC49-939077F4B87B}"/>
                </a:ext>
              </a:extLst>
            </p:cNvPr>
            <p:cNvCxnSpPr>
              <a:stCxn id="5" idx="2"/>
              <a:endCxn id="7" idx="1"/>
            </p:cNvCxnSpPr>
            <p:nvPr/>
          </p:nvCxnSpPr>
          <p:spPr>
            <a:xfrm>
              <a:off x="7538482" y="945950"/>
              <a:ext cx="0" cy="48714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B9F3158-2909-E376-51EA-371A7CD80F21}"/>
                </a:ext>
              </a:extLst>
            </p:cNvPr>
            <p:cNvCxnSpPr>
              <a:cxnSpLocks/>
            </p:cNvCxnSpPr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214FFD0-4E7E-885C-14F1-A6B0522496EC}"/>
                </a:ext>
              </a:extLst>
            </p:cNvPr>
            <p:cNvCxnSpPr>
              <a:cxnSpLocks/>
            </p:cNvCxnSpPr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53D36CE-72D0-92CC-01EC-0320BB5A3AE6}"/>
                </a:ext>
              </a:extLst>
            </p:cNvPr>
            <p:cNvGrpSpPr/>
            <p:nvPr/>
          </p:nvGrpSpPr>
          <p:grpSpPr>
            <a:xfrm>
              <a:off x="8819943" y="4566322"/>
              <a:ext cx="1872863" cy="411584"/>
              <a:chOff x="8819943" y="4566322"/>
              <a:chExt cx="1872863" cy="411584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82B33C8-CF69-75C4-E45B-184C9A785303}"/>
                  </a:ext>
                </a:extLst>
              </p:cNvPr>
              <p:cNvCxnSpPr>
                <a:cxnSpLocks/>
                <a:stCxn id="18" idx="3"/>
              </p:cNvCxnSpPr>
              <p:nvPr/>
            </p:nvCxnSpPr>
            <p:spPr>
              <a:xfrm>
                <a:off x="8819943" y="4566322"/>
                <a:ext cx="1872863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F4069D21-87C3-1DED-2812-5398B79F1A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A5609FE-4A69-8C13-8AD8-8AB65CEDF105}"/>
                </a:ext>
              </a:extLst>
            </p:cNvPr>
            <p:cNvGrpSpPr/>
            <p:nvPr/>
          </p:nvGrpSpPr>
          <p:grpSpPr>
            <a:xfrm flipH="1">
              <a:off x="4372254" y="4559972"/>
              <a:ext cx="1872863" cy="411584"/>
              <a:chOff x="8819943" y="4566322"/>
              <a:chExt cx="1872863" cy="411584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C4A189A-ED41-AA80-4DA7-74EE4C60C9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9943" y="4566322"/>
                <a:ext cx="1872863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603A0061-562B-503C-D732-BDFD6B25ED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E3EA5B-82ED-AD74-1AD4-A808B3ABBB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254" y="5969672"/>
              <a:ext cx="630864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41C192B-5095-E7CB-176F-A17E4D5C247B}"/>
                </a:ext>
              </a:extLst>
            </p:cNvPr>
            <p:cNvCxnSpPr>
              <a:cxnSpLocks/>
            </p:cNvCxnSpPr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D93BFF2-BD33-C482-6460-7208EC74DE57}"/>
                </a:ext>
              </a:extLst>
            </p:cNvPr>
            <p:cNvCxnSpPr>
              <a:cxnSpLocks/>
            </p:cNvCxnSpPr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947F211-6BA9-A7C8-DF1F-FF6E703A0B24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890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94C03E-7C6F-41A1-B282-55AA5B044591}"/>
              </a:ext>
            </a:extLst>
          </p:cNvPr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0AF1FF-D5C3-49D9-AABA-06763B0F31F4}"/>
              </a:ext>
            </a:extLst>
          </p:cNvPr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2C7A4A-5614-49D7-9BB7-67BC02D0641A}"/>
              </a:ext>
            </a:extLst>
          </p:cNvPr>
          <p:cNvSpPr/>
          <p:nvPr/>
        </p:nvSpPr>
        <p:spPr>
          <a:xfrm>
            <a:off x="176565" y="1057547"/>
            <a:ext cx="3942667" cy="96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method of representing the sequences of steps in 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the form of a diagram.</a:t>
            </a:r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AF67368-280B-B580-1B97-2ED425E0AA04}"/>
              </a:ext>
            </a:extLst>
          </p:cNvPr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5" name="Flowchart: Terminator 4">
              <a:extLst>
                <a:ext uri="{FF2B5EF4-FFF2-40B4-BE49-F238E27FC236}">
                  <a16:creationId xmlns:a16="http://schemas.microsoft.com/office/drawing/2014/main" id="{278974D8-FE3C-073A-BEFF-5D8CC6FB4B6B}"/>
                </a:ext>
              </a:extLst>
            </p:cNvPr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Start</a:t>
              </a:r>
            </a:p>
          </p:txBody>
        </p:sp>
        <p:sp>
          <p:nvSpPr>
            <p:cNvPr id="7" name="Flowchart: Data 6">
              <a:extLst>
                <a:ext uri="{FF2B5EF4-FFF2-40B4-BE49-F238E27FC236}">
                  <a16:creationId xmlns:a16="http://schemas.microsoft.com/office/drawing/2014/main" id="{B63A9F9B-F841-EEA6-FD3F-746A6F56CB48}"/>
                </a:ext>
              </a:extLst>
            </p:cNvPr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number1 from the keyboard</a:t>
              </a:r>
            </a:p>
          </p:txBody>
        </p:sp>
        <p:sp>
          <p:nvSpPr>
            <p:cNvPr id="14" name="Flowchart: Data 13">
              <a:extLst>
                <a:ext uri="{FF2B5EF4-FFF2-40B4-BE49-F238E27FC236}">
                  <a16:creationId xmlns:a16="http://schemas.microsoft.com/office/drawing/2014/main" id="{8B3F75F8-705C-372F-B6A5-017EE7577B4A}"/>
                </a:ext>
              </a:extLst>
            </p:cNvPr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number2 from the keyboard</a:t>
              </a:r>
            </a:p>
          </p:txBody>
        </p:sp>
        <p:sp>
          <p:nvSpPr>
            <p:cNvPr id="16" name="Flowchart: Terminator 15">
              <a:extLst>
                <a:ext uri="{FF2B5EF4-FFF2-40B4-BE49-F238E27FC236}">
                  <a16:creationId xmlns:a16="http://schemas.microsoft.com/office/drawing/2014/main" id="{34C93C8D-33E2-A749-CD1E-9C98D7449D29}"/>
                </a:ext>
              </a:extLst>
            </p:cNvPr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Stop</a:t>
              </a:r>
            </a:p>
          </p:txBody>
        </p:sp>
        <p:sp>
          <p:nvSpPr>
            <p:cNvPr id="18" name="Flowchart: Decision 17">
              <a:extLst>
                <a:ext uri="{FF2B5EF4-FFF2-40B4-BE49-F238E27FC236}">
                  <a16:creationId xmlns:a16="http://schemas.microsoft.com/office/drawing/2014/main" id="{5680AD27-AE71-FE78-F846-F183D70E96D1}"/>
                </a:ext>
              </a:extLst>
            </p:cNvPr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Is number1 greater than number2?</a:t>
              </a:r>
            </a:p>
          </p:txBody>
        </p:sp>
        <p:sp>
          <p:nvSpPr>
            <p:cNvPr id="19" name="Flowchart: Data 18">
              <a:extLst>
                <a:ext uri="{FF2B5EF4-FFF2-40B4-BE49-F238E27FC236}">
                  <a16:creationId xmlns:a16="http://schemas.microsoft.com/office/drawing/2014/main" id="{36BC7C02-3B2D-893E-47FE-4C4649E4A628}"/>
                </a:ext>
              </a:extLst>
            </p:cNvPr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number1</a:t>
              </a:r>
            </a:p>
          </p:txBody>
        </p:sp>
        <p:sp>
          <p:nvSpPr>
            <p:cNvPr id="22" name="Flowchart: Data 21">
              <a:extLst>
                <a:ext uri="{FF2B5EF4-FFF2-40B4-BE49-F238E27FC236}">
                  <a16:creationId xmlns:a16="http://schemas.microsoft.com/office/drawing/2014/main" id="{891DD636-5132-7C27-F7D9-146294651E39}"/>
                </a:ext>
              </a:extLst>
            </p:cNvPr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number2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EC551C9-080E-71E8-CC5A-1FEEF088E419}"/>
                </a:ext>
              </a:extLst>
            </p:cNvPr>
            <p:cNvCxnSpPr>
              <a:stCxn id="5" idx="2"/>
              <a:endCxn id="7" idx="1"/>
            </p:cNvCxnSpPr>
            <p:nvPr/>
          </p:nvCxnSpPr>
          <p:spPr>
            <a:xfrm>
              <a:off x="7538482" y="945950"/>
              <a:ext cx="0" cy="48714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7569DC8-3FA4-FE18-E394-55EC9FA1A931}"/>
                </a:ext>
              </a:extLst>
            </p:cNvPr>
            <p:cNvCxnSpPr>
              <a:cxnSpLocks/>
            </p:cNvCxnSpPr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9C1FBA4-0F49-DF31-6579-E8EE365F5C99}"/>
                </a:ext>
              </a:extLst>
            </p:cNvPr>
            <p:cNvCxnSpPr>
              <a:cxnSpLocks/>
            </p:cNvCxnSpPr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58BE332-A211-B17F-8BAB-761FBB862655}"/>
                </a:ext>
              </a:extLst>
            </p:cNvPr>
            <p:cNvGrpSpPr/>
            <p:nvPr/>
          </p:nvGrpSpPr>
          <p:grpSpPr>
            <a:xfrm>
              <a:off x="8819943" y="4566322"/>
              <a:ext cx="1872863" cy="411584"/>
              <a:chOff x="8819943" y="4566322"/>
              <a:chExt cx="1872863" cy="411584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AD8E373C-1DE8-9B1A-D9B8-36DF9B93B8F6}"/>
                  </a:ext>
                </a:extLst>
              </p:cNvPr>
              <p:cNvCxnSpPr>
                <a:cxnSpLocks/>
                <a:stCxn id="18" idx="3"/>
              </p:cNvCxnSpPr>
              <p:nvPr/>
            </p:nvCxnSpPr>
            <p:spPr>
              <a:xfrm>
                <a:off x="8819943" y="4566322"/>
                <a:ext cx="1872863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965C6E0-D9D6-B4E6-3E0A-DAE7E55FC7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D5AD8C1-8D42-6D41-F5CA-3B08C0ABC859}"/>
                </a:ext>
              </a:extLst>
            </p:cNvPr>
            <p:cNvGrpSpPr/>
            <p:nvPr/>
          </p:nvGrpSpPr>
          <p:grpSpPr>
            <a:xfrm flipH="1">
              <a:off x="4372254" y="4559972"/>
              <a:ext cx="1872863" cy="411584"/>
              <a:chOff x="8819943" y="4566322"/>
              <a:chExt cx="1872863" cy="411584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5F0F375-705E-2381-184A-B970367EB6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9943" y="4566322"/>
                <a:ext cx="1872863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94512DAC-E638-4521-5876-8661E461EE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81F5D60-B832-D2DF-109A-B7FEDCA8C3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254" y="5969672"/>
              <a:ext cx="630864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998BE6D-4C5E-CADC-74B1-804C46B4F698}"/>
                </a:ext>
              </a:extLst>
            </p:cNvPr>
            <p:cNvCxnSpPr>
              <a:cxnSpLocks/>
            </p:cNvCxnSpPr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FE839EE-9458-22CA-96AF-78D5BF399DF2}"/>
                </a:ext>
              </a:extLst>
            </p:cNvPr>
            <p:cNvCxnSpPr>
              <a:cxnSpLocks/>
            </p:cNvCxnSpPr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9B8C407-39B4-6F4E-A560-562543C7CAEE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8479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8ACC9E-8992-488C-8588-CA654B087CF2}"/>
              </a:ext>
            </a:extLst>
          </p:cNvPr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1050" dirty="0"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56A67E-5416-45AC-B967-5E177E7B653D}"/>
              </a:ext>
            </a:extLst>
          </p:cNvPr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  <a:effectLst>
            <a:glow rad="101600">
              <a:srgbClr val="C00000">
                <a:alpha val="60000"/>
              </a:srgbClr>
            </a:glow>
          </a:effectLst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>
                  <a:glow rad="228600">
                    <a:srgbClr val="C00000">
                      <a:alpha val="40000"/>
                    </a:srgbClr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GB" sz="1050" dirty="0">
              <a:effectLst>
                <a:glow rad="228600">
                  <a:srgbClr val="C00000">
                    <a:alpha val="40000"/>
                  </a:srgbClr>
                </a:glo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026C8F-AF79-4E8C-8A00-E02994B4DE08}"/>
              </a:ext>
            </a:extLst>
          </p:cNvPr>
          <p:cNvSpPr/>
          <p:nvPr/>
        </p:nvSpPr>
        <p:spPr>
          <a:xfrm>
            <a:off x="176565" y="1057547"/>
            <a:ext cx="3942667" cy="96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method of representing the sequences of steps in 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the form of a diagram.</a:t>
            </a:r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47A0284-BD2E-4FBC-F715-3A85A7798B4E}"/>
              </a:ext>
            </a:extLst>
          </p:cNvPr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5" name="Flowchart: Terminator 4">
              <a:extLst>
                <a:ext uri="{FF2B5EF4-FFF2-40B4-BE49-F238E27FC236}">
                  <a16:creationId xmlns:a16="http://schemas.microsoft.com/office/drawing/2014/main" id="{3072BECE-EE08-2436-54CA-9A529E7DF6D7}"/>
                </a:ext>
              </a:extLst>
            </p:cNvPr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Start</a:t>
              </a:r>
            </a:p>
          </p:txBody>
        </p:sp>
        <p:sp>
          <p:nvSpPr>
            <p:cNvPr id="7" name="Flowchart: Data 6">
              <a:extLst>
                <a:ext uri="{FF2B5EF4-FFF2-40B4-BE49-F238E27FC236}">
                  <a16:creationId xmlns:a16="http://schemas.microsoft.com/office/drawing/2014/main" id="{27FAC78F-3101-E0B6-6EA5-2FDA1A116C32}"/>
                </a:ext>
              </a:extLst>
            </p:cNvPr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number1 from the keyboard</a:t>
              </a:r>
            </a:p>
          </p:txBody>
        </p:sp>
        <p:sp>
          <p:nvSpPr>
            <p:cNvPr id="14" name="Flowchart: Data 13">
              <a:extLst>
                <a:ext uri="{FF2B5EF4-FFF2-40B4-BE49-F238E27FC236}">
                  <a16:creationId xmlns:a16="http://schemas.microsoft.com/office/drawing/2014/main" id="{DB506FAB-C972-6529-DC98-1544D3818801}"/>
                </a:ext>
              </a:extLst>
            </p:cNvPr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number2 from the keyboard</a:t>
              </a:r>
            </a:p>
          </p:txBody>
        </p:sp>
        <p:sp>
          <p:nvSpPr>
            <p:cNvPr id="16" name="Flowchart: Terminator 15">
              <a:extLst>
                <a:ext uri="{FF2B5EF4-FFF2-40B4-BE49-F238E27FC236}">
                  <a16:creationId xmlns:a16="http://schemas.microsoft.com/office/drawing/2014/main" id="{FADEF89B-F57D-5899-1228-8F1FF9A123DF}"/>
                </a:ext>
              </a:extLst>
            </p:cNvPr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Stop</a:t>
              </a:r>
            </a:p>
          </p:txBody>
        </p:sp>
        <p:sp>
          <p:nvSpPr>
            <p:cNvPr id="18" name="Flowchart: Decision 17">
              <a:extLst>
                <a:ext uri="{FF2B5EF4-FFF2-40B4-BE49-F238E27FC236}">
                  <a16:creationId xmlns:a16="http://schemas.microsoft.com/office/drawing/2014/main" id="{6D50F8EC-8181-D617-BF33-D0375FC61E09}"/>
                </a:ext>
              </a:extLst>
            </p:cNvPr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Is number1 greater than number2?</a:t>
              </a:r>
            </a:p>
          </p:txBody>
        </p:sp>
        <p:sp>
          <p:nvSpPr>
            <p:cNvPr id="19" name="Flowchart: Data 18">
              <a:extLst>
                <a:ext uri="{FF2B5EF4-FFF2-40B4-BE49-F238E27FC236}">
                  <a16:creationId xmlns:a16="http://schemas.microsoft.com/office/drawing/2014/main" id="{67818E68-7AA8-ECD4-71F3-CC17D74DDC0F}"/>
                </a:ext>
              </a:extLst>
            </p:cNvPr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number1</a:t>
              </a:r>
            </a:p>
          </p:txBody>
        </p:sp>
        <p:sp>
          <p:nvSpPr>
            <p:cNvPr id="22" name="Flowchart: Data 21">
              <a:extLst>
                <a:ext uri="{FF2B5EF4-FFF2-40B4-BE49-F238E27FC236}">
                  <a16:creationId xmlns:a16="http://schemas.microsoft.com/office/drawing/2014/main" id="{F4D5AC7F-9E20-088E-30BE-6EFD03A8BA05}"/>
                </a:ext>
              </a:extLst>
            </p:cNvPr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  <a:effectLst>
              <a:glow rad="228600">
                <a:srgbClr val="C00000">
                  <a:alpha val="6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number2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59D2720-9733-7AEB-22F2-C096D8C28261}"/>
                </a:ext>
              </a:extLst>
            </p:cNvPr>
            <p:cNvCxnSpPr>
              <a:stCxn id="5" idx="2"/>
              <a:endCxn id="7" idx="1"/>
            </p:cNvCxnSpPr>
            <p:nvPr/>
          </p:nvCxnSpPr>
          <p:spPr>
            <a:xfrm>
              <a:off x="7538482" y="945950"/>
              <a:ext cx="0" cy="48714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BE36A7A-BAB6-397C-6837-8198957A2223}"/>
                </a:ext>
              </a:extLst>
            </p:cNvPr>
            <p:cNvCxnSpPr>
              <a:cxnSpLocks/>
            </p:cNvCxnSpPr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2EE3521-7A14-B114-EF44-043658259160}"/>
                </a:ext>
              </a:extLst>
            </p:cNvPr>
            <p:cNvCxnSpPr>
              <a:cxnSpLocks/>
            </p:cNvCxnSpPr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615F857-B81F-4175-4439-6F95C33A28BD}"/>
                </a:ext>
              </a:extLst>
            </p:cNvPr>
            <p:cNvGrpSpPr/>
            <p:nvPr/>
          </p:nvGrpSpPr>
          <p:grpSpPr>
            <a:xfrm>
              <a:off x="8819943" y="4566322"/>
              <a:ext cx="1872863" cy="411584"/>
              <a:chOff x="8819943" y="4566322"/>
              <a:chExt cx="1872863" cy="411584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D23FEBD-AF16-C2D7-EA25-CC961D966BE7}"/>
                  </a:ext>
                </a:extLst>
              </p:cNvPr>
              <p:cNvCxnSpPr>
                <a:cxnSpLocks/>
                <a:stCxn id="18" idx="3"/>
              </p:cNvCxnSpPr>
              <p:nvPr/>
            </p:nvCxnSpPr>
            <p:spPr>
              <a:xfrm>
                <a:off x="8819943" y="4566322"/>
                <a:ext cx="1872863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326E4CE0-A5E3-FA58-FE28-2CC6D2CAB3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7613410-9BB7-CA16-C8E8-FABF6F195E1C}"/>
                </a:ext>
              </a:extLst>
            </p:cNvPr>
            <p:cNvGrpSpPr/>
            <p:nvPr/>
          </p:nvGrpSpPr>
          <p:grpSpPr>
            <a:xfrm flipH="1">
              <a:off x="4372254" y="4559972"/>
              <a:ext cx="1872863" cy="411584"/>
              <a:chOff x="8819943" y="4566322"/>
              <a:chExt cx="1872863" cy="411584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90CE284-955B-6042-09BD-FA044849BF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9943" y="4566322"/>
                <a:ext cx="1872863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C171ADDA-D275-6D06-1BD8-39147A9711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6CF9BCF-822F-6511-00CC-5A417ECC97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254" y="5969672"/>
              <a:ext cx="630864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E56C282-9714-A7CD-EFCF-DC15E74424DB}"/>
                </a:ext>
              </a:extLst>
            </p:cNvPr>
            <p:cNvCxnSpPr>
              <a:cxnSpLocks/>
            </p:cNvCxnSpPr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C349521-7E44-309D-4D18-BEAE876C0F34}"/>
                </a:ext>
              </a:extLst>
            </p:cNvPr>
            <p:cNvCxnSpPr>
              <a:cxnSpLocks/>
            </p:cNvCxnSpPr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60669C9-4CB8-5691-23A3-C1C985C8AA2D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096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8ACC9E-8992-488C-8588-CA654B087CF2}"/>
              </a:ext>
            </a:extLst>
          </p:cNvPr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>
                  <a:glow rad="228600">
                    <a:srgbClr val="C00000">
                      <a:alpha val="40000"/>
                    </a:srgbClr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1050" dirty="0">
              <a:effectLst>
                <a:glow rad="228600">
                  <a:srgbClr val="C00000">
                    <a:alpha val="40000"/>
                  </a:srgbClr>
                </a:glo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56A67E-5416-45AC-B967-5E177E7B653D}"/>
              </a:ext>
            </a:extLst>
          </p:cNvPr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GB" sz="1050" dirty="0"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598790-5FAF-4D49-AD55-7D30F852412B}"/>
              </a:ext>
            </a:extLst>
          </p:cNvPr>
          <p:cNvSpPr/>
          <p:nvPr/>
        </p:nvSpPr>
        <p:spPr>
          <a:xfrm>
            <a:off x="176565" y="1057547"/>
            <a:ext cx="3942667" cy="96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method of representing the sequences of steps in 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the form of a diagram.</a:t>
            </a:r>
            <a:endParaRPr lang="en-GB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FBBE41-7B97-A75D-3575-CDC0E1889176}"/>
              </a:ext>
            </a:extLst>
          </p:cNvPr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5" name="Flowchart: Terminator 4">
              <a:extLst>
                <a:ext uri="{FF2B5EF4-FFF2-40B4-BE49-F238E27FC236}">
                  <a16:creationId xmlns:a16="http://schemas.microsoft.com/office/drawing/2014/main" id="{B76D6AC4-94E5-DD63-690A-65FD8484E8C9}"/>
                </a:ext>
              </a:extLst>
            </p:cNvPr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Start</a:t>
              </a:r>
            </a:p>
          </p:txBody>
        </p:sp>
        <p:sp>
          <p:nvSpPr>
            <p:cNvPr id="7" name="Flowchart: Data 6">
              <a:extLst>
                <a:ext uri="{FF2B5EF4-FFF2-40B4-BE49-F238E27FC236}">
                  <a16:creationId xmlns:a16="http://schemas.microsoft.com/office/drawing/2014/main" id="{89B7C29B-A5E2-2DA6-B26F-532C2BC72F46}"/>
                </a:ext>
              </a:extLst>
            </p:cNvPr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number1 from the keyboard</a:t>
              </a:r>
            </a:p>
          </p:txBody>
        </p:sp>
        <p:sp>
          <p:nvSpPr>
            <p:cNvPr id="14" name="Flowchart: Data 13">
              <a:extLst>
                <a:ext uri="{FF2B5EF4-FFF2-40B4-BE49-F238E27FC236}">
                  <a16:creationId xmlns:a16="http://schemas.microsoft.com/office/drawing/2014/main" id="{D9068628-FA91-A99E-2EED-A30E597E2A33}"/>
                </a:ext>
              </a:extLst>
            </p:cNvPr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number2 from the keyboard</a:t>
              </a:r>
            </a:p>
          </p:txBody>
        </p:sp>
        <p:sp>
          <p:nvSpPr>
            <p:cNvPr id="16" name="Flowchart: Terminator 15">
              <a:extLst>
                <a:ext uri="{FF2B5EF4-FFF2-40B4-BE49-F238E27FC236}">
                  <a16:creationId xmlns:a16="http://schemas.microsoft.com/office/drawing/2014/main" id="{DA8E3DFB-BEE5-7E27-E0E8-FC217906DE71}"/>
                </a:ext>
              </a:extLst>
            </p:cNvPr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Stop</a:t>
              </a:r>
            </a:p>
          </p:txBody>
        </p:sp>
        <p:sp>
          <p:nvSpPr>
            <p:cNvPr id="18" name="Flowchart: Decision 17">
              <a:extLst>
                <a:ext uri="{FF2B5EF4-FFF2-40B4-BE49-F238E27FC236}">
                  <a16:creationId xmlns:a16="http://schemas.microsoft.com/office/drawing/2014/main" id="{EFA9D7C0-C422-4619-4966-4E5BA418AF10}"/>
                </a:ext>
              </a:extLst>
            </p:cNvPr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Is number1 greater than number2?</a:t>
              </a:r>
            </a:p>
          </p:txBody>
        </p:sp>
        <p:sp>
          <p:nvSpPr>
            <p:cNvPr id="19" name="Flowchart: Data 18">
              <a:extLst>
                <a:ext uri="{FF2B5EF4-FFF2-40B4-BE49-F238E27FC236}">
                  <a16:creationId xmlns:a16="http://schemas.microsoft.com/office/drawing/2014/main" id="{CDD2F8E6-D1EB-5385-BC83-CF6021E09A24}"/>
                </a:ext>
              </a:extLst>
            </p:cNvPr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  <a:effectLst>
              <a:glow rad="228600">
                <a:srgbClr val="C00000">
                  <a:alpha val="6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number1</a:t>
              </a:r>
            </a:p>
          </p:txBody>
        </p:sp>
        <p:sp>
          <p:nvSpPr>
            <p:cNvPr id="22" name="Flowchart: Data 21">
              <a:extLst>
                <a:ext uri="{FF2B5EF4-FFF2-40B4-BE49-F238E27FC236}">
                  <a16:creationId xmlns:a16="http://schemas.microsoft.com/office/drawing/2014/main" id="{D89CB55F-3ADA-7E7A-85CE-32F39CD7D52F}"/>
                </a:ext>
              </a:extLst>
            </p:cNvPr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>
              <a:solidFill>
                <a:srgbClr val="FFFFFF"/>
              </a:solidFill>
            </a:ln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number2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B34941C-2410-370F-E5A9-7B42F622C3C8}"/>
                </a:ext>
              </a:extLst>
            </p:cNvPr>
            <p:cNvCxnSpPr>
              <a:stCxn id="5" idx="2"/>
              <a:endCxn id="7" idx="1"/>
            </p:cNvCxnSpPr>
            <p:nvPr/>
          </p:nvCxnSpPr>
          <p:spPr>
            <a:xfrm>
              <a:off x="7538482" y="945950"/>
              <a:ext cx="0" cy="48714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B64FB12-7729-DCA5-0A5D-AE6C100A49A1}"/>
                </a:ext>
              </a:extLst>
            </p:cNvPr>
            <p:cNvCxnSpPr>
              <a:cxnSpLocks/>
            </p:cNvCxnSpPr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C10BDBD-EBA2-923A-48FB-96107F63D308}"/>
                </a:ext>
              </a:extLst>
            </p:cNvPr>
            <p:cNvCxnSpPr>
              <a:cxnSpLocks/>
            </p:cNvCxnSpPr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61BA496-23F1-EAFE-1C5B-713BF43337A9}"/>
                </a:ext>
              </a:extLst>
            </p:cNvPr>
            <p:cNvGrpSpPr/>
            <p:nvPr/>
          </p:nvGrpSpPr>
          <p:grpSpPr>
            <a:xfrm>
              <a:off x="8819943" y="4566322"/>
              <a:ext cx="1872863" cy="411584"/>
              <a:chOff x="8819943" y="4566322"/>
              <a:chExt cx="1872863" cy="411584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B1CEE62-F670-651E-9FFA-F9A4317D87EB}"/>
                  </a:ext>
                </a:extLst>
              </p:cNvPr>
              <p:cNvCxnSpPr>
                <a:cxnSpLocks/>
                <a:stCxn id="18" idx="3"/>
              </p:cNvCxnSpPr>
              <p:nvPr/>
            </p:nvCxnSpPr>
            <p:spPr>
              <a:xfrm>
                <a:off x="8819943" y="4566322"/>
                <a:ext cx="1872863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F785CF5-72BE-84CE-2F51-AF10ECCDD6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33B3226-A85D-2EDF-29A2-25B0A6AD2413}"/>
                </a:ext>
              </a:extLst>
            </p:cNvPr>
            <p:cNvGrpSpPr/>
            <p:nvPr/>
          </p:nvGrpSpPr>
          <p:grpSpPr>
            <a:xfrm flipH="1">
              <a:off x="4372254" y="4559972"/>
              <a:ext cx="1872863" cy="411584"/>
              <a:chOff x="8819943" y="4566322"/>
              <a:chExt cx="1872863" cy="411584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0CDFB11D-0CCD-F85D-B151-D9FB79E095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9943" y="4566322"/>
                <a:ext cx="1872863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FB51D86E-F427-094A-4BDB-560A76428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98CB936-1327-1208-D394-6F3F5ACFB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254" y="5969672"/>
              <a:ext cx="630864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EDB56CD-CA6D-437A-C882-9459D7F67483}"/>
                </a:ext>
              </a:extLst>
            </p:cNvPr>
            <p:cNvCxnSpPr>
              <a:cxnSpLocks/>
            </p:cNvCxnSpPr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03D2AB4-6E65-5477-63D6-861E3E93103B}"/>
                </a:ext>
              </a:extLst>
            </p:cNvPr>
            <p:cNvCxnSpPr>
              <a:cxnSpLocks/>
            </p:cNvCxnSpPr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D1F8ADD-95D1-EE87-5AF9-4C12D604A27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658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4" y="1856146"/>
            <a:ext cx="5186010" cy="3156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an alternative, text-based way of representing the sequence of steps in 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prefix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means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genuine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be thought of as a simplified form of programming code.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allows us to lay down the logic of a problem in an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almost-like-real-code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way without worrying about the actual rules and syntax of a particular language.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300453" y="467188"/>
            <a:ext cx="5533053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BAE6E6-E531-410D-8F83-11AEB3D28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213" y="781050"/>
            <a:ext cx="6076950" cy="6076950"/>
          </a:xfrm>
          <a:prstGeom prst="rect">
            <a:avLst/>
          </a:prstGeom>
        </p:spPr>
      </p:pic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0A480A66-54EA-0E4E-B6EC-AC49CACFF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61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993174"/>
            <a:ext cx="831020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//Program to output the largest of the two numbers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number1 : INTEGER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number2 : INTEGER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number1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number2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number1 &gt; number2 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THEN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number1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ELSE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number2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ENDIF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E174052-022A-4303-B2BA-7FC2350735E4}"/>
              </a:ext>
            </a:extLst>
          </p:cNvPr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  <a:solidFill>
            <a:schemeClr val="accent2"/>
          </a:solidFill>
        </p:grpSpPr>
        <p:sp>
          <p:nvSpPr>
            <p:cNvPr id="6" name="Flowchart: Terminator 5">
              <a:extLst>
                <a:ext uri="{FF2B5EF4-FFF2-40B4-BE49-F238E27FC236}">
                  <a16:creationId xmlns:a16="http://schemas.microsoft.com/office/drawing/2014/main" id="{CD097C04-35E7-4C13-A32A-3C3F7D732BA4}"/>
                </a:ext>
              </a:extLst>
            </p:cNvPr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Start</a:t>
              </a:r>
            </a:p>
          </p:txBody>
        </p:sp>
        <p:sp>
          <p:nvSpPr>
            <p:cNvPr id="7" name="Flowchart: Data 6">
              <a:extLst>
                <a:ext uri="{FF2B5EF4-FFF2-40B4-BE49-F238E27FC236}">
                  <a16:creationId xmlns:a16="http://schemas.microsoft.com/office/drawing/2014/main" id="{C74FDF30-303D-4532-9BED-1A8D4837C162}"/>
                </a:ext>
              </a:extLst>
            </p:cNvPr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number1 from the keyboard</a:t>
              </a:r>
            </a:p>
          </p:txBody>
        </p:sp>
        <p:sp>
          <p:nvSpPr>
            <p:cNvPr id="9" name="Flowchart: Data 8">
              <a:extLst>
                <a:ext uri="{FF2B5EF4-FFF2-40B4-BE49-F238E27FC236}">
                  <a16:creationId xmlns:a16="http://schemas.microsoft.com/office/drawing/2014/main" id="{E885A6B1-EDF3-4601-B404-362AF470C168}"/>
                </a:ext>
              </a:extLst>
            </p:cNvPr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number2 from the keyboard</a:t>
              </a:r>
            </a:p>
          </p:txBody>
        </p:sp>
        <p:sp>
          <p:nvSpPr>
            <p:cNvPr id="10" name="Flowchart: Terminator 9">
              <a:extLst>
                <a:ext uri="{FF2B5EF4-FFF2-40B4-BE49-F238E27FC236}">
                  <a16:creationId xmlns:a16="http://schemas.microsoft.com/office/drawing/2014/main" id="{885953AD-8F7C-4DFE-BCF8-40E9EFC09FE7}"/>
                </a:ext>
              </a:extLst>
            </p:cNvPr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Stop</a:t>
              </a:r>
            </a:p>
          </p:txBody>
        </p:sp>
        <p:sp>
          <p:nvSpPr>
            <p:cNvPr id="12" name="Flowchart: Data 11">
              <a:extLst>
                <a:ext uri="{FF2B5EF4-FFF2-40B4-BE49-F238E27FC236}">
                  <a16:creationId xmlns:a16="http://schemas.microsoft.com/office/drawing/2014/main" id="{2FA82A32-35E5-485E-A0C5-5B697AFFD7FD}"/>
                </a:ext>
              </a:extLst>
            </p:cNvPr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number1</a:t>
              </a:r>
            </a:p>
          </p:txBody>
        </p:sp>
        <p:sp>
          <p:nvSpPr>
            <p:cNvPr id="13" name="Flowchart: Data 12">
              <a:extLst>
                <a:ext uri="{FF2B5EF4-FFF2-40B4-BE49-F238E27FC236}">
                  <a16:creationId xmlns:a16="http://schemas.microsoft.com/office/drawing/2014/main" id="{2D5D1097-006C-4F5B-8120-B7DC737157BE}"/>
                </a:ext>
              </a:extLst>
            </p:cNvPr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number2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823F7F7-77B8-401F-85CF-535DE91E68D3}"/>
                </a:ext>
              </a:extLst>
            </p:cNvPr>
            <p:cNvCxnSpPr>
              <a:stCxn id="6" idx="2"/>
              <a:endCxn id="7" idx="1"/>
            </p:cNvCxnSpPr>
            <p:nvPr/>
          </p:nvCxnSpPr>
          <p:spPr>
            <a:xfrm>
              <a:off x="7538482" y="945950"/>
              <a:ext cx="0" cy="487149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A6A6C8C-E3A7-4614-9682-7250200145AE}"/>
                </a:ext>
              </a:extLst>
            </p:cNvPr>
            <p:cNvCxnSpPr>
              <a:cxnSpLocks/>
            </p:cNvCxnSpPr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055CCF2-309F-488C-9823-639BC7FFF6A5}"/>
                </a:ext>
              </a:extLst>
            </p:cNvPr>
            <p:cNvCxnSpPr>
              <a:cxnSpLocks/>
            </p:cNvCxnSpPr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C84B4D1-34C5-4C28-8033-22EC158D54C9}"/>
                </a:ext>
              </a:extLst>
            </p:cNvPr>
            <p:cNvGrpSpPr/>
            <p:nvPr/>
          </p:nvGrpSpPr>
          <p:grpSpPr>
            <a:xfrm>
              <a:off x="8658559" y="4566322"/>
              <a:ext cx="2034247" cy="411584"/>
              <a:chOff x="8658559" y="4566322"/>
              <a:chExt cx="2034247" cy="411584"/>
            </a:xfrm>
            <a:grpFill/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45605F3-6D8B-4F3F-900C-644AB07C82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8559" y="4566322"/>
                <a:ext cx="2034247" cy="0"/>
              </a:xfrm>
              <a:prstGeom prst="line">
                <a:avLst/>
              </a:prstGeom>
              <a:grpFill/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C88813C9-F426-4CFB-BAD8-2EB4EE4D1A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grpFill/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A7C91E2-935D-4327-8EDC-847DFFB1FD25}"/>
                </a:ext>
              </a:extLst>
            </p:cNvPr>
            <p:cNvGrpSpPr/>
            <p:nvPr/>
          </p:nvGrpSpPr>
          <p:grpSpPr>
            <a:xfrm flipH="1">
              <a:off x="4372254" y="4559972"/>
              <a:ext cx="2080587" cy="411584"/>
              <a:chOff x="8612219" y="4566322"/>
              <a:chExt cx="2080587" cy="411584"/>
            </a:xfrm>
            <a:grpFill/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0C527DE-4002-4422-AAD8-21A09DD811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2219" y="4566322"/>
                <a:ext cx="2080587" cy="0"/>
              </a:xfrm>
              <a:prstGeom prst="line">
                <a:avLst/>
              </a:prstGeom>
              <a:grpFill/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8CD0CC62-9004-4D7F-A7D5-D42DEFFB06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grpFill/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27CF3BD-0F12-4649-8B7B-3FD3B782A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254" y="5969672"/>
              <a:ext cx="6308647" cy="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BACC55C-A46C-4F67-8C74-74AD21F209CD}"/>
                </a:ext>
              </a:extLst>
            </p:cNvPr>
            <p:cNvCxnSpPr>
              <a:cxnSpLocks/>
            </p:cNvCxnSpPr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BD4EBAA-FAFB-42D0-93A1-A25AEA28345F}"/>
                </a:ext>
              </a:extLst>
            </p:cNvPr>
            <p:cNvCxnSpPr>
              <a:cxnSpLocks/>
            </p:cNvCxnSpPr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87C326B-1405-41B9-ADB5-7F2812B3DB35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lowchart: Decision 10">
              <a:extLst>
                <a:ext uri="{FF2B5EF4-FFF2-40B4-BE49-F238E27FC236}">
                  <a16:creationId xmlns:a16="http://schemas.microsoft.com/office/drawing/2014/main" id="{6F758320-F37B-49F6-8C7B-2ECAD2EA3F7A}"/>
                </a:ext>
              </a:extLst>
            </p:cNvPr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Is number1 greater than number2?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B210591-604D-4B78-8836-9C01A5512F6C}"/>
              </a:ext>
            </a:extLst>
          </p:cNvPr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E5BF14-8F69-47CE-8249-BC43AAFBE80C}"/>
              </a:ext>
            </a:extLst>
          </p:cNvPr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84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DBACF6-F2D7-4D05-9779-366A9D3B4771}"/>
              </a:ext>
            </a:extLst>
          </p:cNvPr>
          <p:cNvSpPr/>
          <p:nvPr/>
        </p:nvSpPr>
        <p:spPr>
          <a:xfrm>
            <a:off x="1" y="2248129"/>
            <a:ext cx="1933574" cy="55222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2E2DEF-C720-4752-8461-95A001DE758F}"/>
              </a:ext>
            </a:extLst>
          </p:cNvPr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17CBA1-5F2B-4744-B49B-BC6F730A4263}"/>
              </a:ext>
            </a:extLst>
          </p:cNvPr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9D7421-6763-E074-408C-A9A2BF27A71D}"/>
              </a:ext>
            </a:extLst>
          </p:cNvPr>
          <p:cNvSpPr/>
          <p:nvPr/>
        </p:nvSpPr>
        <p:spPr>
          <a:xfrm>
            <a:off x="176565" y="993174"/>
            <a:ext cx="831020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//Program to output the largest of the two numbers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number1 : INTEGER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number2 : INTEGER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number1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number2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number1 &gt; number2 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THEN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number1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ELSE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number2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ENDIF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1D9FFF-93C3-2C8A-C48F-812F6E2E40BE}"/>
              </a:ext>
            </a:extLst>
          </p:cNvPr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  <a:solidFill>
            <a:schemeClr val="accent2"/>
          </a:solidFill>
        </p:grpSpPr>
        <p:sp>
          <p:nvSpPr>
            <p:cNvPr id="30" name="Flowchart: Terminator 29">
              <a:extLst>
                <a:ext uri="{FF2B5EF4-FFF2-40B4-BE49-F238E27FC236}">
                  <a16:creationId xmlns:a16="http://schemas.microsoft.com/office/drawing/2014/main" id="{19930B8D-7C06-BEFE-D2BD-32CE9C1E3C2C}"/>
                </a:ext>
              </a:extLst>
            </p:cNvPr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Start</a:t>
              </a:r>
            </a:p>
          </p:txBody>
        </p:sp>
        <p:sp>
          <p:nvSpPr>
            <p:cNvPr id="31" name="Flowchart: Data 30">
              <a:extLst>
                <a:ext uri="{FF2B5EF4-FFF2-40B4-BE49-F238E27FC236}">
                  <a16:creationId xmlns:a16="http://schemas.microsoft.com/office/drawing/2014/main" id="{581564AC-E83A-466F-0F1F-A3424FA02132}"/>
                </a:ext>
              </a:extLst>
            </p:cNvPr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number1 from the keyboard</a:t>
              </a:r>
            </a:p>
          </p:txBody>
        </p:sp>
        <p:sp>
          <p:nvSpPr>
            <p:cNvPr id="32" name="Flowchart: Data 31">
              <a:extLst>
                <a:ext uri="{FF2B5EF4-FFF2-40B4-BE49-F238E27FC236}">
                  <a16:creationId xmlns:a16="http://schemas.microsoft.com/office/drawing/2014/main" id="{740B28EC-4B75-95F4-0AB5-7D16537D29DF}"/>
                </a:ext>
              </a:extLst>
            </p:cNvPr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number2 from the keyboard</a:t>
              </a:r>
            </a:p>
          </p:txBody>
        </p:sp>
        <p:sp>
          <p:nvSpPr>
            <p:cNvPr id="33" name="Flowchart: Terminator 32">
              <a:extLst>
                <a:ext uri="{FF2B5EF4-FFF2-40B4-BE49-F238E27FC236}">
                  <a16:creationId xmlns:a16="http://schemas.microsoft.com/office/drawing/2014/main" id="{962B0902-1912-6BD7-B4E3-D7C608C53651}"/>
                </a:ext>
              </a:extLst>
            </p:cNvPr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Stop</a:t>
              </a:r>
            </a:p>
          </p:txBody>
        </p:sp>
        <p:sp>
          <p:nvSpPr>
            <p:cNvPr id="34" name="Flowchart: Data 33">
              <a:extLst>
                <a:ext uri="{FF2B5EF4-FFF2-40B4-BE49-F238E27FC236}">
                  <a16:creationId xmlns:a16="http://schemas.microsoft.com/office/drawing/2014/main" id="{2A83747A-A6FD-F539-64A2-4548CB78D259}"/>
                </a:ext>
              </a:extLst>
            </p:cNvPr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number1</a:t>
              </a:r>
            </a:p>
          </p:txBody>
        </p:sp>
        <p:sp>
          <p:nvSpPr>
            <p:cNvPr id="35" name="Flowchart: Data 34">
              <a:extLst>
                <a:ext uri="{FF2B5EF4-FFF2-40B4-BE49-F238E27FC236}">
                  <a16:creationId xmlns:a16="http://schemas.microsoft.com/office/drawing/2014/main" id="{2AF77429-81A9-913E-607C-26363BD9D2D9}"/>
                </a:ext>
              </a:extLst>
            </p:cNvPr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number2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29C83BD-A5A4-B549-7D8D-8B5D6BF3F34A}"/>
                </a:ext>
              </a:extLst>
            </p:cNvPr>
            <p:cNvCxnSpPr>
              <a:stCxn id="30" idx="2"/>
              <a:endCxn id="31" idx="1"/>
            </p:cNvCxnSpPr>
            <p:nvPr/>
          </p:nvCxnSpPr>
          <p:spPr>
            <a:xfrm>
              <a:off x="7538482" y="945950"/>
              <a:ext cx="0" cy="487149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27E13CE-4715-1B1C-D41A-3E6BF11870A2}"/>
                </a:ext>
              </a:extLst>
            </p:cNvPr>
            <p:cNvCxnSpPr>
              <a:cxnSpLocks/>
            </p:cNvCxnSpPr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7AFC4C0-8A38-6F23-F78F-E4AA434A0F92}"/>
                </a:ext>
              </a:extLst>
            </p:cNvPr>
            <p:cNvCxnSpPr>
              <a:cxnSpLocks/>
            </p:cNvCxnSpPr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CA85645-6A84-D22E-103D-921BCC90DEEA}"/>
                </a:ext>
              </a:extLst>
            </p:cNvPr>
            <p:cNvGrpSpPr/>
            <p:nvPr/>
          </p:nvGrpSpPr>
          <p:grpSpPr>
            <a:xfrm>
              <a:off x="8658559" y="4566322"/>
              <a:ext cx="2034247" cy="411584"/>
              <a:chOff x="8658559" y="4566322"/>
              <a:chExt cx="2034247" cy="411584"/>
            </a:xfrm>
            <a:grpFill/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AE167E91-6C56-120E-81A0-3A07A3AD88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8559" y="4566322"/>
                <a:ext cx="2034247" cy="0"/>
              </a:xfrm>
              <a:prstGeom prst="line">
                <a:avLst/>
              </a:prstGeom>
              <a:grpFill/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3D183DB0-6AE9-2FA4-7372-3395719CF7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grpFill/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40BB592-B581-D85F-08DA-D811C7E81554}"/>
                </a:ext>
              </a:extLst>
            </p:cNvPr>
            <p:cNvGrpSpPr/>
            <p:nvPr/>
          </p:nvGrpSpPr>
          <p:grpSpPr>
            <a:xfrm flipH="1">
              <a:off x="4372254" y="4559972"/>
              <a:ext cx="2080587" cy="411584"/>
              <a:chOff x="8612219" y="4566322"/>
              <a:chExt cx="2080587" cy="411584"/>
            </a:xfrm>
            <a:grpFill/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3CB4FEB-B77F-104B-8843-41FE518926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2219" y="4566322"/>
                <a:ext cx="2080587" cy="0"/>
              </a:xfrm>
              <a:prstGeom prst="line">
                <a:avLst/>
              </a:prstGeom>
              <a:grpFill/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23608B8E-2348-9E73-EEAC-478F87C36B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grpFill/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B6ABFD4-4918-9496-BB17-84D31E6BA6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254" y="5969672"/>
              <a:ext cx="6308647" cy="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F45212C-D376-EEA7-2606-128DC13D31B5}"/>
                </a:ext>
              </a:extLst>
            </p:cNvPr>
            <p:cNvCxnSpPr>
              <a:cxnSpLocks/>
            </p:cNvCxnSpPr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A2D3263-9056-429B-C3B5-904A02E24C4B}"/>
                </a:ext>
              </a:extLst>
            </p:cNvPr>
            <p:cNvCxnSpPr>
              <a:cxnSpLocks/>
            </p:cNvCxnSpPr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2566E49-3C1A-DBB9-EA56-F0BBBC7DB739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lowchart: Decision 44">
              <a:extLst>
                <a:ext uri="{FF2B5EF4-FFF2-40B4-BE49-F238E27FC236}">
                  <a16:creationId xmlns:a16="http://schemas.microsoft.com/office/drawing/2014/main" id="{B28E164C-F9AA-7153-7BB1-36CB6AF0E942}"/>
                </a:ext>
              </a:extLst>
            </p:cNvPr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Is number1 greater than number2?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5763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DBACF6-F2D7-4D05-9779-366A9D3B4771}"/>
              </a:ext>
            </a:extLst>
          </p:cNvPr>
          <p:cNvSpPr/>
          <p:nvPr/>
        </p:nvSpPr>
        <p:spPr>
          <a:xfrm>
            <a:off x="1" y="2971799"/>
            <a:ext cx="2647950" cy="27622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668E1F-E081-48D4-9C6D-F2FF36E1F9E8}"/>
              </a:ext>
            </a:extLst>
          </p:cNvPr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491D56-1DCD-4FD2-920B-1C1A795757C4}"/>
              </a:ext>
            </a:extLst>
          </p:cNvPr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698351-EA8C-7B47-BBBD-329AF3903FB7}"/>
              </a:ext>
            </a:extLst>
          </p:cNvPr>
          <p:cNvSpPr/>
          <p:nvPr/>
        </p:nvSpPr>
        <p:spPr>
          <a:xfrm>
            <a:off x="176565" y="993174"/>
            <a:ext cx="831020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//Program to output the largest of the two numbers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number1 : INTEGER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number2 : INTEGER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number1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number2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number1 &gt; number2 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THEN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number1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ELSE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number2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ENDIF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AB5D7B-D5EF-579D-A353-A2E3DB4F9724}"/>
              </a:ext>
            </a:extLst>
          </p:cNvPr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  <a:solidFill>
            <a:schemeClr val="accent2"/>
          </a:solidFill>
        </p:grpSpPr>
        <p:sp>
          <p:nvSpPr>
            <p:cNvPr id="30" name="Flowchart: Terminator 29">
              <a:extLst>
                <a:ext uri="{FF2B5EF4-FFF2-40B4-BE49-F238E27FC236}">
                  <a16:creationId xmlns:a16="http://schemas.microsoft.com/office/drawing/2014/main" id="{87B50EE4-E727-2037-E254-8751F83CE0B0}"/>
                </a:ext>
              </a:extLst>
            </p:cNvPr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Start</a:t>
              </a:r>
            </a:p>
          </p:txBody>
        </p:sp>
        <p:sp>
          <p:nvSpPr>
            <p:cNvPr id="31" name="Flowchart: Data 30">
              <a:extLst>
                <a:ext uri="{FF2B5EF4-FFF2-40B4-BE49-F238E27FC236}">
                  <a16:creationId xmlns:a16="http://schemas.microsoft.com/office/drawing/2014/main" id="{1517F154-B14F-7516-DFA8-7EA970CB10EB}"/>
                </a:ext>
              </a:extLst>
            </p:cNvPr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number1 from the keyboard</a:t>
              </a:r>
            </a:p>
          </p:txBody>
        </p:sp>
        <p:sp>
          <p:nvSpPr>
            <p:cNvPr id="32" name="Flowchart: Data 31">
              <a:extLst>
                <a:ext uri="{FF2B5EF4-FFF2-40B4-BE49-F238E27FC236}">
                  <a16:creationId xmlns:a16="http://schemas.microsoft.com/office/drawing/2014/main" id="{38C90F50-35E3-B9AA-2868-1B885F9F6BDA}"/>
                </a:ext>
              </a:extLst>
            </p:cNvPr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number2 from the keyboard</a:t>
              </a:r>
            </a:p>
          </p:txBody>
        </p:sp>
        <p:sp>
          <p:nvSpPr>
            <p:cNvPr id="33" name="Flowchart: Terminator 32">
              <a:extLst>
                <a:ext uri="{FF2B5EF4-FFF2-40B4-BE49-F238E27FC236}">
                  <a16:creationId xmlns:a16="http://schemas.microsoft.com/office/drawing/2014/main" id="{77355D04-3AED-A8AA-9CDC-F40E997C956A}"/>
                </a:ext>
              </a:extLst>
            </p:cNvPr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Stop</a:t>
              </a:r>
            </a:p>
          </p:txBody>
        </p:sp>
        <p:sp>
          <p:nvSpPr>
            <p:cNvPr id="34" name="Flowchart: Data 33">
              <a:extLst>
                <a:ext uri="{FF2B5EF4-FFF2-40B4-BE49-F238E27FC236}">
                  <a16:creationId xmlns:a16="http://schemas.microsoft.com/office/drawing/2014/main" id="{E8EB70C6-A2BA-EDE8-4E97-7481296115F9}"/>
                </a:ext>
              </a:extLst>
            </p:cNvPr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number1</a:t>
              </a:r>
            </a:p>
          </p:txBody>
        </p:sp>
        <p:sp>
          <p:nvSpPr>
            <p:cNvPr id="35" name="Flowchart: Data 34">
              <a:extLst>
                <a:ext uri="{FF2B5EF4-FFF2-40B4-BE49-F238E27FC236}">
                  <a16:creationId xmlns:a16="http://schemas.microsoft.com/office/drawing/2014/main" id="{CFACA38F-BB65-645A-589D-2AF88DC4B0D4}"/>
                </a:ext>
              </a:extLst>
            </p:cNvPr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number2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C54FE9B-8E7A-EBA1-48E4-5494CDA75CE5}"/>
                </a:ext>
              </a:extLst>
            </p:cNvPr>
            <p:cNvCxnSpPr>
              <a:stCxn id="30" idx="2"/>
              <a:endCxn id="31" idx="1"/>
            </p:cNvCxnSpPr>
            <p:nvPr/>
          </p:nvCxnSpPr>
          <p:spPr>
            <a:xfrm>
              <a:off x="7538482" y="945950"/>
              <a:ext cx="0" cy="487149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08D7A18-FFEF-5A17-8FB6-37851E51125A}"/>
                </a:ext>
              </a:extLst>
            </p:cNvPr>
            <p:cNvCxnSpPr>
              <a:cxnSpLocks/>
            </p:cNvCxnSpPr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41166A5-43AB-D33D-6125-2F9F4B43F006}"/>
                </a:ext>
              </a:extLst>
            </p:cNvPr>
            <p:cNvCxnSpPr>
              <a:cxnSpLocks/>
            </p:cNvCxnSpPr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1561174-5010-4BA5-E489-23881283D430}"/>
                </a:ext>
              </a:extLst>
            </p:cNvPr>
            <p:cNvGrpSpPr/>
            <p:nvPr/>
          </p:nvGrpSpPr>
          <p:grpSpPr>
            <a:xfrm>
              <a:off x="8658559" y="4566322"/>
              <a:ext cx="2034247" cy="411584"/>
              <a:chOff x="8658559" y="4566322"/>
              <a:chExt cx="2034247" cy="411584"/>
            </a:xfrm>
            <a:grpFill/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08D052ED-F7C8-FAAF-6D6A-8D0843A0A7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8559" y="4566322"/>
                <a:ext cx="2034247" cy="0"/>
              </a:xfrm>
              <a:prstGeom prst="line">
                <a:avLst/>
              </a:prstGeom>
              <a:grpFill/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E5E934B0-4CDE-24E3-434A-A2E14D334A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grpFill/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DF34076-5F16-3433-3C2C-8390F34F901E}"/>
                </a:ext>
              </a:extLst>
            </p:cNvPr>
            <p:cNvGrpSpPr/>
            <p:nvPr/>
          </p:nvGrpSpPr>
          <p:grpSpPr>
            <a:xfrm flipH="1">
              <a:off x="4372254" y="4559972"/>
              <a:ext cx="2080587" cy="411584"/>
              <a:chOff x="8612219" y="4566322"/>
              <a:chExt cx="2080587" cy="411584"/>
            </a:xfrm>
            <a:grpFill/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F81C4C67-8D80-8E61-D579-1037331511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2219" y="4566322"/>
                <a:ext cx="2080587" cy="0"/>
              </a:xfrm>
              <a:prstGeom prst="line">
                <a:avLst/>
              </a:prstGeom>
              <a:grpFill/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38BF339D-26D2-7F42-6AAE-291CEC5F87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grpFill/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E687FCB-62BF-1D22-6CEA-6ACC932B35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254" y="5969672"/>
              <a:ext cx="6308647" cy="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B2BA024-D228-85FC-F258-51747D0A941D}"/>
                </a:ext>
              </a:extLst>
            </p:cNvPr>
            <p:cNvCxnSpPr>
              <a:cxnSpLocks/>
            </p:cNvCxnSpPr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935876E-B95D-53D1-1A55-58647558A8B0}"/>
                </a:ext>
              </a:extLst>
            </p:cNvPr>
            <p:cNvCxnSpPr>
              <a:cxnSpLocks/>
            </p:cNvCxnSpPr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D2B8B5E-8860-EB2F-F804-E229D40C96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lowchart: Decision 44">
              <a:extLst>
                <a:ext uri="{FF2B5EF4-FFF2-40B4-BE49-F238E27FC236}">
                  <a16:creationId xmlns:a16="http://schemas.microsoft.com/office/drawing/2014/main" id="{2A8D73C6-5CCD-1094-2AB3-50128A20A943}"/>
                </a:ext>
              </a:extLst>
            </p:cNvPr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grpFill/>
            <a:ln>
              <a:solidFill>
                <a:srgbClr val="FFFFFF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Is number1 greater than number2?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8653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DBACF6-F2D7-4D05-9779-366A9D3B4771}"/>
              </a:ext>
            </a:extLst>
          </p:cNvPr>
          <p:cNvSpPr/>
          <p:nvPr/>
        </p:nvSpPr>
        <p:spPr>
          <a:xfrm>
            <a:off x="0" y="3452283"/>
            <a:ext cx="5141840" cy="27199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668E1F-E081-48D4-9C6D-F2FF36E1F9E8}"/>
              </a:ext>
            </a:extLst>
          </p:cNvPr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1050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491D56-1DCD-4FD2-920B-1C1A795757C4}"/>
              </a:ext>
            </a:extLst>
          </p:cNvPr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F4F46F-048E-85B5-0F6C-7606249EEEF8}"/>
              </a:ext>
            </a:extLst>
          </p:cNvPr>
          <p:cNvSpPr/>
          <p:nvPr/>
        </p:nvSpPr>
        <p:spPr>
          <a:xfrm>
            <a:off x="176565" y="993174"/>
            <a:ext cx="831020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//Program to output the largest of the two numbers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number1 : INTEGER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number2 : INTEGER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number1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number2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number1 &gt; number2 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THEN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number1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ELSE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number2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ENDIF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5BA267-E210-2965-D80B-676DCF1F91BC}"/>
              </a:ext>
            </a:extLst>
          </p:cNvPr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  <a:solidFill>
            <a:schemeClr val="accent2"/>
          </a:solidFill>
        </p:grpSpPr>
        <p:sp>
          <p:nvSpPr>
            <p:cNvPr id="30" name="Flowchart: Terminator 29">
              <a:extLst>
                <a:ext uri="{FF2B5EF4-FFF2-40B4-BE49-F238E27FC236}">
                  <a16:creationId xmlns:a16="http://schemas.microsoft.com/office/drawing/2014/main" id="{69D968D5-FF96-0E78-2E3E-CC8249FB6B54}"/>
                </a:ext>
              </a:extLst>
            </p:cNvPr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Start</a:t>
              </a:r>
            </a:p>
          </p:txBody>
        </p:sp>
        <p:sp>
          <p:nvSpPr>
            <p:cNvPr id="31" name="Flowchart: Data 30">
              <a:extLst>
                <a:ext uri="{FF2B5EF4-FFF2-40B4-BE49-F238E27FC236}">
                  <a16:creationId xmlns:a16="http://schemas.microsoft.com/office/drawing/2014/main" id="{CD2669BF-ED7C-6170-86E4-E4F9151FD189}"/>
                </a:ext>
              </a:extLst>
            </p:cNvPr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number1 from the keyboard</a:t>
              </a:r>
            </a:p>
          </p:txBody>
        </p:sp>
        <p:sp>
          <p:nvSpPr>
            <p:cNvPr id="32" name="Flowchart: Data 31">
              <a:extLst>
                <a:ext uri="{FF2B5EF4-FFF2-40B4-BE49-F238E27FC236}">
                  <a16:creationId xmlns:a16="http://schemas.microsoft.com/office/drawing/2014/main" id="{41791B3A-6270-D4DF-EBBC-FB3F3FB241A2}"/>
                </a:ext>
              </a:extLst>
            </p:cNvPr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number2 from the keyboard</a:t>
              </a:r>
            </a:p>
          </p:txBody>
        </p:sp>
        <p:sp>
          <p:nvSpPr>
            <p:cNvPr id="33" name="Flowchart: Terminator 32">
              <a:extLst>
                <a:ext uri="{FF2B5EF4-FFF2-40B4-BE49-F238E27FC236}">
                  <a16:creationId xmlns:a16="http://schemas.microsoft.com/office/drawing/2014/main" id="{9BA1C00B-A2D6-4C1D-9BC2-6AA6FAD1FF08}"/>
                </a:ext>
              </a:extLst>
            </p:cNvPr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Stop</a:t>
              </a:r>
            </a:p>
          </p:txBody>
        </p:sp>
        <p:sp>
          <p:nvSpPr>
            <p:cNvPr id="34" name="Flowchart: Data 33">
              <a:extLst>
                <a:ext uri="{FF2B5EF4-FFF2-40B4-BE49-F238E27FC236}">
                  <a16:creationId xmlns:a16="http://schemas.microsoft.com/office/drawing/2014/main" id="{2CBFCFB0-188D-C641-F10F-B6BBB4B4D6BE}"/>
                </a:ext>
              </a:extLst>
            </p:cNvPr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number1</a:t>
              </a:r>
            </a:p>
          </p:txBody>
        </p:sp>
        <p:sp>
          <p:nvSpPr>
            <p:cNvPr id="35" name="Flowchart: Data 34">
              <a:extLst>
                <a:ext uri="{FF2B5EF4-FFF2-40B4-BE49-F238E27FC236}">
                  <a16:creationId xmlns:a16="http://schemas.microsoft.com/office/drawing/2014/main" id="{8C9B804D-8273-01F5-1371-ED42B3CDFA32}"/>
                </a:ext>
              </a:extLst>
            </p:cNvPr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number2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AC16D23-5D14-C629-F7CD-7551616A9B35}"/>
                </a:ext>
              </a:extLst>
            </p:cNvPr>
            <p:cNvCxnSpPr>
              <a:stCxn id="30" idx="2"/>
              <a:endCxn id="31" idx="1"/>
            </p:cNvCxnSpPr>
            <p:nvPr/>
          </p:nvCxnSpPr>
          <p:spPr>
            <a:xfrm>
              <a:off x="7538482" y="945950"/>
              <a:ext cx="0" cy="487149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242EEF7-A336-1AFC-4806-020A612060E1}"/>
                </a:ext>
              </a:extLst>
            </p:cNvPr>
            <p:cNvCxnSpPr>
              <a:cxnSpLocks/>
            </p:cNvCxnSpPr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89A82FC-0105-1287-F16D-1F35BE56CFAB}"/>
                </a:ext>
              </a:extLst>
            </p:cNvPr>
            <p:cNvCxnSpPr>
              <a:cxnSpLocks/>
            </p:cNvCxnSpPr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B2BBF87-AAD1-4BE1-9EF7-F9B31A443FAA}"/>
                </a:ext>
              </a:extLst>
            </p:cNvPr>
            <p:cNvGrpSpPr/>
            <p:nvPr/>
          </p:nvGrpSpPr>
          <p:grpSpPr>
            <a:xfrm>
              <a:off x="8658559" y="4566322"/>
              <a:ext cx="2034247" cy="411584"/>
              <a:chOff x="8658559" y="4566322"/>
              <a:chExt cx="2034247" cy="411584"/>
            </a:xfrm>
            <a:grpFill/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8092C173-4CD4-5B30-8D66-D915B79F1D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8559" y="4566322"/>
                <a:ext cx="2034247" cy="0"/>
              </a:xfrm>
              <a:prstGeom prst="line">
                <a:avLst/>
              </a:prstGeom>
              <a:grpFill/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DE066682-33F8-40C6-65B9-5224F46763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grpFill/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56F65BC-177F-D675-A4D1-8A9A571CAC3E}"/>
                </a:ext>
              </a:extLst>
            </p:cNvPr>
            <p:cNvGrpSpPr/>
            <p:nvPr/>
          </p:nvGrpSpPr>
          <p:grpSpPr>
            <a:xfrm flipH="1">
              <a:off x="4372254" y="4559972"/>
              <a:ext cx="2080587" cy="411584"/>
              <a:chOff x="8612219" y="4566322"/>
              <a:chExt cx="2080587" cy="411584"/>
            </a:xfrm>
            <a:grpFill/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206B9394-D703-76BD-E477-4BD11A525A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2219" y="4566322"/>
                <a:ext cx="2080587" cy="0"/>
              </a:xfrm>
              <a:prstGeom prst="line">
                <a:avLst/>
              </a:prstGeom>
              <a:grpFill/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19FB21CF-1E95-3A7E-44C6-85239AE958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grpFill/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303F5FB-0DB6-4812-8B62-A6C0B429A5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254" y="5969672"/>
              <a:ext cx="6308647" cy="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43FA046-FFE1-B9CB-DEE5-27B112CC4ED4}"/>
                </a:ext>
              </a:extLst>
            </p:cNvPr>
            <p:cNvCxnSpPr>
              <a:cxnSpLocks/>
            </p:cNvCxnSpPr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8CE4194-70BB-ACAE-09C8-8D4D65B5EFA2}"/>
                </a:ext>
              </a:extLst>
            </p:cNvPr>
            <p:cNvCxnSpPr>
              <a:cxnSpLocks/>
            </p:cNvCxnSpPr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3D4297C-A1E2-2815-F0FE-FC9F3D1785B5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lowchart: Decision 44">
              <a:extLst>
                <a:ext uri="{FF2B5EF4-FFF2-40B4-BE49-F238E27FC236}">
                  <a16:creationId xmlns:a16="http://schemas.microsoft.com/office/drawing/2014/main" id="{7BB07D1B-8709-0AEA-77A9-D88283E996D6}"/>
                </a:ext>
              </a:extLst>
            </p:cNvPr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Is number1 greater than number2?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911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DBACF6-F2D7-4D05-9779-366A9D3B4771}"/>
              </a:ext>
            </a:extLst>
          </p:cNvPr>
          <p:cNvSpPr/>
          <p:nvPr/>
        </p:nvSpPr>
        <p:spPr>
          <a:xfrm>
            <a:off x="0" y="3736348"/>
            <a:ext cx="5141839" cy="47427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668E1F-E081-48D4-9C6D-F2FF36E1F9E8}"/>
              </a:ext>
            </a:extLst>
          </p:cNvPr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491D56-1DCD-4FD2-920B-1C1A795757C4}"/>
              </a:ext>
            </a:extLst>
          </p:cNvPr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GB" sz="1050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BE7C3A-C2EE-A49F-CDF8-DBD31F9B23DE}"/>
              </a:ext>
            </a:extLst>
          </p:cNvPr>
          <p:cNvSpPr/>
          <p:nvPr/>
        </p:nvSpPr>
        <p:spPr>
          <a:xfrm>
            <a:off x="176565" y="993174"/>
            <a:ext cx="831020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//Program to output the largest of the two numbers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number1 : INTEGER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number2 : INTEGER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number1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number2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number1 &gt; number2 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THEN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number1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ELSE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number2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ENDIF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8D8F00-1FD6-DDFB-B739-418BD1AC1BF8}"/>
              </a:ext>
            </a:extLst>
          </p:cNvPr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  <a:solidFill>
            <a:schemeClr val="accent2"/>
          </a:solidFill>
        </p:grpSpPr>
        <p:sp>
          <p:nvSpPr>
            <p:cNvPr id="30" name="Flowchart: Terminator 29">
              <a:extLst>
                <a:ext uri="{FF2B5EF4-FFF2-40B4-BE49-F238E27FC236}">
                  <a16:creationId xmlns:a16="http://schemas.microsoft.com/office/drawing/2014/main" id="{D4D4E735-D03A-ACE9-D951-7B51DA8DE459}"/>
                </a:ext>
              </a:extLst>
            </p:cNvPr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Start</a:t>
              </a:r>
            </a:p>
          </p:txBody>
        </p:sp>
        <p:sp>
          <p:nvSpPr>
            <p:cNvPr id="31" name="Flowchart: Data 30">
              <a:extLst>
                <a:ext uri="{FF2B5EF4-FFF2-40B4-BE49-F238E27FC236}">
                  <a16:creationId xmlns:a16="http://schemas.microsoft.com/office/drawing/2014/main" id="{A5D962A1-3610-E75F-B1C6-B56540411B72}"/>
                </a:ext>
              </a:extLst>
            </p:cNvPr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number1 from the keyboard</a:t>
              </a:r>
            </a:p>
          </p:txBody>
        </p:sp>
        <p:sp>
          <p:nvSpPr>
            <p:cNvPr id="32" name="Flowchart: Data 31">
              <a:extLst>
                <a:ext uri="{FF2B5EF4-FFF2-40B4-BE49-F238E27FC236}">
                  <a16:creationId xmlns:a16="http://schemas.microsoft.com/office/drawing/2014/main" id="{DBD38076-FE73-F6B4-687A-A2AD466E8B1D}"/>
                </a:ext>
              </a:extLst>
            </p:cNvPr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number2 from the keyboard</a:t>
              </a:r>
            </a:p>
          </p:txBody>
        </p:sp>
        <p:sp>
          <p:nvSpPr>
            <p:cNvPr id="33" name="Flowchart: Terminator 32">
              <a:extLst>
                <a:ext uri="{FF2B5EF4-FFF2-40B4-BE49-F238E27FC236}">
                  <a16:creationId xmlns:a16="http://schemas.microsoft.com/office/drawing/2014/main" id="{7104FA69-3DCA-4FEB-1BAF-7B22476C1B65}"/>
                </a:ext>
              </a:extLst>
            </p:cNvPr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Stop</a:t>
              </a:r>
            </a:p>
          </p:txBody>
        </p:sp>
        <p:sp>
          <p:nvSpPr>
            <p:cNvPr id="34" name="Flowchart: Data 33">
              <a:extLst>
                <a:ext uri="{FF2B5EF4-FFF2-40B4-BE49-F238E27FC236}">
                  <a16:creationId xmlns:a16="http://schemas.microsoft.com/office/drawing/2014/main" id="{C1983C55-E12C-583A-93A4-866FB03DE968}"/>
                </a:ext>
              </a:extLst>
            </p:cNvPr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number1</a:t>
              </a:r>
            </a:p>
          </p:txBody>
        </p:sp>
        <p:sp>
          <p:nvSpPr>
            <p:cNvPr id="35" name="Flowchart: Data 34">
              <a:extLst>
                <a:ext uri="{FF2B5EF4-FFF2-40B4-BE49-F238E27FC236}">
                  <a16:creationId xmlns:a16="http://schemas.microsoft.com/office/drawing/2014/main" id="{CF2417C7-5043-F237-2EF9-27361C10C23C}"/>
                </a:ext>
              </a:extLst>
            </p:cNvPr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number2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8E267B8-A157-75AE-02AB-2A4F1596DBB5}"/>
                </a:ext>
              </a:extLst>
            </p:cNvPr>
            <p:cNvCxnSpPr>
              <a:stCxn id="30" idx="2"/>
              <a:endCxn id="31" idx="1"/>
            </p:cNvCxnSpPr>
            <p:nvPr/>
          </p:nvCxnSpPr>
          <p:spPr>
            <a:xfrm>
              <a:off x="7538482" y="945950"/>
              <a:ext cx="0" cy="487149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20115B1-C4AC-C21D-3998-39C2756F9204}"/>
                </a:ext>
              </a:extLst>
            </p:cNvPr>
            <p:cNvCxnSpPr>
              <a:cxnSpLocks/>
            </p:cNvCxnSpPr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9445640-7F72-1871-9F39-80BB7E041123}"/>
                </a:ext>
              </a:extLst>
            </p:cNvPr>
            <p:cNvCxnSpPr>
              <a:cxnSpLocks/>
            </p:cNvCxnSpPr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0143BDC-0B88-0A32-3CBC-9776650AF403}"/>
                </a:ext>
              </a:extLst>
            </p:cNvPr>
            <p:cNvGrpSpPr/>
            <p:nvPr/>
          </p:nvGrpSpPr>
          <p:grpSpPr>
            <a:xfrm>
              <a:off x="8658559" y="4566322"/>
              <a:ext cx="2034247" cy="411584"/>
              <a:chOff x="8658559" y="4566322"/>
              <a:chExt cx="2034247" cy="411584"/>
            </a:xfrm>
            <a:grpFill/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0ADE19DA-4172-515C-EB6C-C9CCD6FDCA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8559" y="4566322"/>
                <a:ext cx="2034247" cy="0"/>
              </a:xfrm>
              <a:prstGeom prst="line">
                <a:avLst/>
              </a:prstGeom>
              <a:grpFill/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5726D4CC-567F-0A2F-E417-4D1748162A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grpFill/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DC75CAE-0B3E-FF0E-48D1-255EFDB55D1D}"/>
                </a:ext>
              </a:extLst>
            </p:cNvPr>
            <p:cNvGrpSpPr/>
            <p:nvPr/>
          </p:nvGrpSpPr>
          <p:grpSpPr>
            <a:xfrm flipH="1">
              <a:off x="4372254" y="4559972"/>
              <a:ext cx="2080587" cy="411584"/>
              <a:chOff x="8612219" y="4566322"/>
              <a:chExt cx="2080587" cy="411584"/>
            </a:xfrm>
            <a:grpFill/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ABEF9846-FCF2-609C-4D1E-30746D88D9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2219" y="4566322"/>
                <a:ext cx="2080587" cy="0"/>
              </a:xfrm>
              <a:prstGeom prst="line">
                <a:avLst/>
              </a:prstGeom>
              <a:grpFill/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13C49BD3-83AF-4D86-474B-4892976C99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grpFill/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39F4A6C-F9DC-46E3-0192-F037320E62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254" y="5969672"/>
              <a:ext cx="6308647" cy="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B145F3B-E106-AEFE-7C31-8BD47A0541FB}"/>
                </a:ext>
              </a:extLst>
            </p:cNvPr>
            <p:cNvCxnSpPr>
              <a:cxnSpLocks/>
            </p:cNvCxnSpPr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A88C8B7-3277-CA5F-0109-894078CBF671}"/>
                </a:ext>
              </a:extLst>
            </p:cNvPr>
            <p:cNvCxnSpPr>
              <a:cxnSpLocks/>
            </p:cNvCxnSpPr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B80931F-ED39-31E2-396E-5EF550F7593F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lowchart: Decision 44">
              <a:extLst>
                <a:ext uri="{FF2B5EF4-FFF2-40B4-BE49-F238E27FC236}">
                  <a16:creationId xmlns:a16="http://schemas.microsoft.com/office/drawing/2014/main" id="{496ECAD9-E013-F80C-DBD4-19BC57A7DDD9}"/>
                </a:ext>
              </a:extLst>
            </p:cNvPr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Is number1 greater than number2?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2882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DBACF6-F2D7-4D05-9779-366A9D3B4771}"/>
              </a:ext>
            </a:extLst>
          </p:cNvPr>
          <p:cNvSpPr/>
          <p:nvPr/>
        </p:nvSpPr>
        <p:spPr>
          <a:xfrm>
            <a:off x="1" y="4200525"/>
            <a:ext cx="914400" cy="30350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668E1F-E081-48D4-9C6D-F2FF36E1F9E8}"/>
              </a:ext>
            </a:extLst>
          </p:cNvPr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491D56-1DCD-4FD2-920B-1C1A795757C4}"/>
              </a:ext>
            </a:extLst>
          </p:cNvPr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5B3E4-4B8B-A785-1E35-2D7A4679DF81}"/>
              </a:ext>
            </a:extLst>
          </p:cNvPr>
          <p:cNvSpPr/>
          <p:nvPr/>
        </p:nvSpPr>
        <p:spPr>
          <a:xfrm>
            <a:off x="176565" y="993174"/>
            <a:ext cx="831020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//Program to output the largest of the two numbers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number1 : INTEGER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DECLARE number2 : INTEGER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number1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 number2</a:t>
            </a:r>
          </a:p>
          <a:p>
            <a:endParaRPr lang="en-GB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number1 &gt; number2 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THEN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number1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ELSE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OUTPUT "The largest number is ", number2</a:t>
            </a:r>
          </a:p>
          <a:p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ENDIF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70D0E4-43CC-22E1-30B1-4E8379DE01F5}"/>
              </a:ext>
            </a:extLst>
          </p:cNvPr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  <a:solidFill>
            <a:schemeClr val="accent2"/>
          </a:solidFill>
        </p:grpSpPr>
        <p:sp>
          <p:nvSpPr>
            <p:cNvPr id="30" name="Flowchart: Terminator 29">
              <a:extLst>
                <a:ext uri="{FF2B5EF4-FFF2-40B4-BE49-F238E27FC236}">
                  <a16:creationId xmlns:a16="http://schemas.microsoft.com/office/drawing/2014/main" id="{F08D985B-57A8-FA13-B0B0-0AA049F7D3E4}"/>
                </a:ext>
              </a:extLst>
            </p:cNvPr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Start</a:t>
              </a:r>
            </a:p>
          </p:txBody>
        </p:sp>
        <p:sp>
          <p:nvSpPr>
            <p:cNvPr id="31" name="Flowchart: Data 30">
              <a:extLst>
                <a:ext uri="{FF2B5EF4-FFF2-40B4-BE49-F238E27FC236}">
                  <a16:creationId xmlns:a16="http://schemas.microsoft.com/office/drawing/2014/main" id="{BCB36177-5C78-D037-A6D6-F022B450A8C9}"/>
                </a:ext>
              </a:extLst>
            </p:cNvPr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number1 from the keyboard</a:t>
              </a:r>
            </a:p>
          </p:txBody>
        </p:sp>
        <p:sp>
          <p:nvSpPr>
            <p:cNvPr id="32" name="Flowchart: Data 31">
              <a:extLst>
                <a:ext uri="{FF2B5EF4-FFF2-40B4-BE49-F238E27FC236}">
                  <a16:creationId xmlns:a16="http://schemas.microsoft.com/office/drawing/2014/main" id="{FD1CED8F-86E8-4A61-2713-987AA19BE463}"/>
                </a:ext>
              </a:extLst>
            </p:cNvPr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Input number2 from the keyboard</a:t>
              </a:r>
            </a:p>
          </p:txBody>
        </p:sp>
        <p:sp>
          <p:nvSpPr>
            <p:cNvPr id="33" name="Flowchart: Terminator 32">
              <a:extLst>
                <a:ext uri="{FF2B5EF4-FFF2-40B4-BE49-F238E27FC236}">
                  <a16:creationId xmlns:a16="http://schemas.microsoft.com/office/drawing/2014/main" id="{8591895E-8F0E-B450-B733-C2CEEA1345CA}"/>
                </a:ext>
              </a:extLst>
            </p:cNvPr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grpFill/>
            <a:ln>
              <a:solidFill>
                <a:srgbClr val="FFFFFF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Stop</a:t>
              </a:r>
            </a:p>
          </p:txBody>
        </p:sp>
        <p:sp>
          <p:nvSpPr>
            <p:cNvPr id="34" name="Flowchart: Data 33">
              <a:extLst>
                <a:ext uri="{FF2B5EF4-FFF2-40B4-BE49-F238E27FC236}">
                  <a16:creationId xmlns:a16="http://schemas.microsoft.com/office/drawing/2014/main" id="{26DFAA32-6C85-7B7F-EF81-C69BC23779D2}"/>
                </a:ext>
              </a:extLst>
            </p:cNvPr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number1</a:t>
              </a:r>
            </a:p>
          </p:txBody>
        </p:sp>
        <p:sp>
          <p:nvSpPr>
            <p:cNvPr id="35" name="Flowchart: Data 34">
              <a:extLst>
                <a:ext uri="{FF2B5EF4-FFF2-40B4-BE49-F238E27FC236}">
                  <a16:creationId xmlns:a16="http://schemas.microsoft.com/office/drawing/2014/main" id="{BEE3F1F2-078A-1FA3-67DD-A1D2CD106D7D}"/>
                </a:ext>
              </a:extLst>
            </p:cNvPr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Output “The largest number is..." number2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F440A34-D729-4CA8-53DF-77448D567DE5}"/>
                </a:ext>
              </a:extLst>
            </p:cNvPr>
            <p:cNvCxnSpPr>
              <a:stCxn id="30" idx="2"/>
              <a:endCxn id="31" idx="1"/>
            </p:cNvCxnSpPr>
            <p:nvPr/>
          </p:nvCxnSpPr>
          <p:spPr>
            <a:xfrm>
              <a:off x="7538482" y="945950"/>
              <a:ext cx="0" cy="487149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16FA221-9917-EDF3-9D4A-1B1F74DB6F0B}"/>
                </a:ext>
              </a:extLst>
            </p:cNvPr>
            <p:cNvCxnSpPr>
              <a:cxnSpLocks/>
            </p:cNvCxnSpPr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2E05AAC-9937-75AB-68F5-A0090785F1C7}"/>
                </a:ext>
              </a:extLst>
            </p:cNvPr>
            <p:cNvCxnSpPr>
              <a:cxnSpLocks/>
            </p:cNvCxnSpPr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48A54D3-17A2-2B12-6D14-E719E05C6E76}"/>
                </a:ext>
              </a:extLst>
            </p:cNvPr>
            <p:cNvGrpSpPr/>
            <p:nvPr/>
          </p:nvGrpSpPr>
          <p:grpSpPr>
            <a:xfrm>
              <a:off x="8658559" y="4566322"/>
              <a:ext cx="2034247" cy="411584"/>
              <a:chOff x="8658559" y="4566322"/>
              <a:chExt cx="2034247" cy="411584"/>
            </a:xfrm>
            <a:grpFill/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58DB8ECF-8F3F-BCCA-9D2C-3344055C81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8559" y="4566322"/>
                <a:ext cx="2034247" cy="0"/>
              </a:xfrm>
              <a:prstGeom prst="line">
                <a:avLst/>
              </a:prstGeom>
              <a:grpFill/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D6984348-53BA-5DA9-8543-CAE36F7DBB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grpFill/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A2C9FE2-B21F-9340-DD88-D91AE2E29637}"/>
                </a:ext>
              </a:extLst>
            </p:cNvPr>
            <p:cNvGrpSpPr/>
            <p:nvPr/>
          </p:nvGrpSpPr>
          <p:grpSpPr>
            <a:xfrm flipH="1">
              <a:off x="4372254" y="4559972"/>
              <a:ext cx="2080587" cy="411584"/>
              <a:chOff x="8612219" y="4566322"/>
              <a:chExt cx="2080587" cy="411584"/>
            </a:xfrm>
            <a:grpFill/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7B3783F-19D1-F5EA-8F4B-6D37C1B4AF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2219" y="4566322"/>
                <a:ext cx="2080587" cy="0"/>
              </a:xfrm>
              <a:prstGeom prst="line">
                <a:avLst/>
              </a:prstGeom>
              <a:grpFill/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41F1AA72-9E9B-BD2B-F03E-B465DA184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grpFill/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5788596-2155-F661-88A4-0D4C94B838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254" y="5969672"/>
              <a:ext cx="6308647" cy="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EF3B897-76AD-E57A-7316-8C6F8E7744A8}"/>
                </a:ext>
              </a:extLst>
            </p:cNvPr>
            <p:cNvCxnSpPr>
              <a:cxnSpLocks/>
            </p:cNvCxnSpPr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76EFEAC-68DF-B189-CA9F-378D8BB4205B}"/>
                </a:ext>
              </a:extLst>
            </p:cNvPr>
            <p:cNvCxnSpPr>
              <a:cxnSpLocks/>
            </p:cNvCxnSpPr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1EDD9E4-3DF1-F454-306E-BD89D2BA14A4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grpFill/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lowchart: Decision 44">
              <a:extLst>
                <a:ext uri="{FF2B5EF4-FFF2-40B4-BE49-F238E27FC236}">
                  <a16:creationId xmlns:a16="http://schemas.microsoft.com/office/drawing/2014/main" id="{C877D102-1C05-FC53-3128-234559883C45}"/>
                </a:ext>
              </a:extLst>
            </p:cNvPr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grp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Is number1 greater than number2?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3944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9F2C5B2D-E66C-43EE-B9DA-A6E91CC1A1F9}"/>
              </a:ext>
            </a:extLst>
          </p:cNvPr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Terminal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2498A305-5DCB-420F-B1FE-46EC13EC4106}"/>
              </a:ext>
            </a:extLst>
          </p:cNvPr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Input/output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BEAEC-93F7-44D4-8F8C-CC06A13F654F}"/>
              </a:ext>
            </a:extLst>
          </p:cNvPr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6" name="Flowchart: Predefined Process 5">
            <a:extLst>
              <a:ext uri="{FF2B5EF4-FFF2-40B4-BE49-F238E27FC236}">
                <a16:creationId xmlns:a16="http://schemas.microsoft.com/office/drawing/2014/main" id="{0CEB4107-3EB4-4CFC-AA6D-1DDA7D25E792}"/>
              </a:ext>
            </a:extLst>
          </p:cNvPr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Subroutine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C414D04B-BAF6-463F-8A11-2B94DABB2648}"/>
              </a:ext>
            </a:extLst>
          </p:cNvPr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Decision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0D5BE2-D389-4C5F-AE2B-BDD54DA38851}"/>
              </a:ext>
            </a:extLst>
          </p:cNvPr>
          <p:cNvCxnSpPr>
            <a:cxnSpLocks/>
          </p:cNvCxnSpPr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8F1CC83-B156-48DB-941A-4D1B8345A9E2}"/>
              </a:ext>
            </a:extLst>
          </p:cNvPr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4CA750-A04B-B937-58E8-756D071930F6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 symbols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 descr="make_notes">
            <a:extLst>
              <a:ext uri="{FF2B5EF4-FFF2-40B4-BE49-F238E27FC236}">
                <a16:creationId xmlns:a16="http://schemas.microsoft.com/office/drawing/2014/main" id="{CCDB7659-E36C-9104-A6CA-B51471229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703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9F2C5B2D-E66C-43EE-B9DA-A6E91CC1A1F9}"/>
              </a:ext>
            </a:extLst>
          </p:cNvPr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Terminal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2498A305-5DCB-420F-B1FE-46EC13EC4106}"/>
              </a:ext>
            </a:extLst>
          </p:cNvPr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Input/output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BEAEC-93F7-44D4-8F8C-CC06A13F654F}"/>
              </a:ext>
            </a:extLst>
          </p:cNvPr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6" name="Flowchart: Predefined Process 5">
            <a:extLst>
              <a:ext uri="{FF2B5EF4-FFF2-40B4-BE49-F238E27FC236}">
                <a16:creationId xmlns:a16="http://schemas.microsoft.com/office/drawing/2014/main" id="{0CEB4107-3EB4-4CFC-AA6D-1DDA7D25E792}"/>
              </a:ext>
            </a:extLst>
          </p:cNvPr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Subroutine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C414D04B-BAF6-463F-8A11-2B94DABB2648}"/>
              </a:ext>
            </a:extLst>
          </p:cNvPr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Decision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0D5BE2-D389-4C5F-AE2B-BDD54DA38851}"/>
              </a:ext>
            </a:extLst>
          </p:cNvPr>
          <p:cNvCxnSpPr>
            <a:cxnSpLocks/>
          </p:cNvCxnSpPr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8F1CC83-B156-48DB-941A-4D1B8345A9E2}"/>
              </a:ext>
            </a:extLst>
          </p:cNvPr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93DFC0-5BBF-13D6-C57E-C780A332B88D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 symbols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 descr="make_notes">
            <a:extLst>
              <a:ext uri="{FF2B5EF4-FFF2-40B4-BE49-F238E27FC236}">
                <a16:creationId xmlns:a16="http://schemas.microsoft.com/office/drawing/2014/main" id="{50822548-B48D-C463-4E4B-AA027AC3F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203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9F2C5B2D-E66C-43EE-B9DA-A6E91CC1A1F9}"/>
              </a:ext>
            </a:extLst>
          </p:cNvPr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Terminal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2498A305-5DCB-420F-B1FE-46EC13EC4106}"/>
              </a:ext>
            </a:extLst>
          </p:cNvPr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Input/output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BEAEC-93F7-44D4-8F8C-CC06A13F654F}"/>
              </a:ext>
            </a:extLst>
          </p:cNvPr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6" name="Flowchart: Predefined Process 5">
            <a:extLst>
              <a:ext uri="{FF2B5EF4-FFF2-40B4-BE49-F238E27FC236}">
                <a16:creationId xmlns:a16="http://schemas.microsoft.com/office/drawing/2014/main" id="{0CEB4107-3EB4-4CFC-AA6D-1DDA7D25E792}"/>
              </a:ext>
            </a:extLst>
          </p:cNvPr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Subroutine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C414D04B-BAF6-463F-8A11-2B94DABB2648}"/>
              </a:ext>
            </a:extLst>
          </p:cNvPr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Decision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0D5BE2-D389-4C5F-AE2B-BDD54DA38851}"/>
              </a:ext>
            </a:extLst>
          </p:cNvPr>
          <p:cNvCxnSpPr>
            <a:cxnSpLocks/>
          </p:cNvCxnSpPr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8F1CC83-B156-48DB-941A-4D1B8345A9E2}"/>
              </a:ext>
            </a:extLst>
          </p:cNvPr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03D84B-029F-8C25-1A2E-06ED602AD32A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 symbols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 descr="make_notes">
            <a:extLst>
              <a:ext uri="{FF2B5EF4-FFF2-40B4-BE49-F238E27FC236}">
                <a16:creationId xmlns:a16="http://schemas.microsoft.com/office/drawing/2014/main" id="{351F8DB6-9458-6335-780E-5212B7483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161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9F2C5B2D-E66C-43EE-B9DA-A6E91CC1A1F9}"/>
              </a:ext>
            </a:extLst>
          </p:cNvPr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Terminal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2498A305-5DCB-420F-B1FE-46EC13EC4106}"/>
              </a:ext>
            </a:extLst>
          </p:cNvPr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Input/output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BEAEC-93F7-44D4-8F8C-CC06A13F654F}"/>
              </a:ext>
            </a:extLst>
          </p:cNvPr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6" name="Flowchart: Predefined Process 5">
            <a:extLst>
              <a:ext uri="{FF2B5EF4-FFF2-40B4-BE49-F238E27FC236}">
                <a16:creationId xmlns:a16="http://schemas.microsoft.com/office/drawing/2014/main" id="{0CEB4107-3EB4-4CFC-AA6D-1DDA7D25E792}"/>
              </a:ext>
            </a:extLst>
          </p:cNvPr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Subroutine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C414D04B-BAF6-463F-8A11-2B94DABB2648}"/>
              </a:ext>
            </a:extLst>
          </p:cNvPr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Decision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0D5BE2-D389-4C5F-AE2B-BDD54DA38851}"/>
              </a:ext>
            </a:extLst>
          </p:cNvPr>
          <p:cNvCxnSpPr>
            <a:cxnSpLocks/>
          </p:cNvCxnSpPr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8F1CC83-B156-48DB-941A-4D1B8345A9E2}"/>
              </a:ext>
            </a:extLst>
          </p:cNvPr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EA68EE-4580-4B85-F439-6B8BEC537D48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 symbols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 descr="make_notes">
            <a:extLst>
              <a:ext uri="{FF2B5EF4-FFF2-40B4-BE49-F238E27FC236}">
                <a16:creationId xmlns:a16="http://schemas.microsoft.com/office/drawing/2014/main" id="{FA6239B1-EFC1-CB90-65FC-7AB3EA026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376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9F2C5B2D-E66C-43EE-B9DA-A6E91CC1A1F9}"/>
              </a:ext>
            </a:extLst>
          </p:cNvPr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Terminal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2498A305-5DCB-420F-B1FE-46EC13EC4106}"/>
              </a:ext>
            </a:extLst>
          </p:cNvPr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Input/output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BEAEC-93F7-44D4-8F8C-CC06A13F654F}"/>
              </a:ext>
            </a:extLst>
          </p:cNvPr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6" name="Flowchart: Predefined Process 5">
            <a:extLst>
              <a:ext uri="{FF2B5EF4-FFF2-40B4-BE49-F238E27FC236}">
                <a16:creationId xmlns:a16="http://schemas.microsoft.com/office/drawing/2014/main" id="{0CEB4107-3EB4-4CFC-AA6D-1DDA7D25E792}"/>
              </a:ext>
            </a:extLst>
          </p:cNvPr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Subroutine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C414D04B-BAF6-463F-8A11-2B94DABB2648}"/>
              </a:ext>
            </a:extLst>
          </p:cNvPr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Decision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0D5BE2-D389-4C5F-AE2B-BDD54DA38851}"/>
              </a:ext>
            </a:extLst>
          </p:cNvPr>
          <p:cNvCxnSpPr>
            <a:cxnSpLocks/>
          </p:cNvCxnSpPr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8F1CC83-B156-48DB-941A-4D1B8345A9E2}"/>
              </a:ext>
            </a:extLst>
          </p:cNvPr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3937EB-EB95-B897-5979-A86A0BD02F91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 symbols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 descr="make_notes">
            <a:extLst>
              <a:ext uri="{FF2B5EF4-FFF2-40B4-BE49-F238E27FC236}">
                <a16:creationId xmlns:a16="http://schemas.microsoft.com/office/drawing/2014/main" id="{31847BED-119B-732C-6082-B39A07B5B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587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9F2C5B2D-E66C-43EE-B9DA-A6E91CC1A1F9}"/>
              </a:ext>
            </a:extLst>
          </p:cNvPr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Terminal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2498A305-5DCB-420F-B1FE-46EC13EC4106}"/>
              </a:ext>
            </a:extLst>
          </p:cNvPr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Input/output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BEAEC-93F7-44D4-8F8C-CC06A13F654F}"/>
              </a:ext>
            </a:extLst>
          </p:cNvPr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6" name="Flowchart: Predefined Process 5">
            <a:extLst>
              <a:ext uri="{FF2B5EF4-FFF2-40B4-BE49-F238E27FC236}">
                <a16:creationId xmlns:a16="http://schemas.microsoft.com/office/drawing/2014/main" id="{0CEB4107-3EB4-4CFC-AA6D-1DDA7D25E792}"/>
              </a:ext>
            </a:extLst>
          </p:cNvPr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Subroutine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C414D04B-BAF6-463F-8A11-2B94DABB2648}"/>
              </a:ext>
            </a:extLst>
          </p:cNvPr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Decision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0D5BE2-D389-4C5F-AE2B-BDD54DA38851}"/>
              </a:ext>
            </a:extLst>
          </p:cNvPr>
          <p:cNvCxnSpPr>
            <a:cxnSpLocks/>
          </p:cNvCxnSpPr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8F1CC83-B156-48DB-941A-4D1B8345A9E2}"/>
              </a:ext>
            </a:extLst>
          </p:cNvPr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D4074E-07C0-285B-8831-3822374200D9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 symbols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 descr="make_notes">
            <a:extLst>
              <a:ext uri="{FF2B5EF4-FFF2-40B4-BE49-F238E27FC236}">
                <a16:creationId xmlns:a16="http://schemas.microsoft.com/office/drawing/2014/main" id="{70A9C71A-7840-824F-DF8F-6D3DB83FB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379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9F2C5B2D-E66C-43EE-B9DA-A6E91CC1A1F9}"/>
              </a:ext>
            </a:extLst>
          </p:cNvPr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Terminal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2498A305-5DCB-420F-B1FE-46EC13EC4106}"/>
              </a:ext>
            </a:extLst>
          </p:cNvPr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Input/output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BEAEC-93F7-44D4-8F8C-CC06A13F654F}"/>
              </a:ext>
            </a:extLst>
          </p:cNvPr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6" name="Flowchart: Predefined Process 5">
            <a:extLst>
              <a:ext uri="{FF2B5EF4-FFF2-40B4-BE49-F238E27FC236}">
                <a16:creationId xmlns:a16="http://schemas.microsoft.com/office/drawing/2014/main" id="{0CEB4107-3EB4-4CFC-AA6D-1DDA7D25E792}"/>
              </a:ext>
            </a:extLst>
          </p:cNvPr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Subroutine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C414D04B-BAF6-463F-8A11-2B94DABB2648}"/>
              </a:ext>
            </a:extLst>
          </p:cNvPr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Decision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0D5BE2-D389-4C5F-AE2B-BDD54DA38851}"/>
              </a:ext>
            </a:extLst>
          </p:cNvPr>
          <p:cNvCxnSpPr>
            <a:cxnSpLocks/>
          </p:cNvCxnSpPr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8F1CC83-B156-48DB-941A-4D1B8345A9E2}"/>
              </a:ext>
            </a:extLst>
          </p:cNvPr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04BF41-3863-0A00-086C-ACC3CBA93118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 symbols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 descr="make_notes">
            <a:extLst>
              <a:ext uri="{FF2B5EF4-FFF2-40B4-BE49-F238E27FC236}">
                <a16:creationId xmlns:a16="http://schemas.microsoft.com/office/drawing/2014/main" id="{2728AC7D-8E7C-0B6B-AD1E-0CF538F6B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750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4" y="1052896"/>
            <a:ext cx="3391659" cy="2964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pseudocode in these videos follows the exact style which will be used in your exams.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full set of pseudocode is defined in the syllabus: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(9-1)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Science – 0984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(A*-G) Computer Science – 0478 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50B5BDE-177C-FC59-3759-7C98E8449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926" y="1213164"/>
            <a:ext cx="3544771" cy="501618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114935A2-CAC7-6487-CBD6-1DF896E6A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565" y="1312752"/>
            <a:ext cx="3612938" cy="509516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</TotalTime>
  <Words>1096</Words>
  <Application>Microsoft Office PowerPoint</Application>
  <PresentationFormat>Widescreen</PresentationFormat>
  <Paragraphs>275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155</cp:revision>
  <dcterms:created xsi:type="dcterms:W3CDTF">2019-10-14T15:21:06Z</dcterms:created>
  <dcterms:modified xsi:type="dcterms:W3CDTF">2022-08-25T14:03:56Z</dcterms:modified>
</cp:coreProperties>
</file>