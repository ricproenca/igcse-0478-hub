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2" r:id="rId3"/>
    <p:sldId id="261" r:id="rId4"/>
    <p:sldId id="263" r:id="rId5"/>
    <p:sldId id="278" r:id="rId6"/>
    <p:sldId id="279" r:id="rId7"/>
    <p:sldId id="260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3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06CCC-BDEB-4049-98A7-D8E5CAC3FAAF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31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06CCC-BDEB-4049-98A7-D8E5CAC3FAAF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98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What is an algorithm?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What is an algorithm?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algorithm?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6877378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People are often worried or even scared by the term </a:t>
            </a: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this is almost always </a:t>
            </a:r>
            <a:r>
              <a:rPr lang="en-GB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because they 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simply don’t understand what it means.</a:t>
            </a:r>
          </a:p>
        </p:txBody>
      </p:sp>
      <p:pic>
        <p:nvPicPr>
          <p:cNvPr id="3" name="Picture 2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C93C980B-BA24-414A-917D-FC32DF89D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17" y="754380"/>
            <a:ext cx="5736216" cy="5736216"/>
          </a:xfrm>
          <a:prstGeom prst="rect">
            <a:avLst/>
          </a:prstGeom>
        </p:spPr>
      </p:pic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59573B9E-2DA5-420E-960C-365051422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58" y="2231524"/>
            <a:ext cx="4259072" cy="42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1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algorithm?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4324414" cy="166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nothing more than a specific sequence of steps that can be followed to complete a task.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D9F2A812-3C89-4CCF-A4F9-5164DCF4F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437449"/>
            <a:ext cx="6262335" cy="62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5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algorithm?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944B0-33C7-7B7B-22ED-1651FF637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6060421" y="415900"/>
            <a:ext cx="6131579" cy="5389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FA78BF-489D-76C7-BA37-AF51AD9EB61C}"/>
              </a:ext>
            </a:extLst>
          </p:cNvPr>
          <p:cNvSpPr/>
          <p:nvPr/>
        </p:nvSpPr>
        <p:spPr>
          <a:xfrm>
            <a:off x="176566" y="1022358"/>
            <a:ext cx="3309584" cy="538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Making a sandwich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White or brown bread?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Spread?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eriod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Butter or margarine?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Sauce?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Filling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Lettuce?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eriod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Tomatoes?</a:t>
            </a:r>
          </a:p>
          <a:p>
            <a:pPr marL="800100" lvl="1" indent="-342900">
              <a:lnSpc>
                <a:spcPct val="107000"/>
              </a:lnSpc>
              <a:spcAft>
                <a:spcPts val="2000"/>
              </a:spcAft>
              <a:buFont typeface="+mj-lt"/>
              <a:buAutoNum type="alphaL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Bacon?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computer program is an implementation of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computer program in itself.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44987-0A3E-220F-1D63-C67F2703BFA6}"/>
              </a:ext>
            </a:extLst>
          </p:cNvPr>
          <p:cNvSpPr/>
          <p:nvPr/>
        </p:nvSpPr>
        <p:spPr>
          <a:xfrm>
            <a:off x="176565" y="993174"/>
            <a:ext cx="4324414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nothing more than a specific sequence of steps that can be followed to complete a task.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D295D3AA-E2D8-75FE-0C4A-57661821F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028" y="2031716"/>
            <a:ext cx="2351393" cy="398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8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5033611" cy="16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exam, you will need to be able to explain the purpose of a specific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might be presented as: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flowchart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Explaining the purpose of an algorithm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A865C1-7B3D-7096-30D1-107D5FD276B1}"/>
              </a:ext>
            </a:extLst>
          </p:cNvPr>
          <p:cNvGrpSpPr/>
          <p:nvPr/>
        </p:nvGrpSpPr>
        <p:grpSpPr>
          <a:xfrm>
            <a:off x="0" y="5074295"/>
            <a:ext cx="6355029" cy="1591452"/>
            <a:chOff x="4636821" y="5245745"/>
            <a:chExt cx="6355029" cy="159145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FC1766B-A2C4-5971-52A1-CD7346C309E3}"/>
                </a:ext>
              </a:extLst>
            </p:cNvPr>
            <p:cNvSpPr/>
            <p:nvPr/>
          </p:nvSpPr>
          <p:spPr>
            <a:xfrm>
              <a:off x="4825532" y="5412434"/>
              <a:ext cx="6166318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11" name="Graphic 10" descr="Information with solid fill">
              <a:extLst>
                <a:ext uri="{FF2B5EF4-FFF2-40B4-BE49-F238E27FC236}">
                  <a16:creationId xmlns:a16="http://schemas.microsoft.com/office/drawing/2014/main" id="{2C1D23F1-50BF-33B9-B55A-10197575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CE9714-4F0F-6508-E0CE-A7E662474902}"/>
                </a:ext>
              </a:extLst>
            </p:cNvPr>
            <p:cNvSpPr txBox="1"/>
            <p:nvPr/>
          </p:nvSpPr>
          <p:spPr>
            <a:xfrm>
              <a:off x="6228274" y="5565777"/>
              <a:ext cx="4452226" cy="968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video:</a:t>
              </a:r>
            </a:p>
            <a:p>
              <a:pPr marL="54000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 How to produce algorithms using pseudocode and flowcharts</a:t>
              </a: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D15C0BF-D2FD-9AA6-8922-AC4FD07FB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76997" y="1733550"/>
            <a:ext cx="5125510" cy="51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3ABECF9-76AA-A24D-1276-5EF1B4D02A30}"/>
              </a:ext>
            </a:extLst>
          </p:cNvPr>
          <p:cNvGrpSpPr/>
          <p:nvPr/>
        </p:nvGrpSpPr>
        <p:grpSpPr>
          <a:xfrm>
            <a:off x="6276977" y="1240283"/>
            <a:ext cx="5795610" cy="4055617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F158BE5-BB1A-A8AD-E9DC-C322ECF4B52D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2839C27-9382-8162-979F-4EA50274E408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Algorithm presented as a flowchart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4FBDC-4FE8-BC1F-46AF-CABE8F7D1961}"/>
              </a:ext>
            </a:extLst>
          </p:cNvPr>
          <p:cNvGrpSpPr/>
          <p:nvPr/>
        </p:nvGrpSpPr>
        <p:grpSpPr>
          <a:xfrm>
            <a:off x="115335" y="1240283"/>
            <a:ext cx="5795610" cy="4055617"/>
            <a:chOff x="115335" y="1049783"/>
            <a:chExt cx="5795610" cy="364866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9F12DA3-D282-85EC-38F2-23CEA74A7DFD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7449B5F-FE94-45F1-55E4-DD1B859C32C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Algorithm presented as pseudocode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Explaining the purpose of an algorithm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625E5-9652-5091-BE9D-944761A6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131" y="1710340"/>
            <a:ext cx="4954044" cy="35152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61752B-3EDF-7BFD-DF55-D62E5DF2206E}"/>
              </a:ext>
            </a:extLst>
          </p:cNvPr>
          <p:cNvSpPr/>
          <p:nvPr/>
        </p:nvSpPr>
        <p:spPr>
          <a:xfrm>
            <a:off x="382034" y="1696405"/>
            <a:ext cx="526221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EDCF25-BE77-DC43-2F2E-E87F0D849D5C}"/>
              </a:ext>
            </a:extLst>
          </p:cNvPr>
          <p:cNvSpPr/>
          <p:nvPr/>
        </p:nvSpPr>
        <p:spPr>
          <a:xfrm>
            <a:off x="176565" y="5445503"/>
            <a:ext cx="11777310" cy="1070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above both represent the same algorithm.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Implementing this algorithm as a solution will produce a computer program that asks the user to input two numbers and outputs which of the two is larger.</a:t>
            </a:r>
          </a:p>
        </p:txBody>
      </p:sp>
    </p:spTree>
    <p:extLst>
      <p:ext uri="{BB962C8B-B14F-4D97-AF65-F5344CB8AC3E}">
        <p14:creationId xmlns:p14="http://schemas.microsoft.com/office/powerpoint/2010/main" val="26325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498819" cy="1554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algorithm?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specific sequence of steps that can be followed to complete a task.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computer program is an implementation of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computer program in itself.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CD9B97E3-6B4A-4317-A4A3-77BC992A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334</Words>
  <Application>Microsoft Office PowerPoint</Application>
  <PresentationFormat>Widescreen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147</cp:revision>
  <dcterms:created xsi:type="dcterms:W3CDTF">2019-10-14T15:21:06Z</dcterms:created>
  <dcterms:modified xsi:type="dcterms:W3CDTF">2022-08-25T14:04:03Z</dcterms:modified>
</cp:coreProperties>
</file>