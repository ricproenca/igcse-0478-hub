
<file path=[Content_Types].xml><?xml version="1.0" encoding="utf-8"?>
<Types xmlns="http://schemas.openxmlformats.org/package/2006/content-types">
  <Default Extension="bin" ContentType="application/vnd.ms-office.activeX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activeX/activeX16.xml" ContentType="application/vnd.ms-office.activeX+xml"/>
  <Override PartName="/ppt/activeX/activeX17.xml" ContentType="application/vnd.ms-office.activeX+xml"/>
  <Override PartName="/ppt/activeX/activeX18.xml" ContentType="application/vnd.ms-office.activeX+xml"/>
  <Override PartName="/ppt/activeX/activeX19.xml" ContentType="application/vnd.ms-office.activeX+xml"/>
  <Override PartName="/ppt/activeX/activeX20.xml" ContentType="application/vnd.ms-office.activeX+xml"/>
  <Override PartName="/ppt/activeX/activeX21.xml" ContentType="application/vnd.ms-office.activeX+xml"/>
  <Override PartName="/ppt/activeX/activeX22.xml" ContentType="application/vnd.ms-office.activeX+xml"/>
  <Override PartName="/ppt/activeX/activeX23.xml" ContentType="application/vnd.ms-office.activeX+xml"/>
  <Override PartName="/ppt/activeX/activeX24.xml" ContentType="application/vnd.ms-office.activeX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ctiveX/activeX25.xml" ContentType="application/vnd.ms-office.activeX+xml"/>
  <Override PartName="/ppt/activeX/activeX26.xml" ContentType="application/vnd.ms-office.activeX+xml"/>
  <Override PartName="/ppt/activeX/activeX27.xml" ContentType="application/vnd.ms-office.activeX+xml"/>
  <Override PartName="/ppt/activeX/activeX28.xml" ContentType="application/vnd.ms-office.activeX+xml"/>
  <Override PartName="/ppt/activeX/activeX29.xml" ContentType="application/vnd.ms-office.activeX+xml"/>
  <Override PartName="/ppt/activeX/activeX30.xml" ContentType="application/vnd.ms-office.activeX+xml"/>
  <Override PartName="/ppt/activeX/activeX31.xml" ContentType="application/vnd.ms-office.activeX+xml"/>
  <Override PartName="/ppt/activeX/activeX32.xml" ContentType="application/vnd.ms-office.activeX+xml"/>
  <Override PartName="/ppt/activeX/activeX33.xml" ContentType="application/vnd.ms-office.activeX+xml"/>
  <Override PartName="/ppt/activeX/activeX34.xml" ContentType="application/vnd.ms-office.activeX+xml"/>
  <Override PartName="/ppt/activeX/activeX35.xml" ContentType="application/vnd.ms-office.activeX+xml"/>
  <Override PartName="/ppt/activeX/activeX36.xml" ContentType="application/vnd.ms-office.activeX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activeX/activeX37.xml" ContentType="application/vnd.ms-office.activeX+xml"/>
  <Override PartName="/ppt/activeX/activeX38.xml" ContentType="application/vnd.ms-office.activeX+xml"/>
  <Override PartName="/ppt/activeX/activeX39.xml" ContentType="application/vnd.ms-office.activeX+xml"/>
  <Override PartName="/ppt/activeX/activeX40.xml" ContentType="application/vnd.ms-office.activeX+xml"/>
  <Override PartName="/ppt/activeX/activeX41.xml" ContentType="application/vnd.ms-office.activeX+xml"/>
  <Override PartName="/ppt/activeX/activeX42.xml" ContentType="application/vnd.ms-office.activeX+xml"/>
  <Override PartName="/ppt/activeX/activeX43.xml" ContentType="application/vnd.ms-office.activeX+xml"/>
  <Override PartName="/ppt/activeX/activeX44.xml" ContentType="application/vnd.ms-office.activeX+xml"/>
  <Override PartName="/ppt/activeX/activeX45.xml" ContentType="application/vnd.ms-office.activeX+xml"/>
  <Override PartName="/ppt/activeX/activeX46.xml" ContentType="application/vnd.ms-office.activeX+xml"/>
  <Override PartName="/ppt/activeX/activeX47.xml" ContentType="application/vnd.ms-office.activeX+xml"/>
  <Override PartName="/ppt/activeX/activeX48.xml" ContentType="application/vnd.ms-office.activeX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activeX/activeX49.xml" ContentType="application/vnd.ms-office.activeX+xml"/>
  <Override PartName="/ppt/activeX/activeX50.xml" ContentType="application/vnd.ms-office.activeX+xml"/>
  <Override PartName="/ppt/activeX/activeX51.xml" ContentType="application/vnd.ms-office.activeX+xml"/>
  <Override PartName="/ppt/activeX/activeX52.xml" ContentType="application/vnd.ms-office.activeX+xml"/>
  <Override PartName="/ppt/activeX/activeX53.xml" ContentType="application/vnd.ms-office.activeX+xml"/>
  <Override PartName="/ppt/activeX/activeX54.xml" ContentType="application/vnd.ms-office.activeX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activeX/activeX55.xml" ContentType="application/vnd.ms-office.activeX+xml"/>
  <Override PartName="/ppt/activeX/activeX56.xml" ContentType="application/vnd.ms-office.activeX+xml"/>
  <Override PartName="/ppt/activeX/activeX57.xml" ContentType="application/vnd.ms-office.activeX+xml"/>
  <Override PartName="/ppt/activeX/activeX58.xml" ContentType="application/vnd.ms-office.activeX+xml"/>
  <Override PartName="/ppt/activeX/activeX59.xml" ContentType="application/vnd.ms-office.activeX+xml"/>
  <Override PartName="/ppt/activeX/activeX60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75" r:id="rId3"/>
    <p:sldId id="269" r:id="rId4"/>
    <p:sldId id="279" r:id="rId5"/>
    <p:sldId id="270" r:id="rId6"/>
    <p:sldId id="280" r:id="rId7"/>
    <p:sldId id="271" r:id="rId8"/>
    <p:sldId id="281" r:id="rId9"/>
    <p:sldId id="274" r:id="rId10"/>
    <p:sldId id="273" r:id="rId11"/>
    <p:sldId id="282" r:id="rId12"/>
    <p:sldId id="278" r:id="rId13"/>
    <p:sldId id="260" r:id="rId14"/>
    <p:sldId id="33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68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118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_rels/activeX22.xml.rels><?xml version="1.0" encoding="UTF-8" standalone="yes"?>
<Relationships xmlns="http://schemas.openxmlformats.org/package/2006/relationships"><Relationship Id="rId1" Type="http://schemas.microsoft.com/office/2006/relationships/activeXControlBinary" Target="activeX22.bin"/></Relationships>
</file>

<file path=ppt/activeX/_rels/activeX23.xml.rels><?xml version="1.0" encoding="UTF-8" standalone="yes"?>
<Relationships xmlns="http://schemas.openxmlformats.org/package/2006/relationships"><Relationship Id="rId1" Type="http://schemas.microsoft.com/office/2006/relationships/activeXControlBinary" Target="activeX23.bin"/></Relationships>
</file>

<file path=ppt/activeX/_rels/activeX24.xml.rels><?xml version="1.0" encoding="UTF-8" standalone="yes"?>
<Relationships xmlns="http://schemas.openxmlformats.org/package/2006/relationships"><Relationship Id="rId1" Type="http://schemas.microsoft.com/office/2006/relationships/activeXControlBinary" Target="activeX24.bin"/></Relationships>
</file>

<file path=ppt/activeX/_rels/activeX25.xml.rels><?xml version="1.0" encoding="UTF-8" standalone="yes"?>
<Relationships xmlns="http://schemas.openxmlformats.org/package/2006/relationships"><Relationship Id="rId1" Type="http://schemas.microsoft.com/office/2006/relationships/activeXControlBinary" Target="activeX25.bin"/></Relationships>
</file>

<file path=ppt/activeX/_rels/activeX26.xml.rels><?xml version="1.0" encoding="UTF-8" standalone="yes"?>
<Relationships xmlns="http://schemas.openxmlformats.org/package/2006/relationships"><Relationship Id="rId1" Type="http://schemas.microsoft.com/office/2006/relationships/activeXControlBinary" Target="activeX26.bin"/></Relationships>
</file>

<file path=ppt/activeX/_rels/activeX27.xml.rels><?xml version="1.0" encoding="UTF-8" standalone="yes"?>
<Relationships xmlns="http://schemas.openxmlformats.org/package/2006/relationships"><Relationship Id="rId1" Type="http://schemas.microsoft.com/office/2006/relationships/activeXControlBinary" Target="activeX27.bin"/></Relationships>
</file>

<file path=ppt/activeX/_rels/activeX28.xml.rels><?xml version="1.0" encoding="UTF-8" standalone="yes"?>
<Relationships xmlns="http://schemas.openxmlformats.org/package/2006/relationships"><Relationship Id="rId1" Type="http://schemas.microsoft.com/office/2006/relationships/activeXControlBinary" Target="activeX28.bin"/></Relationships>
</file>

<file path=ppt/activeX/_rels/activeX29.xml.rels><?xml version="1.0" encoding="UTF-8" standalone="yes"?>
<Relationships xmlns="http://schemas.openxmlformats.org/package/2006/relationships"><Relationship Id="rId1" Type="http://schemas.microsoft.com/office/2006/relationships/activeXControlBinary" Target="activeX29.bin"/></Relationships>
</file>

<file path=ppt/activeX/_rels/activeX30.xml.rels><?xml version="1.0" encoding="UTF-8" standalone="yes"?>
<Relationships xmlns="http://schemas.openxmlformats.org/package/2006/relationships"><Relationship Id="rId1" Type="http://schemas.microsoft.com/office/2006/relationships/activeXControlBinary" Target="activeX30.bin"/></Relationships>
</file>

<file path=ppt/activeX/_rels/activeX31.xml.rels><?xml version="1.0" encoding="UTF-8" standalone="yes"?>
<Relationships xmlns="http://schemas.openxmlformats.org/package/2006/relationships"><Relationship Id="rId1" Type="http://schemas.microsoft.com/office/2006/relationships/activeXControlBinary" Target="activeX31.bin"/></Relationships>
</file>

<file path=ppt/activeX/_rels/activeX32.xml.rels><?xml version="1.0" encoding="UTF-8" standalone="yes"?>
<Relationships xmlns="http://schemas.openxmlformats.org/package/2006/relationships"><Relationship Id="rId1" Type="http://schemas.microsoft.com/office/2006/relationships/activeXControlBinary" Target="activeX32.bin"/></Relationships>
</file>

<file path=ppt/activeX/_rels/activeX33.xml.rels><?xml version="1.0" encoding="UTF-8" standalone="yes"?>
<Relationships xmlns="http://schemas.openxmlformats.org/package/2006/relationships"><Relationship Id="rId1" Type="http://schemas.microsoft.com/office/2006/relationships/activeXControlBinary" Target="activeX33.bin"/></Relationships>
</file>

<file path=ppt/activeX/_rels/activeX34.xml.rels><?xml version="1.0" encoding="UTF-8" standalone="yes"?>
<Relationships xmlns="http://schemas.openxmlformats.org/package/2006/relationships"><Relationship Id="rId1" Type="http://schemas.microsoft.com/office/2006/relationships/activeXControlBinary" Target="activeX34.bin"/></Relationships>
</file>

<file path=ppt/activeX/_rels/activeX35.xml.rels><?xml version="1.0" encoding="UTF-8" standalone="yes"?>
<Relationships xmlns="http://schemas.openxmlformats.org/package/2006/relationships"><Relationship Id="rId1" Type="http://schemas.microsoft.com/office/2006/relationships/activeXControlBinary" Target="activeX35.bin"/></Relationships>
</file>

<file path=ppt/activeX/_rels/activeX36.xml.rels><?xml version="1.0" encoding="UTF-8" standalone="yes"?>
<Relationships xmlns="http://schemas.openxmlformats.org/package/2006/relationships"><Relationship Id="rId1" Type="http://schemas.microsoft.com/office/2006/relationships/activeXControlBinary" Target="activeX36.bin"/></Relationships>
</file>

<file path=ppt/activeX/_rels/activeX37.xml.rels><?xml version="1.0" encoding="UTF-8" standalone="yes"?>
<Relationships xmlns="http://schemas.openxmlformats.org/package/2006/relationships"><Relationship Id="rId1" Type="http://schemas.microsoft.com/office/2006/relationships/activeXControlBinary" Target="activeX37.bin"/></Relationships>
</file>

<file path=ppt/activeX/_rels/activeX38.xml.rels><?xml version="1.0" encoding="UTF-8" standalone="yes"?>
<Relationships xmlns="http://schemas.openxmlformats.org/package/2006/relationships"><Relationship Id="rId1" Type="http://schemas.microsoft.com/office/2006/relationships/activeXControlBinary" Target="activeX38.bin"/></Relationships>
</file>

<file path=ppt/activeX/_rels/activeX39.xml.rels><?xml version="1.0" encoding="UTF-8" standalone="yes"?>
<Relationships xmlns="http://schemas.openxmlformats.org/package/2006/relationships"><Relationship Id="rId1" Type="http://schemas.microsoft.com/office/2006/relationships/activeXControlBinary" Target="activeX39.bin"/></Relationships>
</file>

<file path=ppt/activeX/_rels/activeX40.xml.rels><?xml version="1.0" encoding="UTF-8" standalone="yes"?>
<Relationships xmlns="http://schemas.openxmlformats.org/package/2006/relationships"><Relationship Id="rId1" Type="http://schemas.microsoft.com/office/2006/relationships/activeXControlBinary" Target="activeX40.bin"/></Relationships>
</file>

<file path=ppt/activeX/_rels/activeX41.xml.rels><?xml version="1.0" encoding="UTF-8" standalone="yes"?>
<Relationships xmlns="http://schemas.openxmlformats.org/package/2006/relationships"><Relationship Id="rId1" Type="http://schemas.microsoft.com/office/2006/relationships/activeXControlBinary" Target="activeX41.bin"/></Relationships>
</file>

<file path=ppt/activeX/_rels/activeX42.xml.rels><?xml version="1.0" encoding="UTF-8" standalone="yes"?>
<Relationships xmlns="http://schemas.openxmlformats.org/package/2006/relationships"><Relationship Id="rId1" Type="http://schemas.microsoft.com/office/2006/relationships/activeXControlBinary" Target="activeX42.bin"/></Relationships>
</file>

<file path=ppt/activeX/_rels/activeX43.xml.rels><?xml version="1.0" encoding="UTF-8" standalone="yes"?>
<Relationships xmlns="http://schemas.openxmlformats.org/package/2006/relationships"><Relationship Id="rId1" Type="http://schemas.microsoft.com/office/2006/relationships/activeXControlBinary" Target="activeX43.bin"/></Relationships>
</file>

<file path=ppt/activeX/_rels/activeX44.xml.rels><?xml version="1.0" encoding="UTF-8" standalone="yes"?>
<Relationships xmlns="http://schemas.openxmlformats.org/package/2006/relationships"><Relationship Id="rId1" Type="http://schemas.microsoft.com/office/2006/relationships/activeXControlBinary" Target="activeX44.bin"/></Relationships>
</file>

<file path=ppt/activeX/_rels/activeX45.xml.rels><?xml version="1.0" encoding="UTF-8" standalone="yes"?>
<Relationships xmlns="http://schemas.openxmlformats.org/package/2006/relationships"><Relationship Id="rId1" Type="http://schemas.microsoft.com/office/2006/relationships/activeXControlBinary" Target="activeX45.bin"/></Relationships>
</file>

<file path=ppt/activeX/_rels/activeX46.xml.rels><?xml version="1.0" encoding="UTF-8" standalone="yes"?>
<Relationships xmlns="http://schemas.openxmlformats.org/package/2006/relationships"><Relationship Id="rId1" Type="http://schemas.microsoft.com/office/2006/relationships/activeXControlBinary" Target="activeX46.bin"/></Relationships>
</file>

<file path=ppt/activeX/_rels/activeX47.xml.rels><?xml version="1.0" encoding="UTF-8" standalone="yes"?>
<Relationships xmlns="http://schemas.openxmlformats.org/package/2006/relationships"><Relationship Id="rId1" Type="http://schemas.microsoft.com/office/2006/relationships/activeXControlBinary" Target="activeX47.bin"/></Relationships>
</file>

<file path=ppt/activeX/_rels/activeX48.xml.rels><?xml version="1.0" encoding="UTF-8" standalone="yes"?>
<Relationships xmlns="http://schemas.openxmlformats.org/package/2006/relationships"><Relationship Id="rId1" Type="http://schemas.microsoft.com/office/2006/relationships/activeXControlBinary" Target="activeX48.bin"/></Relationships>
</file>

<file path=ppt/activeX/_rels/activeX49.xml.rels><?xml version="1.0" encoding="UTF-8" standalone="yes"?>
<Relationships xmlns="http://schemas.openxmlformats.org/package/2006/relationships"><Relationship Id="rId1" Type="http://schemas.microsoft.com/office/2006/relationships/activeXControlBinary" Target="activeX49.bin"/></Relationships>
</file>

<file path=ppt/activeX/_rels/activeX50.xml.rels><?xml version="1.0" encoding="UTF-8" standalone="yes"?>
<Relationships xmlns="http://schemas.openxmlformats.org/package/2006/relationships"><Relationship Id="rId1" Type="http://schemas.microsoft.com/office/2006/relationships/activeXControlBinary" Target="activeX50.bin"/></Relationships>
</file>

<file path=ppt/activeX/_rels/activeX51.xml.rels><?xml version="1.0" encoding="UTF-8" standalone="yes"?>
<Relationships xmlns="http://schemas.openxmlformats.org/package/2006/relationships"><Relationship Id="rId1" Type="http://schemas.microsoft.com/office/2006/relationships/activeXControlBinary" Target="activeX51.bin"/></Relationships>
</file>

<file path=ppt/activeX/_rels/activeX52.xml.rels><?xml version="1.0" encoding="UTF-8" standalone="yes"?>
<Relationships xmlns="http://schemas.openxmlformats.org/package/2006/relationships"><Relationship Id="rId1" Type="http://schemas.microsoft.com/office/2006/relationships/activeXControlBinary" Target="activeX52.bin"/></Relationships>
</file>

<file path=ppt/activeX/_rels/activeX53.xml.rels><?xml version="1.0" encoding="UTF-8" standalone="yes"?>
<Relationships xmlns="http://schemas.openxmlformats.org/package/2006/relationships"><Relationship Id="rId1" Type="http://schemas.microsoft.com/office/2006/relationships/activeXControlBinary" Target="activeX53.bin"/></Relationships>
</file>

<file path=ppt/activeX/_rels/activeX54.xml.rels><?xml version="1.0" encoding="UTF-8" standalone="yes"?>
<Relationships xmlns="http://schemas.openxmlformats.org/package/2006/relationships"><Relationship Id="rId1" Type="http://schemas.microsoft.com/office/2006/relationships/activeXControlBinary" Target="activeX54.bin"/></Relationships>
</file>

<file path=ppt/activeX/_rels/activeX55.xml.rels><?xml version="1.0" encoding="UTF-8" standalone="yes"?>
<Relationships xmlns="http://schemas.openxmlformats.org/package/2006/relationships"><Relationship Id="rId1" Type="http://schemas.microsoft.com/office/2006/relationships/activeXControlBinary" Target="activeX55.bin"/></Relationships>
</file>

<file path=ppt/activeX/_rels/activeX56.xml.rels><?xml version="1.0" encoding="UTF-8" standalone="yes"?>
<Relationships xmlns="http://schemas.openxmlformats.org/package/2006/relationships"><Relationship Id="rId1" Type="http://schemas.microsoft.com/office/2006/relationships/activeXControlBinary" Target="activeX56.bin"/></Relationships>
</file>

<file path=ppt/activeX/_rels/activeX57.xml.rels><?xml version="1.0" encoding="UTF-8" standalone="yes"?>
<Relationships xmlns="http://schemas.openxmlformats.org/package/2006/relationships"><Relationship Id="rId1" Type="http://schemas.microsoft.com/office/2006/relationships/activeXControlBinary" Target="activeX57.bin"/></Relationships>
</file>

<file path=ppt/activeX/_rels/activeX58.xml.rels><?xml version="1.0" encoding="UTF-8" standalone="yes"?>
<Relationships xmlns="http://schemas.openxmlformats.org/package/2006/relationships"><Relationship Id="rId1" Type="http://schemas.microsoft.com/office/2006/relationships/activeXControlBinary" Target="activeX58.bin"/></Relationships>
</file>

<file path=ppt/activeX/_rels/activeX59.xml.rels><?xml version="1.0" encoding="UTF-8" standalone="yes"?>
<Relationships xmlns="http://schemas.openxmlformats.org/package/2006/relationships"><Relationship Id="rId1" Type="http://schemas.microsoft.com/office/2006/relationships/activeXControlBinary" Target="activeX59.bin"/></Relationships>
</file>

<file path=ppt/activeX/_rels/activeX60.xml.rels><?xml version="1.0" encoding="UTF-8" standalone="yes"?>
<Relationships xmlns="http://schemas.openxmlformats.org/package/2006/relationships"><Relationship Id="rId1" Type="http://schemas.microsoft.com/office/2006/relationships/activeXControlBinary" Target="activeX60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0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3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6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3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4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4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5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5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60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B4FABA-EB24-4802-BE07-02B179596F41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F93B1DA-E6B6-4432-ADB1-027F01ACE37D}">
      <dgm:prSet phldrT="[Text]"/>
      <dgm:spPr>
        <a:solidFill>
          <a:srgbClr val="FFDF7F"/>
        </a:solidFill>
      </dgm:spPr>
      <dgm:t>
        <a:bodyPr/>
        <a:lstStyle/>
        <a:p>
          <a:r>
            <a:rPr lang="en-GB" dirty="0"/>
            <a:t>Input validation techniques</a:t>
          </a:r>
        </a:p>
      </dgm:t>
    </dgm:pt>
    <dgm:pt modelId="{94F6D428-F470-49D4-AF89-BD11D39FD57B}" type="parTrans" cxnId="{8C4B41C2-1F9A-4305-9F31-4ACBC7A4E349}">
      <dgm:prSet/>
      <dgm:spPr/>
      <dgm:t>
        <a:bodyPr/>
        <a:lstStyle/>
        <a:p>
          <a:endParaRPr lang="en-GB"/>
        </a:p>
      </dgm:t>
    </dgm:pt>
    <dgm:pt modelId="{7F9FD8A7-F674-4C82-B23E-A8DF021FD053}" type="sibTrans" cxnId="{8C4B41C2-1F9A-4305-9F31-4ACBC7A4E349}">
      <dgm:prSet/>
      <dgm:spPr/>
      <dgm:t>
        <a:bodyPr/>
        <a:lstStyle/>
        <a:p>
          <a:endParaRPr lang="en-GB"/>
        </a:p>
      </dgm:t>
    </dgm:pt>
    <dgm:pt modelId="{179288E9-4C7A-45F1-AC03-BEDFF6E46A1D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Type check</a:t>
          </a:r>
        </a:p>
      </dgm:t>
    </dgm:pt>
    <dgm:pt modelId="{85ED96C7-3914-47C1-BEA7-19D54C802018}" type="parTrans" cxnId="{5D165956-880D-4FE7-AF70-79FB8D571613}">
      <dgm:prSet/>
      <dgm:spPr/>
      <dgm:t>
        <a:bodyPr/>
        <a:lstStyle/>
        <a:p>
          <a:endParaRPr lang="en-GB"/>
        </a:p>
      </dgm:t>
    </dgm:pt>
    <dgm:pt modelId="{B8FD35F1-B2D0-4CDF-A6A6-52DFFADC6485}" type="sibTrans" cxnId="{5D165956-880D-4FE7-AF70-79FB8D571613}">
      <dgm:prSet/>
      <dgm:spPr/>
      <dgm:t>
        <a:bodyPr/>
        <a:lstStyle/>
        <a:p>
          <a:endParaRPr lang="en-GB"/>
        </a:p>
      </dgm:t>
    </dgm:pt>
    <dgm:pt modelId="{F43F8E49-19CD-45BE-9827-FDEAED972389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Range check</a:t>
          </a:r>
        </a:p>
      </dgm:t>
    </dgm:pt>
    <dgm:pt modelId="{5047ACEB-CFF7-4D44-B0C2-BFEF5CFEAAFC}" type="parTrans" cxnId="{1FDA244D-7BB9-4245-802B-A376760EA8BA}">
      <dgm:prSet/>
      <dgm:spPr/>
      <dgm:t>
        <a:bodyPr/>
        <a:lstStyle/>
        <a:p>
          <a:endParaRPr lang="en-GB"/>
        </a:p>
      </dgm:t>
    </dgm:pt>
    <dgm:pt modelId="{2BB54BA4-F4DD-4B65-A034-6EB5316C0D59}" type="sibTrans" cxnId="{1FDA244D-7BB9-4245-802B-A376760EA8BA}">
      <dgm:prSet/>
      <dgm:spPr/>
      <dgm:t>
        <a:bodyPr/>
        <a:lstStyle/>
        <a:p>
          <a:endParaRPr lang="en-GB"/>
        </a:p>
      </dgm:t>
    </dgm:pt>
    <dgm:pt modelId="{2E0EF4DC-6637-495F-8595-84FA015DF222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Presence check</a:t>
          </a:r>
        </a:p>
      </dgm:t>
    </dgm:pt>
    <dgm:pt modelId="{D6103BF9-0C0C-4A87-993F-73D05A9DF513}" type="parTrans" cxnId="{C656C4BE-1251-42F4-A398-F164AB3A9042}">
      <dgm:prSet/>
      <dgm:spPr/>
      <dgm:t>
        <a:bodyPr/>
        <a:lstStyle/>
        <a:p>
          <a:endParaRPr lang="en-GB"/>
        </a:p>
      </dgm:t>
    </dgm:pt>
    <dgm:pt modelId="{B8828398-5D77-4489-AF33-624DE3439C5D}" type="sibTrans" cxnId="{C656C4BE-1251-42F4-A398-F164AB3A9042}">
      <dgm:prSet/>
      <dgm:spPr/>
      <dgm:t>
        <a:bodyPr/>
        <a:lstStyle/>
        <a:p>
          <a:endParaRPr lang="en-GB"/>
        </a:p>
      </dgm:t>
    </dgm:pt>
    <dgm:pt modelId="{5393DF8B-1E7E-488A-9A08-A63E290B118A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Format check</a:t>
          </a:r>
        </a:p>
      </dgm:t>
    </dgm:pt>
    <dgm:pt modelId="{565A46BA-CC3C-4242-A87D-E6537CCC488E}" type="parTrans" cxnId="{8576DBCA-ACD2-46C6-A592-71474BED6234}">
      <dgm:prSet/>
      <dgm:spPr/>
      <dgm:t>
        <a:bodyPr/>
        <a:lstStyle/>
        <a:p>
          <a:endParaRPr lang="en-GB"/>
        </a:p>
      </dgm:t>
    </dgm:pt>
    <dgm:pt modelId="{1399539C-D1E6-4017-9D0D-3F1301652E5B}" type="sibTrans" cxnId="{8576DBCA-ACD2-46C6-A592-71474BED6234}">
      <dgm:prSet/>
      <dgm:spPr/>
      <dgm:t>
        <a:bodyPr/>
        <a:lstStyle/>
        <a:p>
          <a:endParaRPr lang="en-GB"/>
        </a:p>
      </dgm:t>
    </dgm:pt>
    <dgm:pt modelId="{1FC81214-1D01-490D-ADBB-F4A22593748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Length check</a:t>
          </a:r>
        </a:p>
      </dgm:t>
    </dgm:pt>
    <dgm:pt modelId="{92A439F2-C7D8-4751-AE2A-124837045A20}" type="parTrans" cxnId="{8C06BB3B-A5EF-47C2-8A08-D0F7D3EC71BE}">
      <dgm:prSet/>
      <dgm:spPr/>
      <dgm:t>
        <a:bodyPr/>
        <a:lstStyle/>
        <a:p>
          <a:endParaRPr lang="en-GB"/>
        </a:p>
      </dgm:t>
    </dgm:pt>
    <dgm:pt modelId="{B499CCFC-8FC5-45C9-BBF0-80217E3A24B0}" type="sibTrans" cxnId="{8C06BB3B-A5EF-47C2-8A08-D0F7D3EC71BE}">
      <dgm:prSet/>
      <dgm:spPr/>
      <dgm:t>
        <a:bodyPr/>
        <a:lstStyle/>
        <a:p>
          <a:endParaRPr lang="en-GB"/>
        </a:p>
      </dgm:t>
    </dgm:pt>
    <dgm:pt modelId="{8BEB938A-3282-44A7-9C13-DB6483CC09E3}" type="pres">
      <dgm:prSet presAssocID="{0AB4FABA-EB24-4802-BE07-02B179596F41}" presName="composite" presStyleCnt="0">
        <dgm:presLayoutVars>
          <dgm:chMax val="1"/>
          <dgm:dir/>
          <dgm:resizeHandles val="exact"/>
        </dgm:presLayoutVars>
      </dgm:prSet>
      <dgm:spPr/>
    </dgm:pt>
    <dgm:pt modelId="{BC5730F7-E310-49ED-B589-9476C5C67F10}" type="pres">
      <dgm:prSet presAssocID="{0AB4FABA-EB24-4802-BE07-02B179596F41}" presName="radial" presStyleCnt="0">
        <dgm:presLayoutVars>
          <dgm:animLvl val="ctr"/>
        </dgm:presLayoutVars>
      </dgm:prSet>
      <dgm:spPr/>
    </dgm:pt>
    <dgm:pt modelId="{597DDA61-FB0F-4142-BCEA-0557FBAE2324}" type="pres">
      <dgm:prSet presAssocID="{2F93B1DA-E6B6-4432-ADB1-027F01ACE37D}" presName="centerShape" presStyleLbl="vennNode1" presStyleIdx="0" presStyleCnt="6"/>
      <dgm:spPr/>
    </dgm:pt>
    <dgm:pt modelId="{072150E6-B840-4BB5-BA34-2B5E11FDF934}" type="pres">
      <dgm:prSet presAssocID="{179288E9-4C7A-45F1-AC03-BEDFF6E46A1D}" presName="node" presStyleLbl="vennNode1" presStyleIdx="1" presStyleCnt="6">
        <dgm:presLayoutVars>
          <dgm:bulletEnabled val="1"/>
        </dgm:presLayoutVars>
      </dgm:prSet>
      <dgm:spPr/>
    </dgm:pt>
    <dgm:pt modelId="{6F46C31E-8D06-42E9-9BD3-97656FBB7762}" type="pres">
      <dgm:prSet presAssocID="{F43F8E49-19CD-45BE-9827-FDEAED972389}" presName="node" presStyleLbl="vennNode1" presStyleIdx="2" presStyleCnt="6">
        <dgm:presLayoutVars>
          <dgm:bulletEnabled val="1"/>
        </dgm:presLayoutVars>
      </dgm:prSet>
      <dgm:spPr/>
    </dgm:pt>
    <dgm:pt modelId="{42DC2C57-216E-4256-85F5-FA628B5AE52E}" type="pres">
      <dgm:prSet presAssocID="{2E0EF4DC-6637-495F-8595-84FA015DF222}" presName="node" presStyleLbl="vennNode1" presStyleIdx="3" presStyleCnt="6">
        <dgm:presLayoutVars>
          <dgm:bulletEnabled val="1"/>
        </dgm:presLayoutVars>
      </dgm:prSet>
      <dgm:spPr/>
    </dgm:pt>
    <dgm:pt modelId="{03543C90-3D96-4949-834C-48638F7FFF0B}" type="pres">
      <dgm:prSet presAssocID="{5393DF8B-1E7E-488A-9A08-A63E290B118A}" presName="node" presStyleLbl="vennNode1" presStyleIdx="4" presStyleCnt="6">
        <dgm:presLayoutVars>
          <dgm:bulletEnabled val="1"/>
        </dgm:presLayoutVars>
      </dgm:prSet>
      <dgm:spPr/>
    </dgm:pt>
    <dgm:pt modelId="{6D716C98-E24E-4584-AC7E-52B03C0C060E}" type="pres">
      <dgm:prSet presAssocID="{1FC81214-1D01-490D-ADBB-F4A225937481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EF549318-C31D-471D-BDAD-2542CFEC6BDC}" type="presOf" srcId="{0AB4FABA-EB24-4802-BE07-02B179596F41}" destId="{8BEB938A-3282-44A7-9C13-DB6483CC09E3}" srcOrd="0" destOrd="0" presId="urn:microsoft.com/office/officeart/2005/8/layout/radial3"/>
    <dgm:cxn modelId="{A03B5F2B-6469-4C17-AA85-B0F247AB3092}" type="presOf" srcId="{2F93B1DA-E6B6-4432-ADB1-027F01ACE37D}" destId="{597DDA61-FB0F-4142-BCEA-0557FBAE2324}" srcOrd="0" destOrd="0" presId="urn:microsoft.com/office/officeart/2005/8/layout/radial3"/>
    <dgm:cxn modelId="{8C06BB3B-A5EF-47C2-8A08-D0F7D3EC71BE}" srcId="{2F93B1DA-E6B6-4432-ADB1-027F01ACE37D}" destId="{1FC81214-1D01-490D-ADBB-F4A225937481}" srcOrd="4" destOrd="0" parTransId="{92A439F2-C7D8-4751-AE2A-124837045A20}" sibTransId="{B499CCFC-8FC5-45C9-BBF0-80217E3A24B0}"/>
    <dgm:cxn modelId="{DA903D3C-8301-4511-B560-E4AA2E261831}" type="presOf" srcId="{5393DF8B-1E7E-488A-9A08-A63E290B118A}" destId="{03543C90-3D96-4949-834C-48638F7FFF0B}" srcOrd="0" destOrd="0" presId="urn:microsoft.com/office/officeart/2005/8/layout/radial3"/>
    <dgm:cxn modelId="{4CDC4E64-6403-4623-A311-9715FB0E41F6}" type="presOf" srcId="{2E0EF4DC-6637-495F-8595-84FA015DF222}" destId="{42DC2C57-216E-4256-85F5-FA628B5AE52E}" srcOrd="0" destOrd="0" presId="urn:microsoft.com/office/officeart/2005/8/layout/radial3"/>
    <dgm:cxn modelId="{1FDA244D-7BB9-4245-802B-A376760EA8BA}" srcId="{2F93B1DA-E6B6-4432-ADB1-027F01ACE37D}" destId="{F43F8E49-19CD-45BE-9827-FDEAED972389}" srcOrd="1" destOrd="0" parTransId="{5047ACEB-CFF7-4D44-B0C2-BFEF5CFEAAFC}" sibTransId="{2BB54BA4-F4DD-4B65-A034-6EB5316C0D59}"/>
    <dgm:cxn modelId="{5D165956-880D-4FE7-AF70-79FB8D571613}" srcId="{2F93B1DA-E6B6-4432-ADB1-027F01ACE37D}" destId="{179288E9-4C7A-45F1-AC03-BEDFF6E46A1D}" srcOrd="0" destOrd="0" parTransId="{85ED96C7-3914-47C1-BEA7-19D54C802018}" sibTransId="{B8FD35F1-B2D0-4CDF-A6A6-52DFFADC6485}"/>
    <dgm:cxn modelId="{F88F4B7D-4354-4D58-B1F7-46042A289963}" type="presOf" srcId="{1FC81214-1D01-490D-ADBB-F4A225937481}" destId="{6D716C98-E24E-4584-AC7E-52B03C0C060E}" srcOrd="0" destOrd="0" presId="urn:microsoft.com/office/officeart/2005/8/layout/radial3"/>
    <dgm:cxn modelId="{17771198-4E6D-49C5-B442-8CE92F7C5927}" type="presOf" srcId="{F43F8E49-19CD-45BE-9827-FDEAED972389}" destId="{6F46C31E-8D06-42E9-9BD3-97656FBB7762}" srcOrd="0" destOrd="0" presId="urn:microsoft.com/office/officeart/2005/8/layout/radial3"/>
    <dgm:cxn modelId="{AFA4E69F-28F8-4445-BCA9-F2301850218E}" type="presOf" srcId="{179288E9-4C7A-45F1-AC03-BEDFF6E46A1D}" destId="{072150E6-B840-4BB5-BA34-2B5E11FDF934}" srcOrd="0" destOrd="0" presId="urn:microsoft.com/office/officeart/2005/8/layout/radial3"/>
    <dgm:cxn modelId="{C656C4BE-1251-42F4-A398-F164AB3A9042}" srcId="{2F93B1DA-E6B6-4432-ADB1-027F01ACE37D}" destId="{2E0EF4DC-6637-495F-8595-84FA015DF222}" srcOrd="2" destOrd="0" parTransId="{D6103BF9-0C0C-4A87-993F-73D05A9DF513}" sibTransId="{B8828398-5D77-4489-AF33-624DE3439C5D}"/>
    <dgm:cxn modelId="{8C4B41C2-1F9A-4305-9F31-4ACBC7A4E349}" srcId="{0AB4FABA-EB24-4802-BE07-02B179596F41}" destId="{2F93B1DA-E6B6-4432-ADB1-027F01ACE37D}" srcOrd="0" destOrd="0" parTransId="{94F6D428-F470-49D4-AF89-BD11D39FD57B}" sibTransId="{7F9FD8A7-F674-4C82-B23E-A8DF021FD053}"/>
    <dgm:cxn modelId="{8576DBCA-ACD2-46C6-A592-71474BED6234}" srcId="{2F93B1DA-E6B6-4432-ADB1-027F01ACE37D}" destId="{5393DF8B-1E7E-488A-9A08-A63E290B118A}" srcOrd="3" destOrd="0" parTransId="{565A46BA-CC3C-4242-A87D-E6537CCC488E}" sibTransId="{1399539C-D1E6-4017-9D0D-3F1301652E5B}"/>
    <dgm:cxn modelId="{4910680D-F90E-41E5-84FC-0317B57D748B}" type="presParOf" srcId="{8BEB938A-3282-44A7-9C13-DB6483CC09E3}" destId="{BC5730F7-E310-49ED-B589-9476C5C67F10}" srcOrd="0" destOrd="0" presId="urn:microsoft.com/office/officeart/2005/8/layout/radial3"/>
    <dgm:cxn modelId="{17BE48BF-6695-4A80-B996-A2374128597A}" type="presParOf" srcId="{BC5730F7-E310-49ED-B589-9476C5C67F10}" destId="{597DDA61-FB0F-4142-BCEA-0557FBAE2324}" srcOrd="0" destOrd="0" presId="urn:microsoft.com/office/officeart/2005/8/layout/radial3"/>
    <dgm:cxn modelId="{44363473-30F8-4F50-8FBB-4575A0C9E396}" type="presParOf" srcId="{BC5730F7-E310-49ED-B589-9476C5C67F10}" destId="{072150E6-B840-4BB5-BA34-2B5E11FDF934}" srcOrd="1" destOrd="0" presId="urn:microsoft.com/office/officeart/2005/8/layout/radial3"/>
    <dgm:cxn modelId="{63AD3B54-EFF4-4BD3-9DB6-8FE2CB584817}" type="presParOf" srcId="{BC5730F7-E310-49ED-B589-9476C5C67F10}" destId="{6F46C31E-8D06-42E9-9BD3-97656FBB7762}" srcOrd="2" destOrd="0" presId="urn:microsoft.com/office/officeart/2005/8/layout/radial3"/>
    <dgm:cxn modelId="{B5048354-E896-47D0-AA32-28E402AC8744}" type="presParOf" srcId="{BC5730F7-E310-49ED-B589-9476C5C67F10}" destId="{42DC2C57-216E-4256-85F5-FA628B5AE52E}" srcOrd="3" destOrd="0" presId="urn:microsoft.com/office/officeart/2005/8/layout/radial3"/>
    <dgm:cxn modelId="{C8FC42D6-30AA-4FBF-ACD0-6CC459D9C255}" type="presParOf" srcId="{BC5730F7-E310-49ED-B589-9476C5C67F10}" destId="{03543C90-3D96-4949-834C-48638F7FFF0B}" srcOrd="4" destOrd="0" presId="urn:microsoft.com/office/officeart/2005/8/layout/radial3"/>
    <dgm:cxn modelId="{07125694-AAE4-455E-9F6F-C6739F04E963}" type="presParOf" srcId="{BC5730F7-E310-49ED-B589-9476C5C67F10}" destId="{6D716C98-E24E-4584-AC7E-52B03C0C060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B4FABA-EB24-4802-BE07-02B179596F41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F93B1DA-E6B6-4432-ADB1-027F01ACE37D}">
      <dgm:prSet phldrT="[Text]"/>
      <dgm:spPr>
        <a:solidFill>
          <a:srgbClr val="FFDF7F"/>
        </a:solidFill>
      </dgm:spPr>
      <dgm:t>
        <a:bodyPr/>
        <a:lstStyle/>
        <a:p>
          <a:r>
            <a:rPr lang="en-GB" dirty="0"/>
            <a:t>Input validation techniques</a:t>
          </a:r>
        </a:p>
      </dgm:t>
    </dgm:pt>
    <dgm:pt modelId="{94F6D428-F470-49D4-AF89-BD11D39FD57B}" type="parTrans" cxnId="{8C4B41C2-1F9A-4305-9F31-4ACBC7A4E349}">
      <dgm:prSet/>
      <dgm:spPr/>
      <dgm:t>
        <a:bodyPr/>
        <a:lstStyle/>
        <a:p>
          <a:endParaRPr lang="en-GB"/>
        </a:p>
      </dgm:t>
    </dgm:pt>
    <dgm:pt modelId="{7F9FD8A7-F674-4C82-B23E-A8DF021FD053}" type="sibTrans" cxnId="{8C4B41C2-1F9A-4305-9F31-4ACBC7A4E349}">
      <dgm:prSet/>
      <dgm:spPr/>
      <dgm:t>
        <a:bodyPr/>
        <a:lstStyle/>
        <a:p>
          <a:endParaRPr lang="en-GB"/>
        </a:p>
      </dgm:t>
    </dgm:pt>
    <dgm:pt modelId="{179288E9-4C7A-45F1-AC03-BEDFF6E46A1D}">
      <dgm:prSet phldrT="[Text]"/>
      <dgm:spPr/>
      <dgm:t>
        <a:bodyPr/>
        <a:lstStyle/>
        <a:p>
          <a:r>
            <a:rPr lang="en-GB" dirty="0"/>
            <a:t>Type check</a:t>
          </a:r>
        </a:p>
      </dgm:t>
    </dgm:pt>
    <dgm:pt modelId="{85ED96C7-3914-47C1-BEA7-19D54C802018}" type="parTrans" cxnId="{5D165956-880D-4FE7-AF70-79FB8D571613}">
      <dgm:prSet/>
      <dgm:spPr/>
      <dgm:t>
        <a:bodyPr/>
        <a:lstStyle/>
        <a:p>
          <a:endParaRPr lang="en-GB"/>
        </a:p>
      </dgm:t>
    </dgm:pt>
    <dgm:pt modelId="{B8FD35F1-B2D0-4CDF-A6A6-52DFFADC6485}" type="sibTrans" cxnId="{5D165956-880D-4FE7-AF70-79FB8D571613}">
      <dgm:prSet/>
      <dgm:spPr/>
      <dgm:t>
        <a:bodyPr/>
        <a:lstStyle/>
        <a:p>
          <a:endParaRPr lang="en-GB"/>
        </a:p>
      </dgm:t>
    </dgm:pt>
    <dgm:pt modelId="{F43F8E49-19CD-45BE-9827-FDEAED972389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Range check</a:t>
          </a:r>
        </a:p>
      </dgm:t>
    </dgm:pt>
    <dgm:pt modelId="{5047ACEB-CFF7-4D44-B0C2-BFEF5CFEAAFC}" type="parTrans" cxnId="{1FDA244D-7BB9-4245-802B-A376760EA8BA}">
      <dgm:prSet/>
      <dgm:spPr/>
      <dgm:t>
        <a:bodyPr/>
        <a:lstStyle/>
        <a:p>
          <a:endParaRPr lang="en-GB"/>
        </a:p>
      </dgm:t>
    </dgm:pt>
    <dgm:pt modelId="{2BB54BA4-F4DD-4B65-A034-6EB5316C0D59}" type="sibTrans" cxnId="{1FDA244D-7BB9-4245-802B-A376760EA8BA}">
      <dgm:prSet/>
      <dgm:spPr/>
      <dgm:t>
        <a:bodyPr/>
        <a:lstStyle/>
        <a:p>
          <a:endParaRPr lang="en-GB"/>
        </a:p>
      </dgm:t>
    </dgm:pt>
    <dgm:pt modelId="{2E0EF4DC-6637-495F-8595-84FA015DF222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Presence check</a:t>
          </a:r>
        </a:p>
      </dgm:t>
    </dgm:pt>
    <dgm:pt modelId="{D6103BF9-0C0C-4A87-993F-73D05A9DF513}" type="parTrans" cxnId="{C656C4BE-1251-42F4-A398-F164AB3A9042}">
      <dgm:prSet/>
      <dgm:spPr/>
      <dgm:t>
        <a:bodyPr/>
        <a:lstStyle/>
        <a:p>
          <a:endParaRPr lang="en-GB"/>
        </a:p>
      </dgm:t>
    </dgm:pt>
    <dgm:pt modelId="{B8828398-5D77-4489-AF33-624DE3439C5D}" type="sibTrans" cxnId="{C656C4BE-1251-42F4-A398-F164AB3A9042}">
      <dgm:prSet/>
      <dgm:spPr/>
      <dgm:t>
        <a:bodyPr/>
        <a:lstStyle/>
        <a:p>
          <a:endParaRPr lang="en-GB"/>
        </a:p>
      </dgm:t>
    </dgm:pt>
    <dgm:pt modelId="{5393DF8B-1E7E-488A-9A08-A63E290B118A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Format check</a:t>
          </a:r>
        </a:p>
      </dgm:t>
    </dgm:pt>
    <dgm:pt modelId="{565A46BA-CC3C-4242-A87D-E6537CCC488E}" type="parTrans" cxnId="{8576DBCA-ACD2-46C6-A592-71474BED6234}">
      <dgm:prSet/>
      <dgm:spPr/>
      <dgm:t>
        <a:bodyPr/>
        <a:lstStyle/>
        <a:p>
          <a:endParaRPr lang="en-GB"/>
        </a:p>
      </dgm:t>
    </dgm:pt>
    <dgm:pt modelId="{1399539C-D1E6-4017-9D0D-3F1301652E5B}" type="sibTrans" cxnId="{8576DBCA-ACD2-46C6-A592-71474BED6234}">
      <dgm:prSet/>
      <dgm:spPr/>
      <dgm:t>
        <a:bodyPr/>
        <a:lstStyle/>
        <a:p>
          <a:endParaRPr lang="en-GB"/>
        </a:p>
      </dgm:t>
    </dgm:pt>
    <dgm:pt modelId="{1FC81214-1D01-490D-ADBB-F4A22593748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Length check</a:t>
          </a:r>
        </a:p>
      </dgm:t>
    </dgm:pt>
    <dgm:pt modelId="{92A439F2-C7D8-4751-AE2A-124837045A20}" type="parTrans" cxnId="{8C06BB3B-A5EF-47C2-8A08-D0F7D3EC71BE}">
      <dgm:prSet/>
      <dgm:spPr/>
      <dgm:t>
        <a:bodyPr/>
        <a:lstStyle/>
        <a:p>
          <a:endParaRPr lang="en-GB"/>
        </a:p>
      </dgm:t>
    </dgm:pt>
    <dgm:pt modelId="{B499CCFC-8FC5-45C9-BBF0-80217E3A24B0}" type="sibTrans" cxnId="{8C06BB3B-A5EF-47C2-8A08-D0F7D3EC71BE}">
      <dgm:prSet/>
      <dgm:spPr/>
      <dgm:t>
        <a:bodyPr/>
        <a:lstStyle/>
        <a:p>
          <a:endParaRPr lang="en-GB"/>
        </a:p>
      </dgm:t>
    </dgm:pt>
    <dgm:pt modelId="{8BEB938A-3282-44A7-9C13-DB6483CC09E3}" type="pres">
      <dgm:prSet presAssocID="{0AB4FABA-EB24-4802-BE07-02B179596F41}" presName="composite" presStyleCnt="0">
        <dgm:presLayoutVars>
          <dgm:chMax val="1"/>
          <dgm:dir/>
          <dgm:resizeHandles val="exact"/>
        </dgm:presLayoutVars>
      </dgm:prSet>
      <dgm:spPr/>
    </dgm:pt>
    <dgm:pt modelId="{BC5730F7-E310-49ED-B589-9476C5C67F10}" type="pres">
      <dgm:prSet presAssocID="{0AB4FABA-EB24-4802-BE07-02B179596F41}" presName="radial" presStyleCnt="0">
        <dgm:presLayoutVars>
          <dgm:animLvl val="ctr"/>
        </dgm:presLayoutVars>
      </dgm:prSet>
      <dgm:spPr/>
    </dgm:pt>
    <dgm:pt modelId="{597DDA61-FB0F-4142-BCEA-0557FBAE2324}" type="pres">
      <dgm:prSet presAssocID="{2F93B1DA-E6B6-4432-ADB1-027F01ACE37D}" presName="centerShape" presStyleLbl="vennNode1" presStyleIdx="0" presStyleCnt="6"/>
      <dgm:spPr/>
    </dgm:pt>
    <dgm:pt modelId="{072150E6-B840-4BB5-BA34-2B5E11FDF934}" type="pres">
      <dgm:prSet presAssocID="{179288E9-4C7A-45F1-AC03-BEDFF6E46A1D}" presName="node" presStyleLbl="vennNode1" presStyleIdx="1" presStyleCnt="6">
        <dgm:presLayoutVars>
          <dgm:bulletEnabled val="1"/>
        </dgm:presLayoutVars>
      </dgm:prSet>
      <dgm:spPr/>
    </dgm:pt>
    <dgm:pt modelId="{6F46C31E-8D06-42E9-9BD3-97656FBB7762}" type="pres">
      <dgm:prSet presAssocID="{F43F8E49-19CD-45BE-9827-FDEAED972389}" presName="node" presStyleLbl="vennNode1" presStyleIdx="2" presStyleCnt="6">
        <dgm:presLayoutVars>
          <dgm:bulletEnabled val="1"/>
        </dgm:presLayoutVars>
      </dgm:prSet>
      <dgm:spPr/>
    </dgm:pt>
    <dgm:pt modelId="{42DC2C57-216E-4256-85F5-FA628B5AE52E}" type="pres">
      <dgm:prSet presAssocID="{2E0EF4DC-6637-495F-8595-84FA015DF222}" presName="node" presStyleLbl="vennNode1" presStyleIdx="3" presStyleCnt="6">
        <dgm:presLayoutVars>
          <dgm:bulletEnabled val="1"/>
        </dgm:presLayoutVars>
      </dgm:prSet>
      <dgm:spPr/>
    </dgm:pt>
    <dgm:pt modelId="{03543C90-3D96-4949-834C-48638F7FFF0B}" type="pres">
      <dgm:prSet presAssocID="{5393DF8B-1E7E-488A-9A08-A63E290B118A}" presName="node" presStyleLbl="vennNode1" presStyleIdx="4" presStyleCnt="6">
        <dgm:presLayoutVars>
          <dgm:bulletEnabled val="1"/>
        </dgm:presLayoutVars>
      </dgm:prSet>
      <dgm:spPr/>
    </dgm:pt>
    <dgm:pt modelId="{6D716C98-E24E-4584-AC7E-52B03C0C060E}" type="pres">
      <dgm:prSet presAssocID="{1FC81214-1D01-490D-ADBB-F4A225937481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EF549318-C31D-471D-BDAD-2542CFEC6BDC}" type="presOf" srcId="{0AB4FABA-EB24-4802-BE07-02B179596F41}" destId="{8BEB938A-3282-44A7-9C13-DB6483CC09E3}" srcOrd="0" destOrd="0" presId="urn:microsoft.com/office/officeart/2005/8/layout/radial3"/>
    <dgm:cxn modelId="{A03B5F2B-6469-4C17-AA85-B0F247AB3092}" type="presOf" srcId="{2F93B1DA-E6B6-4432-ADB1-027F01ACE37D}" destId="{597DDA61-FB0F-4142-BCEA-0557FBAE2324}" srcOrd="0" destOrd="0" presId="urn:microsoft.com/office/officeart/2005/8/layout/radial3"/>
    <dgm:cxn modelId="{8C06BB3B-A5EF-47C2-8A08-D0F7D3EC71BE}" srcId="{2F93B1DA-E6B6-4432-ADB1-027F01ACE37D}" destId="{1FC81214-1D01-490D-ADBB-F4A225937481}" srcOrd="4" destOrd="0" parTransId="{92A439F2-C7D8-4751-AE2A-124837045A20}" sibTransId="{B499CCFC-8FC5-45C9-BBF0-80217E3A24B0}"/>
    <dgm:cxn modelId="{DA903D3C-8301-4511-B560-E4AA2E261831}" type="presOf" srcId="{5393DF8B-1E7E-488A-9A08-A63E290B118A}" destId="{03543C90-3D96-4949-834C-48638F7FFF0B}" srcOrd="0" destOrd="0" presId="urn:microsoft.com/office/officeart/2005/8/layout/radial3"/>
    <dgm:cxn modelId="{4CDC4E64-6403-4623-A311-9715FB0E41F6}" type="presOf" srcId="{2E0EF4DC-6637-495F-8595-84FA015DF222}" destId="{42DC2C57-216E-4256-85F5-FA628B5AE52E}" srcOrd="0" destOrd="0" presId="urn:microsoft.com/office/officeart/2005/8/layout/radial3"/>
    <dgm:cxn modelId="{1FDA244D-7BB9-4245-802B-A376760EA8BA}" srcId="{2F93B1DA-E6B6-4432-ADB1-027F01ACE37D}" destId="{F43F8E49-19CD-45BE-9827-FDEAED972389}" srcOrd="1" destOrd="0" parTransId="{5047ACEB-CFF7-4D44-B0C2-BFEF5CFEAAFC}" sibTransId="{2BB54BA4-F4DD-4B65-A034-6EB5316C0D59}"/>
    <dgm:cxn modelId="{5D165956-880D-4FE7-AF70-79FB8D571613}" srcId="{2F93B1DA-E6B6-4432-ADB1-027F01ACE37D}" destId="{179288E9-4C7A-45F1-AC03-BEDFF6E46A1D}" srcOrd="0" destOrd="0" parTransId="{85ED96C7-3914-47C1-BEA7-19D54C802018}" sibTransId="{B8FD35F1-B2D0-4CDF-A6A6-52DFFADC6485}"/>
    <dgm:cxn modelId="{F88F4B7D-4354-4D58-B1F7-46042A289963}" type="presOf" srcId="{1FC81214-1D01-490D-ADBB-F4A225937481}" destId="{6D716C98-E24E-4584-AC7E-52B03C0C060E}" srcOrd="0" destOrd="0" presId="urn:microsoft.com/office/officeart/2005/8/layout/radial3"/>
    <dgm:cxn modelId="{17771198-4E6D-49C5-B442-8CE92F7C5927}" type="presOf" srcId="{F43F8E49-19CD-45BE-9827-FDEAED972389}" destId="{6F46C31E-8D06-42E9-9BD3-97656FBB7762}" srcOrd="0" destOrd="0" presId="urn:microsoft.com/office/officeart/2005/8/layout/radial3"/>
    <dgm:cxn modelId="{AFA4E69F-28F8-4445-BCA9-F2301850218E}" type="presOf" srcId="{179288E9-4C7A-45F1-AC03-BEDFF6E46A1D}" destId="{072150E6-B840-4BB5-BA34-2B5E11FDF934}" srcOrd="0" destOrd="0" presId="urn:microsoft.com/office/officeart/2005/8/layout/radial3"/>
    <dgm:cxn modelId="{C656C4BE-1251-42F4-A398-F164AB3A9042}" srcId="{2F93B1DA-E6B6-4432-ADB1-027F01ACE37D}" destId="{2E0EF4DC-6637-495F-8595-84FA015DF222}" srcOrd="2" destOrd="0" parTransId="{D6103BF9-0C0C-4A87-993F-73D05A9DF513}" sibTransId="{B8828398-5D77-4489-AF33-624DE3439C5D}"/>
    <dgm:cxn modelId="{8C4B41C2-1F9A-4305-9F31-4ACBC7A4E349}" srcId="{0AB4FABA-EB24-4802-BE07-02B179596F41}" destId="{2F93B1DA-E6B6-4432-ADB1-027F01ACE37D}" srcOrd="0" destOrd="0" parTransId="{94F6D428-F470-49D4-AF89-BD11D39FD57B}" sibTransId="{7F9FD8A7-F674-4C82-B23E-A8DF021FD053}"/>
    <dgm:cxn modelId="{8576DBCA-ACD2-46C6-A592-71474BED6234}" srcId="{2F93B1DA-E6B6-4432-ADB1-027F01ACE37D}" destId="{5393DF8B-1E7E-488A-9A08-A63E290B118A}" srcOrd="3" destOrd="0" parTransId="{565A46BA-CC3C-4242-A87D-E6537CCC488E}" sibTransId="{1399539C-D1E6-4017-9D0D-3F1301652E5B}"/>
    <dgm:cxn modelId="{4910680D-F90E-41E5-84FC-0317B57D748B}" type="presParOf" srcId="{8BEB938A-3282-44A7-9C13-DB6483CC09E3}" destId="{BC5730F7-E310-49ED-B589-9476C5C67F10}" srcOrd="0" destOrd="0" presId="urn:microsoft.com/office/officeart/2005/8/layout/radial3"/>
    <dgm:cxn modelId="{17BE48BF-6695-4A80-B996-A2374128597A}" type="presParOf" srcId="{BC5730F7-E310-49ED-B589-9476C5C67F10}" destId="{597DDA61-FB0F-4142-BCEA-0557FBAE2324}" srcOrd="0" destOrd="0" presId="urn:microsoft.com/office/officeart/2005/8/layout/radial3"/>
    <dgm:cxn modelId="{44363473-30F8-4F50-8FBB-4575A0C9E396}" type="presParOf" srcId="{BC5730F7-E310-49ED-B589-9476C5C67F10}" destId="{072150E6-B840-4BB5-BA34-2B5E11FDF934}" srcOrd="1" destOrd="0" presId="urn:microsoft.com/office/officeart/2005/8/layout/radial3"/>
    <dgm:cxn modelId="{63AD3B54-EFF4-4BD3-9DB6-8FE2CB584817}" type="presParOf" srcId="{BC5730F7-E310-49ED-B589-9476C5C67F10}" destId="{6F46C31E-8D06-42E9-9BD3-97656FBB7762}" srcOrd="2" destOrd="0" presId="urn:microsoft.com/office/officeart/2005/8/layout/radial3"/>
    <dgm:cxn modelId="{B5048354-E896-47D0-AA32-28E402AC8744}" type="presParOf" srcId="{BC5730F7-E310-49ED-B589-9476C5C67F10}" destId="{42DC2C57-216E-4256-85F5-FA628B5AE52E}" srcOrd="3" destOrd="0" presId="urn:microsoft.com/office/officeart/2005/8/layout/radial3"/>
    <dgm:cxn modelId="{C8FC42D6-30AA-4FBF-ACD0-6CC459D9C255}" type="presParOf" srcId="{BC5730F7-E310-49ED-B589-9476C5C67F10}" destId="{03543C90-3D96-4949-834C-48638F7FFF0B}" srcOrd="4" destOrd="0" presId="urn:microsoft.com/office/officeart/2005/8/layout/radial3"/>
    <dgm:cxn modelId="{07125694-AAE4-455E-9F6F-C6739F04E963}" type="presParOf" srcId="{BC5730F7-E310-49ED-B589-9476C5C67F10}" destId="{6D716C98-E24E-4584-AC7E-52B03C0C060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B4FABA-EB24-4802-BE07-02B179596F41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F93B1DA-E6B6-4432-ADB1-027F01ACE37D}">
      <dgm:prSet phldrT="[Text]"/>
      <dgm:spPr/>
      <dgm:t>
        <a:bodyPr/>
        <a:lstStyle/>
        <a:p>
          <a:r>
            <a:rPr lang="en-GB" dirty="0"/>
            <a:t>Input validation techniques</a:t>
          </a:r>
        </a:p>
      </dgm:t>
    </dgm:pt>
    <dgm:pt modelId="{94F6D428-F470-49D4-AF89-BD11D39FD57B}" type="parTrans" cxnId="{8C4B41C2-1F9A-4305-9F31-4ACBC7A4E349}">
      <dgm:prSet/>
      <dgm:spPr/>
      <dgm:t>
        <a:bodyPr/>
        <a:lstStyle/>
        <a:p>
          <a:endParaRPr lang="en-GB"/>
        </a:p>
      </dgm:t>
    </dgm:pt>
    <dgm:pt modelId="{7F9FD8A7-F674-4C82-B23E-A8DF021FD053}" type="sibTrans" cxnId="{8C4B41C2-1F9A-4305-9F31-4ACBC7A4E349}">
      <dgm:prSet/>
      <dgm:spPr/>
      <dgm:t>
        <a:bodyPr/>
        <a:lstStyle/>
        <a:p>
          <a:endParaRPr lang="en-GB"/>
        </a:p>
      </dgm:t>
    </dgm:pt>
    <dgm:pt modelId="{179288E9-4C7A-45F1-AC03-BEDFF6E46A1D}">
      <dgm:prSet phldrT="[Text]"/>
      <dgm:spPr/>
      <dgm:t>
        <a:bodyPr/>
        <a:lstStyle/>
        <a:p>
          <a:r>
            <a:rPr lang="en-GB" dirty="0"/>
            <a:t>Type check</a:t>
          </a:r>
        </a:p>
      </dgm:t>
    </dgm:pt>
    <dgm:pt modelId="{85ED96C7-3914-47C1-BEA7-19D54C802018}" type="parTrans" cxnId="{5D165956-880D-4FE7-AF70-79FB8D571613}">
      <dgm:prSet/>
      <dgm:spPr/>
      <dgm:t>
        <a:bodyPr/>
        <a:lstStyle/>
        <a:p>
          <a:endParaRPr lang="en-GB"/>
        </a:p>
      </dgm:t>
    </dgm:pt>
    <dgm:pt modelId="{B8FD35F1-B2D0-4CDF-A6A6-52DFFADC6485}" type="sibTrans" cxnId="{5D165956-880D-4FE7-AF70-79FB8D571613}">
      <dgm:prSet/>
      <dgm:spPr/>
      <dgm:t>
        <a:bodyPr/>
        <a:lstStyle/>
        <a:p>
          <a:endParaRPr lang="en-GB"/>
        </a:p>
      </dgm:t>
    </dgm:pt>
    <dgm:pt modelId="{F43F8E49-19CD-45BE-9827-FDEAED972389}">
      <dgm:prSet phldrT="[Text]"/>
      <dgm:spPr/>
      <dgm:t>
        <a:bodyPr/>
        <a:lstStyle/>
        <a:p>
          <a:r>
            <a:rPr lang="en-GB" dirty="0"/>
            <a:t>Range check</a:t>
          </a:r>
        </a:p>
      </dgm:t>
    </dgm:pt>
    <dgm:pt modelId="{5047ACEB-CFF7-4D44-B0C2-BFEF5CFEAAFC}" type="parTrans" cxnId="{1FDA244D-7BB9-4245-802B-A376760EA8BA}">
      <dgm:prSet/>
      <dgm:spPr/>
      <dgm:t>
        <a:bodyPr/>
        <a:lstStyle/>
        <a:p>
          <a:endParaRPr lang="en-GB"/>
        </a:p>
      </dgm:t>
    </dgm:pt>
    <dgm:pt modelId="{2BB54BA4-F4DD-4B65-A034-6EB5316C0D59}" type="sibTrans" cxnId="{1FDA244D-7BB9-4245-802B-A376760EA8BA}">
      <dgm:prSet/>
      <dgm:spPr/>
      <dgm:t>
        <a:bodyPr/>
        <a:lstStyle/>
        <a:p>
          <a:endParaRPr lang="en-GB"/>
        </a:p>
      </dgm:t>
    </dgm:pt>
    <dgm:pt modelId="{2E0EF4DC-6637-495F-8595-84FA015DF222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Presence check</a:t>
          </a:r>
        </a:p>
      </dgm:t>
    </dgm:pt>
    <dgm:pt modelId="{D6103BF9-0C0C-4A87-993F-73D05A9DF513}" type="parTrans" cxnId="{C656C4BE-1251-42F4-A398-F164AB3A9042}">
      <dgm:prSet/>
      <dgm:spPr/>
      <dgm:t>
        <a:bodyPr/>
        <a:lstStyle/>
        <a:p>
          <a:endParaRPr lang="en-GB"/>
        </a:p>
      </dgm:t>
    </dgm:pt>
    <dgm:pt modelId="{B8828398-5D77-4489-AF33-624DE3439C5D}" type="sibTrans" cxnId="{C656C4BE-1251-42F4-A398-F164AB3A9042}">
      <dgm:prSet/>
      <dgm:spPr/>
      <dgm:t>
        <a:bodyPr/>
        <a:lstStyle/>
        <a:p>
          <a:endParaRPr lang="en-GB"/>
        </a:p>
      </dgm:t>
    </dgm:pt>
    <dgm:pt modelId="{5393DF8B-1E7E-488A-9A08-A63E290B118A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Format check</a:t>
          </a:r>
        </a:p>
      </dgm:t>
    </dgm:pt>
    <dgm:pt modelId="{565A46BA-CC3C-4242-A87D-E6537CCC488E}" type="parTrans" cxnId="{8576DBCA-ACD2-46C6-A592-71474BED6234}">
      <dgm:prSet/>
      <dgm:spPr/>
      <dgm:t>
        <a:bodyPr/>
        <a:lstStyle/>
        <a:p>
          <a:endParaRPr lang="en-GB"/>
        </a:p>
      </dgm:t>
    </dgm:pt>
    <dgm:pt modelId="{1399539C-D1E6-4017-9D0D-3F1301652E5B}" type="sibTrans" cxnId="{8576DBCA-ACD2-46C6-A592-71474BED6234}">
      <dgm:prSet/>
      <dgm:spPr/>
      <dgm:t>
        <a:bodyPr/>
        <a:lstStyle/>
        <a:p>
          <a:endParaRPr lang="en-GB"/>
        </a:p>
      </dgm:t>
    </dgm:pt>
    <dgm:pt modelId="{1FC81214-1D01-490D-ADBB-F4A22593748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Length check</a:t>
          </a:r>
        </a:p>
      </dgm:t>
    </dgm:pt>
    <dgm:pt modelId="{92A439F2-C7D8-4751-AE2A-124837045A20}" type="parTrans" cxnId="{8C06BB3B-A5EF-47C2-8A08-D0F7D3EC71BE}">
      <dgm:prSet/>
      <dgm:spPr/>
      <dgm:t>
        <a:bodyPr/>
        <a:lstStyle/>
        <a:p>
          <a:endParaRPr lang="en-GB"/>
        </a:p>
      </dgm:t>
    </dgm:pt>
    <dgm:pt modelId="{B499CCFC-8FC5-45C9-BBF0-80217E3A24B0}" type="sibTrans" cxnId="{8C06BB3B-A5EF-47C2-8A08-D0F7D3EC71BE}">
      <dgm:prSet/>
      <dgm:spPr/>
      <dgm:t>
        <a:bodyPr/>
        <a:lstStyle/>
        <a:p>
          <a:endParaRPr lang="en-GB"/>
        </a:p>
      </dgm:t>
    </dgm:pt>
    <dgm:pt modelId="{8BEB938A-3282-44A7-9C13-DB6483CC09E3}" type="pres">
      <dgm:prSet presAssocID="{0AB4FABA-EB24-4802-BE07-02B179596F41}" presName="composite" presStyleCnt="0">
        <dgm:presLayoutVars>
          <dgm:chMax val="1"/>
          <dgm:dir/>
          <dgm:resizeHandles val="exact"/>
        </dgm:presLayoutVars>
      </dgm:prSet>
      <dgm:spPr/>
    </dgm:pt>
    <dgm:pt modelId="{BC5730F7-E310-49ED-B589-9476C5C67F10}" type="pres">
      <dgm:prSet presAssocID="{0AB4FABA-EB24-4802-BE07-02B179596F41}" presName="radial" presStyleCnt="0">
        <dgm:presLayoutVars>
          <dgm:animLvl val="ctr"/>
        </dgm:presLayoutVars>
      </dgm:prSet>
      <dgm:spPr/>
    </dgm:pt>
    <dgm:pt modelId="{597DDA61-FB0F-4142-BCEA-0557FBAE2324}" type="pres">
      <dgm:prSet presAssocID="{2F93B1DA-E6B6-4432-ADB1-027F01ACE37D}" presName="centerShape" presStyleLbl="vennNode1" presStyleIdx="0" presStyleCnt="6"/>
      <dgm:spPr/>
    </dgm:pt>
    <dgm:pt modelId="{072150E6-B840-4BB5-BA34-2B5E11FDF934}" type="pres">
      <dgm:prSet presAssocID="{179288E9-4C7A-45F1-AC03-BEDFF6E46A1D}" presName="node" presStyleLbl="vennNode1" presStyleIdx="1" presStyleCnt="6">
        <dgm:presLayoutVars>
          <dgm:bulletEnabled val="1"/>
        </dgm:presLayoutVars>
      </dgm:prSet>
      <dgm:spPr/>
    </dgm:pt>
    <dgm:pt modelId="{6F46C31E-8D06-42E9-9BD3-97656FBB7762}" type="pres">
      <dgm:prSet presAssocID="{F43F8E49-19CD-45BE-9827-FDEAED972389}" presName="node" presStyleLbl="vennNode1" presStyleIdx="2" presStyleCnt="6">
        <dgm:presLayoutVars>
          <dgm:bulletEnabled val="1"/>
        </dgm:presLayoutVars>
      </dgm:prSet>
      <dgm:spPr/>
    </dgm:pt>
    <dgm:pt modelId="{42DC2C57-216E-4256-85F5-FA628B5AE52E}" type="pres">
      <dgm:prSet presAssocID="{2E0EF4DC-6637-495F-8595-84FA015DF222}" presName="node" presStyleLbl="vennNode1" presStyleIdx="3" presStyleCnt="6">
        <dgm:presLayoutVars>
          <dgm:bulletEnabled val="1"/>
        </dgm:presLayoutVars>
      </dgm:prSet>
      <dgm:spPr/>
    </dgm:pt>
    <dgm:pt modelId="{03543C90-3D96-4949-834C-48638F7FFF0B}" type="pres">
      <dgm:prSet presAssocID="{5393DF8B-1E7E-488A-9A08-A63E290B118A}" presName="node" presStyleLbl="vennNode1" presStyleIdx="4" presStyleCnt="6">
        <dgm:presLayoutVars>
          <dgm:bulletEnabled val="1"/>
        </dgm:presLayoutVars>
      </dgm:prSet>
      <dgm:spPr/>
    </dgm:pt>
    <dgm:pt modelId="{6D716C98-E24E-4584-AC7E-52B03C0C060E}" type="pres">
      <dgm:prSet presAssocID="{1FC81214-1D01-490D-ADBB-F4A225937481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EF549318-C31D-471D-BDAD-2542CFEC6BDC}" type="presOf" srcId="{0AB4FABA-EB24-4802-BE07-02B179596F41}" destId="{8BEB938A-3282-44A7-9C13-DB6483CC09E3}" srcOrd="0" destOrd="0" presId="urn:microsoft.com/office/officeart/2005/8/layout/radial3"/>
    <dgm:cxn modelId="{A03B5F2B-6469-4C17-AA85-B0F247AB3092}" type="presOf" srcId="{2F93B1DA-E6B6-4432-ADB1-027F01ACE37D}" destId="{597DDA61-FB0F-4142-BCEA-0557FBAE2324}" srcOrd="0" destOrd="0" presId="urn:microsoft.com/office/officeart/2005/8/layout/radial3"/>
    <dgm:cxn modelId="{8C06BB3B-A5EF-47C2-8A08-D0F7D3EC71BE}" srcId="{2F93B1DA-E6B6-4432-ADB1-027F01ACE37D}" destId="{1FC81214-1D01-490D-ADBB-F4A225937481}" srcOrd="4" destOrd="0" parTransId="{92A439F2-C7D8-4751-AE2A-124837045A20}" sibTransId="{B499CCFC-8FC5-45C9-BBF0-80217E3A24B0}"/>
    <dgm:cxn modelId="{DA903D3C-8301-4511-B560-E4AA2E261831}" type="presOf" srcId="{5393DF8B-1E7E-488A-9A08-A63E290B118A}" destId="{03543C90-3D96-4949-834C-48638F7FFF0B}" srcOrd="0" destOrd="0" presId="urn:microsoft.com/office/officeart/2005/8/layout/radial3"/>
    <dgm:cxn modelId="{4CDC4E64-6403-4623-A311-9715FB0E41F6}" type="presOf" srcId="{2E0EF4DC-6637-495F-8595-84FA015DF222}" destId="{42DC2C57-216E-4256-85F5-FA628B5AE52E}" srcOrd="0" destOrd="0" presId="urn:microsoft.com/office/officeart/2005/8/layout/radial3"/>
    <dgm:cxn modelId="{1FDA244D-7BB9-4245-802B-A376760EA8BA}" srcId="{2F93B1DA-E6B6-4432-ADB1-027F01ACE37D}" destId="{F43F8E49-19CD-45BE-9827-FDEAED972389}" srcOrd="1" destOrd="0" parTransId="{5047ACEB-CFF7-4D44-B0C2-BFEF5CFEAAFC}" sibTransId="{2BB54BA4-F4DD-4B65-A034-6EB5316C0D59}"/>
    <dgm:cxn modelId="{5D165956-880D-4FE7-AF70-79FB8D571613}" srcId="{2F93B1DA-E6B6-4432-ADB1-027F01ACE37D}" destId="{179288E9-4C7A-45F1-AC03-BEDFF6E46A1D}" srcOrd="0" destOrd="0" parTransId="{85ED96C7-3914-47C1-BEA7-19D54C802018}" sibTransId="{B8FD35F1-B2D0-4CDF-A6A6-52DFFADC6485}"/>
    <dgm:cxn modelId="{F88F4B7D-4354-4D58-B1F7-46042A289963}" type="presOf" srcId="{1FC81214-1D01-490D-ADBB-F4A225937481}" destId="{6D716C98-E24E-4584-AC7E-52B03C0C060E}" srcOrd="0" destOrd="0" presId="urn:microsoft.com/office/officeart/2005/8/layout/radial3"/>
    <dgm:cxn modelId="{17771198-4E6D-49C5-B442-8CE92F7C5927}" type="presOf" srcId="{F43F8E49-19CD-45BE-9827-FDEAED972389}" destId="{6F46C31E-8D06-42E9-9BD3-97656FBB7762}" srcOrd="0" destOrd="0" presId="urn:microsoft.com/office/officeart/2005/8/layout/radial3"/>
    <dgm:cxn modelId="{AFA4E69F-28F8-4445-BCA9-F2301850218E}" type="presOf" srcId="{179288E9-4C7A-45F1-AC03-BEDFF6E46A1D}" destId="{072150E6-B840-4BB5-BA34-2B5E11FDF934}" srcOrd="0" destOrd="0" presId="urn:microsoft.com/office/officeart/2005/8/layout/radial3"/>
    <dgm:cxn modelId="{C656C4BE-1251-42F4-A398-F164AB3A9042}" srcId="{2F93B1DA-E6B6-4432-ADB1-027F01ACE37D}" destId="{2E0EF4DC-6637-495F-8595-84FA015DF222}" srcOrd="2" destOrd="0" parTransId="{D6103BF9-0C0C-4A87-993F-73D05A9DF513}" sibTransId="{B8828398-5D77-4489-AF33-624DE3439C5D}"/>
    <dgm:cxn modelId="{8C4B41C2-1F9A-4305-9F31-4ACBC7A4E349}" srcId="{0AB4FABA-EB24-4802-BE07-02B179596F41}" destId="{2F93B1DA-E6B6-4432-ADB1-027F01ACE37D}" srcOrd="0" destOrd="0" parTransId="{94F6D428-F470-49D4-AF89-BD11D39FD57B}" sibTransId="{7F9FD8A7-F674-4C82-B23E-A8DF021FD053}"/>
    <dgm:cxn modelId="{8576DBCA-ACD2-46C6-A592-71474BED6234}" srcId="{2F93B1DA-E6B6-4432-ADB1-027F01ACE37D}" destId="{5393DF8B-1E7E-488A-9A08-A63E290B118A}" srcOrd="3" destOrd="0" parTransId="{565A46BA-CC3C-4242-A87D-E6537CCC488E}" sibTransId="{1399539C-D1E6-4017-9D0D-3F1301652E5B}"/>
    <dgm:cxn modelId="{4910680D-F90E-41E5-84FC-0317B57D748B}" type="presParOf" srcId="{8BEB938A-3282-44A7-9C13-DB6483CC09E3}" destId="{BC5730F7-E310-49ED-B589-9476C5C67F10}" srcOrd="0" destOrd="0" presId="urn:microsoft.com/office/officeart/2005/8/layout/radial3"/>
    <dgm:cxn modelId="{17BE48BF-6695-4A80-B996-A2374128597A}" type="presParOf" srcId="{BC5730F7-E310-49ED-B589-9476C5C67F10}" destId="{597DDA61-FB0F-4142-BCEA-0557FBAE2324}" srcOrd="0" destOrd="0" presId="urn:microsoft.com/office/officeart/2005/8/layout/radial3"/>
    <dgm:cxn modelId="{44363473-30F8-4F50-8FBB-4575A0C9E396}" type="presParOf" srcId="{BC5730F7-E310-49ED-B589-9476C5C67F10}" destId="{072150E6-B840-4BB5-BA34-2B5E11FDF934}" srcOrd="1" destOrd="0" presId="urn:microsoft.com/office/officeart/2005/8/layout/radial3"/>
    <dgm:cxn modelId="{63AD3B54-EFF4-4BD3-9DB6-8FE2CB584817}" type="presParOf" srcId="{BC5730F7-E310-49ED-B589-9476C5C67F10}" destId="{6F46C31E-8D06-42E9-9BD3-97656FBB7762}" srcOrd="2" destOrd="0" presId="urn:microsoft.com/office/officeart/2005/8/layout/radial3"/>
    <dgm:cxn modelId="{B5048354-E896-47D0-AA32-28E402AC8744}" type="presParOf" srcId="{BC5730F7-E310-49ED-B589-9476C5C67F10}" destId="{42DC2C57-216E-4256-85F5-FA628B5AE52E}" srcOrd="3" destOrd="0" presId="urn:microsoft.com/office/officeart/2005/8/layout/radial3"/>
    <dgm:cxn modelId="{C8FC42D6-30AA-4FBF-ACD0-6CC459D9C255}" type="presParOf" srcId="{BC5730F7-E310-49ED-B589-9476C5C67F10}" destId="{03543C90-3D96-4949-834C-48638F7FFF0B}" srcOrd="4" destOrd="0" presId="urn:microsoft.com/office/officeart/2005/8/layout/radial3"/>
    <dgm:cxn modelId="{07125694-AAE4-455E-9F6F-C6739F04E963}" type="presParOf" srcId="{BC5730F7-E310-49ED-B589-9476C5C67F10}" destId="{6D716C98-E24E-4584-AC7E-52B03C0C060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B4FABA-EB24-4802-BE07-02B179596F41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F93B1DA-E6B6-4432-ADB1-027F01ACE37D}">
      <dgm:prSet phldrT="[Text]"/>
      <dgm:spPr/>
      <dgm:t>
        <a:bodyPr/>
        <a:lstStyle/>
        <a:p>
          <a:r>
            <a:rPr lang="en-GB" dirty="0"/>
            <a:t>Input validation techniques</a:t>
          </a:r>
        </a:p>
      </dgm:t>
    </dgm:pt>
    <dgm:pt modelId="{94F6D428-F470-49D4-AF89-BD11D39FD57B}" type="parTrans" cxnId="{8C4B41C2-1F9A-4305-9F31-4ACBC7A4E349}">
      <dgm:prSet/>
      <dgm:spPr/>
      <dgm:t>
        <a:bodyPr/>
        <a:lstStyle/>
        <a:p>
          <a:endParaRPr lang="en-GB"/>
        </a:p>
      </dgm:t>
    </dgm:pt>
    <dgm:pt modelId="{7F9FD8A7-F674-4C82-B23E-A8DF021FD053}" type="sibTrans" cxnId="{8C4B41C2-1F9A-4305-9F31-4ACBC7A4E349}">
      <dgm:prSet/>
      <dgm:spPr/>
      <dgm:t>
        <a:bodyPr/>
        <a:lstStyle/>
        <a:p>
          <a:endParaRPr lang="en-GB"/>
        </a:p>
      </dgm:t>
    </dgm:pt>
    <dgm:pt modelId="{179288E9-4C7A-45F1-AC03-BEDFF6E46A1D}">
      <dgm:prSet phldrT="[Text]"/>
      <dgm:spPr/>
      <dgm:t>
        <a:bodyPr/>
        <a:lstStyle/>
        <a:p>
          <a:r>
            <a:rPr lang="en-GB" dirty="0"/>
            <a:t>Type check</a:t>
          </a:r>
        </a:p>
      </dgm:t>
    </dgm:pt>
    <dgm:pt modelId="{85ED96C7-3914-47C1-BEA7-19D54C802018}" type="parTrans" cxnId="{5D165956-880D-4FE7-AF70-79FB8D571613}">
      <dgm:prSet/>
      <dgm:spPr/>
      <dgm:t>
        <a:bodyPr/>
        <a:lstStyle/>
        <a:p>
          <a:endParaRPr lang="en-GB"/>
        </a:p>
      </dgm:t>
    </dgm:pt>
    <dgm:pt modelId="{B8FD35F1-B2D0-4CDF-A6A6-52DFFADC6485}" type="sibTrans" cxnId="{5D165956-880D-4FE7-AF70-79FB8D571613}">
      <dgm:prSet/>
      <dgm:spPr/>
      <dgm:t>
        <a:bodyPr/>
        <a:lstStyle/>
        <a:p>
          <a:endParaRPr lang="en-GB"/>
        </a:p>
      </dgm:t>
    </dgm:pt>
    <dgm:pt modelId="{F43F8E49-19CD-45BE-9827-FDEAED972389}">
      <dgm:prSet phldrT="[Text]"/>
      <dgm:spPr/>
      <dgm:t>
        <a:bodyPr/>
        <a:lstStyle/>
        <a:p>
          <a:r>
            <a:rPr lang="en-GB" dirty="0"/>
            <a:t>Range check</a:t>
          </a:r>
        </a:p>
      </dgm:t>
    </dgm:pt>
    <dgm:pt modelId="{5047ACEB-CFF7-4D44-B0C2-BFEF5CFEAAFC}" type="parTrans" cxnId="{1FDA244D-7BB9-4245-802B-A376760EA8BA}">
      <dgm:prSet/>
      <dgm:spPr/>
      <dgm:t>
        <a:bodyPr/>
        <a:lstStyle/>
        <a:p>
          <a:endParaRPr lang="en-GB"/>
        </a:p>
      </dgm:t>
    </dgm:pt>
    <dgm:pt modelId="{2BB54BA4-F4DD-4B65-A034-6EB5316C0D59}" type="sibTrans" cxnId="{1FDA244D-7BB9-4245-802B-A376760EA8BA}">
      <dgm:prSet/>
      <dgm:spPr/>
      <dgm:t>
        <a:bodyPr/>
        <a:lstStyle/>
        <a:p>
          <a:endParaRPr lang="en-GB"/>
        </a:p>
      </dgm:t>
    </dgm:pt>
    <dgm:pt modelId="{2E0EF4DC-6637-495F-8595-84FA015DF222}">
      <dgm:prSet phldrT="[Text]"/>
      <dgm:spPr/>
      <dgm:t>
        <a:bodyPr/>
        <a:lstStyle/>
        <a:p>
          <a:r>
            <a:rPr lang="en-GB" dirty="0"/>
            <a:t>Presence check</a:t>
          </a:r>
        </a:p>
      </dgm:t>
    </dgm:pt>
    <dgm:pt modelId="{D6103BF9-0C0C-4A87-993F-73D05A9DF513}" type="parTrans" cxnId="{C656C4BE-1251-42F4-A398-F164AB3A9042}">
      <dgm:prSet/>
      <dgm:spPr/>
      <dgm:t>
        <a:bodyPr/>
        <a:lstStyle/>
        <a:p>
          <a:endParaRPr lang="en-GB"/>
        </a:p>
      </dgm:t>
    </dgm:pt>
    <dgm:pt modelId="{B8828398-5D77-4489-AF33-624DE3439C5D}" type="sibTrans" cxnId="{C656C4BE-1251-42F4-A398-F164AB3A9042}">
      <dgm:prSet/>
      <dgm:spPr/>
      <dgm:t>
        <a:bodyPr/>
        <a:lstStyle/>
        <a:p>
          <a:endParaRPr lang="en-GB"/>
        </a:p>
      </dgm:t>
    </dgm:pt>
    <dgm:pt modelId="{5393DF8B-1E7E-488A-9A08-A63E290B118A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Format check</a:t>
          </a:r>
        </a:p>
      </dgm:t>
    </dgm:pt>
    <dgm:pt modelId="{565A46BA-CC3C-4242-A87D-E6537CCC488E}" type="parTrans" cxnId="{8576DBCA-ACD2-46C6-A592-71474BED6234}">
      <dgm:prSet/>
      <dgm:spPr/>
      <dgm:t>
        <a:bodyPr/>
        <a:lstStyle/>
        <a:p>
          <a:endParaRPr lang="en-GB"/>
        </a:p>
      </dgm:t>
    </dgm:pt>
    <dgm:pt modelId="{1399539C-D1E6-4017-9D0D-3F1301652E5B}" type="sibTrans" cxnId="{8576DBCA-ACD2-46C6-A592-71474BED6234}">
      <dgm:prSet/>
      <dgm:spPr/>
      <dgm:t>
        <a:bodyPr/>
        <a:lstStyle/>
        <a:p>
          <a:endParaRPr lang="en-GB"/>
        </a:p>
      </dgm:t>
    </dgm:pt>
    <dgm:pt modelId="{1FC81214-1D01-490D-ADBB-F4A22593748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Length check</a:t>
          </a:r>
        </a:p>
      </dgm:t>
    </dgm:pt>
    <dgm:pt modelId="{92A439F2-C7D8-4751-AE2A-124837045A20}" type="parTrans" cxnId="{8C06BB3B-A5EF-47C2-8A08-D0F7D3EC71BE}">
      <dgm:prSet/>
      <dgm:spPr/>
      <dgm:t>
        <a:bodyPr/>
        <a:lstStyle/>
        <a:p>
          <a:endParaRPr lang="en-GB"/>
        </a:p>
      </dgm:t>
    </dgm:pt>
    <dgm:pt modelId="{B499CCFC-8FC5-45C9-BBF0-80217E3A24B0}" type="sibTrans" cxnId="{8C06BB3B-A5EF-47C2-8A08-D0F7D3EC71BE}">
      <dgm:prSet/>
      <dgm:spPr/>
      <dgm:t>
        <a:bodyPr/>
        <a:lstStyle/>
        <a:p>
          <a:endParaRPr lang="en-GB"/>
        </a:p>
      </dgm:t>
    </dgm:pt>
    <dgm:pt modelId="{8BEB938A-3282-44A7-9C13-DB6483CC09E3}" type="pres">
      <dgm:prSet presAssocID="{0AB4FABA-EB24-4802-BE07-02B179596F41}" presName="composite" presStyleCnt="0">
        <dgm:presLayoutVars>
          <dgm:chMax val="1"/>
          <dgm:dir/>
          <dgm:resizeHandles val="exact"/>
        </dgm:presLayoutVars>
      </dgm:prSet>
      <dgm:spPr/>
    </dgm:pt>
    <dgm:pt modelId="{BC5730F7-E310-49ED-B589-9476C5C67F10}" type="pres">
      <dgm:prSet presAssocID="{0AB4FABA-EB24-4802-BE07-02B179596F41}" presName="radial" presStyleCnt="0">
        <dgm:presLayoutVars>
          <dgm:animLvl val="ctr"/>
        </dgm:presLayoutVars>
      </dgm:prSet>
      <dgm:spPr/>
    </dgm:pt>
    <dgm:pt modelId="{597DDA61-FB0F-4142-BCEA-0557FBAE2324}" type="pres">
      <dgm:prSet presAssocID="{2F93B1DA-E6B6-4432-ADB1-027F01ACE37D}" presName="centerShape" presStyleLbl="vennNode1" presStyleIdx="0" presStyleCnt="6"/>
      <dgm:spPr/>
    </dgm:pt>
    <dgm:pt modelId="{072150E6-B840-4BB5-BA34-2B5E11FDF934}" type="pres">
      <dgm:prSet presAssocID="{179288E9-4C7A-45F1-AC03-BEDFF6E46A1D}" presName="node" presStyleLbl="vennNode1" presStyleIdx="1" presStyleCnt="6">
        <dgm:presLayoutVars>
          <dgm:bulletEnabled val="1"/>
        </dgm:presLayoutVars>
      </dgm:prSet>
      <dgm:spPr/>
    </dgm:pt>
    <dgm:pt modelId="{6F46C31E-8D06-42E9-9BD3-97656FBB7762}" type="pres">
      <dgm:prSet presAssocID="{F43F8E49-19CD-45BE-9827-FDEAED972389}" presName="node" presStyleLbl="vennNode1" presStyleIdx="2" presStyleCnt="6">
        <dgm:presLayoutVars>
          <dgm:bulletEnabled val="1"/>
        </dgm:presLayoutVars>
      </dgm:prSet>
      <dgm:spPr/>
    </dgm:pt>
    <dgm:pt modelId="{42DC2C57-216E-4256-85F5-FA628B5AE52E}" type="pres">
      <dgm:prSet presAssocID="{2E0EF4DC-6637-495F-8595-84FA015DF222}" presName="node" presStyleLbl="vennNode1" presStyleIdx="3" presStyleCnt="6">
        <dgm:presLayoutVars>
          <dgm:bulletEnabled val="1"/>
        </dgm:presLayoutVars>
      </dgm:prSet>
      <dgm:spPr/>
    </dgm:pt>
    <dgm:pt modelId="{03543C90-3D96-4949-834C-48638F7FFF0B}" type="pres">
      <dgm:prSet presAssocID="{5393DF8B-1E7E-488A-9A08-A63E290B118A}" presName="node" presStyleLbl="vennNode1" presStyleIdx="4" presStyleCnt="6">
        <dgm:presLayoutVars>
          <dgm:bulletEnabled val="1"/>
        </dgm:presLayoutVars>
      </dgm:prSet>
      <dgm:spPr/>
    </dgm:pt>
    <dgm:pt modelId="{6D716C98-E24E-4584-AC7E-52B03C0C060E}" type="pres">
      <dgm:prSet presAssocID="{1FC81214-1D01-490D-ADBB-F4A225937481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EF549318-C31D-471D-BDAD-2542CFEC6BDC}" type="presOf" srcId="{0AB4FABA-EB24-4802-BE07-02B179596F41}" destId="{8BEB938A-3282-44A7-9C13-DB6483CC09E3}" srcOrd="0" destOrd="0" presId="urn:microsoft.com/office/officeart/2005/8/layout/radial3"/>
    <dgm:cxn modelId="{A03B5F2B-6469-4C17-AA85-B0F247AB3092}" type="presOf" srcId="{2F93B1DA-E6B6-4432-ADB1-027F01ACE37D}" destId="{597DDA61-FB0F-4142-BCEA-0557FBAE2324}" srcOrd="0" destOrd="0" presId="urn:microsoft.com/office/officeart/2005/8/layout/radial3"/>
    <dgm:cxn modelId="{8C06BB3B-A5EF-47C2-8A08-D0F7D3EC71BE}" srcId="{2F93B1DA-E6B6-4432-ADB1-027F01ACE37D}" destId="{1FC81214-1D01-490D-ADBB-F4A225937481}" srcOrd="4" destOrd="0" parTransId="{92A439F2-C7D8-4751-AE2A-124837045A20}" sibTransId="{B499CCFC-8FC5-45C9-BBF0-80217E3A24B0}"/>
    <dgm:cxn modelId="{DA903D3C-8301-4511-B560-E4AA2E261831}" type="presOf" srcId="{5393DF8B-1E7E-488A-9A08-A63E290B118A}" destId="{03543C90-3D96-4949-834C-48638F7FFF0B}" srcOrd="0" destOrd="0" presId="urn:microsoft.com/office/officeart/2005/8/layout/radial3"/>
    <dgm:cxn modelId="{4CDC4E64-6403-4623-A311-9715FB0E41F6}" type="presOf" srcId="{2E0EF4DC-6637-495F-8595-84FA015DF222}" destId="{42DC2C57-216E-4256-85F5-FA628B5AE52E}" srcOrd="0" destOrd="0" presId="urn:microsoft.com/office/officeart/2005/8/layout/radial3"/>
    <dgm:cxn modelId="{1FDA244D-7BB9-4245-802B-A376760EA8BA}" srcId="{2F93B1DA-E6B6-4432-ADB1-027F01ACE37D}" destId="{F43F8E49-19CD-45BE-9827-FDEAED972389}" srcOrd="1" destOrd="0" parTransId="{5047ACEB-CFF7-4D44-B0C2-BFEF5CFEAAFC}" sibTransId="{2BB54BA4-F4DD-4B65-A034-6EB5316C0D59}"/>
    <dgm:cxn modelId="{5D165956-880D-4FE7-AF70-79FB8D571613}" srcId="{2F93B1DA-E6B6-4432-ADB1-027F01ACE37D}" destId="{179288E9-4C7A-45F1-AC03-BEDFF6E46A1D}" srcOrd="0" destOrd="0" parTransId="{85ED96C7-3914-47C1-BEA7-19D54C802018}" sibTransId="{B8FD35F1-B2D0-4CDF-A6A6-52DFFADC6485}"/>
    <dgm:cxn modelId="{F88F4B7D-4354-4D58-B1F7-46042A289963}" type="presOf" srcId="{1FC81214-1D01-490D-ADBB-F4A225937481}" destId="{6D716C98-E24E-4584-AC7E-52B03C0C060E}" srcOrd="0" destOrd="0" presId="urn:microsoft.com/office/officeart/2005/8/layout/radial3"/>
    <dgm:cxn modelId="{17771198-4E6D-49C5-B442-8CE92F7C5927}" type="presOf" srcId="{F43F8E49-19CD-45BE-9827-FDEAED972389}" destId="{6F46C31E-8D06-42E9-9BD3-97656FBB7762}" srcOrd="0" destOrd="0" presId="urn:microsoft.com/office/officeart/2005/8/layout/radial3"/>
    <dgm:cxn modelId="{AFA4E69F-28F8-4445-BCA9-F2301850218E}" type="presOf" srcId="{179288E9-4C7A-45F1-AC03-BEDFF6E46A1D}" destId="{072150E6-B840-4BB5-BA34-2B5E11FDF934}" srcOrd="0" destOrd="0" presId="urn:microsoft.com/office/officeart/2005/8/layout/radial3"/>
    <dgm:cxn modelId="{C656C4BE-1251-42F4-A398-F164AB3A9042}" srcId="{2F93B1DA-E6B6-4432-ADB1-027F01ACE37D}" destId="{2E0EF4DC-6637-495F-8595-84FA015DF222}" srcOrd="2" destOrd="0" parTransId="{D6103BF9-0C0C-4A87-993F-73D05A9DF513}" sibTransId="{B8828398-5D77-4489-AF33-624DE3439C5D}"/>
    <dgm:cxn modelId="{8C4B41C2-1F9A-4305-9F31-4ACBC7A4E349}" srcId="{0AB4FABA-EB24-4802-BE07-02B179596F41}" destId="{2F93B1DA-E6B6-4432-ADB1-027F01ACE37D}" srcOrd="0" destOrd="0" parTransId="{94F6D428-F470-49D4-AF89-BD11D39FD57B}" sibTransId="{7F9FD8A7-F674-4C82-B23E-A8DF021FD053}"/>
    <dgm:cxn modelId="{8576DBCA-ACD2-46C6-A592-71474BED6234}" srcId="{2F93B1DA-E6B6-4432-ADB1-027F01ACE37D}" destId="{5393DF8B-1E7E-488A-9A08-A63E290B118A}" srcOrd="3" destOrd="0" parTransId="{565A46BA-CC3C-4242-A87D-E6537CCC488E}" sibTransId="{1399539C-D1E6-4017-9D0D-3F1301652E5B}"/>
    <dgm:cxn modelId="{4910680D-F90E-41E5-84FC-0317B57D748B}" type="presParOf" srcId="{8BEB938A-3282-44A7-9C13-DB6483CC09E3}" destId="{BC5730F7-E310-49ED-B589-9476C5C67F10}" srcOrd="0" destOrd="0" presId="urn:microsoft.com/office/officeart/2005/8/layout/radial3"/>
    <dgm:cxn modelId="{17BE48BF-6695-4A80-B996-A2374128597A}" type="presParOf" srcId="{BC5730F7-E310-49ED-B589-9476C5C67F10}" destId="{597DDA61-FB0F-4142-BCEA-0557FBAE2324}" srcOrd="0" destOrd="0" presId="urn:microsoft.com/office/officeart/2005/8/layout/radial3"/>
    <dgm:cxn modelId="{44363473-30F8-4F50-8FBB-4575A0C9E396}" type="presParOf" srcId="{BC5730F7-E310-49ED-B589-9476C5C67F10}" destId="{072150E6-B840-4BB5-BA34-2B5E11FDF934}" srcOrd="1" destOrd="0" presId="urn:microsoft.com/office/officeart/2005/8/layout/radial3"/>
    <dgm:cxn modelId="{63AD3B54-EFF4-4BD3-9DB6-8FE2CB584817}" type="presParOf" srcId="{BC5730F7-E310-49ED-B589-9476C5C67F10}" destId="{6F46C31E-8D06-42E9-9BD3-97656FBB7762}" srcOrd="2" destOrd="0" presId="urn:microsoft.com/office/officeart/2005/8/layout/radial3"/>
    <dgm:cxn modelId="{B5048354-E896-47D0-AA32-28E402AC8744}" type="presParOf" srcId="{BC5730F7-E310-49ED-B589-9476C5C67F10}" destId="{42DC2C57-216E-4256-85F5-FA628B5AE52E}" srcOrd="3" destOrd="0" presId="urn:microsoft.com/office/officeart/2005/8/layout/radial3"/>
    <dgm:cxn modelId="{C8FC42D6-30AA-4FBF-ACD0-6CC459D9C255}" type="presParOf" srcId="{BC5730F7-E310-49ED-B589-9476C5C67F10}" destId="{03543C90-3D96-4949-834C-48638F7FFF0B}" srcOrd="4" destOrd="0" presId="urn:microsoft.com/office/officeart/2005/8/layout/radial3"/>
    <dgm:cxn modelId="{07125694-AAE4-455E-9F6F-C6739F04E963}" type="presParOf" srcId="{BC5730F7-E310-49ED-B589-9476C5C67F10}" destId="{6D716C98-E24E-4584-AC7E-52B03C0C060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B4FABA-EB24-4802-BE07-02B179596F41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F93B1DA-E6B6-4432-ADB1-027F01ACE37D}">
      <dgm:prSet phldrT="[Text]"/>
      <dgm:spPr/>
      <dgm:t>
        <a:bodyPr/>
        <a:lstStyle/>
        <a:p>
          <a:r>
            <a:rPr lang="en-GB" dirty="0"/>
            <a:t>Input validation techniques</a:t>
          </a:r>
        </a:p>
      </dgm:t>
    </dgm:pt>
    <dgm:pt modelId="{94F6D428-F470-49D4-AF89-BD11D39FD57B}" type="parTrans" cxnId="{8C4B41C2-1F9A-4305-9F31-4ACBC7A4E349}">
      <dgm:prSet/>
      <dgm:spPr/>
      <dgm:t>
        <a:bodyPr/>
        <a:lstStyle/>
        <a:p>
          <a:endParaRPr lang="en-GB"/>
        </a:p>
      </dgm:t>
    </dgm:pt>
    <dgm:pt modelId="{7F9FD8A7-F674-4C82-B23E-A8DF021FD053}" type="sibTrans" cxnId="{8C4B41C2-1F9A-4305-9F31-4ACBC7A4E349}">
      <dgm:prSet/>
      <dgm:spPr/>
      <dgm:t>
        <a:bodyPr/>
        <a:lstStyle/>
        <a:p>
          <a:endParaRPr lang="en-GB"/>
        </a:p>
      </dgm:t>
    </dgm:pt>
    <dgm:pt modelId="{179288E9-4C7A-45F1-AC03-BEDFF6E46A1D}">
      <dgm:prSet phldrT="[Text]"/>
      <dgm:spPr/>
      <dgm:t>
        <a:bodyPr/>
        <a:lstStyle/>
        <a:p>
          <a:r>
            <a:rPr lang="en-GB" dirty="0"/>
            <a:t>Type check</a:t>
          </a:r>
        </a:p>
      </dgm:t>
    </dgm:pt>
    <dgm:pt modelId="{85ED96C7-3914-47C1-BEA7-19D54C802018}" type="parTrans" cxnId="{5D165956-880D-4FE7-AF70-79FB8D571613}">
      <dgm:prSet/>
      <dgm:spPr/>
      <dgm:t>
        <a:bodyPr/>
        <a:lstStyle/>
        <a:p>
          <a:endParaRPr lang="en-GB"/>
        </a:p>
      </dgm:t>
    </dgm:pt>
    <dgm:pt modelId="{B8FD35F1-B2D0-4CDF-A6A6-52DFFADC6485}" type="sibTrans" cxnId="{5D165956-880D-4FE7-AF70-79FB8D571613}">
      <dgm:prSet/>
      <dgm:spPr/>
      <dgm:t>
        <a:bodyPr/>
        <a:lstStyle/>
        <a:p>
          <a:endParaRPr lang="en-GB"/>
        </a:p>
      </dgm:t>
    </dgm:pt>
    <dgm:pt modelId="{F43F8E49-19CD-45BE-9827-FDEAED972389}">
      <dgm:prSet phldrT="[Text]"/>
      <dgm:spPr/>
      <dgm:t>
        <a:bodyPr/>
        <a:lstStyle/>
        <a:p>
          <a:r>
            <a:rPr lang="en-GB" dirty="0"/>
            <a:t>Range check</a:t>
          </a:r>
        </a:p>
      </dgm:t>
    </dgm:pt>
    <dgm:pt modelId="{5047ACEB-CFF7-4D44-B0C2-BFEF5CFEAAFC}" type="parTrans" cxnId="{1FDA244D-7BB9-4245-802B-A376760EA8BA}">
      <dgm:prSet/>
      <dgm:spPr/>
      <dgm:t>
        <a:bodyPr/>
        <a:lstStyle/>
        <a:p>
          <a:endParaRPr lang="en-GB"/>
        </a:p>
      </dgm:t>
    </dgm:pt>
    <dgm:pt modelId="{2BB54BA4-F4DD-4B65-A034-6EB5316C0D59}" type="sibTrans" cxnId="{1FDA244D-7BB9-4245-802B-A376760EA8BA}">
      <dgm:prSet/>
      <dgm:spPr/>
      <dgm:t>
        <a:bodyPr/>
        <a:lstStyle/>
        <a:p>
          <a:endParaRPr lang="en-GB"/>
        </a:p>
      </dgm:t>
    </dgm:pt>
    <dgm:pt modelId="{2E0EF4DC-6637-495F-8595-84FA015DF222}">
      <dgm:prSet phldrT="[Text]"/>
      <dgm:spPr/>
      <dgm:t>
        <a:bodyPr/>
        <a:lstStyle/>
        <a:p>
          <a:r>
            <a:rPr lang="en-GB" dirty="0"/>
            <a:t>Presence check</a:t>
          </a:r>
        </a:p>
      </dgm:t>
    </dgm:pt>
    <dgm:pt modelId="{D6103BF9-0C0C-4A87-993F-73D05A9DF513}" type="parTrans" cxnId="{C656C4BE-1251-42F4-A398-F164AB3A9042}">
      <dgm:prSet/>
      <dgm:spPr/>
      <dgm:t>
        <a:bodyPr/>
        <a:lstStyle/>
        <a:p>
          <a:endParaRPr lang="en-GB"/>
        </a:p>
      </dgm:t>
    </dgm:pt>
    <dgm:pt modelId="{B8828398-5D77-4489-AF33-624DE3439C5D}" type="sibTrans" cxnId="{C656C4BE-1251-42F4-A398-F164AB3A9042}">
      <dgm:prSet/>
      <dgm:spPr/>
      <dgm:t>
        <a:bodyPr/>
        <a:lstStyle/>
        <a:p>
          <a:endParaRPr lang="en-GB"/>
        </a:p>
      </dgm:t>
    </dgm:pt>
    <dgm:pt modelId="{5393DF8B-1E7E-488A-9A08-A63E290B118A}">
      <dgm:prSet phldrT="[Text]"/>
      <dgm:spPr/>
      <dgm:t>
        <a:bodyPr/>
        <a:lstStyle/>
        <a:p>
          <a:r>
            <a:rPr lang="en-GB" dirty="0"/>
            <a:t>Format check</a:t>
          </a:r>
        </a:p>
      </dgm:t>
    </dgm:pt>
    <dgm:pt modelId="{565A46BA-CC3C-4242-A87D-E6537CCC488E}" type="parTrans" cxnId="{8576DBCA-ACD2-46C6-A592-71474BED6234}">
      <dgm:prSet/>
      <dgm:spPr/>
      <dgm:t>
        <a:bodyPr/>
        <a:lstStyle/>
        <a:p>
          <a:endParaRPr lang="en-GB"/>
        </a:p>
      </dgm:t>
    </dgm:pt>
    <dgm:pt modelId="{1399539C-D1E6-4017-9D0D-3F1301652E5B}" type="sibTrans" cxnId="{8576DBCA-ACD2-46C6-A592-71474BED6234}">
      <dgm:prSet/>
      <dgm:spPr/>
      <dgm:t>
        <a:bodyPr/>
        <a:lstStyle/>
        <a:p>
          <a:endParaRPr lang="en-GB"/>
        </a:p>
      </dgm:t>
    </dgm:pt>
    <dgm:pt modelId="{1FC81214-1D01-490D-ADBB-F4A22593748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Length check</a:t>
          </a:r>
        </a:p>
      </dgm:t>
    </dgm:pt>
    <dgm:pt modelId="{92A439F2-C7D8-4751-AE2A-124837045A20}" type="parTrans" cxnId="{8C06BB3B-A5EF-47C2-8A08-D0F7D3EC71BE}">
      <dgm:prSet/>
      <dgm:spPr/>
      <dgm:t>
        <a:bodyPr/>
        <a:lstStyle/>
        <a:p>
          <a:endParaRPr lang="en-GB"/>
        </a:p>
      </dgm:t>
    </dgm:pt>
    <dgm:pt modelId="{B499CCFC-8FC5-45C9-BBF0-80217E3A24B0}" type="sibTrans" cxnId="{8C06BB3B-A5EF-47C2-8A08-D0F7D3EC71BE}">
      <dgm:prSet/>
      <dgm:spPr/>
      <dgm:t>
        <a:bodyPr/>
        <a:lstStyle/>
        <a:p>
          <a:endParaRPr lang="en-GB"/>
        </a:p>
      </dgm:t>
    </dgm:pt>
    <dgm:pt modelId="{8BEB938A-3282-44A7-9C13-DB6483CC09E3}" type="pres">
      <dgm:prSet presAssocID="{0AB4FABA-EB24-4802-BE07-02B179596F41}" presName="composite" presStyleCnt="0">
        <dgm:presLayoutVars>
          <dgm:chMax val="1"/>
          <dgm:dir/>
          <dgm:resizeHandles val="exact"/>
        </dgm:presLayoutVars>
      </dgm:prSet>
      <dgm:spPr/>
    </dgm:pt>
    <dgm:pt modelId="{BC5730F7-E310-49ED-B589-9476C5C67F10}" type="pres">
      <dgm:prSet presAssocID="{0AB4FABA-EB24-4802-BE07-02B179596F41}" presName="radial" presStyleCnt="0">
        <dgm:presLayoutVars>
          <dgm:animLvl val="ctr"/>
        </dgm:presLayoutVars>
      </dgm:prSet>
      <dgm:spPr/>
    </dgm:pt>
    <dgm:pt modelId="{597DDA61-FB0F-4142-BCEA-0557FBAE2324}" type="pres">
      <dgm:prSet presAssocID="{2F93B1DA-E6B6-4432-ADB1-027F01ACE37D}" presName="centerShape" presStyleLbl="vennNode1" presStyleIdx="0" presStyleCnt="6"/>
      <dgm:spPr/>
    </dgm:pt>
    <dgm:pt modelId="{072150E6-B840-4BB5-BA34-2B5E11FDF934}" type="pres">
      <dgm:prSet presAssocID="{179288E9-4C7A-45F1-AC03-BEDFF6E46A1D}" presName="node" presStyleLbl="vennNode1" presStyleIdx="1" presStyleCnt="6">
        <dgm:presLayoutVars>
          <dgm:bulletEnabled val="1"/>
        </dgm:presLayoutVars>
      </dgm:prSet>
      <dgm:spPr/>
    </dgm:pt>
    <dgm:pt modelId="{6F46C31E-8D06-42E9-9BD3-97656FBB7762}" type="pres">
      <dgm:prSet presAssocID="{F43F8E49-19CD-45BE-9827-FDEAED972389}" presName="node" presStyleLbl="vennNode1" presStyleIdx="2" presStyleCnt="6">
        <dgm:presLayoutVars>
          <dgm:bulletEnabled val="1"/>
        </dgm:presLayoutVars>
      </dgm:prSet>
      <dgm:spPr/>
    </dgm:pt>
    <dgm:pt modelId="{42DC2C57-216E-4256-85F5-FA628B5AE52E}" type="pres">
      <dgm:prSet presAssocID="{2E0EF4DC-6637-495F-8595-84FA015DF222}" presName="node" presStyleLbl="vennNode1" presStyleIdx="3" presStyleCnt="6">
        <dgm:presLayoutVars>
          <dgm:bulletEnabled val="1"/>
        </dgm:presLayoutVars>
      </dgm:prSet>
      <dgm:spPr/>
    </dgm:pt>
    <dgm:pt modelId="{03543C90-3D96-4949-834C-48638F7FFF0B}" type="pres">
      <dgm:prSet presAssocID="{5393DF8B-1E7E-488A-9A08-A63E290B118A}" presName="node" presStyleLbl="vennNode1" presStyleIdx="4" presStyleCnt="6">
        <dgm:presLayoutVars>
          <dgm:bulletEnabled val="1"/>
        </dgm:presLayoutVars>
      </dgm:prSet>
      <dgm:spPr/>
    </dgm:pt>
    <dgm:pt modelId="{6D716C98-E24E-4584-AC7E-52B03C0C060E}" type="pres">
      <dgm:prSet presAssocID="{1FC81214-1D01-490D-ADBB-F4A225937481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EF549318-C31D-471D-BDAD-2542CFEC6BDC}" type="presOf" srcId="{0AB4FABA-EB24-4802-BE07-02B179596F41}" destId="{8BEB938A-3282-44A7-9C13-DB6483CC09E3}" srcOrd="0" destOrd="0" presId="urn:microsoft.com/office/officeart/2005/8/layout/radial3"/>
    <dgm:cxn modelId="{A03B5F2B-6469-4C17-AA85-B0F247AB3092}" type="presOf" srcId="{2F93B1DA-E6B6-4432-ADB1-027F01ACE37D}" destId="{597DDA61-FB0F-4142-BCEA-0557FBAE2324}" srcOrd="0" destOrd="0" presId="urn:microsoft.com/office/officeart/2005/8/layout/radial3"/>
    <dgm:cxn modelId="{8C06BB3B-A5EF-47C2-8A08-D0F7D3EC71BE}" srcId="{2F93B1DA-E6B6-4432-ADB1-027F01ACE37D}" destId="{1FC81214-1D01-490D-ADBB-F4A225937481}" srcOrd="4" destOrd="0" parTransId="{92A439F2-C7D8-4751-AE2A-124837045A20}" sibTransId="{B499CCFC-8FC5-45C9-BBF0-80217E3A24B0}"/>
    <dgm:cxn modelId="{DA903D3C-8301-4511-B560-E4AA2E261831}" type="presOf" srcId="{5393DF8B-1E7E-488A-9A08-A63E290B118A}" destId="{03543C90-3D96-4949-834C-48638F7FFF0B}" srcOrd="0" destOrd="0" presId="urn:microsoft.com/office/officeart/2005/8/layout/radial3"/>
    <dgm:cxn modelId="{4CDC4E64-6403-4623-A311-9715FB0E41F6}" type="presOf" srcId="{2E0EF4DC-6637-495F-8595-84FA015DF222}" destId="{42DC2C57-216E-4256-85F5-FA628B5AE52E}" srcOrd="0" destOrd="0" presId="urn:microsoft.com/office/officeart/2005/8/layout/radial3"/>
    <dgm:cxn modelId="{1FDA244D-7BB9-4245-802B-A376760EA8BA}" srcId="{2F93B1DA-E6B6-4432-ADB1-027F01ACE37D}" destId="{F43F8E49-19CD-45BE-9827-FDEAED972389}" srcOrd="1" destOrd="0" parTransId="{5047ACEB-CFF7-4D44-B0C2-BFEF5CFEAAFC}" sibTransId="{2BB54BA4-F4DD-4B65-A034-6EB5316C0D59}"/>
    <dgm:cxn modelId="{5D165956-880D-4FE7-AF70-79FB8D571613}" srcId="{2F93B1DA-E6B6-4432-ADB1-027F01ACE37D}" destId="{179288E9-4C7A-45F1-AC03-BEDFF6E46A1D}" srcOrd="0" destOrd="0" parTransId="{85ED96C7-3914-47C1-BEA7-19D54C802018}" sibTransId="{B8FD35F1-B2D0-4CDF-A6A6-52DFFADC6485}"/>
    <dgm:cxn modelId="{F88F4B7D-4354-4D58-B1F7-46042A289963}" type="presOf" srcId="{1FC81214-1D01-490D-ADBB-F4A225937481}" destId="{6D716C98-E24E-4584-AC7E-52B03C0C060E}" srcOrd="0" destOrd="0" presId="urn:microsoft.com/office/officeart/2005/8/layout/radial3"/>
    <dgm:cxn modelId="{17771198-4E6D-49C5-B442-8CE92F7C5927}" type="presOf" srcId="{F43F8E49-19CD-45BE-9827-FDEAED972389}" destId="{6F46C31E-8D06-42E9-9BD3-97656FBB7762}" srcOrd="0" destOrd="0" presId="urn:microsoft.com/office/officeart/2005/8/layout/radial3"/>
    <dgm:cxn modelId="{AFA4E69F-28F8-4445-BCA9-F2301850218E}" type="presOf" srcId="{179288E9-4C7A-45F1-AC03-BEDFF6E46A1D}" destId="{072150E6-B840-4BB5-BA34-2B5E11FDF934}" srcOrd="0" destOrd="0" presId="urn:microsoft.com/office/officeart/2005/8/layout/radial3"/>
    <dgm:cxn modelId="{C656C4BE-1251-42F4-A398-F164AB3A9042}" srcId="{2F93B1DA-E6B6-4432-ADB1-027F01ACE37D}" destId="{2E0EF4DC-6637-495F-8595-84FA015DF222}" srcOrd="2" destOrd="0" parTransId="{D6103BF9-0C0C-4A87-993F-73D05A9DF513}" sibTransId="{B8828398-5D77-4489-AF33-624DE3439C5D}"/>
    <dgm:cxn modelId="{8C4B41C2-1F9A-4305-9F31-4ACBC7A4E349}" srcId="{0AB4FABA-EB24-4802-BE07-02B179596F41}" destId="{2F93B1DA-E6B6-4432-ADB1-027F01ACE37D}" srcOrd="0" destOrd="0" parTransId="{94F6D428-F470-49D4-AF89-BD11D39FD57B}" sibTransId="{7F9FD8A7-F674-4C82-B23E-A8DF021FD053}"/>
    <dgm:cxn modelId="{8576DBCA-ACD2-46C6-A592-71474BED6234}" srcId="{2F93B1DA-E6B6-4432-ADB1-027F01ACE37D}" destId="{5393DF8B-1E7E-488A-9A08-A63E290B118A}" srcOrd="3" destOrd="0" parTransId="{565A46BA-CC3C-4242-A87D-E6537CCC488E}" sibTransId="{1399539C-D1E6-4017-9D0D-3F1301652E5B}"/>
    <dgm:cxn modelId="{4910680D-F90E-41E5-84FC-0317B57D748B}" type="presParOf" srcId="{8BEB938A-3282-44A7-9C13-DB6483CC09E3}" destId="{BC5730F7-E310-49ED-B589-9476C5C67F10}" srcOrd="0" destOrd="0" presId="urn:microsoft.com/office/officeart/2005/8/layout/radial3"/>
    <dgm:cxn modelId="{17BE48BF-6695-4A80-B996-A2374128597A}" type="presParOf" srcId="{BC5730F7-E310-49ED-B589-9476C5C67F10}" destId="{597DDA61-FB0F-4142-BCEA-0557FBAE2324}" srcOrd="0" destOrd="0" presId="urn:microsoft.com/office/officeart/2005/8/layout/radial3"/>
    <dgm:cxn modelId="{44363473-30F8-4F50-8FBB-4575A0C9E396}" type="presParOf" srcId="{BC5730F7-E310-49ED-B589-9476C5C67F10}" destId="{072150E6-B840-4BB5-BA34-2B5E11FDF934}" srcOrd="1" destOrd="0" presId="urn:microsoft.com/office/officeart/2005/8/layout/radial3"/>
    <dgm:cxn modelId="{63AD3B54-EFF4-4BD3-9DB6-8FE2CB584817}" type="presParOf" srcId="{BC5730F7-E310-49ED-B589-9476C5C67F10}" destId="{6F46C31E-8D06-42E9-9BD3-97656FBB7762}" srcOrd="2" destOrd="0" presId="urn:microsoft.com/office/officeart/2005/8/layout/radial3"/>
    <dgm:cxn modelId="{B5048354-E896-47D0-AA32-28E402AC8744}" type="presParOf" srcId="{BC5730F7-E310-49ED-B589-9476C5C67F10}" destId="{42DC2C57-216E-4256-85F5-FA628B5AE52E}" srcOrd="3" destOrd="0" presId="urn:microsoft.com/office/officeart/2005/8/layout/radial3"/>
    <dgm:cxn modelId="{C8FC42D6-30AA-4FBF-ACD0-6CC459D9C255}" type="presParOf" srcId="{BC5730F7-E310-49ED-B589-9476C5C67F10}" destId="{03543C90-3D96-4949-834C-48638F7FFF0B}" srcOrd="4" destOrd="0" presId="urn:microsoft.com/office/officeart/2005/8/layout/radial3"/>
    <dgm:cxn modelId="{07125694-AAE4-455E-9F6F-C6739F04E963}" type="presParOf" srcId="{BC5730F7-E310-49ED-B589-9476C5C67F10}" destId="{6D716C98-E24E-4584-AC7E-52B03C0C060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B4FABA-EB24-4802-BE07-02B179596F41}" type="doc">
      <dgm:prSet loTypeId="urn:microsoft.com/office/officeart/2005/8/layout/radial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F93B1DA-E6B6-4432-ADB1-027F01ACE37D}">
      <dgm:prSet phldrT="[Text]"/>
      <dgm:spPr/>
      <dgm:t>
        <a:bodyPr/>
        <a:lstStyle/>
        <a:p>
          <a:r>
            <a:rPr lang="en-GB" dirty="0"/>
            <a:t>Input validation techniques</a:t>
          </a:r>
        </a:p>
      </dgm:t>
    </dgm:pt>
    <dgm:pt modelId="{94F6D428-F470-49D4-AF89-BD11D39FD57B}" type="parTrans" cxnId="{8C4B41C2-1F9A-4305-9F31-4ACBC7A4E349}">
      <dgm:prSet/>
      <dgm:spPr/>
      <dgm:t>
        <a:bodyPr/>
        <a:lstStyle/>
        <a:p>
          <a:endParaRPr lang="en-GB"/>
        </a:p>
      </dgm:t>
    </dgm:pt>
    <dgm:pt modelId="{7F9FD8A7-F674-4C82-B23E-A8DF021FD053}" type="sibTrans" cxnId="{8C4B41C2-1F9A-4305-9F31-4ACBC7A4E349}">
      <dgm:prSet/>
      <dgm:spPr/>
      <dgm:t>
        <a:bodyPr/>
        <a:lstStyle/>
        <a:p>
          <a:endParaRPr lang="en-GB"/>
        </a:p>
      </dgm:t>
    </dgm:pt>
    <dgm:pt modelId="{179288E9-4C7A-45F1-AC03-BEDFF6E46A1D}">
      <dgm:prSet phldrT="[Text]"/>
      <dgm:spPr/>
      <dgm:t>
        <a:bodyPr/>
        <a:lstStyle/>
        <a:p>
          <a:r>
            <a:rPr lang="en-GB" dirty="0"/>
            <a:t>Type check</a:t>
          </a:r>
        </a:p>
      </dgm:t>
    </dgm:pt>
    <dgm:pt modelId="{85ED96C7-3914-47C1-BEA7-19D54C802018}" type="parTrans" cxnId="{5D165956-880D-4FE7-AF70-79FB8D571613}">
      <dgm:prSet/>
      <dgm:spPr/>
      <dgm:t>
        <a:bodyPr/>
        <a:lstStyle/>
        <a:p>
          <a:endParaRPr lang="en-GB"/>
        </a:p>
      </dgm:t>
    </dgm:pt>
    <dgm:pt modelId="{B8FD35F1-B2D0-4CDF-A6A6-52DFFADC6485}" type="sibTrans" cxnId="{5D165956-880D-4FE7-AF70-79FB8D571613}">
      <dgm:prSet/>
      <dgm:spPr/>
      <dgm:t>
        <a:bodyPr/>
        <a:lstStyle/>
        <a:p>
          <a:endParaRPr lang="en-GB"/>
        </a:p>
      </dgm:t>
    </dgm:pt>
    <dgm:pt modelId="{F43F8E49-19CD-45BE-9827-FDEAED972389}">
      <dgm:prSet phldrT="[Text]"/>
      <dgm:spPr/>
      <dgm:t>
        <a:bodyPr/>
        <a:lstStyle/>
        <a:p>
          <a:r>
            <a:rPr lang="en-GB" dirty="0"/>
            <a:t>Range check</a:t>
          </a:r>
        </a:p>
      </dgm:t>
    </dgm:pt>
    <dgm:pt modelId="{5047ACEB-CFF7-4D44-B0C2-BFEF5CFEAAFC}" type="parTrans" cxnId="{1FDA244D-7BB9-4245-802B-A376760EA8BA}">
      <dgm:prSet/>
      <dgm:spPr/>
      <dgm:t>
        <a:bodyPr/>
        <a:lstStyle/>
        <a:p>
          <a:endParaRPr lang="en-GB"/>
        </a:p>
      </dgm:t>
    </dgm:pt>
    <dgm:pt modelId="{2BB54BA4-F4DD-4B65-A034-6EB5316C0D59}" type="sibTrans" cxnId="{1FDA244D-7BB9-4245-802B-A376760EA8BA}">
      <dgm:prSet/>
      <dgm:spPr/>
      <dgm:t>
        <a:bodyPr/>
        <a:lstStyle/>
        <a:p>
          <a:endParaRPr lang="en-GB"/>
        </a:p>
      </dgm:t>
    </dgm:pt>
    <dgm:pt modelId="{2E0EF4DC-6637-495F-8595-84FA015DF222}">
      <dgm:prSet phldrT="[Text]"/>
      <dgm:spPr/>
      <dgm:t>
        <a:bodyPr/>
        <a:lstStyle/>
        <a:p>
          <a:r>
            <a:rPr lang="en-GB" dirty="0"/>
            <a:t>Presence check</a:t>
          </a:r>
        </a:p>
      </dgm:t>
    </dgm:pt>
    <dgm:pt modelId="{D6103BF9-0C0C-4A87-993F-73D05A9DF513}" type="parTrans" cxnId="{C656C4BE-1251-42F4-A398-F164AB3A9042}">
      <dgm:prSet/>
      <dgm:spPr/>
      <dgm:t>
        <a:bodyPr/>
        <a:lstStyle/>
        <a:p>
          <a:endParaRPr lang="en-GB"/>
        </a:p>
      </dgm:t>
    </dgm:pt>
    <dgm:pt modelId="{B8828398-5D77-4489-AF33-624DE3439C5D}" type="sibTrans" cxnId="{C656C4BE-1251-42F4-A398-F164AB3A9042}">
      <dgm:prSet/>
      <dgm:spPr/>
      <dgm:t>
        <a:bodyPr/>
        <a:lstStyle/>
        <a:p>
          <a:endParaRPr lang="en-GB"/>
        </a:p>
      </dgm:t>
    </dgm:pt>
    <dgm:pt modelId="{5393DF8B-1E7E-488A-9A08-A63E290B118A}">
      <dgm:prSet phldrT="[Text]"/>
      <dgm:spPr/>
      <dgm:t>
        <a:bodyPr/>
        <a:lstStyle/>
        <a:p>
          <a:r>
            <a:rPr lang="en-GB" dirty="0"/>
            <a:t>Format check</a:t>
          </a:r>
        </a:p>
      </dgm:t>
    </dgm:pt>
    <dgm:pt modelId="{565A46BA-CC3C-4242-A87D-E6537CCC488E}" type="parTrans" cxnId="{8576DBCA-ACD2-46C6-A592-71474BED6234}">
      <dgm:prSet/>
      <dgm:spPr/>
      <dgm:t>
        <a:bodyPr/>
        <a:lstStyle/>
        <a:p>
          <a:endParaRPr lang="en-GB"/>
        </a:p>
      </dgm:t>
    </dgm:pt>
    <dgm:pt modelId="{1399539C-D1E6-4017-9D0D-3F1301652E5B}" type="sibTrans" cxnId="{8576DBCA-ACD2-46C6-A592-71474BED6234}">
      <dgm:prSet/>
      <dgm:spPr/>
      <dgm:t>
        <a:bodyPr/>
        <a:lstStyle/>
        <a:p>
          <a:endParaRPr lang="en-GB"/>
        </a:p>
      </dgm:t>
    </dgm:pt>
    <dgm:pt modelId="{1FC81214-1D01-490D-ADBB-F4A225937481}">
      <dgm:prSet phldrT="[Text]"/>
      <dgm:spPr/>
      <dgm:t>
        <a:bodyPr/>
        <a:lstStyle/>
        <a:p>
          <a:r>
            <a:rPr lang="en-GB" dirty="0"/>
            <a:t>Length check</a:t>
          </a:r>
        </a:p>
      </dgm:t>
    </dgm:pt>
    <dgm:pt modelId="{92A439F2-C7D8-4751-AE2A-124837045A20}" type="parTrans" cxnId="{8C06BB3B-A5EF-47C2-8A08-D0F7D3EC71BE}">
      <dgm:prSet/>
      <dgm:spPr/>
      <dgm:t>
        <a:bodyPr/>
        <a:lstStyle/>
        <a:p>
          <a:endParaRPr lang="en-GB"/>
        </a:p>
      </dgm:t>
    </dgm:pt>
    <dgm:pt modelId="{B499CCFC-8FC5-45C9-BBF0-80217E3A24B0}" type="sibTrans" cxnId="{8C06BB3B-A5EF-47C2-8A08-D0F7D3EC71BE}">
      <dgm:prSet/>
      <dgm:spPr/>
      <dgm:t>
        <a:bodyPr/>
        <a:lstStyle/>
        <a:p>
          <a:endParaRPr lang="en-GB"/>
        </a:p>
      </dgm:t>
    </dgm:pt>
    <dgm:pt modelId="{8BEB938A-3282-44A7-9C13-DB6483CC09E3}" type="pres">
      <dgm:prSet presAssocID="{0AB4FABA-EB24-4802-BE07-02B179596F41}" presName="composite" presStyleCnt="0">
        <dgm:presLayoutVars>
          <dgm:chMax val="1"/>
          <dgm:dir/>
          <dgm:resizeHandles val="exact"/>
        </dgm:presLayoutVars>
      </dgm:prSet>
      <dgm:spPr/>
    </dgm:pt>
    <dgm:pt modelId="{BC5730F7-E310-49ED-B589-9476C5C67F10}" type="pres">
      <dgm:prSet presAssocID="{0AB4FABA-EB24-4802-BE07-02B179596F41}" presName="radial" presStyleCnt="0">
        <dgm:presLayoutVars>
          <dgm:animLvl val="ctr"/>
        </dgm:presLayoutVars>
      </dgm:prSet>
      <dgm:spPr/>
    </dgm:pt>
    <dgm:pt modelId="{597DDA61-FB0F-4142-BCEA-0557FBAE2324}" type="pres">
      <dgm:prSet presAssocID="{2F93B1DA-E6B6-4432-ADB1-027F01ACE37D}" presName="centerShape" presStyleLbl="vennNode1" presStyleIdx="0" presStyleCnt="6"/>
      <dgm:spPr/>
    </dgm:pt>
    <dgm:pt modelId="{072150E6-B840-4BB5-BA34-2B5E11FDF934}" type="pres">
      <dgm:prSet presAssocID="{179288E9-4C7A-45F1-AC03-BEDFF6E46A1D}" presName="node" presStyleLbl="vennNode1" presStyleIdx="1" presStyleCnt="6">
        <dgm:presLayoutVars>
          <dgm:bulletEnabled val="1"/>
        </dgm:presLayoutVars>
      </dgm:prSet>
      <dgm:spPr/>
    </dgm:pt>
    <dgm:pt modelId="{6F46C31E-8D06-42E9-9BD3-97656FBB7762}" type="pres">
      <dgm:prSet presAssocID="{F43F8E49-19CD-45BE-9827-FDEAED972389}" presName="node" presStyleLbl="vennNode1" presStyleIdx="2" presStyleCnt="6">
        <dgm:presLayoutVars>
          <dgm:bulletEnabled val="1"/>
        </dgm:presLayoutVars>
      </dgm:prSet>
      <dgm:spPr/>
    </dgm:pt>
    <dgm:pt modelId="{42DC2C57-216E-4256-85F5-FA628B5AE52E}" type="pres">
      <dgm:prSet presAssocID="{2E0EF4DC-6637-495F-8595-84FA015DF222}" presName="node" presStyleLbl="vennNode1" presStyleIdx="3" presStyleCnt="6">
        <dgm:presLayoutVars>
          <dgm:bulletEnabled val="1"/>
        </dgm:presLayoutVars>
      </dgm:prSet>
      <dgm:spPr/>
    </dgm:pt>
    <dgm:pt modelId="{03543C90-3D96-4949-834C-48638F7FFF0B}" type="pres">
      <dgm:prSet presAssocID="{5393DF8B-1E7E-488A-9A08-A63E290B118A}" presName="node" presStyleLbl="vennNode1" presStyleIdx="4" presStyleCnt="6">
        <dgm:presLayoutVars>
          <dgm:bulletEnabled val="1"/>
        </dgm:presLayoutVars>
      </dgm:prSet>
      <dgm:spPr/>
    </dgm:pt>
    <dgm:pt modelId="{6D716C98-E24E-4584-AC7E-52B03C0C060E}" type="pres">
      <dgm:prSet presAssocID="{1FC81214-1D01-490D-ADBB-F4A225937481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EF549318-C31D-471D-BDAD-2542CFEC6BDC}" type="presOf" srcId="{0AB4FABA-EB24-4802-BE07-02B179596F41}" destId="{8BEB938A-3282-44A7-9C13-DB6483CC09E3}" srcOrd="0" destOrd="0" presId="urn:microsoft.com/office/officeart/2005/8/layout/radial3"/>
    <dgm:cxn modelId="{A03B5F2B-6469-4C17-AA85-B0F247AB3092}" type="presOf" srcId="{2F93B1DA-E6B6-4432-ADB1-027F01ACE37D}" destId="{597DDA61-FB0F-4142-BCEA-0557FBAE2324}" srcOrd="0" destOrd="0" presId="urn:microsoft.com/office/officeart/2005/8/layout/radial3"/>
    <dgm:cxn modelId="{8C06BB3B-A5EF-47C2-8A08-D0F7D3EC71BE}" srcId="{2F93B1DA-E6B6-4432-ADB1-027F01ACE37D}" destId="{1FC81214-1D01-490D-ADBB-F4A225937481}" srcOrd="4" destOrd="0" parTransId="{92A439F2-C7D8-4751-AE2A-124837045A20}" sibTransId="{B499CCFC-8FC5-45C9-BBF0-80217E3A24B0}"/>
    <dgm:cxn modelId="{DA903D3C-8301-4511-B560-E4AA2E261831}" type="presOf" srcId="{5393DF8B-1E7E-488A-9A08-A63E290B118A}" destId="{03543C90-3D96-4949-834C-48638F7FFF0B}" srcOrd="0" destOrd="0" presId="urn:microsoft.com/office/officeart/2005/8/layout/radial3"/>
    <dgm:cxn modelId="{4CDC4E64-6403-4623-A311-9715FB0E41F6}" type="presOf" srcId="{2E0EF4DC-6637-495F-8595-84FA015DF222}" destId="{42DC2C57-216E-4256-85F5-FA628B5AE52E}" srcOrd="0" destOrd="0" presId="urn:microsoft.com/office/officeart/2005/8/layout/radial3"/>
    <dgm:cxn modelId="{1FDA244D-7BB9-4245-802B-A376760EA8BA}" srcId="{2F93B1DA-E6B6-4432-ADB1-027F01ACE37D}" destId="{F43F8E49-19CD-45BE-9827-FDEAED972389}" srcOrd="1" destOrd="0" parTransId="{5047ACEB-CFF7-4D44-B0C2-BFEF5CFEAAFC}" sibTransId="{2BB54BA4-F4DD-4B65-A034-6EB5316C0D59}"/>
    <dgm:cxn modelId="{5D165956-880D-4FE7-AF70-79FB8D571613}" srcId="{2F93B1DA-E6B6-4432-ADB1-027F01ACE37D}" destId="{179288E9-4C7A-45F1-AC03-BEDFF6E46A1D}" srcOrd="0" destOrd="0" parTransId="{85ED96C7-3914-47C1-BEA7-19D54C802018}" sibTransId="{B8FD35F1-B2D0-4CDF-A6A6-52DFFADC6485}"/>
    <dgm:cxn modelId="{F88F4B7D-4354-4D58-B1F7-46042A289963}" type="presOf" srcId="{1FC81214-1D01-490D-ADBB-F4A225937481}" destId="{6D716C98-E24E-4584-AC7E-52B03C0C060E}" srcOrd="0" destOrd="0" presId="urn:microsoft.com/office/officeart/2005/8/layout/radial3"/>
    <dgm:cxn modelId="{17771198-4E6D-49C5-B442-8CE92F7C5927}" type="presOf" srcId="{F43F8E49-19CD-45BE-9827-FDEAED972389}" destId="{6F46C31E-8D06-42E9-9BD3-97656FBB7762}" srcOrd="0" destOrd="0" presId="urn:microsoft.com/office/officeart/2005/8/layout/radial3"/>
    <dgm:cxn modelId="{AFA4E69F-28F8-4445-BCA9-F2301850218E}" type="presOf" srcId="{179288E9-4C7A-45F1-AC03-BEDFF6E46A1D}" destId="{072150E6-B840-4BB5-BA34-2B5E11FDF934}" srcOrd="0" destOrd="0" presId="urn:microsoft.com/office/officeart/2005/8/layout/radial3"/>
    <dgm:cxn modelId="{C656C4BE-1251-42F4-A398-F164AB3A9042}" srcId="{2F93B1DA-E6B6-4432-ADB1-027F01ACE37D}" destId="{2E0EF4DC-6637-495F-8595-84FA015DF222}" srcOrd="2" destOrd="0" parTransId="{D6103BF9-0C0C-4A87-993F-73D05A9DF513}" sibTransId="{B8828398-5D77-4489-AF33-624DE3439C5D}"/>
    <dgm:cxn modelId="{8C4B41C2-1F9A-4305-9F31-4ACBC7A4E349}" srcId="{0AB4FABA-EB24-4802-BE07-02B179596F41}" destId="{2F93B1DA-E6B6-4432-ADB1-027F01ACE37D}" srcOrd="0" destOrd="0" parTransId="{94F6D428-F470-49D4-AF89-BD11D39FD57B}" sibTransId="{7F9FD8A7-F674-4C82-B23E-A8DF021FD053}"/>
    <dgm:cxn modelId="{8576DBCA-ACD2-46C6-A592-71474BED6234}" srcId="{2F93B1DA-E6B6-4432-ADB1-027F01ACE37D}" destId="{5393DF8B-1E7E-488A-9A08-A63E290B118A}" srcOrd="3" destOrd="0" parTransId="{565A46BA-CC3C-4242-A87D-E6537CCC488E}" sibTransId="{1399539C-D1E6-4017-9D0D-3F1301652E5B}"/>
    <dgm:cxn modelId="{4910680D-F90E-41E5-84FC-0317B57D748B}" type="presParOf" srcId="{8BEB938A-3282-44A7-9C13-DB6483CC09E3}" destId="{BC5730F7-E310-49ED-B589-9476C5C67F10}" srcOrd="0" destOrd="0" presId="urn:microsoft.com/office/officeart/2005/8/layout/radial3"/>
    <dgm:cxn modelId="{17BE48BF-6695-4A80-B996-A2374128597A}" type="presParOf" srcId="{BC5730F7-E310-49ED-B589-9476C5C67F10}" destId="{597DDA61-FB0F-4142-BCEA-0557FBAE2324}" srcOrd="0" destOrd="0" presId="urn:microsoft.com/office/officeart/2005/8/layout/radial3"/>
    <dgm:cxn modelId="{44363473-30F8-4F50-8FBB-4575A0C9E396}" type="presParOf" srcId="{BC5730F7-E310-49ED-B589-9476C5C67F10}" destId="{072150E6-B840-4BB5-BA34-2B5E11FDF934}" srcOrd="1" destOrd="0" presId="urn:microsoft.com/office/officeart/2005/8/layout/radial3"/>
    <dgm:cxn modelId="{63AD3B54-EFF4-4BD3-9DB6-8FE2CB584817}" type="presParOf" srcId="{BC5730F7-E310-49ED-B589-9476C5C67F10}" destId="{6F46C31E-8D06-42E9-9BD3-97656FBB7762}" srcOrd="2" destOrd="0" presId="urn:microsoft.com/office/officeart/2005/8/layout/radial3"/>
    <dgm:cxn modelId="{B5048354-E896-47D0-AA32-28E402AC8744}" type="presParOf" srcId="{BC5730F7-E310-49ED-B589-9476C5C67F10}" destId="{42DC2C57-216E-4256-85F5-FA628B5AE52E}" srcOrd="3" destOrd="0" presId="urn:microsoft.com/office/officeart/2005/8/layout/radial3"/>
    <dgm:cxn modelId="{C8FC42D6-30AA-4FBF-ACD0-6CC459D9C255}" type="presParOf" srcId="{BC5730F7-E310-49ED-B589-9476C5C67F10}" destId="{03543C90-3D96-4949-834C-48638F7FFF0B}" srcOrd="4" destOrd="0" presId="urn:microsoft.com/office/officeart/2005/8/layout/radial3"/>
    <dgm:cxn modelId="{07125694-AAE4-455E-9F6F-C6739F04E963}" type="presParOf" srcId="{BC5730F7-E310-49ED-B589-9476C5C67F10}" destId="{6D716C98-E24E-4584-AC7E-52B03C0C060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DDA61-FB0F-4142-BCEA-0557FBAE2324}">
      <dsp:nvSpPr>
        <dsp:cNvPr id="0" name=""/>
        <dsp:cNvSpPr/>
      </dsp:nvSpPr>
      <dsp:spPr>
        <a:xfrm>
          <a:off x="2729223" y="1597516"/>
          <a:ext cx="3703177" cy="3703177"/>
        </a:xfrm>
        <a:prstGeom prst="ellipse">
          <a:avLst/>
        </a:prstGeom>
        <a:solidFill>
          <a:srgbClr val="FFD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Input validation techniques</a:t>
          </a:r>
        </a:p>
      </dsp:txBody>
      <dsp:txXfrm>
        <a:off x="3271541" y="2139834"/>
        <a:ext cx="2618541" cy="2618541"/>
      </dsp:txXfrm>
    </dsp:sp>
    <dsp:sp modelId="{072150E6-B840-4BB5-BA34-2B5E11FDF934}">
      <dsp:nvSpPr>
        <dsp:cNvPr id="0" name=""/>
        <dsp:cNvSpPr/>
      </dsp:nvSpPr>
      <dsp:spPr>
        <a:xfrm>
          <a:off x="3655017" y="114251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Type check</a:t>
          </a:r>
        </a:p>
      </dsp:txBody>
      <dsp:txXfrm>
        <a:off x="3926176" y="385410"/>
        <a:ext cx="1309270" cy="1309270"/>
      </dsp:txXfrm>
    </dsp:sp>
    <dsp:sp modelId="{6F46C31E-8D06-42E9-9BD3-97656FBB7762}">
      <dsp:nvSpPr>
        <dsp:cNvPr id="0" name=""/>
        <dsp:cNvSpPr/>
      </dsp:nvSpPr>
      <dsp:spPr>
        <a:xfrm>
          <a:off x="5946169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Range check</a:t>
          </a:r>
        </a:p>
      </dsp:txBody>
      <dsp:txXfrm>
        <a:off x="6217328" y="2050029"/>
        <a:ext cx="1309270" cy="1309270"/>
      </dsp:txXfrm>
    </dsp:sp>
    <dsp:sp modelId="{42DC2C57-216E-4256-85F5-FA628B5AE52E}">
      <dsp:nvSpPr>
        <dsp:cNvPr id="0" name=""/>
        <dsp:cNvSpPr/>
      </dsp:nvSpPr>
      <dsp:spPr>
        <a:xfrm>
          <a:off x="5071027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Presence check</a:t>
          </a:r>
        </a:p>
      </dsp:txBody>
      <dsp:txXfrm>
        <a:off x="5342186" y="4743439"/>
        <a:ext cx="1309270" cy="1309270"/>
      </dsp:txXfrm>
    </dsp:sp>
    <dsp:sp modelId="{03543C90-3D96-4949-834C-48638F7FFF0B}">
      <dsp:nvSpPr>
        <dsp:cNvPr id="0" name=""/>
        <dsp:cNvSpPr/>
      </dsp:nvSpPr>
      <dsp:spPr>
        <a:xfrm>
          <a:off x="2239008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Format check</a:t>
          </a:r>
        </a:p>
      </dsp:txBody>
      <dsp:txXfrm>
        <a:off x="2510167" y="4743439"/>
        <a:ext cx="1309270" cy="1309270"/>
      </dsp:txXfrm>
    </dsp:sp>
    <dsp:sp modelId="{6D716C98-E24E-4584-AC7E-52B03C0C060E}">
      <dsp:nvSpPr>
        <dsp:cNvPr id="0" name=""/>
        <dsp:cNvSpPr/>
      </dsp:nvSpPr>
      <dsp:spPr>
        <a:xfrm>
          <a:off x="1363866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Length check</a:t>
          </a:r>
        </a:p>
      </dsp:txBody>
      <dsp:txXfrm>
        <a:off x="1635025" y="2050029"/>
        <a:ext cx="1309270" cy="1309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DDA61-FB0F-4142-BCEA-0557FBAE2324}">
      <dsp:nvSpPr>
        <dsp:cNvPr id="0" name=""/>
        <dsp:cNvSpPr/>
      </dsp:nvSpPr>
      <dsp:spPr>
        <a:xfrm>
          <a:off x="2729223" y="1597516"/>
          <a:ext cx="3703177" cy="3703177"/>
        </a:xfrm>
        <a:prstGeom prst="ellipse">
          <a:avLst/>
        </a:prstGeom>
        <a:solidFill>
          <a:srgbClr val="FFDF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Input validation techniques</a:t>
          </a:r>
        </a:p>
      </dsp:txBody>
      <dsp:txXfrm>
        <a:off x="3271541" y="2139834"/>
        <a:ext cx="2618541" cy="2618541"/>
      </dsp:txXfrm>
    </dsp:sp>
    <dsp:sp modelId="{072150E6-B840-4BB5-BA34-2B5E11FDF934}">
      <dsp:nvSpPr>
        <dsp:cNvPr id="0" name=""/>
        <dsp:cNvSpPr/>
      </dsp:nvSpPr>
      <dsp:spPr>
        <a:xfrm>
          <a:off x="3655017" y="114251"/>
          <a:ext cx="1851588" cy="1851588"/>
        </a:xfrm>
        <a:prstGeom prst="ellipse">
          <a:avLst/>
        </a:prstGeom>
        <a:solidFill>
          <a:schemeClr val="accent4">
            <a:alpha val="50000"/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Type check</a:t>
          </a:r>
        </a:p>
      </dsp:txBody>
      <dsp:txXfrm>
        <a:off x="3926176" y="385410"/>
        <a:ext cx="1309270" cy="1309270"/>
      </dsp:txXfrm>
    </dsp:sp>
    <dsp:sp modelId="{6F46C31E-8D06-42E9-9BD3-97656FBB7762}">
      <dsp:nvSpPr>
        <dsp:cNvPr id="0" name=""/>
        <dsp:cNvSpPr/>
      </dsp:nvSpPr>
      <dsp:spPr>
        <a:xfrm>
          <a:off x="5946169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Range check</a:t>
          </a:r>
        </a:p>
      </dsp:txBody>
      <dsp:txXfrm>
        <a:off x="6217328" y="2050029"/>
        <a:ext cx="1309270" cy="1309270"/>
      </dsp:txXfrm>
    </dsp:sp>
    <dsp:sp modelId="{42DC2C57-216E-4256-85F5-FA628B5AE52E}">
      <dsp:nvSpPr>
        <dsp:cNvPr id="0" name=""/>
        <dsp:cNvSpPr/>
      </dsp:nvSpPr>
      <dsp:spPr>
        <a:xfrm>
          <a:off x="5071027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Presence check</a:t>
          </a:r>
        </a:p>
      </dsp:txBody>
      <dsp:txXfrm>
        <a:off x="5342186" y="4743439"/>
        <a:ext cx="1309270" cy="1309270"/>
      </dsp:txXfrm>
    </dsp:sp>
    <dsp:sp modelId="{03543C90-3D96-4949-834C-48638F7FFF0B}">
      <dsp:nvSpPr>
        <dsp:cNvPr id="0" name=""/>
        <dsp:cNvSpPr/>
      </dsp:nvSpPr>
      <dsp:spPr>
        <a:xfrm>
          <a:off x="2239008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Format check</a:t>
          </a:r>
        </a:p>
      </dsp:txBody>
      <dsp:txXfrm>
        <a:off x="2510167" y="4743439"/>
        <a:ext cx="1309270" cy="1309270"/>
      </dsp:txXfrm>
    </dsp:sp>
    <dsp:sp modelId="{6D716C98-E24E-4584-AC7E-52B03C0C060E}">
      <dsp:nvSpPr>
        <dsp:cNvPr id="0" name=""/>
        <dsp:cNvSpPr/>
      </dsp:nvSpPr>
      <dsp:spPr>
        <a:xfrm>
          <a:off x="1363866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Length check</a:t>
          </a:r>
        </a:p>
      </dsp:txBody>
      <dsp:txXfrm>
        <a:off x="1635025" y="2050029"/>
        <a:ext cx="1309270" cy="1309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DDA61-FB0F-4142-BCEA-0557FBAE2324}">
      <dsp:nvSpPr>
        <dsp:cNvPr id="0" name=""/>
        <dsp:cNvSpPr/>
      </dsp:nvSpPr>
      <dsp:spPr>
        <a:xfrm>
          <a:off x="2729223" y="1597516"/>
          <a:ext cx="3703177" cy="370317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Input validation techniques</a:t>
          </a:r>
        </a:p>
      </dsp:txBody>
      <dsp:txXfrm>
        <a:off x="3271541" y="2139834"/>
        <a:ext cx="2618541" cy="2618541"/>
      </dsp:txXfrm>
    </dsp:sp>
    <dsp:sp modelId="{072150E6-B840-4BB5-BA34-2B5E11FDF934}">
      <dsp:nvSpPr>
        <dsp:cNvPr id="0" name=""/>
        <dsp:cNvSpPr/>
      </dsp:nvSpPr>
      <dsp:spPr>
        <a:xfrm>
          <a:off x="3655017" y="114251"/>
          <a:ext cx="1851588" cy="1851588"/>
        </a:xfrm>
        <a:prstGeom prst="ellipse">
          <a:avLst/>
        </a:prstGeom>
        <a:solidFill>
          <a:schemeClr val="accent4">
            <a:alpha val="50000"/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Type check</a:t>
          </a:r>
        </a:p>
      </dsp:txBody>
      <dsp:txXfrm>
        <a:off x="3926176" y="385410"/>
        <a:ext cx="1309270" cy="1309270"/>
      </dsp:txXfrm>
    </dsp:sp>
    <dsp:sp modelId="{6F46C31E-8D06-42E9-9BD3-97656FBB7762}">
      <dsp:nvSpPr>
        <dsp:cNvPr id="0" name=""/>
        <dsp:cNvSpPr/>
      </dsp:nvSpPr>
      <dsp:spPr>
        <a:xfrm>
          <a:off x="5946169" y="1778870"/>
          <a:ext cx="1851588" cy="1851588"/>
        </a:xfrm>
        <a:prstGeom prst="ellipse">
          <a:avLst/>
        </a:prstGeom>
        <a:solidFill>
          <a:schemeClr val="accent4">
            <a:alpha val="50000"/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Range check</a:t>
          </a:r>
        </a:p>
      </dsp:txBody>
      <dsp:txXfrm>
        <a:off x="6217328" y="2050029"/>
        <a:ext cx="1309270" cy="1309270"/>
      </dsp:txXfrm>
    </dsp:sp>
    <dsp:sp modelId="{42DC2C57-216E-4256-85F5-FA628B5AE52E}">
      <dsp:nvSpPr>
        <dsp:cNvPr id="0" name=""/>
        <dsp:cNvSpPr/>
      </dsp:nvSpPr>
      <dsp:spPr>
        <a:xfrm>
          <a:off x="5071027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Presence check</a:t>
          </a:r>
        </a:p>
      </dsp:txBody>
      <dsp:txXfrm>
        <a:off x="5342186" y="4743439"/>
        <a:ext cx="1309270" cy="1309270"/>
      </dsp:txXfrm>
    </dsp:sp>
    <dsp:sp modelId="{03543C90-3D96-4949-834C-48638F7FFF0B}">
      <dsp:nvSpPr>
        <dsp:cNvPr id="0" name=""/>
        <dsp:cNvSpPr/>
      </dsp:nvSpPr>
      <dsp:spPr>
        <a:xfrm>
          <a:off x="2239008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Format check</a:t>
          </a:r>
        </a:p>
      </dsp:txBody>
      <dsp:txXfrm>
        <a:off x="2510167" y="4743439"/>
        <a:ext cx="1309270" cy="1309270"/>
      </dsp:txXfrm>
    </dsp:sp>
    <dsp:sp modelId="{6D716C98-E24E-4584-AC7E-52B03C0C060E}">
      <dsp:nvSpPr>
        <dsp:cNvPr id="0" name=""/>
        <dsp:cNvSpPr/>
      </dsp:nvSpPr>
      <dsp:spPr>
        <a:xfrm>
          <a:off x="1363866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Length check</a:t>
          </a:r>
        </a:p>
      </dsp:txBody>
      <dsp:txXfrm>
        <a:off x="1635025" y="2050029"/>
        <a:ext cx="1309270" cy="1309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DDA61-FB0F-4142-BCEA-0557FBAE2324}">
      <dsp:nvSpPr>
        <dsp:cNvPr id="0" name=""/>
        <dsp:cNvSpPr/>
      </dsp:nvSpPr>
      <dsp:spPr>
        <a:xfrm>
          <a:off x="2729223" y="1597516"/>
          <a:ext cx="3703177" cy="370317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Input validation techniques</a:t>
          </a:r>
        </a:p>
      </dsp:txBody>
      <dsp:txXfrm>
        <a:off x="3271541" y="2139834"/>
        <a:ext cx="2618541" cy="2618541"/>
      </dsp:txXfrm>
    </dsp:sp>
    <dsp:sp modelId="{072150E6-B840-4BB5-BA34-2B5E11FDF934}">
      <dsp:nvSpPr>
        <dsp:cNvPr id="0" name=""/>
        <dsp:cNvSpPr/>
      </dsp:nvSpPr>
      <dsp:spPr>
        <a:xfrm>
          <a:off x="3655017" y="114251"/>
          <a:ext cx="1851588" cy="1851588"/>
        </a:xfrm>
        <a:prstGeom prst="ellipse">
          <a:avLst/>
        </a:prstGeom>
        <a:solidFill>
          <a:schemeClr val="accent4">
            <a:alpha val="50000"/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Type check</a:t>
          </a:r>
        </a:p>
      </dsp:txBody>
      <dsp:txXfrm>
        <a:off x="3926176" y="385410"/>
        <a:ext cx="1309270" cy="1309270"/>
      </dsp:txXfrm>
    </dsp:sp>
    <dsp:sp modelId="{6F46C31E-8D06-42E9-9BD3-97656FBB7762}">
      <dsp:nvSpPr>
        <dsp:cNvPr id="0" name=""/>
        <dsp:cNvSpPr/>
      </dsp:nvSpPr>
      <dsp:spPr>
        <a:xfrm>
          <a:off x="5946169" y="1778870"/>
          <a:ext cx="1851588" cy="1851588"/>
        </a:xfrm>
        <a:prstGeom prst="ellipse">
          <a:avLst/>
        </a:prstGeom>
        <a:solidFill>
          <a:schemeClr val="accent4">
            <a:alpha val="50000"/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Range check</a:t>
          </a:r>
        </a:p>
      </dsp:txBody>
      <dsp:txXfrm>
        <a:off x="6217328" y="2050029"/>
        <a:ext cx="1309270" cy="1309270"/>
      </dsp:txXfrm>
    </dsp:sp>
    <dsp:sp modelId="{42DC2C57-216E-4256-85F5-FA628B5AE52E}">
      <dsp:nvSpPr>
        <dsp:cNvPr id="0" name=""/>
        <dsp:cNvSpPr/>
      </dsp:nvSpPr>
      <dsp:spPr>
        <a:xfrm>
          <a:off x="5071027" y="4472280"/>
          <a:ext cx="1851588" cy="1851588"/>
        </a:xfrm>
        <a:prstGeom prst="ellipse">
          <a:avLst/>
        </a:prstGeom>
        <a:solidFill>
          <a:schemeClr val="accent4">
            <a:alpha val="50000"/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Presence check</a:t>
          </a:r>
        </a:p>
      </dsp:txBody>
      <dsp:txXfrm>
        <a:off x="5342186" y="4743439"/>
        <a:ext cx="1309270" cy="1309270"/>
      </dsp:txXfrm>
    </dsp:sp>
    <dsp:sp modelId="{03543C90-3D96-4949-834C-48638F7FFF0B}">
      <dsp:nvSpPr>
        <dsp:cNvPr id="0" name=""/>
        <dsp:cNvSpPr/>
      </dsp:nvSpPr>
      <dsp:spPr>
        <a:xfrm>
          <a:off x="2239008" y="447228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Format check</a:t>
          </a:r>
        </a:p>
      </dsp:txBody>
      <dsp:txXfrm>
        <a:off x="2510167" y="4743439"/>
        <a:ext cx="1309270" cy="1309270"/>
      </dsp:txXfrm>
    </dsp:sp>
    <dsp:sp modelId="{6D716C98-E24E-4584-AC7E-52B03C0C060E}">
      <dsp:nvSpPr>
        <dsp:cNvPr id="0" name=""/>
        <dsp:cNvSpPr/>
      </dsp:nvSpPr>
      <dsp:spPr>
        <a:xfrm>
          <a:off x="1363866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Length check</a:t>
          </a:r>
        </a:p>
      </dsp:txBody>
      <dsp:txXfrm>
        <a:off x="1635025" y="2050029"/>
        <a:ext cx="1309270" cy="1309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DDA61-FB0F-4142-BCEA-0557FBAE2324}">
      <dsp:nvSpPr>
        <dsp:cNvPr id="0" name=""/>
        <dsp:cNvSpPr/>
      </dsp:nvSpPr>
      <dsp:spPr>
        <a:xfrm>
          <a:off x="2729223" y="1597516"/>
          <a:ext cx="3703177" cy="370317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Input validation techniques</a:t>
          </a:r>
        </a:p>
      </dsp:txBody>
      <dsp:txXfrm>
        <a:off x="3271541" y="2139834"/>
        <a:ext cx="2618541" cy="2618541"/>
      </dsp:txXfrm>
    </dsp:sp>
    <dsp:sp modelId="{072150E6-B840-4BB5-BA34-2B5E11FDF934}">
      <dsp:nvSpPr>
        <dsp:cNvPr id="0" name=""/>
        <dsp:cNvSpPr/>
      </dsp:nvSpPr>
      <dsp:spPr>
        <a:xfrm>
          <a:off x="3655017" y="114251"/>
          <a:ext cx="1851588" cy="1851588"/>
        </a:xfrm>
        <a:prstGeom prst="ellipse">
          <a:avLst/>
        </a:prstGeom>
        <a:solidFill>
          <a:schemeClr val="accent4">
            <a:alpha val="50000"/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Type check</a:t>
          </a:r>
        </a:p>
      </dsp:txBody>
      <dsp:txXfrm>
        <a:off x="3926176" y="385410"/>
        <a:ext cx="1309270" cy="1309270"/>
      </dsp:txXfrm>
    </dsp:sp>
    <dsp:sp modelId="{6F46C31E-8D06-42E9-9BD3-97656FBB7762}">
      <dsp:nvSpPr>
        <dsp:cNvPr id="0" name=""/>
        <dsp:cNvSpPr/>
      </dsp:nvSpPr>
      <dsp:spPr>
        <a:xfrm>
          <a:off x="5946169" y="1778870"/>
          <a:ext cx="1851588" cy="1851588"/>
        </a:xfrm>
        <a:prstGeom prst="ellipse">
          <a:avLst/>
        </a:prstGeom>
        <a:solidFill>
          <a:schemeClr val="accent4">
            <a:alpha val="50000"/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Range check</a:t>
          </a:r>
        </a:p>
      </dsp:txBody>
      <dsp:txXfrm>
        <a:off x="6217328" y="2050029"/>
        <a:ext cx="1309270" cy="1309270"/>
      </dsp:txXfrm>
    </dsp:sp>
    <dsp:sp modelId="{42DC2C57-216E-4256-85F5-FA628B5AE52E}">
      <dsp:nvSpPr>
        <dsp:cNvPr id="0" name=""/>
        <dsp:cNvSpPr/>
      </dsp:nvSpPr>
      <dsp:spPr>
        <a:xfrm>
          <a:off x="5071027" y="4472280"/>
          <a:ext cx="1851588" cy="1851588"/>
        </a:xfrm>
        <a:prstGeom prst="ellipse">
          <a:avLst/>
        </a:prstGeom>
        <a:solidFill>
          <a:schemeClr val="accent4">
            <a:alpha val="50000"/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Presence check</a:t>
          </a:r>
        </a:p>
      </dsp:txBody>
      <dsp:txXfrm>
        <a:off x="5342186" y="4743439"/>
        <a:ext cx="1309270" cy="1309270"/>
      </dsp:txXfrm>
    </dsp:sp>
    <dsp:sp modelId="{03543C90-3D96-4949-834C-48638F7FFF0B}">
      <dsp:nvSpPr>
        <dsp:cNvPr id="0" name=""/>
        <dsp:cNvSpPr/>
      </dsp:nvSpPr>
      <dsp:spPr>
        <a:xfrm>
          <a:off x="2239008" y="4472280"/>
          <a:ext cx="1851588" cy="1851588"/>
        </a:xfrm>
        <a:prstGeom prst="ellipse">
          <a:avLst/>
        </a:prstGeom>
        <a:solidFill>
          <a:schemeClr val="accent4">
            <a:alpha val="50000"/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Format check</a:t>
          </a:r>
        </a:p>
      </dsp:txBody>
      <dsp:txXfrm>
        <a:off x="2510167" y="4743439"/>
        <a:ext cx="1309270" cy="1309270"/>
      </dsp:txXfrm>
    </dsp:sp>
    <dsp:sp modelId="{6D716C98-E24E-4584-AC7E-52B03C0C060E}">
      <dsp:nvSpPr>
        <dsp:cNvPr id="0" name=""/>
        <dsp:cNvSpPr/>
      </dsp:nvSpPr>
      <dsp:spPr>
        <a:xfrm>
          <a:off x="1363866" y="1778870"/>
          <a:ext cx="1851588" cy="1851588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Length check</a:t>
          </a:r>
        </a:p>
      </dsp:txBody>
      <dsp:txXfrm>
        <a:off x="1635025" y="2050029"/>
        <a:ext cx="1309270" cy="13092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DDA61-FB0F-4142-BCEA-0557FBAE2324}">
      <dsp:nvSpPr>
        <dsp:cNvPr id="0" name=""/>
        <dsp:cNvSpPr/>
      </dsp:nvSpPr>
      <dsp:spPr>
        <a:xfrm>
          <a:off x="2729223" y="1597516"/>
          <a:ext cx="3703177" cy="370317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Input validation techniques</a:t>
          </a:r>
        </a:p>
      </dsp:txBody>
      <dsp:txXfrm>
        <a:off x="3271541" y="2139834"/>
        <a:ext cx="2618541" cy="2618541"/>
      </dsp:txXfrm>
    </dsp:sp>
    <dsp:sp modelId="{072150E6-B840-4BB5-BA34-2B5E11FDF934}">
      <dsp:nvSpPr>
        <dsp:cNvPr id="0" name=""/>
        <dsp:cNvSpPr/>
      </dsp:nvSpPr>
      <dsp:spPr>
        <a:xfrm>
          <a:off x="3655017" y="114251"/>
          <a:ext cx="1851588" cy="1851588"/>
        </a:xfrm>
        <a:prstGeom prst="ellipse">
          <a:avLst/>
        </a:prstGeom>
        <a:solidFill>
          <a:schemeClr val="accent4">
            <a:alpha val="50000"/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Type check</a:t>
          </a:r>
        </a:p>
      </dsp:txBody>
      <dsp:txXfrm>
        <a:off x="3926176" y="385410"/>
        <a:ext cx="1309270" cy="1309270"/>
      </dsp:txXfrm>
    </dsp:sp>
    <dsp:sp modelId="{6F46C31E-8D06-42E9-9BD3-97656FBB7762}">
      <dsp:nvSpPr>
        <dsp:cNvPr id="0" name=""/>
        <dsp:cNvSpPr/>
      </dsp:nvSpPr>
      <dsp:spPr>
        <a:xfrm>
          <a:off x="5946169" y="1778870"/>
          <a:ext cx="1851588" cy="1851588"/>
        </a:xfrm>
        <a:prstGeom prst="ellipse">
          <a:avLst/>
        </a:prstGeom>
        <a:solidFill>
          <a:schemeClr val="accent4">
            <a:alpha val="50000"/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Range check</a:t>
          </a:r>
        </a:p>
      </dsp:txBody>
      <dsp:txXfrm>
        <a:off x="6217328" y="2050029"/>
        <a:ext cx="1309270" cy="1309270"/>
      </dsp:txXfrm>
    </dsp:sp>
    <dsp:sp modelId="{42DC2C57-216E-4256-85F5-FA628B5AE52E}">
      <dsp:nvSpPr>
        <dsp:cNvPr id="0" name=""/>
        <dsp:cNvSpPr/>
      </dsp:nvSpPr>
      <dsp:spPr>
        <a:xfrm>
          <a:off x="5071027" y="4472280"/>
          <a:ext cx="1851588" cy="1851588"/>
        </a:xfrm>
        <a:prstGeom prst="ellipse">
          <a:avLst/>
        </a:prstGeom>
        <a:solidFill>
          <a:schemeClr val="accent4">
            <a:alpha val="50000"/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Presence check</a:t>
          </a:r>
        </a:p>
      </dsp:txBody>
      <dsp:txXfrm>
        <a:off x="5342186" y="4743439"/>
        <a:ext cx="1309270" cy="1309270"/>
      </dsp:txXfrm>
    </dsp:sp>
    <dsp:sp modelId="{03543C90-3D96-4949-834C-48638F7FFF0B}">
      <dsp:nvSpPr>
        <dsp:cNvPr id="0" name=""/>
        <dsp:cNvSpPr/>
      </dsp:nvSpPr>
      <dsp:spPr>
        <a:xfrm>
          <a:off x="2239008" y="4472280"/>
          <a:ext cx="1851588" cy="1851588"/>
        </a:xfrm>
        <a:prstGeom prst="ellipse">
          <a:avLst/>
        </a:prstGeom>
        <a:solidFill>
          <a:schemeClr val="accent4">
            <a:alpha val="50000"/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Format check</a:t>
          </a:r>
        </a:p>
      </dsp:txBody>
      <dsp:txXfrm>
        <a:off x="2510167" y="4743439"/>
        <a:ext cx="1309270" cy="1309270"/>
      </dsp:txXfrm>
    </dsp:sp>
    <dsp:sp modelId="{6D716C98-E24E-4584-AC7E-52B03C0C060E}">
      <dsp:nvSpPr>
        <dsp:cNvPr id="0" name=""/>
        <dsp:cNvSpPr/>
      </dsp:nvSpPr>
      <dsp:spPr>
        <a:xfrm>
          <a:off x="1363866" y="1778870"/>
          <a:ext cx="1851588" cy="1851588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Length check</a:t>
          </a:r>
        </a:p>
      </dsp:txBody>
      <dsp:txXfrm>
        <a:off x="1635025" y="2050029"/>
        <a:ext cx="1309270" cy="1309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26/08/2022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Validation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26/08/2022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2.wmf"/><Relationship Id="rId3" Type="http://schemas.openxmlformats.org/officeDocument/2006/relationships/control" Target="../activeX/activeX3.xml"/><Relationship Id="rId7" Type="http://schemas.openxmlformats.org/officeDocument/2006/relationships/slideLayout" Target="../slideLayouts/slideLayout8.xml"/><Relationship Id="rId12" Type="http://schemas.microsoft.com/office/2007/relationships/diagramDrawing" Target="../diagrams/drawing1.xml"/><Relationship Id="rId2" Type="http://schemas.openxmlformats.org/officeDocument/2006/relationships/control" Target="../activeX/activeX2.xml"/><Relationship Id="rId16" Type="http://schemas.openxmlformats.org/officeDocument/2006/relationships/image" Target="../media/image5.wmf"/><Relationship Id="rId1" Type="http://schemas.openxmlformats.org/officeDocument/2006/relationships/control" Target="../activeX/activeX1.xml"/><Relationship Id="rId6" Type="http://schemas.openxmlformats.org/officeDocument/2006/relationships/control" Target="../activeX/activeX6.xml"/><Relationship Id="rId11" Type="http://schemas.openxmlformats.org/officeDocument/2006/relationships/diagramColors" Target="../diagrams/colors1.xml"/><Relationship Id="rId5" Type="http://schemas.openxmlformats.org/officeDocument/2006/relationships/control" Target="../activeX/activeX5.xml"/><Relationship Id="rId15" Type="http://schemas.openxmlformats.org/officeDocument/2006/relationships/image" Target="../media/image4.wmf"/><Relationship Id="rId10" Type="http://schemas.openxmlformats.org/officeDocument/2006/relationships/diagramQuickStyle" Target="../diagrams/quickStyle1.xml"/><Relationship Id="rId4" Type="http://schemas.openxmlformats.org/officeDocument/2006/relationships/control" Target="../activeX/activeX4.xml"/><Relationship Id="rId9" Type="http://schemas.openxmlformats.org/officeDocument/2006/relationships/diagramLayout" Target="../diagrams/layout1.xml"/><Relationship Id="rId1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2.wmf"/><Relationship Id="rId3" Type="http://schemas.openxmlformats.org/officeDocument/2006/relationships/control" Target="../activeX/activeX9.xml"/><Relationship Id="rId7" Type="http://schemas.openxmlformats.org/officeDocument/2006/relationships/slideLayout" Target="../slideLayouts/slideLayout8.xml"/><Relationship Id="rId12" Type="http://schemas.microsoft.com/office/2007/relationships/diagramDrawing" Target="../diagrams/drawing2.xml"/><Relationship Id="rId2" Type="http://schemas.openxmlformats.org/officeDocument/2006/relationships/control" Target="../activeX/activeX8.xml"/><Relationship Id="rId16" Type="http://schemas.openxmlformats.org/officeDocument/2006/relationships/image" Target="../media/image5.wmf"/><Relationship Id="rId1" Type="http://schemas.openxmlformats.org/officeDocument/2006/relationships/control" Target="../activeX/activeX7.xml"/><Relationship Id="rId6" Type="http://schemas.openxmlformats.org/officeDocument/2006/relationships/control" Target="../activeX/activeX12.xml"/><Relationship Id="rId11" Type="http://schemas.openxmlformats.org/officeDocument/2006/relationships/diagramColors" Target="../diagrams/colors2.xml"/><Relationship Id="rId5" Type="http://schemas.openxmlformats.org/officeDocument/2006/relationships/control" Target="../activeX/activeX11.xml"/><Relationship Id="rId15" Type="http://schemas.openxmlformats.org/officeDocument/2006/relationships/image" Target="../media/image6.wmf"/><Relationship Id="rId10" Type="http://schemas.openxmlformats.org/officeDocument/2006/relationships/diagramQuickStyle" Target="../diagrams/quickStyle2.xml"/><Relationship Id="rId4" Type="http://schemas.openxmlformats.org/officeDocument/2006/relationships/control" Target="../activeX/activeX10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control" Target="../activeX/activeX15.xml"/><Relationship Id="rId7" Type="http://schemas.openxmlformats.org/officeDocument/2006/relationships/slideLayout" Target="../slideLayouts/slideLayout8.xml"/><Relationship Id="rId2" Type="http://schemas.openxmlformats.org/officeDocument/2006/relationships/control" Target="../activeX/activeX14.xml"/><Relationship Id="rId1" Type="http://schemas.openxmlformats.org/officeDocument/2006/relationships/control" Target="../activeX/activeX13.xml"/><Relationship Id="rId6" Type="http://schemas.openxmlformats.org/officeDocument/2006/relationships/control" Target="../activeX/activeX18.xml"/><Relationship Id="rId11" Type="http://schemas.openxmlformats.org/officeDocument/2006/relationships/image" Target="../media/image5.wmf"/><Relationship Id="rId5" Type="http://schemas.openxmlformats.org/officeDocument/2006/relationships/control" Target="../activeX/activeX17.xml"/><Relationship Id="rId10" Type="http://schemas.openxmlformats.org/officeDocument/2006/relationships/image" Target="../media/image7.wmf"/><Relationship Id="rId4" Type="http://schemas.openxmlformats.org/officeDocument/2006/relationships/control" Target="../activeX/activeX16.xml"/><Relationship Id="rId9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2.wmf"/><Relationship Id="rId3" Type="http://schemas.openxmlformats.org/officeDocument/2006/relationships/control" Target="../activeX/activeX21.xml"/><Relationship Id="rId7" Type="http://schemas.openxmlformats.org/officeDocument/2006/relationships/slideLayout" Target="../slideLayouts/slideLayout8.xml"/><Relationship Id="rId12" Type="http://schemas.microsoft.com/office/2007/relationships/diagramDrawing" Target="../diagrams/drawing3.xml"/><Relationship Id="rId2" Type="http://schemas.openxmlformats.org/officeDocument/2006/relationships/control" Target="../activeX/activeX20.xml"/><Relationship Id="rId16" Type="http://schemas.openxmlformats.org/officeDocument/2006/relationships/image" Target="../media/image5.wmf"/><Relationship Id="rId1" Type="http://schemas.openxmlformats.org/officeDocument/2006/relationships/control" Target="../activeX/activeX19.xml"/><Relationship Id="rId6" Type="http://schemas.openxmlformats.org/officeDocument/2006/relationships/control" Target="../activeX/activeX24.xml"/><Relationship Id="rId11" Type="http://schemas.openxmlformats.org/officeDocument/2006/relationships/diagramColors" Target="../diagrams/colors3.xml"/><Relationship Id="rId5" Type="http://schemas.openxmlformats.org/officeDocument/2006/relationships/control" Target="../activeX/activeX23.xml"/><Relationship Id="rId15" Type="http://schemas.openxmlformats.org/officeDocument/2006/relationships/image" Target="../media/image7.wmf"/><Relationship Id="rId10" Type="http://schemas.openxmlformats.org/officeDocument/2006/relationships/diagramQuickStyle" Target="../diagrams/quickStyle3.xml"/><Relationship Id="rId4" Type="http://schemas.openxmlformats.org/officeDocument/2006/relationships/control" Target="../activeX/activeX22.xml"/><Relationship Id="rId9" Type="http://schemas.openxmlformats.org/officeDocument/2006/relationships/diagramLayout" Target="../diagrams/layout3.xml"/><Relationship Id="rId1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control" Target="../activeX/activeX27.xml"/><Relationship Id="rId7" Type="http://schemas.openxmlformats.org/officeDocument/2006/relationships/slideLayout" Target="../slideLayouts/slideLayout8.xml"/><Relationship Id="rId2" Type="http://schemas.openxmlformats.org/officeDocument/2006/relationships/control" Target="../activeX/activeX26.xml"/><Relationship Id="rId1" Type="http://schemas.openxmlformats.org/officeDocument/2006/relationships/control" Target="../activeX/activeX25.xml"/><Relationship Id="rId6" Type="http://schemas.openxmlformats.org/officeDocument/2006/relationships/control" Target="../activeX/activeX30.xml"/><Relationship Id="rId11" Type="http://schemas.openxmlformats.org/officeDocument/2006/relationships/image" Target="../media/image5.wmf"/><Relationship Id="rId5" Type="http://schemas.openxmlformats.org/officeDocument/2006/relationships/control" Target="../activeX/activeX29.xml"/><Relationship Id="rId10" Type="http://schemas.openxmlformats.org/officeDocument/2006/relationships/image" Target="../media/image7.wmf"/><Relationship Id="rId4" Type="http://schemas.openxmlformats.org/officeDocument/2006/relationships/control" Target="../activeX/activeX28.xml"/><Relationship Id="rId9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2.wmf"/><Relationship Id="rId3" Type="http://schemas.openxmlformats.org/officeDocument/2006/relationships/control" Target="../activeX/activeX33.xml"/><Relationship Id="rId7" Type="http://schemas.openxmlformats.org/officeDocument/2006/relationships/slideLayout" Target="../slideLayouts/slideLayout8.xml"/><Relationship Id="rId12" Type="http://schemas.microsoft.com/office/2007/relationships/diagramDrawing" Target="../diagrams/drawing4.xml"/><Relationship Id="rId2" Type="http://schemas.openxmlformats.org/officeDocument/2006/relationships/control" Target="../activeX/activeX32.xml"/><Relationship Id="rId16" Type="http://schemas.openxmlformats.org/officeDocument/2006/relationships/image" Target="../media/image5.wmf"/><Relationship Id="rId1" Type="http://schemas.openxmlformats.org/officeDocument/2006/relationships/control" Target="../activeX/activeX31.xml"/><Relationship Id="rId6" Type="http://schemas.openxmlformats.org/officeDocument/2006/relationships/control" Target="../activeX/activeX36.xml"/><Relationship Id="rId11" Type="http://schemas.openxmlformats.org/officeDocument/2006/relationships/diagramColors" Target="../diagrams/colors4.xml"/><Relationship Id="rId5" Type="http://schemas.openxmlformats.org/officeDocument/2006/relationships/control" Target="../activeX/activeX35.xml"/><Relationship Id="rId15" Type="http://schemas.openxmlformats.org/officeDocument/2006/relationships/image" Target="../media/image7.wmf"/><Relationship Id="rId10" Type="http://schemas.openxmlformats.org/officeDocument/2006/relationships/diagramQuickStyle" Target="../diagrams/quickStyle4.xml"/><Relationship Id="rId4" Type="http://schemas.openxmlformats.org/officeDocument/2006/relationships/control" Target="../activeX/activeX34.xml"/><Relationship Id="rId9" Type="http://schemas.openxmlformats.org/officeDocument/2006/relationships/diagramLayout" Target="../diagrams/layout4.xml"/><Relationship Id="rId1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control" Target="../activeX/activeX39.xml"/><Relationship Id="rId7" Type="http://schemas.openxmlformats.org/officeDocument/2006/relationships/slideLayout" Target="../slideLayouts/slideLayout8.xml"/><Relationship Id="rId2" Type="http://schemas.openxmlformats.org/officeDocument/2006/relationships/control" Target="../activeX/activeX38.xml"/><Relationship Id="rId1" Type="http://schemas.openxmlformats.org/officeDocument/2006/relationships/control" Target="../activeX/activeX37.xml"/><Relationship Id="rId6" Type="http://schemas.openxmlformats.org/officeDocument/2006/relationships/control" Target="../activeX/activeX42.xml"/><Relationship Id="rId11" Type="http://schemas.openxmlformats.org/officeDocument/2006/relationships/image" Target="../media/image5.wmf"/><Relationship Id="rId5" Type="http://schemas.openxmlformats.org/officeDocument/2006/relationships/control" Target="../activeX/activeX41.xml"/><Relationship Id="rId10" Type="http://schemas.openxmlformats.org/officeDocument/2006/relationships/image" Target="../media/image8.wmf"/><Relationship Id="rId4" Type="http://schemas.openxmlformats.org/officeDocument/2006/relationships/control" Target="../activeX/activeX40.xml"/><Relationship Id="rId9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image" Target="../media/image9.png"/><Relationship Id="rId18" Type="http://schemas.openxmlformats.org/officeDocument/2006/relationships/image" Target="../media/image5.wmf"/><Relationship Id="rId3" Type="http://schemas.openxmlformats.org/officeDocument/2006/relationships/control" Target="../activeX/activeX45.xml"/><Relationship Id="rId7" Type="http://schemas.openxmlformats.org/officeDocument/2006/relationships/slideLayout" Target="../slideLayouts/slideLayout8.xml"/><Relationship Id="rId12" Type="http://schemas.microsoft.com/office/2007/relationships/diagramDrawing" Target="../diagrams/drawing5.xml"/><Relationship Id="rId17" Type="http://schemas.openxmlformats.org/officeDocument/2006/relationships/image" Target="../media/image11.wmf"/><Relationship Id="rId2" Type="http://schemas.openxmlformats.org/officeDocument/2006/relationships/control" Target="../activeX/activeX44.xml"/><Relationship Id="rId16" Type="http://schemas.openxmlformats.org/officeDocument/2006/relationships/image" Target="../media/image3.wmf"/><Relationship Id="rId1" Type="http://schemas.openxmlformats.org/officeDocument/2006/relationships/control" Target="../activeX/activeX43.xml"/><Relationship Id="rId6" Type="http://schemas.openxmlformats.org/officeDocument/2006/relationships/control" Target="../activeX/activeX48.xml"/><Relationship Id="rId11" Type="http://schemas.openxmlformats.org/officeDocument/2006/relationships/diagramColors" Target="../diagrams/colors5.xml"/><Relationship Id="rId5" Type="http://schemas.openxmlformats.org/officeDocument/2006/relationships/control" Target="../activeX/activeX47.xml"/><Relationship Id="rId15" Type="http://schemas.openxmlformats.org/officeDocument/2006/relationships/image" Target="../media/image2.wmf"/><Relationship Id="rId10" Type="http://schemas.openxmlformats.org/officeDocument/2006/relationships/diagramQuickStyle" Target="../diagrams/quickStyle5.xml"/><Relationship Id="rId4" Type="http://schemas.openxmlformats.org/officeDocument/2006/relationships/control" Target="../activeX/activeX46.xml"/><Relationship Id="rId9" Type="http://schemas.openxmlformats.org/officeDocument/2006/relationships/diagramLayout" Target="../diagrams/layout5.xml"/><Relationship Id="rId1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image" Target="../media/image2.wmf"/><Relationship Id="rId3" Type="http://schemas.openxmlformats.org/officeDocument/2006/relationships/control" Target="../activeX/activeX51.xml"/><Relationship Id="rId7" Type="http://schemas.openxmlformats.org/officeDocument/2006/relationships/slideLayout" Target="../slideLayouts/slideLayout8.xml"/><Relationship Id="rId12" Type="http://schemas.microsoft.com/office/2007/relationships/diagramDrawing" Target="../diagrams/drawing6.xml"/><Relationship Id="rId2" Type="http://schemas.openxmlformats.org/officeDocument/2006/relationships/control" Target="../activeX/activeX50.xml"/><Relationship Id="rId16" Type="http://schemas.openxmlformats.org/officeDocument/2006/relationships/image" Target="../media/image5.wmf"/><Relationship Id="rId1" Type="http://schemas.openxmlformats.org/officeDocument/2006/relationships/control" Target="../activeX/activeX49.xml"/><Relationship Id="rId6" Type="http://schemas.openxmlformats.org/officeDocument/2006/relationships/control" Target="../activeX/activeX54.xml"/><Relationship Id="rId11" Type="http://schemas.openxmlformats.org/officeDocument/2006/relationships/diagramColors" Target="../diagrams/colors6.xml"/><Relationship Id="rId5" Type="http://schemas.openxmlformats.org/officeDocument/2006/relationships/control" Target="../activeX/activeX53.xml"/><Relationship Id="rId15" Type="http://schemas.openxmlformats.org/officeDocument/2006/relationships/image" Target="../media/image7.wmf"/><Relationship Id="rId10" Type="http://schemas.openxmlformats.org/officeDocument/2006/relationships/diagramQuickStyle" Target="../diagrams/quickStyle6.xml"/><Relationship Id="rId4" Type="http://schemas.openxmlformats.org/officeDocument/2006/relationships/control" Target="../activeX/activeX52.xml"/><Relationship Id="rId9" Type="http://schemas.openxmlformats.org/officeDocument/2006/relationships/diagramLayout" Target="../diagrams/layout6.xml"/><Relationship Id="rId1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control" Target="../activeX/activeX57.xml"/><Relationship Id="rId7" Type="http://schemas.openxmlformats.org/officeDocument/2006/relationships/slideLayout" Target="../slideLayouts/slideLayout8.xml"/><Relationship Id="rId2" Type="http://schemas.openxmlformats.org/officeDocument/2006/relationships/control" Target="../activeX/activeX56.xml"/><Relationship Id="rId1" Type="http://schemas.openxmlformats.org/officeDocument/2006/relationships/control" Target="../activeX/activeX55.xml"/><Relationship Id="rId6" Type="http://schemas.openxmlformats.org/officeDocument/2006/relationships/control" Target="../activeX/activeX60.xml"/><Relationship Id="rId11" Type="http://schemas.openxmlformats.org/officeDocument/2006/relationships/image" Target="../media/image5.wmf"/><Relationship Id="rId5" Type="http://schemas.openxmlformats.org/officeDocument/2006/relationships/control" Target="../activeX/activeX59.xml"/><Relationship Id="rId10" Type="http://schemas.openxmlformats.org/officeDocument/2006/relationships/image" Target="../media/image7.wmf"/><Relationship Id="rId4" Type="http://schemas.openxmlformats.org/officeDocument/2006/relationships/control" Target="../activeX/activeX58.xml"/><Relationship Id="rId9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Validation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9AAC77-79C2-4E01-9626-961B9F07124A}"/>
              </a:ext>
            </a:extLst>
          </p:cNvPr>
          <p:cNvGraphicFramePr/>
          <p:nvPr/>
        </p:nvGraphicFramePr>
        <p:xfrm>
          <a:off x="4133461" y="419878"/>
          <a:ext cx="9161624" cy="643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B082EEE-3853-4B9A-9A0E-66561A4D6F3E}"/>
              </a:ext>
            </a:extLst>
          </p:cNvPr>
          <p:cNvSpPr/>
          <p:nvPr/>
        </p:nvSpPr>
        <p:spPr>
          <a:xfrm>
            <a:off x="175877" y="1054840"/>
            <a:ext cx="545880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Input validation means checking that data input by the user meets specific criteria/rules before processing.</a:t>
            </a:r>
          </a:p>
          <a:p>
            <a:pPr marL="742950" lvl="1" indent="-285750">
              <a:buFont typeface="Calibri" panose="020F0502020204030204" pitchFamily="34" charset="0"/>
              <a:buChar char="―"/>
            </a:pP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9020B7-35C3-460D-B6E6-296558BFCCA6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8364C-3B3E-4D5C-A7CE-0BF9F0ED7066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52405-5C36-4C1B-B67F-D881CFD6621C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DDB9A-1283-4727-A9FF-CC8B4BB4E413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A9493F-0BCD-45CD-A57E-2D556FC9B626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FEAC2-FDFC-44C4-92A7-C199CCA8B0E4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2F244F-91CE-4172-A4E2-A09E0AA072A4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C39DB7-F01E-440A-B1C3-63D7FD8872A2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3" name="TextBox1">
                  <a:extLst>
                    <a:ext uri="{FF2B5EF4-FFF2-40B4-BE49-F238E27FC236}">
                      <a16:creationId xmlns:a16="http://schemas.microsoft.com/office/drawing/2014/main" id="{000B9AD5-2189-4580-BD49-FBE6783EDC4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1" name="TextBox2">
                  <a:extLst>
                    <a:ext uri="{FF2B5EF4-FFF2-40B4-BE49-F238E27FC236}">
                      <a16:creationId xmlns:a16="http://schemas.microsoft.com/office/drawing/2014/main" id="{153B9461-E520-4A54-A8B2-B458790B80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3" name="TextBox3">
                  <a:extLst>
                    <a:ext uri="{FF2B5EF4-FFF2-40B4-BE49-F238E27FC236}">
                      <a16:creationId xmlns:a16="http://schemas.microsoft.com/office/drawing/2014/main" id="{936E4E99-F0BA-427E-9784-5E9913888D4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5" name="TextBox4">
                  <a:extLst>
                    <a:ext uri="{FF2B5EF4-FFF2-40B4-BE49-F238E27FC236}">
                      <a16:creationId xmlns:a16="http://schemas.microsoft.com/office/drawing/2014/main" id="{2196D27F-2D96-444D-A6D7-6891405CE48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4" name="Submit">
                  <a:extLst>
                    <a:ext uri="{FF2B5EF4-FFF2-40B4-BE49-F238E27FC236}">
                      <a16:creationId xmlns:a16="http://schemas.microsoft.com/office/drawing/2014/main" id="{E06D1092-1D6C-4D37-8E1D-B25980E1A37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6" name="CheckBox1">
                  <a:extLst>
                    <a:ext uri="{FF2B5EF4-FFF2-40B4-BE49-F238E27FC236}">
                      <a16:creationId xmlns:a16="http://schemas.microsoft.com/office/drawing/2014/main" id="{62939151-47C0-4B9D-9CD4-AD183286F76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82819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9AAC77-79C2-4E01-9626-961B9F07124A}"/>
              </a:ext>
            </a:extLst>
          </p:cNvPr>
          <p:cNvGraphicFramePr/>
          <p:nvPr/>
        </p:nvGraphicFramePr>
        <p:xfrm>
          <a:off x="4133461" y="419878"/>
          <a:ext cx="9161624" cy="643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B082EEE-3853-4B9A-9A0E-66561A4D6F3E}"/>
              </a:ext>
            </a:extLst>
          </p:cNvPr>
          <p:cNvSpPr/>
          <p:nvPr/>
        </p:nvSpPr>
        <p:spPr>
          <a:xfrm>
            <a:off x="175877" y="1054840"/>
            <a:ext cx="5137528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Is the input of the correct data type? For example: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Integer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Real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String</a:t>
            </a:r>
          </a:p>
          <a:p>
            <a:pPr marL="742950" lvl="1" indent="-285750">
              <a:buFont typeface="Calibri" panose="020F0502020204030204" pitchFamily="34" charset="0"/>
              <a:buChar char="―"/>
            </a:pP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9020B7-35C3-460D-B6E6-296558BFCCA6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8364C-3B3E-4D5C-A7CE-0BF9F0ED7066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52405-5C36-4C1B-B67F-D881CFD6621C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DDB9A-1283-4727-A9FF-CC8B4BB4E413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A9493F-0BCD-45CD-A57E-2D556FC9B626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FEAC2-FDFC-44C4-92A7-C199CCA8B0E4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2F244F-91CE-4172-A4E2-A09E0AA072A4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C39DB7-F01E-440A-B1C3-63D7FD8872A2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E173FE-2BE4-4E81-B9F8-DCA8E3AD26B8}"/>
              </a:ext>
            </a:extLst>
          </p:cNvPr>
          <p:cNvSpPr/>
          <p:nvPr/>
        </p:nvSpPr>
        <p:spPr>
          <a:xfrm>
            <a:off x="329581" y="3292790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462DEB-F355-495C-BE58-30067583CC9E}"/>
              </a:ext>
            </a:extLst>
          </p:cNvPr>
          <p:cNvSpPr/>
          <p:nvPr/>
        </p:nvSpPr>
        <p:spPr>
          <a:xfrm>
            <a:off x="329581" y="3689237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3" name="TextBox1">
                  <a:extLst>
                    <a:ext uri="{FF2B5EF4-FFF2-40B4-BE49-F238E27FC236}">
                      <a16:creationId xmlns:a16="http://schemas.microsoft.com/office/drawing/2014/main" id="{000B9AD5-2189-4580-BD49-FBE6783EDC4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1" name="TextBox2">
                  <a:extLst>
                    <a:ext uri="{FF2B5EF4-FFF2-40B4-BE49-F238E27FC236}">
                      <a16:creationId xmlns:a16="http://schemas.microsoft.com/office/drawing/2014/main" id="{153B9461-E520-4A54-A8B2-B458790B80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3" name="TextBox3">
                  <a:extLst>
                    <a:ext uri="{FF2B5EF4-FFF2-40B4-BE49-F238E27FC236}">
                      <a16:creationId xmlns:a16="http://schemas.microsoft.com/office/drawing/2014/main" id="{936E4E99-F0BA-427E-9784-5E9913888D4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5" name="TextBox4">
                  <a:extLst>
                    <a:ext uri="{FF2B5EF4-FFF2-40B4-BE49-F238E27FC236}">
                      <a16:creationId xmlns:a16="http://schemas.microsoft.com/office/drawing/2014/main" id="{2196D27F-2D96-444D-A6D7-6891405CE48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4" name="Submit">
                  <a:extLst>
                    <a:ext uri="{FF2B5EF4-FFF2-40B4-BE49-F238E27FC236}">
                      <a16:creationId xmlns:a16="http://schemas.microsoft.com/office/drawing/2014/main" id="{E06D1092-1D6C-4D37-8E1D-B25980E1A37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6" name="CheckBox1">
                  <a:extLst>
                    <a:ext uri="{FF2B5EF4-FFF2-40B4-BE49-F238E27FC236}">
                      <a16:creationId xmlns:a16="http://schemas.microsoft.com/office/drawing/2014/main" id="{62939151-47C0-4B9D-9CD4-AD183286F76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19852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82EEE-3853-4B9A-9A0E-66561A4D6F3E}"/>
              </a:ext>
            </a:extLst>
          </p:cNvPr>
          <p:cNvSpPr/>
          <p:nvPr/>
        </p:nvSpPr>
        <p:spPr>
          <a:xfrm>
            <a:off x="175877" y="1054840"/>
            <a:ext cx="5137528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Is the input of the correct data type? For example: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Integer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Real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String</a:t>
            </a:r>
          </a:p>
          <a:p>
            <a:pPr marL="742950" lvl="1" indent="-285750">
              <a:buFont typeface="Calibri" panose="020F0502020204030204" pitchFamily="34" charset="0"/>
              <a:buChar char="―"/>
            </a:pP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9020B7-35C3-460D-B6E6-296558BFCCA6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8364C-3B3E-4D5C-A7CE-0BF9F0ED7066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52405-5C36-4C1B-B67F-D881CFD6621C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DDB9A-1283-4727-A9FF-CC8B4BB4E413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A9493F-0BCD-45CD-A57E-2D556FC9B626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FEAC2-FDFC-44C4-92A7-C199CCA8B0E4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2F244F-91CE-4172-A4E2-A09E0AA072A4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C39DB7-F01E-440A-B1C3-63D7FD8872A2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462DEB-F355-495C-BE58-30067583CC9E}"/>
              </a:ext>
            </a:extLst>
          </p:cNvPr>
          <p:cNvSpPr/>
          <p:nvPr/>
        </p:nvSpPr>
        <p:spPr>
          <a:xfrm>
            <a:off x="329581" y="3689237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E99C85-1CD7-1E00-55E9-1C0BC537A5D9}"/>
              </a:ext>
            </a:extLst>
          </p:cNvPr>
          <p:cNvGrpSpPr/>
          <p:nvPr/>
        </p:nvGrpSpPr>
        <p:grpSpPr>
          <a:xfrm>
            <a:off x="4835902" y="2695969"/>
            <a:ext cx="7260847" cy="2982130"/>
            <a:chOff x="115335" y="1049783"/>
            <a:chExt cx="5795610" cy="364866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B1D6D76-8EAA-FEA0-C42B-DE1C7E9A831F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735087F-C20F-8D7D-C669-1609CD7AD306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Pseudocode example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90AC8EB-8650-6057-0850-4FEB30DBD043}"/>
              </a:ext>
            </a:extLst>
          </p:cNvPr>
          <p:cNvSpPr/>
          <p:nvPr/>
        </p:nvSpPr>
        <p:spPr>
          <a:xfrm>
            <a:off x="4970657" y="3175139"/>
            <a:ext cx="696277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OUTPUT "Please enter your age"</a:t>
            </a:r>
          </a:p>
          <a:p>
            <a:r>
              <a:rPr lang="en-GB" dirty="0">
                <a:latin typeface="Consolas" panose="020B0609020204030204" pitchFamily="49" charset="0"/>
              </a:rPr>
              <a:t>REPEAT</a:t>
            </a:r>
          </a:p>
          <a:p>
            <a:r>
              <a:rPr lang="en-GB" dirty="0">
                <a:latin typeface="Consolas" panose="020B0609020204030204" pitchFamily="49" charset="0"/>
              </a:rPr>
              <a:t>    INPUT Age</a:t>
            </a:r>
          </a:p>
          <a:p>
            <a:r>
              <a:rPr lang="en-GB" dirty="0">
                <a:latin typeface="Consolas" panose="020B0609020204030204" pitchFamily="49" charset="0"/>
              </a:rPr>
              <a:t>    IF Age &lt;&gt; DIV(Age, 1)</a:t>
            </a:r>
          </a:p>
          <a:p>
            <a:r>
              <a:rPr lang="en-GB" dirty="0">
                <a:latin typeface="Consolas" panose="020B0609020204030204" pitchFamily="49" charset="0"/>
              </a:rPr>
              <a:t>     THEN</a:t>
            </a:r>
          </a:p>
          <a:p>
            <a:r>
              <a:rPr lang="en-GB" dirty="0">
                <a:latin typeface="Consolas" panose="020B0609020204030204" pitchFamily="49" charset="0"/>
              </a:rPr>
              <a:t>       OUTPUT "Age must be a whole number, try again."</a:t>
            </a:r>
          </a:p>
          <a:p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r>
              <a:rPr lang="en-GB" dirty="0">
                <a:latin typeface="Consolas" panose="020B0609020204030204" pitchFamily="49" charset="0"/>
              </a:rPr>
              <a:t>UNTIL Age = DIV(Age, 1)     </a:t>
            </a:r>
          </a:p>
          <a:p>
            <a:r>
              <a:rPr lang="en-GB" sz="20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en-GB" sz="2000" dirty="0">
              <a:latin typeface="Consolas" panose="020B0609020204030204" pitchFamily="49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3" name="TextBox1">
                  <a:extLst>
                    <a:ext uri="{FF2B5EF4-FFF2-40B4-BE49-F238E27FC236}">
                      <a16:creationId xmlns:a16="http://schemas.microsoft.com/office/drawing/2014/main" id="{000B9AD5-2189-4580-BD49-FBE6783EDC4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1" name="TextBox2">
                  <a:extLst>
                    <a:ext uri="{FF2B5EF4-FFF2-40B4-BE49-F238E27FC236}">
                      <a16:creationId xmlns:a16="http://schemas.microsoft.com/office/drawing/2014/main" id="{153B9461-E520-4A54-A8B2-B458790B80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3" name="TextBox3">
                  <a:extLst>
                    <a:ext uri="{FF2B5EF4-FFF2-40B4-BE49-F238E27FC236}">
                      <a16:creationId xmlns:a16="http://schemas.microsoft.com/office/drawing/2014/main" id="{936E4E99-F0BA-427E-9784-5E9913888D4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5" name="TextBox4">
                  <a:extLst>
                    <a:ext uri="{FF2B5EF4-FFF2-40B4-BE49-F238E27FC236}">
                      <a16:creationId xmlns:a16="http://schemas.microsoft.com/office/drawing/2014/main" id="{2196D27F-2D96-444D-A6D7-6891405CE48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4" name="Submit">
                  <a:extLst>
                    <a:ext uri="{FF2B5EF4-FFF2-40B4-BE49-F238E27FC236}">
                      <a16:creationId xmlns:a16="http://schemas.microsoft.com/office/drawing/2014/main" id="{E06D1092-1D6C-4D37-8E1D-B25980E1A37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6" name="CheckBox1">
                  <a:extLst>
                    <a:ext uri="{FF2B5EF4-FFF2-40B4-BE49-F238E27FC236}">
                      <a16:creationId xmlns:a16="http://schemas.microsoft.com/office/drawing/2014/main" id="{62939151-47C0-4B9D-9CD4-AD183286F76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5124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9AAC77-79C2-4E01-9626-961B9F07124A}"/>
              </a:ext>
            </a:extLst>
          </p:cNvPr>
          <p:cNvGraphicFramePr/>
          <p:nvPr/>
        </p:nvGraphicFramePr>
        <p:xfrm>
          <a:off x="4133461" y="419878"/>
          <a:ext cx="9161624" cy="643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C1BE09D-A6FB-4F96-BBC8-D23E0ED91B72}"/>
              </a:ext>
            </a:extLst>
          </p:cNvPr>
          <p:cNvSpPr/>
          <p:nvPr/>
        </p:nvSpPr>
        <p:spPr>
          <a:xfrm>
            <a:off x="175876" y="1054840"/>
            <a:ext cx="53105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Is the input within the correct range? For example: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Between 1 and 10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Between A and Z</a:t>
            </a:r>
          </a:p>
          <a:p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1307EF-1AE8-443D-8248-C7D73B9449CE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53F0D-1556-44F4-AB2A-D8CDF4A1300C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7C22F-781E-4A3C-BD06-CF235498D279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39A235-C0C7-4184-8AC0-AA56D80CA28A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A9F9D7-92E4-4CEA-AC06-2F7949132214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86A65A-2A3F-4F35-B9C0-AF2A5AD830D6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E6231-5241-464F-A5C5-4E7E91ADF75F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D688CA-B8D9-4632-96E2-94DA19F24442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6D20F-6221-4D24-88E8-48566925708E}"/>
              </a:ext>
            </a:extLst>
          </p:cNvPr>
          <p:cNvSpPr/>
          <p:nvPr/>
        </p:nvSpPr>
        <p:spPr>
          <a:xfrm>
            <a:off x="329581" y="3689237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7" name="TextBox1">
                  <a:extLst>
                    <a:ext uri="{FF2B5EF4-FFF2-40B4-BE49-F238E27FC236}">
                      <a16:creationId xmlns:a16="http://schemas.microsoft.com/office/drawing/2014/main" id="{7863B0F3-6A28-4714-A264-60E54C11A6D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1" name="TextBox2">
                  <a:extLst>
                    <a:ext uri="{FF2B5EF4-FFF2-40B4-BE49-F238E27FC236}">
                      <a16:creationId xmlns:a16="http://schemas.microsoft.com/office/drawing/2014/main" id="{FDB4FC56-93D4-4877-A7D5-AFFC89548AC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3" name="TextBox3">
                  <a:extLst>
                    <a:ext uri="{FF2B5EF4-FFF2-40B4-BE49-F238E27FC236}">
                      <a16:creationId xmlns:a16="http://schemas.microsoft.com/office/drawing/2014/main" id="{A93B353A-CC43-4010-9D18-87129F05383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5" name="TextBox4">
                  <a:extLst>
                    <a:ext uri="{FF2B5EF4-FFF2-40B4-BE49-F238E27FC236}">
                      <a16:creationId xmlns:a16="http://schemas.microsoft.com/office/drawing/2014/main" id="{86ED868F-24D8-4D84-B6A8-4D46906D647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8" name="Submit">
                  <a:extLst>
                    <a:ext uri="{FF2B5EF4-FFF2-40B4-BE49-F238E27FC236}">
                      <a16:creationId xmlns:a16="http://schemas.microsoft.com/office/drawing/2014/main" id="{14168A31-7BF4-43EE-8AE3-4DDA6BBE359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20" name="CheckBox1">
                  <a:extLst>
                    <a:ext uri="{FF2B5EF4-FFF2-40B4-BE49-F238E27FC236}">
                      <a16:creationId xmlns:a16="http://schemas.microsoft.com/office/drawing/2014/main" id="{CD2EB1C0-0C13-44CF-8FA5-F7841A6CA17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59135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29E8D19-D067-CBAD-2259-A64845CC3050}"/>
              </a:ext>
            </a:extLst>
          </p:cNvPr>
          <p:cNvGrpSpPr/>
          <p:nvPr/>
        </p:nvGrpSpPr>
        <p:grpSpPr>
          <a:xfrm>
            <a:off x="4835902" y="2695969"/>
            <a:ext cx="7260847" cy="2982130"/>
            <a:chOff x="115335" y="1049783"/>
            <a:chExt cx="5795610" cy="364866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004801D-024E-4BBD-C516-870B32E9E4E6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1DEAFB2-8525-B37B-BBD6-43B751911246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Pseudocode example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BE09D-A6FB-4F96-BBC8-D23E0ED91B72}"/>
              </a:ext>
            </a:extLst>
          </p:cNvPr>
          <p:cNvSpPr/>
          <p:nvPr/>
        </p:nvSpPr>
        <p:spPr>
          <a:xfrm>
            <a:off x="175876" y="1054840"/>
            <a:ext cx="53105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Is the input within the correct range? For example: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Between 1 and 10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Between A and Z</a:t>
            </a:r>
          </a:p>
          <a:p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1307EF-1AE8-443D-8248-C7D73B9449CE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53F0D-1556-44F4-AB2A-D8CDF4A1300C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7C22F-781E-4A3C-BD06-CF235498D279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39A235-C0C7-4184-8AC0-AA56D80CA28A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A9F9D7-92E4-4CEA-AC06-2F7949132214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86A65A-2A3F-4F35-B9C0-AF2A5AD830D6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E6231-5241-464F-A5C5-4E7E91ADF75F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D688CA-B8D9-4632-96E2-94DA19F24442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6D20F-6221-4D24-88E8-48566925708E}"/>
              </a:ext>
            </a:extLst>
          </p:cNvPr>
          <p:cNvSpPr/>
          <p:nvPr/>
        </p:nvSpPr>
        <p:spPr>
          <a:xfrm>
            <a:off x="329581" y="3689237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8C921-3A9A-DCD2-1741-8FB0E4C9297F}"/>
              </a:ext>
            </a:extLst>
          </p:cNvPr>
          <p:cNvSpPr/>
          <p:nvPr/>
        </p:nvSpPr>
        <p:spPr>
          <a:xfrm>
            <a:off x="4968699" y="3175139"/>
            <a:ext cx="696669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OUTPUT "Please enter your age"</a:t>
            </a:r>
          </a:p>
          <a:p>
            <a:r>
              <a:rPr lang="en-GB" dirty="0">
                <a:latin typeface="Consolas" panose="020B0609020204030204" pitchFamily="49" charset="0"/>
              </a:rPr>
              <a:t>REPEAT</a:t>
            </a:r>
          </a:p>
          <a:p>
            <a:r>
              <a:rPr lang="en-GB" dirty="0">
                <a:latin typeface="Consolas" panose="020B0609020204030204" pitchFamily="49" charset="0"/>
              </a:rPr>
              <a:t>    INPUT Age</a:t>
            </a:r>
          </a:p>
          <a:p>
            <a:r>
              <a:rPr lang="en-GB" dirty="0">
                <a:latin typeface="Consolas" panose="020B0609020204030204" pitchFamily="49" charset="0"/>
              </a:rPr>
              <a:t>    IF (Age &lt; 0) OR (Age &gt; 100)</a:t>
            </a:r>
          </a:p>
          <a:p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r>
              <a:rPr lang="en-GB" dirty="0">
                <a:latin typeface="Consolas" panose="020B0609020204030204" pitchFamily="49" charset="0"/>
              </a:rPr>
              <a:t>       OUTPUT “Age must be between 0-100, try again."</a:t>
            </a:r>
          </a:p>
          <a:p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r>
              <a:rPr lang="en-GB" dirty="0">
                <a:latin typeface="Consolas" panose="020B0609020204030204" pitchFamily="49" charset="0"/>
              </a:rPr>
              <a:t>UNTIL (Age =&gt; 0) AND (Age &lt;= 100)</a:t>
            </a:r>
          </a:p>
          <a:p>
            <a:r>
              <a:rPr lang="en-GB" sz="20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en-GB" sz="2000" dirty="0">
              <a:latin typeface="Consolas" panose="020B0609020204030204" pitchFamily="49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7" name="TextBox1">
                  <a:extLst>
                    <a:ext uri="{FF2B5EF4-FFF2-40B4-BE49-F238E27FC236}">
                      <a16:creationId xmlns:a16="http://schemas.microsoft.com/office/drawing/2014/main" id="{7863B0F3-6A28-4714-A264-60E54C11A6D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1" name="TextBox2">
                  <a:extLst>
                    <a:ext uri="{FF2B5EF4-FFF2-40B4-BE49-F238E27FC236}">
                      <a16:creationId xmlns:a16="http://schemas.microsoft.com/office/drawing/2014/main" id="{FDB4FC56-93D4-4877-A7D5-AFFC89548AC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3" name="TextBox3">
                  <a:extLst>
                    <a:ext uri="{FF2B5EF4-FFF2-40B4-BE49-F238E27FC236}">
                      <a16:creationId xmlns:a16="http://schemas.microsoft.com/office/drawing/2014/main" id="{A93B353A-CC43-4010-9D18-87129F05383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5" name="TextBox4">
                  <a:extLst>
                    <a:ext uri="{FF2B5EF4-FFF2-40B4-BE49-F238E27FC236}">
                      <a16:creationId xmlns:a16="http://schemas.microsoft.com/office/drawing/2014/main" id="{86ED868F-24D8-4D84-B6A8-4D46906D647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8" name="Submit">
                  <a:extLst>
                    <a:ext uri="{FF2B5EF4-FFF2-40B4-BE49-F238E27FC236}">
                      <a16:creationId xmlns:a16="http://schemas.microsoft.com/office/drawing/2014/main" id="{14168A31-7BF4-43EE-8AE3-4DDA6BBE359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20" name="CheckBox1">
                  <a:extLst>
                    <a:ext uri="{FF2B5EF4-FFF2-40B4-BE49-F238E27FC236}">
                      <a16:creationId xmlns:a16="http://schemas.microsoft.com/office/drawing/2014/main" id="{CD2EB1C0-0C13-44CF-8FA5-F7841A6CA17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89506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9AAC77-79C2-4E01-9626-961B9F07124A}"/>
              </a:ext>
            </a:extLst>
          </p:cNvPr>
          <p:cNvGraphicFramePr/>
          <p:nvPr/>
        </p:nvGraphicFramePr>
        <p:xfrm>
          <a:off x="4133461" y="419878"/>
          <a:ext cx="9161624" cy="643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305B27F-F42B-4ED8-9F2B-C9FB6AE30CBB}"/>
              </a:ext>
            </a:extLst>
          </p:cNvPr>
          <p:cNvSpPr/>
          <p:nvPr/>
        </p:nvSpPr>
        <p:spPr>
          <a:xfrm>
            <a:off x="175876" y="1054840"/>
            <a:ext cx="51869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Has all required data been entered? For example:</a:t>
            </a:r>
            <a:endParaRPr lang="en-GB" sz="1400" dirty="0"/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Reject blank inputs</a:t>
            </a:r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5AC13-A7E2-4E84-B224-9D251EE065D2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E4C4C4-F842-4F6A-B80B-27964BE9749D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C3EA3-8610-43B2-AFFC-FFF78A1F4F17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B5B1D-1007-4BB2-812F-30CFCA170C1B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3B0EA4-7B45-41A8-879E-5A02665A3F03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E7E32-B136-419E-A054-307EBB7C31B8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748E3D-3933-463C-8DE9-1EC3351747B3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A9A84-7C8A-4CEF-8A9A-24AAE3EB2894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1B849D-5F7C-4F19-A820-6356EE2D255F}"/>
              </a:ext>
            </a:extLst>
          </p:cNvPr>
          <p:cNvSpPr/>
          <p:nvPr/>
        </p:nvSpPr>
        <p:spPr>
          <a:xfrm>
            <a:off x="336402" y="4460653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CBF73D-BDFC-4C36-95CB-42120D41C209}"/>
              </a:ext>
            </a:extLst>
          </p:cNvPr>
          <p:cNvSpPr/>
          <p:nvPr/>
        </p:nvSpPr>
        <p:spPr>
          <a:xfrm>
            <a:off x="336723" y="3297374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6" name="TextBox1">
                  <a:extLst>
                    <a:ext uri="{FF2B5EF4-FFF2-40B4-BE49-F238E27FC236}">
                      <a16:creationId xmlns:a16="http://schemas.microsoft.com/office/drawing/2014/main" id="{333FF904-AEFE-4F29-BF61-97589727F2C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FD31ECBA-A8AF-4741-B779-FDCEB6EA873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2" name="TextBox3">
                  <a:extLst>
                    <a:ext uri="{FF2B5EF4-FFF2-40B4-BE49-F238E27FC236}">
                      <a16:creationId xmlns:a16="http://schemas.microsoft.com/office/drawing/2014/main" id="{047F8A64-498B-4BC1-A957-22C96B8CF2E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4" name="TextBox4">
                  <a:extLst>
                    <a:ext uri="{FF2B5EF4-FFF2-40B4-BE49-F238E27FC236}">
                      <a16:creationId xmlns:a16="http://schemas.microsoft.com/office/drawing/2014/main" id="{4BF3F11D-43E0-4239-B71B-A049EC91EED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7" name="Submit">
                  <a:extLst>
                    <a:ext uri="{FF2B5EF4-FFF2-40B4-BE49-F238E27FC236}">
                      <a16:creationId xmlns:a16="http://schemas.microsoft.com/office/drawing/2014/main" id="{F163FA79-7DB0-4D73-A4CF-0B2D77D579A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19" name="CheckBox1">
                  <a:extLst>
                    <a:ext uri="{FF2B5EF4-FFF2-40B4-BE49-F238E27FC236}">
                      <a16:creationId xmlns:a16="http://schemas.microsoft.com/office/drawing/2014/main" id="{13CC4334-3EDA-46B7-9AE6-FB1FE4B1932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943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B53E27-0737-6C17-3BB3-056568AA06E3}"/>
              </a:ext>
            </a:extLst>
          </p:cNvPr>
          <p:cNvGrpSpPr/>
          <p:nvPr/>
        </p:nvGrpSpPr>
        <p:grpSpPr>
          <a:xfrm>
            <a:off x="4835902" y="2695969"/>
            <a:ext cx="7260847" cy="2982130"/>
            <a:chOff x="115335" y="1049783"/>
            <a:chExt cx="5795610" cy="364866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97184B9-D7D3-3F91-6862-0124A4F7F689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824792B-5F01-81C5-A8C4-00AD5E313012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Pseudocode example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05B27F-F42B-4ED8-9F2B-C9FB6AE30CBB}"/>
              </a:ext>
            </a:extLst>
          </p:cNvPr>
          <p:cNvSpPr/>
          <p:nvPr/>
        </p:nvSpPr>
        <p:spPr>
          <a:xfrm>
            <a:off x="175876" y="1054840"/>
            <a:ext cx="51869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Has all required data been entered? For example:</a:t>
            </a:r>
            <a:endParaRPr lang="en-GB" sz="1400" dirty="0"/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Reject blank inputs</a:t>
            </a:r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5AC13-A7E2-4E84-B224-9D251EE065D2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E4C4C4-F842-4F6A-B80B-27964BE9749D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C3EA3-8610-43B2-AFFC-FFF78A1F4F17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B5B1D-1007-4BB2-812F-30CFCA170C1B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3B0EA4-7B45-41A8-879E-5A02665A3F03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E7E32-B136-419E-A054-307EBB7C31B8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748E3D-3933-463C-8DE9-1EC3351747B3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A9A84-7C8A-4CEF-8A9A-24AAE3EB2894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1B849D-5F7C-4F19-A820-6356EE2D255F}"/>
              </a:ext>
            </a:extLst>
          </p:cNvPr>
          <p:cNvSpPr/>
          <p:nvPr/>
        </p:nvSpPr>
        <p:spPr>
          <a:xfrm>
            <a:off x="336402" y="4460653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CBF73D-BDFC-4C36-95CB-42120D41C209}"/>
              </a:ext>
            </a:extLst>
          </p:cNvPr>
          <p:cNvSpPr/>
          <p:nvPr/>
        </p:nvSpPr>
        <p:spPr>
          <a:xfrm>
            <a:off x="336723" y="3297374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30631D-6E51-48E3-EA05-A31D2CE3C993}"/>
              </a:ext>
            </a:extLst>
          </p:cNvPr>
          <p:cNvSpPr/>
          <p:nvPr/>
        </p:nvSpPr>
        <p:spPr>
          <a:xfrm>
            <a:off x="5038984" y="3196121"/>
            <a:ext cx="754791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OUTPUT "Enter your name"</a:t>
            </a:r>
          </a:p>
          <a:p>
            <a:r>
              <a:rPr lang="en-GB" dirty="0">
                <a:latin typeface="Consolas" panose="020B0609020204030204" pitchFamily="49" charset="0"/>
              </a:rPr>
              <a:t>REPEAT</a:t>
            </a:r>
          </a:p>
          <a:p>
            <a:r>
              <a:rPr lang="en-GB" dirty="0">
                <a:latin typeface="Consolas" panose="020B0609020204030204" pitchFamily="49" charset="0"/>
              </a:rPr>
              <a:t>    INPUT Name</a:t>
            </a:r>
          </a:p>
          <a:p>
            <a:r>
              <a:rPr lang="en-GB" dirty="0">
                <a:latin typeface="Consolas" panose="020B0609020204030204" pitchFamily="49" charset="0"/>
              </a:rPr>
              <a:t>    IF Name = ""</a:t>
            </a:r>
          </a:p>
          <a:p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r>
              <a:rPr lang="en-GB" dirty="0">
                <a:latin typeface="Consolas" panose="020B0609020204030204" pitchFamily="49" charset="0"/>
              </a:rPr>
              <a:t>       OUTPUT "You must enter your name to continue."</a:t>
            </a:r>
          </a:p>
          <a:p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r>
              <a:rPr lang="en-GB" dirty="0">
                <a:latin typeface="Consolas" panose="020B0609020204030204" pitchFamily="49" charset="0"/>
              </a:rPr>
              <a:t>UNTIL Name &lt;&gt; ""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en-GB" sz="2000" dirty="0">
              <a:latin typeface="Consolas" panose="020B0609020204030204" pitchFamily="49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6" name="TextBox1">
                  <a:extLst>
                    <a:ext uri="{FF2B5EF4-FFF2-40B4-BE49-F238E27FC236}">
                      <a16:creationId xmlns:a16="http://schemas.microsoft.com/office/drawing/2014/main" id="{333FF904-AEFE-4F29-BF61-97589727F2C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FD31ECBA-A8AF-4741-B779-FDCEB6EA873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2" name="TextBox3">
                  <a:extLst>
                    <a:ext uri="{FF2B5EF4-FFF2-40B4-BE49-F238E27FC236}">
                      <a16:creationId xmlns:a16="http://schemas.microsoft.com/office/drawing/2014/main" id="{047F8A64-498B-4BC1-A957-22C96B8CF2E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4" name="TextBox4">
                  <a:extLst>
                    <a:ext uri="{FF2B5EF4-FFF2-40B4-BE49-F238E27FC236}">
                      <a16:creationId xmlns:a16="http://schemas.microsoft.com/office/drawing/2014/main" id="{4BF3F11D-43E0-4239-B71B-A049EC91EED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7" name="Submit">
                  <a:extLst>
                    <a:ext uri="{FF2B5EF4-FFF2-40B4-BE49-F238E27FC236}">
                      <a16:creationId xmlns:a16="http://schemas.microsoft.com/office/drawing/2014/main" id="{F163FA79-7DB0-4D73-A4CF-0B2D77D579A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19" name="CheckBox1">
                  <a:extLst>
                    <a:ext uri="{FF2B5EF4-FFF2-40B4-BE49-F238E27FC236}">
                      <a16:creationId xmlns:a16="http://schemas.microsoft.com/office/drawing/2014/main" id="{13CC4334-3EDA-46B7-9AE6-FB1FE4B1932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55185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9AAC77-79C2-4E01-9626-961B9F07124A}"/>
              </a:ext>
            </a:extLst>
          </p:cNvPr>
          <p:cNvGraphicFramePr/>
          <p:nvPr/>
        </p:nvGraphicFramePr>
        <p:xfrm>
          <a:off x="4133461" y="419878"/>
          <a:ext cx="9161624" cy="643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50B85C2-9A1A-4710-8783-9ACFE576C23C}"/>
              </a:ext>
            </a:extLst>
          </p:cNvPr>
          <p:cNvSpPr/>
          <p:nvPr/>
        </p:nvSpPr>
        <p:spPr>
          <a:xfrm>
            <a:off x="175877" y="1054840"/>
            <a:ext cx="47015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Is the input in the correct format? For example:</a:t>
            </a:r>
            <a:endParaRPr lang="en-GB" sz="1400" dirty="0"/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Date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Postcode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C6864F-02C4-4678-A5E6-C7D9F59869B6}"/>
              </a:ext>
            </a:extLst>
          </p:cNvPr>
          <p:cNvSpPr/>
          <p:nvPr/>
        </p:nvSpPr>
        <p:spPr>
          <a:xfrm>
            <a:off x="320252" y="250646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BE7DC-51AA-4CB3-851A-4345D364C6DA}"/>
              </a:ext>
            </a:extLst>
          </p:cNvPr>
          <p:cNvSpPr/>
          <p:nvPr/>
        </p:nvSpPr>
        <p:spPr>
          <a:xfrm>
            <a:off x="320252" y="289646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70465-BE20-4BAF-80AD-40C2643D2AC9}"/>
              </a:ext>
            </a:extLst>
          </p:cNvPr>
          <p:cNvSpPr/>
          <p:nvPr/>
        </p:nvSpPr>
        <p:spPr>
          <a:xfrm>
            <a:off x="320251" y="326237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608AE-7323-4C37-A76A-EA6476FAAD33}"/>
              </a:ext>
            </a:extLst>
          </p:cNvPr>
          <p:cNvSpPr/>
          <p:nvPr/>
        </p:nvSpPr>
        <p:spPr>
          <a:xfrm>
            <a:off x="320250" y="366404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84D3F-8210-411A-B91B-AF7FF57AC0CB}"/>
              </a:ext>
            </a:extLst>
          </p:cNvPr>
          <p:cNvSpPr/>
          <p:nvPr/>
        </p:nvSpPr>
        <p:spPr>
          <a:xfrm>
            <a:off x="3964143" y="242715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D264AB-CC44-4324-A558-EA8AA6DE7B0F}"/>
              </a:ext>
            </a:extLst>
          </p:cNvPr>
          <p:cNvSpPr/>
          <p:nvPr/>
        </p:nvSpPr>
        <p:spPr>
          <a:xfrm>
            <a:off x="3964141" y="357734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85DCCA-856A-4226-AE4E-6F008BB62053}"/>
              </a:ext>
            </a:extLst>
          </p:cNvPr>
          <p:cNvSpPr/>
          <p:nvPr/>
        </p:nvSpPr>
        <p:spPr>
          <a:xfrm>
            <a:off x="320250" y="402995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1FD527-4B46-4C49-A737-02CB3A893ACA}"/>
              </a:ext>
            </a:extLst>
          </p:cNvPr>
          <p:cNvSpPr/>
          <p:nvPr/>
        </p:nvSpPr>
        <p:spPr>
          <a:xfrm>
            <a:off x="251926" y="235717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9E290E-88B0-42E0-B340-2A67DA55DB29}"/>
              </a:ext>
            </a:extLst>
          </p:cNvPr>
          <p:cNvSpPr/>
          <p:nvPr/>
        </p:nvSpPr>
        <p:spPr>
          <a:xfrm>
            <a:off x="338912" y="3259800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BEE410-B74C-4688-A3F3-B920908287BF}"/>
              </a:ext>
            </a:extLst>
          </p:cNvPr>
          <p:cNvSpPr/>
          <p:nvPr/>
        </p:nvSpPr>
        <p:spPr>
          <a:xfrm>
            <a:off x="336402" y="3641503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DA9C42-1A08-0D7C-754F-D00101F847D9}"/>
              </a:ext>
            </a:extLst>
          </p:cNvPr>
          <p:cNvGrpSpPr/>
          <p:nvPr/>
        </p:nvGrpSpPr>
        <p:grpSpPr>
          <a:xfrm>
            <a:off x="0" y="5074295"/>
            <a:ext cx="6095999" cy="1591452"/>
            <a:chOff x="4636821" y="5245745"/>
            <a:chExt cx="6095999" cy="159145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7D1B0C5-3A0B-87E7-33A6-697681A29EFB}"/>
                </a:ext>
              </a:extLst>
            </p:cNvPr>
            <p:cNvSpPr/>
            <p:nvPr/>
          </p:nvSpPr>
          <p:spPr>
            <a:xfrm>
              <a:off x="4825531" y="5412434"/>
              <a:ext cx="5907289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23" name="Graphic 22" descr="Information with solid fill">
              <a:extLst>
                <a:ext uri="{FF2B5EF4-FFF2-40B4-BE49-F238E27FC236}">
                  <a16:creationId xmlns:a16="http://schemas.microsoft.com/office/drawing/2014/main" id="{51CC8BE0-EA0A-5D23-8037-388920A66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F44F3D-640F-56F2-BE85-DBEEF48CCBF8}"/>
                </a:ext>
              </a:extLst>
            </p:cNvPr>
            <p:cNvSpPr txBox="1"/>
            <p:nvPr/>
          </p:nvSpPr>
          <p:spPr>
            <a:xfrm>
              <a:off x="6101814" y="5672784"/>
              <a:ext cx="4504547" cy="671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video:</a:t>
              </a:r>
            </a:p>
            <a:p>
              <a:pPr marL="54000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8.1 The use of basic string handling</a:t>
              </a:r>
            </a:p>
          </p:txBody>
        </p:sp>
      </p:grp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6" name="TextBox1">
                  <a:extLst>
                    <a:ext uri="{FF2B5EF4-FFF2-40B4-BE49-F238E27FC236}">
                      <a16:creationId xmlns:a16="http://schemas.microsoft.com/office/drawing/2014/main" id="{A0F7AE58-0D0D-42E4-AC00-72061903C13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2844" y="250646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5C3A2230-8421-4B00-8999-71753E24662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2845" y="288454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2" name="TextBox3">
                  <a:extLst>
                    <a:ext uri="{FF2B5EF4-FFF2-40B4-BE49-F238E27FC236}">
                      <a16:creationId xmlns:a16="http://schemas.microsoft.com/office/drawing/2014/main" id="{BDFA2D78-9E07-4565-8F8B-2BDD7D63CB9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2845" y="327429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4" name="TextBox4">
                  <a:extLst>
                    <a:ext uri="{FF2B5EF4-FFF2-40B4-BE49-F238E27FC236}">
                      <a16:creationId xmlns:a16="http://schemas.microsoft.com/office/drawing/2014/main" id="{2C13BA27-8FFB-40B8-999E-B8DE841501D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2845" y="366754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7" name="Submit">
                  <a:extLst>
                    <a:ext uri="{FF2B5EF4-FFF2-40B4-BE49-F238E27FC236}">
                      <a16:creationId xmlns:a16="http://schemas.microsoft.com/office/drawing/2014/main" id="{6C955F63-BDB5-436B-BA08-9E05312F926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7459" y="440855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19" name="CheckBox1">
                  <a:extLst>
                    <a:ext uri="{FF2B5EF4-FFF2-40B4-BE49-F238E27FC236}">
                      <a16:creationId xmlns:a16="http://schemas.microsoft.com/office/drawing/2014/main" id="{597A9247-5E12-4FEA-877F-32F82473FDF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54913" y="408240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40405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9AAC77-79C2-4E01-9626-961B9F07124A}"/>
              </a:ext>
            </a:extLst>
          </p:cNvPr>
          <p:cNvGraphicFramePr/>
          <p:nvPr/>
        </p:nvGraphicFramePr>
        <p:xfrm>
          <a:off x="4133461" y="419878"/>
          <a:ext cx="9161624" cy="643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938AD1F-FE71-432D-A1A8-6703EDE58F35}"/>
              </a:ext>
            </a:extLst>
          </p:cNvPr>
          <p:cNvSpPr/>
          <p:nvPr/>
        </p:nvSpPr>
        <p:spPr>
          <a:xfrm>
            <a:off x="175876" y="1054840"/>
            <a:ext cx="54464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Does the input include the correct/minimum/maximum number of characters? For example:</a:t>
            </a:r>
            <a:endParaRPr lang="en-GB" sz="1400" dirty="0"/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Password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Car licence plate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National Insurance number</a:t>
            </a:r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EBC67-842E-4CDB-9925-12789EACCB66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BBD255-5958-4D63-9599-E7B4605F760C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4761C-65EF-42CA-B87A-D15BD929202C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881ED-E5C1-4CD8-809D-233ABC0C2270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39E8EC-CC4F-4B7A-BD67-DCC201B34FAF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9986F0-9E0F-4E6E-8BB7-302CA740C74C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E287B-E5F9-4151-9778-74AE5310F14F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117967-0971-439A-A369-3D014B7380CA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E2D232-5CEA-4ED7-BA16-F9E9439BFA36}"/>
              </a:ext>
            </a:extLst>
          </p:cNvPr>
          <p:cNvSpPr/>
          <p:nvPr/>
        </p:nvSpPr>
        <p:spPr>
          <a:xfrm>
            <a:off x="336402" y="4460653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6" name="TextBox1">
                  <a:extLst>
                    <a:ext uri="{FF2B5EF4-FFF2-40B4-BE49-F238E27FC236}">
                      <a16:creationId xmlns:a16="http://schemas.microsoft.com/office/drawing/2014/main" id="{DA76E2DA-3355-4D33-9313-C86852C8D11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697B1726-084B-455D-83C8-581EE1B1832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2" name="TextBox3">
                  <a:extLst>
                    <a:ext uri="{FF2B5EF4-FFF2-40B4-BE49-F238E27FC236}">
                      <a16:creationId xmlns:a16="http://schemas.microsoft.com/office/drawing/2014/main" id="{31082A4A-79B1-4972-B2DE-3588C51B519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4" name="TextBox4">
                  <a:extLst>
                    <a:ext uri="{FF2B5EF4-FFF2-40B4-BE49-F238E27FC236}">
                      <a16:creationId xmlns:a16="http://schemas.microsoft.com/office/drawing/2014/main" id="{03181769-4A54-4E8B-9737-22A0E59C48F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7" name="Submit">
                  <a:extLst>
                    <a:ext uri="{FF2B5EF4-FFF2-40B4-BE49-F238E27FC236}">
                      <a16:creationId xmlns:a16="http://schemas.microsoft.com/office/drawing/2014/main" id="{E3C8675E-69CD-4F9A-96D6-E13C41AEF0D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19" name="CheckBox1">
                  <a:extLst>
                    <a:ext uri="{FF2B5EF4-FFF2-40B4-BE49-F238E27FC236}">
                      <a16:creationId xmlns:a16="http://schemas.microsoft.com/office/drawing/2014/main" id="{98EF177D-674B-4043-8EA2-D16C9402D99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3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8466930-9B62-595A-EF52-3546A3E0900B}"/>
              </a:ext>
            </a:extLst>
          </p:cNvPr>
          <p:cNvGrpSpPr/>
          <p:nvPr/>
        </p:nvGrpSpPr>
        <p:grpSpPr>
          <a:xfrm>
            <a:off x="4835902" y="2695969"/>
            <a:ext cx="7260847" cy="2982130"/>
            <a:chOff x="115335" y="1049783"/>
            <a:chExt cx="5795610" cy="3648665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1224A04-092F-68AA-E5A3-1625C1E4F0F3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6168BF1-7AD7-DDE3-F703-5A6655DD2B00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Pseudocode example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175877" y="502359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38AD1F-FE71-432D-A1A8-6703EDE58F35}"/>
              </a:ext>
            </a:extLst>
          </p:cNvPr>
          <p:cNvSpPr/>
          <p:nvPr/>
        </p:nvSpPr>
        <p:spPr>
          <a:xfrm>
            <a:off x="175876" y="1054840"/>
            <a:ext cx="54464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Does the input include the correct/minimum/maximum number of characters? For example:</a:t>
            </a:r>
            <a:endParaRPr lang="en-GB" sz="1400" dirty="0"/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Password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Car licence plate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/>
              <a:t>National Insurance number</a:t>
            </a:r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EBC67-842E-4CDB-9925-12789EACCB66}"/>
              </a:ext>
            </a:extLst>
          </p:cNvPr>
          <p:cNvSpPr/>
          <p:nvPr/>
        </p:nvSpPr>
        <p:spPr>
          <a:xfrm>
            <a:off x="320252" y="3325612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Name: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BBD255-5958-4D63-9599-E7B4605F760C}"/>
              </a:ext>
            </a:extLst>
          </p:cNvPr>
          <p:cNvSpPr/>
          <p:nvPr/>
        </p:nvSpPr>
        <p:spPr>
          <a:xfrm>
            <a:off x="320252" y="3715614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Age: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4761C-65EF-42CA-B87A-D15BD929202C}"/>
              </a:ext>
            </a:extLst>
          </p:cNvPr>
          <p:cNvSpPr/>
          <p:nvPr/>
        </p:nvSpPr>
        <p:spPr>
          <a:xfrm>
            <a:off x="320251" y="4081528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DoB: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881ED-E5C1-4CD8-809D-233ABC0C2270}"/>
              </a:ext>
            </a:extLst>
          </p:cNvPr>
          <p:cNvSpPr/>
          <p:nvPr/>
        </p:nvSpPr>
        <p:spPr>
          <a:xfrm>
            <a:off x="320250" y="4483190"/>
            <a:ext cx="7354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Code: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39E8EC-CC4F-4B7A-BD67-DCC201B34FAF}"/>
              </a:ext>
            </a:extLst>
          </p:cNvPr>
          <p:cNvSpPr/>
          <p:nvPr/>
        </p:nvSpPr>
        <p:spPr>
          <a:xfrm>
            <a:off x="3964143" y="3246306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9986F0-9E0F-4E6E-8BB7-302CA740C74C}"/>
              </a:ext>
            </a:extLst>
          </p:cNvPr>
          <p:cNvSpPr/>
          <p:nvPr/>
        </p:nvSpPr>
        <p:spPr>
          <a:xfrm>
            <a:off x="3964141" y="4396493"/>
            <a:ext cx="2826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E287B-E5F9-4151-9778-74AE5310F14F}"/>
              </a:ext>
            </a:extLst>
          </p:cNvPr>
          <p:cNvSpPr/>
          <p:nvPr/>
        </p:nvSpPr>
        <p:spPr>
          <a:xfrm>
            <a:off x="320250" y="4849104"/>
            <a:ext cx="307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Agree with our Terms &amp; Conditions: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117967-0971-439A-A369-3D014B7380CA}"/>
              </a:ext>
            </a:extLst>
          </p:cNvPr>
          <p:cNvSpPr/>
          <p:nvPr/>
        </p:nvSpPr>
        <p:spPr>
          <a:xfrm>
            <a:off x="251926" y="3176325"/>
            <a:ext cx="4096139" cy="2481943"/>
          </a:xfrm>
          <a:prstGeom prst="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 prstMaterial="metal">
            <a:bevelT prst="slope"/>
            <a:bevelB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E2D232-5CEA-4ED7-BA16-F9E9439BFA36}"/>
              </a:ext>
            </a:extLst>
          </p:cNvPr>
          <p:cNvSpPr/>
          <p:nvPr/>
        </p:nvSpPr>
        <p:spPr>
          <a:xfrm>
            <a:off x="336402" y="4460653"/>
            <a:ext cx="3926543" cy="3528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E6F50-018F-62EB-B641-8765CF167C00}"/>
              </a:ext>
            </a:extLst>
          </p:cNvPr>
          <p:cNvSpPr/>
          <p:nvPr/>
        </p:nvSpPr>
        <p:spPr>
          <a:xfrm>
            <a:off x="4948748" y="3196121"/>
            <a:ext cx="636661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OUTPUT "Enter your code"</a:t>
            </a:r>
          </a:p>
          <a:p>
            <a:r>
              <a:rPr lang="en-GB" dirty="0">
                <a:latin typeface="Consolas" panose="020B0609020204030204" pitchFamily="49" charset="0"/>
              </a:rPr>
              <a:t>REPEAT</a:t>
            </a:r>
          </a:p>
          <a:p>
            <a:r>
              <a:rPr lang="en-GB" dirty="0">
                <a:latin typeface="Consolas" panose="020B0609020204030204" pitchFamily="49" charset="0"/>
              </a:rPr>
              <a:t>    INPUT Code</a:t>
            </a:r>
          </a:p>
          <a:p>
            <a:r>
              <a:rPr lang="en-GB" dirty="0">
                <a:latin typeface="Consolas" panose="020B0609020204030204" pitchFamily="49" charset="0"/>
              </a:rPr>
              <a:t>    IF LENGTH(Code) &lt;&gt; 4</a:t>
            </a:r>
          </a:p>
          <a:p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r>
              <a:rPr lang="en-GB" dirty="0">
                <a:latin typeface="Consolas" panose="020B0609020204030204" pitchFamily="49" charset="0"/>
              </a:rPr>
              <a:t>       OUTPUT "You must supply a 4 letter code."</a:t>
            </a:r>
          </a:p>
          <a:p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r>
              <a:rPr lang="en-GB" dirty="0">
                <a:latin typeface="Consolas" panose="020B0609020204030204" pitchFamily="49" charset="0"/>
              </a:rPr>
              <a:t>UNTIL LENGTH(Code) = 4</a:t>
            </a:r>
            <a:endParaRPr lang="en-GB" sz="2000" dirty="0">
              <a:latin typeface="Consolas" panose="020B0609020204030204" pitchFamily="49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076560" imgH="304920"/>
        </mc:Choice>
        <mc:Fallback>
          <p:control name="TextBox1" r:id="rId1" imgW="3076560" imgH="304920">
            <p:pic>
              <p:nvPicPr>
                <p:cNvPr id="6" name="TextBox1">
                  <a:extLst>
                    <a:ext uri="{FF2B5EF4-FFF2-40B4-BE49-F238E27FC236}">
                      <a16:creationId xmlns:a16="http://schemas.microsoft.com/office/drawing/2014/main" id="{DA76E2DA-3355-4D33-9313-C86852C8D11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4" y="3325612"/>
                  <a:ext cx="3078649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1666800" imgH="304920"/>
        </mc:Choice>
        <mc:Fallback>
          <p:control name="TextBox2" r:id="rId2" imgW="1666800" imgH="30492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697B1726-084B-455D-83C8-581EE1B1832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3703698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1666800" imgH="304920"/>
        </mc:Choice>
        <mc:Fallback>
          <p:control name="TextBox3" r:id="rId3" imgW="1666800" imgH="304920">
            <p:pic>
              <p:nvPicPr>
                <p:cNvPr id="12" name="TextBox3">
                  <a:extLst>
                    <a:ext uri="{FF2B5EF4-FFF2-40B4-BE49-F238E27FC236}">
                      <a16:creationId xmlns:a16="http://schemas.microsoft.com/office/drawing/2014/main" id="{31082A4A-79B1-4972-B2DE-3588C51B519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2845" y="4093444"/>
                  <a:ext cx="1669726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076560" imgH="304920"/>
        </mc:Choice>
        <mc:Fallback>
          <p:control name="TextBox4" r:id="rId4" imgW="3076560" imgH="304920">
            <p:pic>
              <p:nvPicPr>
                <p:cNvPr id="14" name="TextBox4">
                  <a:extLst>
                    <a:ext uri="{FF2B5EF4-FFF2-40B4-BE49-F238E27FC236}">
                      <a16:creationId xmlns:a16="http://schemas.microsoft.com/office/drawing/2014/main" id="{03181769-4A54-4E8B-9737-22A0E59C48F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845" y="4486691"/>
                  <a:ext cx="3078648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Submit" r:id="rId5" imgW="838080" imgH="304920"/>
        </mc:Choice>
        <mc:Fallback>
          <p:control name="Submit" r:id="rId5" imgW="838080" imgH="304920">
            <p:pic>
              <p:nvPicPr>
                <p:cNvPr id="17" name="Submit">
                  <a:extLst>
                    <a:ext uri="{FF2B5EF4-FFF2-40B4-BE49-F238E27FC236}">
                      <a16:creationId xmlns:a16="http://schemas.microsoft.com/office/drawing/2014/main" id="{E3C8675E-69CD-4F9A-96D6-E13C41AEF0D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459" y="5227702"/>
                  <a:ext cx="839074" cy="307521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CheckBox1" r:id="rId6" imgW="609480" imgH="257040"/>
        </mc:Choice>
        <mc:Fallback>
          <p:control name="CheckBox1" r:id="rId6" imgW="609480" imgH="257040">
            <p:pic>
              <p:nvPicPr>
                <p:cNvPr id="19" name="CheckBox1">
                  <a:extLst>
                    <a:ext uri="{FF2B5EF4-FFF2-40B4-BE49-F238E27FC236}">
                      <a16:creationId xmlns:a16="http://schemas.microsoft.com/office/drawing/2014/main" id="{98EF177D-674B-4043-8EA2-D16C9402D99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54913" y="4901556"/>
                  <a:ext cx="605712" cy="25532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47104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3AAA9BD-933C-5BA7-FE15-BB3BC5F8ADEE}"/>
              </a:ext>
            </a:extLst>
          </p:cNvPr>
          <p:cNvSpPr/>
          <p:nvPr/>
        </p:nvSpPr>
        <p:spPr>
          <a:xfrm>
            <a:off x="2519265" y="3373602"/>
            <a:ext cx="5318449" cy="3376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6BCAE3-ECC9-B769-A5B1-13B6BC67C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841"/>
          <a:stretch/>
        </p:blipFill>
        <p:spPr>
          <a:xfrm rot="20696036">
            <a:off x="7985526" y="902663"/>
            <a:ext cx="1792069" cy="40588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690791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last digit included in a code or other identification number. It is calculated from all the other digits in the code.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commonly used with: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Barcodes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ISBN numbers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Vehicle Identification Numbers (VIN)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Image result for isbn">
            <a:extLst>
              <a:ext uri="{FF2B5EF4-FFF2-40B4-BE49-F238E27FC236}">
                <a16:creationId xmlns:a16="http://schemas.microsoft.com/office/drawing/2014/main" id="{DD924493-78D6-E478-F538-2A68DD9D3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00" y="3182325"/>
            <a:ext cx="5577506" cy="3567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C4C38B-E8FE-7CE6-F726-C2863C34CD57}"/>
              </a:ext>
            </a:extLst>
          </p:cNvPr>
          <p:cNvSpPr/>
          <p:nvPr/>
        </p:nvSpPr>
        <p:spPr>
          <a:xfrm>
            <a:off x="7128587" y="3373602"/>
            <a:ext cx="569167" cy="56916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6F5692-0EC1-5C01-F508-03BDADF43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561" y="600713"/>
            <a:ext cx="3089764" cy="41765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656624A-F6BE-AF7F-D5D9-679E47261A28}"/>
              </a:ext>
            </a:extLst>
          </p:cNvPr>
          <p:cNvSpPr/>
          <p:nvPr/>
        </p:nvSpPr>
        <p:spPr>
          <a:xfrm>
            <a:off x="11019453" y="4157663"/>
            <a:ext cx="815360" cy="516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CDBC90-E80D-051E-2FE8-BEEA5469E806}"/>
              </a:ext>
            </a:extLst>
          </p:cNvPr>
          <p:cNvCxnSpPr/>
          <p:nvPr/>
        </p:nvCxnSpPr>
        <p:spPr>
          <a:xfrm flipH="1" flipV="1">
            <a:off x="7837714" y="3373602"/>
            <a:ext cx="3181739" cy="78406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BAAE30-1330-5F03-9F62-9D5FAAFDA81A}"/>
              </a:ext>
            </a:extLst>
          </p:cNvPr>
          <p:cNvCxnSpPr>
            <a:cxnSpLocks/>
          </p:cNvCxnSpPr>
          <p:nvPr/>
        </p:nvCxnSpPr>
        <p:spPr>
          <a:xfrm flipH="1">
            <a:off x="7837714" y="4674637"/>
            <a:ext cx="3181739" cy="20752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4CA8725-804A-9D03-174C-76F59A5E7617}"/>
              </a:ext>
            </a:extLst>
          </p:cNvPr>
          <p:cNvSpPr/>
          <p:nvPr/>
        </p:nvSpPr>
        <p:spPr>
          <a:xfrm>
            <a:off x="6743668" y="3004270"/>
            <a:ext cx="1220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6054F5-1E8F-0BB0-39A5-DC69E801EB97}"/>
              </a:ext>
            </a:extLst>
          </p:cNvPr>
          <p:cNvGrpSpPr/>
          <p:nvPr/>
        </p:nvGrpSpPr>
        <p:grpSpPr>
          <a:xfrm>
            <a:off x="0" y="5074295"/>
            <a:ext cx="4276725" cy="1591452"/>
            <a:chOff x="4636821" y="5245745"/>
            <a:chExt cx="4276725" cy="159145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D3B7B5-5D0F-0A38-71DC-FA1CBC2FD8EF}"/>
                </a:ext>
              </a:extLst>
            </p:cNvPr>
            <p:cNvSpPr/>
            <p:nvPr/>
          </p:nvSpPr>
          <p:spPr>
            <a:xfrm>
              <a:off x="4825532" y="5412434"/>
              <a:ext cx="4088014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8" name="Graphic 7" descr="Information with solid fill">
              <a:extLst>
                <a:ext uri="{FF2B5EF4-FFF2-40B4-BE49-F238E27FC236}">
                  <a16:creationId xmlns:a16="http://schemas.microsoft.com/office/drawing/2014/main" id="{0E044C62-37EA-646D-E68A-9644F84DE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50B725D-FB93-097E-E0E0-81A022A4F270}"/>
                </a:ext>
              </a:extLst>
            </p:cNvPr>
            <p:cNvSpPr txBox="1"/>
            <p:nvPr/>
          </p:nvSpPr>
          <p:spPr>
            <a:xfrm>
              <a:off x="6228274" y="5565777"/>
              <a:ext cx="2513822" cy="968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video:</a:t>
              </a:r>
            </a:p>
            <a:p>
              <a:pPr marL="54000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2.2 Check digits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61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8321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Input validation means checking that data input by the user meets specific criteria/rules before 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Type check: The input is of the correct data type – e.g., integer, real, string.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Range check: The input is within a predetermined range – e.g., between 1 and 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Presence check: All required data has been entered – e.g., reject blank inputs.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Format check: The input is in the correct format – e.g., DD/MM/YYYY.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Length check: The input includes the correct/minimum/maximum number of characters – e.g.,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By using input validation techniques, a programmer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Make their program more robust and user-friendly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Prevent further errors occurring later in the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0806522E-B2C9-4641-A79D-20E2632A4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853</Words>
  <Application>Microsoft Office PowerPoint</Application>
  <PresentationFormat>Widescreen</PresentationFormat>
  <Paragraphs>208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150</cp:revision>
  <dcterms:created xsi:type="dcterms:W3CDTF">2019-10-14T15:21:06Z</dcterms:created>
  <dcterms:modified xsi:type="dcterms:W3CDTF">2022-08-26T07:46:47Z</dcterms:modified>
</cp:coreProperties>
</file>