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2"/>
    <p:sldId id="266" r:id="rId3"/>
    <p:sldId id="275" r:id="rId4"/>
    <p:sldId id="276" r:id="rId5"/>
    <p:sldId id="277" r:id="rId6"/>
    <p:sldId id="267" r:id="rId7"/>
    <p:sldId id="269" r:id="rId8"/>
    <p:sldId id="270" r:id="rId9"/>
    <p:sldId id="271" r:id="rId10"/>
    <p:sldId id="273" r:id="rId11"/>
    <p:sldId id="272" r:id="rId12"/>
    <p:sldId id="260" r:id="rId13"/>
    <p:sldId id="33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7F8C8D"/>
    <a:srgbClr val="F26521"/>
    <a:srgbClr val="FFFFFF"/>
    <a:srgbClr val="0087B1"/>
    <a:srgbClr val="000956"/>
    <a:srgbClr val="99E265"/>
    <a:srgbClr val="008C8C"/>
    <a:srgbClr val="00B2B2"/>
    <a:srgbClr val="26C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77" autoAdjust="0"/>
    <p:restoredTop sz="94790"/>
  </p:normalViewPr>
  <p:slideViewPr>
    <p:cSldViewPr snapToGrid="0">
      <p:cViewPr varScale="1">
        <p:scale>
          <a:sx n="101" d="100"/>
          <a:sy n="101" d="100"/>
        </p:scale>
        <p:origin x="103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78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31/08/2022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9037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8.1 Programming | Variables and constants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8.1 Programming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Variables and constants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 variable?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230382-BEEF-4130-9723-486E20641DA7}"/>
              </a:ext>
            </a:extLst>
          </p:cNvPr>
          <p:cNvSpPr/>
          <p:nvPr/>
        </p:nvSpPr>
        <p:spPr>
          <a:xfrm>
            <a:off x="314258" y="1319310"/>
            <a:ext cx="3237538" cy="44833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943EB9-179B-412B-AFA4-0B8CAEFAE166}"/>
              </a:ext>
            </a:extLst>
          </p:cNvPr>
          <p:cNvSpPr/>
          <p:nvPr/>
        </p:nvSpPr>
        <p:spPr>
          <a:xfrm>
            <a:off x="513257" y="1397879"/>
            <a:ext cx="2879050" cy="4338771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5EF3A1-8647-4C1D-8142-75B32271557B}"/>
              </a:ext>
            </a:extLst>
          </p:cNvPr>
          <p:cNvSpPr/>
          <p:nvPr/>
        </p:nvSpPr>
        <p:spPr>
          <a:xfrm>
            <a:off x="4595027" y="1319310"/>
            <a:ext cx="3237538" cy="4483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Main Memory (RAM)</a:t>
            </a:r>
          </a:p>
        </p:txBody>
      </p:sp>
      <p:graphicFrame>
        <p:nvGraphicFramePr>
          <p:cNvPr id="22" name="Table 32">
            <a:extLst>
              <a:ext uri="{FF2B5EF4-FFF2-40B4-BE49-F238E27FC236}">
                <a16:creationId xmlns:a16="http://schemas.microsoft.com/office/drawing/2014/main" id="{1A2097AD-594F-46BB-AE33-716739B63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340161"/>
              </p:ext>
            </p:extLst>
          </p:nvPr>
        </p:nvGraphicFramePr>
        <p:xfrm>
          <a:off x="4863357" y="1790872"/>
          <a:ext cx="2239767" cy="3774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37691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1202076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Load address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Add address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Store in address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354336"/>
                  </a:ext>
                </a:extLst>
              </a:tr>
            </a:tbl>
          </a:graphicData>
        </a:graphic>
      </p:graphicFrame>
      <p:grpSp>
        <p:nvGrpSpPr>
          <p:cNvPr id="23" name="Group 22">
            <a:extLst>
              <a:ext uri="{FF2B5EF4-FFF2-40B4-BE49-F238E27FC236}">
                <a16:creationId xmlns:a16="http://schemas.microsoft.com/office/drawing/2014/main" id="{A7F1C7E0-DA51-41C5-91D2-8FD8366C059A}"/>
              </a:ext>
            </a:extLst>
          </p:cNvPr>
          <p:cNvGrpSpPr/>
          <p:nvPr/>
        </p:nvGrpSpPr>
        <p:grpSpPr>
          <a:xfrm>
            <a:off x="3233011" y="3332759"/>
            <a:ext cx="1362015" cy="809946"/>
            <a:chOff x="5089451" y="3108977"/>
            <a:chExt cx="2714502" cy="809946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C9A321A-E5F0-4DE3-9837-A408FCB709FC}"/>
                </a:ext>
              </a:extLst>
            </p:cNvPr>
            <p:cNvCxnSpPr>
              <a:cxnSpLocks/>
            </p:cNvCxnSpPr>
            <p:nvPr/>
          </p:nvCxnSpPr>
          <p:spPr>
            <a:xfrm>
              <a:off x="5089451" y="3108977"/>
              <a:ext cx="2714502" cy="0"/>
            </a:xfrm>
            <a:prstGeom prst="straightConnector1">
              <a:avLst/>
            </a:prstGeom>
            <a:ln w="50800">
              <a:solidFill>
                <a:srgbClr val="C00000"/>
              </a:solidFill>
              <a:tailEnd type="triangle"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DDEB4CE-8B6D-46BB-AA83-633B48EEAEA8}"/>
                </a:ext>
              </a:extLst>
            </p:cNvPr>
            <p:cNvCxnSpPr>
              <a:cxnSpLocks/>
            </p:cNvCxnSpPr>
            <p:nvPr/>
          </p:nvCxnSpPr>
          <p:spPr>
            <a:xfrm>
              <a:off x="5089451" y="3918923"/>
              <a:ext cx="2714502" cy="0"/>
            </a:xfrm>
            <a:prstGeom prst="straightConnector1">
              <a:avLst/>
            </a:prstGeom>
            <a:ln w="50800">
              <a:solidFill>
                <a:srgbClr val="C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7281384D-2A6F-4B46-9E1F-8E7A153E1BEF}"/>
              </a:ext>
            </a:extLst>
          </p:cNvPr>
          <p:cNvSpPr/>
          <p:nvPr/>
        </p:nvSpPr>
        <p:spPr>
          <a:xfrm>
            <a:off x="8067402" y="1300084"/>
            <a:ext cx="3810339" cy="2133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memory address register (MAR)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contains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an instruction or data to be fetched from or written to main memory.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a similar way,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nothing more than a pointer to a memory address with a user-friendly label.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E02973-9576-46A1-A56A-ECEF7D34AF45}"/>
              </a:ext>
            </a:extLst>
          </p:cNvPr>
          <p:cNvSpPr/>
          <p:nvPr/>
        </p:nvSpPr>
        <p:spPr>
          <a:xfrm>
            <a:off x="701294" y="1688494"/>
            <a:ext cx="1081825" cy="708338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GB" sz="1100" dirty="0">
                <a:solidFill>
                  <a:schemeClr val="tx1"/>
                </a:solidFill>
              </a:rPr>
              <a:t>Unit</a:t>
            </a:r>
          </a:p>
          <a:p>
            <a:pPr algn="ctr"/>
            <a:r>
              <a:rPr lang="en-GB" sz="1100" dirty="0">
                <a:solidFill>
                  <a:schemeClr val="tx1"/>
                </a:solidFill>
              </a:rPr>
              <a:t>(CU)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3AC221-E260-4412-A345-D38B44369F74}"/>
              </a:ext>
            </a:extLst>
          </p:cNvPr>
          <p:cNvSpPr/>
          <p:nvPr/>
        </p:nvSpPr>
        <p:spPr>
          <a:xfrm>
            <a:off x="2137012" y="1688494"/>
            <a:ext cx="1081825" cy="708338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Arithmetic Logic Unit (ALU)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F8C520B-9024-4181-BC87-BF283F222043}"/>
              </a:ext>
            </a:extLst>
          </p:cNvPr>
          <p:cNvSpPr/>
          <p:nvPr/>
        </p:nvSpPr>
        <p:spPr>
          <a:xfrm>
            <a:off x="701294" y="2741602"/>
            <a:ext cx="2517543" cy="19350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100" b="1" dirty="0">
                <a:solidFill>
                  <a:schemeClr val="tx1"/>
                </a:solidFill>
              </a:rPr>
              <a:t>Register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3163415-B39F-4ACB-BFF4-73B91CB71167}"/>
              </a:ext>
            </a:extLst>
          </p:cNvPr>
          <p:cNvGrpSpPr/>
          <p:nvPr/>
        </p:nvGrpSpPr>
        <p:grpSpPr>
          <a:xfrm>
            <a:off x="834932" y="3244893"/>
            <a:ext cx="2234102" cy="427603"/>
            <a:chOff x="6657882" y="3206182"/>
            <a:chExt cx="2234102" cy="427603"/>
          </a:xfrm>
        </p:grpSpPr>
        <p:pic>
          <p:nvPicPr>
            <p:cNvPr id="31" name="Picture 30" descr="A close up of a logo&#10;&#10;Description automatically generated">
              <a:extLst>
                <a:ext uri="{FF2B5EF4-FFF2-40B4-BE49-F238E27FC236}">
                  <a16:creationId xmlns:a16="http://schemas.microsoft.com/office/drawing/2014/main" id="{82761ACA-F342-4A8E-AAE1-379FF6DD1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57882" y="3209018"/>
              <a:ext cx="424767" cy="424767"/>
            </a:xfrm>
            <a:prstGeom prst="rect">
              <a:avLst/>
            </a:prstGeom>
          </p:spPr>
        </p:pic>
        <p:pic>
          <p:nvPicPr>
            <p:cNvPr id="32" name="Picture 31" descr="A close up of a logo&#10;&#10;Description automatically generated">
              <a:extLst>
                <a:ext uri="{FF2B5EF4-FFF2-40B4-BE49-F238E27FC236}">
                  <a16:creationId xmlns:a16="http://schemas.microsoft.com/office/drawing/2014/main" id="{478D9182-89B2-4634-B9A9-A35EECC14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46627" y="3209018"/>
              <a:ext cx="424767" cy="424767"/>
            </a:xfrm>
            <a:prstGeom prst="rect">
              <a:avLst/>
            </a:prstGeom>
          </p:spPr>
        </p:pic>
        <p:pic>
          <p:nvPicPr>
            <p:cNvPr id="33" name="Picture 32" descr="A close up of a logo&#10;&#10;Description automatically generated">
              <a:extLst>
                <a:ext uri="{FF2B5EF4-FFF2-40B4-BE49-F238E27FC236}">
                  <a16:creationId xmlns:a16="http://schemas.microsoft.com/office/drawing/2014/main" id="{1CE312EE-07E5-4534-B404-9D4722B54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35372" y="3209018"/>
              <a:ext cx="424767" cy="424767"/>
            </a:xfrm>
            <a:prstGeom prst="rect">
              <a:avLst/>
            </a:prstGeom>
          </p:spPr>
        </p:pic>
        <p:pic>
          <p:nvPicPr>
            <p:cNvPr id="34" name="Picture 33" descr="A close up of a logo&#10;&#10;Description automatically generated">
              <a:extLst>
                <a:ext uri="{FF2B5EF4-FFF2-40B4-BE49-F238E27FC236}">
                  <a16:creationId xmlns:a16="http://schemas.microsoft.com/office/drawing/2014/main" id="{AA2ED5D2-E611-4158-99BC-2059E8361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67217" y="3206182"/>
              <a:ext cx="424767" cy="424767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82FBACF-5B19-442A-99F0-276DA31F1AA9}"/>
              </a:ext>
            </a:extLst>
          </p:cNvPr>
          <p:cNvGrpSpPr/>
          <p:nvPr/>
        </p:nvGrpSpPr>
        <p:grpSpPr>
          <a:xfrm>
            <a:off x="838003" y="4012904"/>
            <a:ext cx="2234102" cy="427603"/>
            <a:chOff x="6657882" y="3206182"/>
            <a:chExt cx="2234102" cy="427603"/>
          </a:xfrm>
        </p:grpSpPr>
        <p:pic>
          <p:nvPicPr>
            <p:cNvPr id="36" name="Picture 35" descr="A close up of a logo&#10;&#10;Description automatically generated">
              <a:extLst>
                <a:ext uri="{FF2B5EF4-FFF2-40B4-BE49-F238E27FC236}">
                  <a16:creationId xmlns:a16="http://schemas.microsoft.com/office/drawing/2014/main" id="{48B5733E-619C-4553-B4D9-B1FC00A78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57882" y="3209018"/>
              <a:ext cx="424767" cy="424767"/>
            </a:xfrm>
            <a:prstGeom prst="rect">
              <a:avLst/>
            </a:prstGeom>
          </p:spPr>
        </p:pic>
        <p:pic>
          <p:nvPicPr>
            <p:cNvPr id="37" name="Picture 36" descr="A close up of a logo&#10;&#10;Description automatically generated">
              <a:extLst>
                <a:ext uri="{FF2B5EF4-FFF2-40B4-BE49-F238E27FC236}">
                  <a16:creationId xmlns:a16="http://schemas.microsoft.com/office/drawing/2014/main" id="{2A0B1CE7-504F-43B5-98F3-616E09D2E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46627" y="3209018"/>
              <a:ext cx="424767" cy="424767"/>
            </a:xfrm>
            <a:prstGeom prst="rect">
              <a:avLst/>
            </a:prstGeom>
          </p:spPr>
        </p:pic>
        <p:pic>
          <p:nvPicPr>
            <p:cNvPr id="38" name="Picture 37" descr="A close up of a logo&#10;&#10;Description automatically generated">
              <a:extLst>
                <a:ext uri="{FF2B5EF4-FFF2-40B4-BE49-F238E27FC236}">
                  <a16:creationId xmlns:a16="http://schemas.microsoft.com/office/drawing/2014/main" id="{C96EC614-7CB5-4F03-B694-A2237A888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35372" y="3209018"/>
              <a:ext cx="424767" cy="424767"/>
            </a:xfrm>
            <a:prstGeom prst="rect">
              <a:avLst/>
            </a:prstGeom>
          </p:spPr>
        </p:pic>
        <p:pic>
          <p:nvPicPr>
            <p:cNvPr id="39" name="Picture 38" descr="A close up of a logo&#10;&#10;Description automatically generated">
              <a:extLst>
                <a:ext uri="{FF2B5EF4-FFF2-40B4-BE49-F238E27FC236}">
                  <a16:creationId xmlns:a16="http://schemas.microsoft.com/office/drawing/2014/main" id="{B245B4FB-B303-49B6-9AFD-FC9B508E5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67217" y="3206182"/>
              <a:ext cx="424767" cy="424767"/>
            </a:xfrm>
            <a:prstGeom prst="rect">
              <a:avLst/>
            </a:prstGeom>
          </p:spPr>
        </p:pic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94BC83DE-63D8-4EC4-8A72-959971B75922}"/>
              </a:ext>
            </a:extLst>
          </p:cNvPr>
          <p:cNvSpPr/>
          <p:nvPr/>
        </p:nvSpPr>
        <p:spPr>
          <a:xfrm>
            <a:off x="701294" y="5030816"/>
            <a:ext cx="1081825" cy="63846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Cache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BD182DB-0A34-43E4-9486-2D37B958A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078" y="5013642"/>
            <a:ext cx="638464" cy="638464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48964312-3687-487E-B41F-E67AFA229F45}"/>
              </a:ext>
            </a:extLst>
          </p:cNvPr>
          <p:cNvSpPr/>
          <p:nvPr/>
        </p:nvSpPr>
        <p:spPr>
          <a:xfrm>
            <a:off x="2137012" y="5030816"/>
            <a:ext cx="1069017" cy="63846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Clock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1FF8C12-50D4-42F2-B7DA-17043908ED3F}"/>
              </a:ext>
            </a:extLst>
          </p:cNvPr>
          <p:cNvGrpSpPr/>
          <p:nvPr/>
        </p:nvGrpSpPr>
        <p:grpSpPr>
          <a:xfrm>
            <a:off x="1165384" y="1956083"/>
            <a:ext cx="1624277" cy="3457237"/>
            <a:chOff x="3817474" y="1426950"/>
            <a:chExt cx="1624277" cy="3457237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7658ADC-E777-4B14-801C-D76CE103BEA7}"/>
                </a:ext>
              </a:extLst>
            </p:cNvPr>
            <p:cNvGrpSpPr/>
            <p:nvPr/>
          </p:nvGrpSpPr>
          <p:grpSpPr>
            <a:xfrm>
              <a:off x="4434301" y="1426950"/>
              <a:ext cx="353893" cy="151829"/>
              <a:chOff x="6800627" y="2930055"/>
              <a:chExt cx="275524" cy="151829"/>
            </a:xfrm>
          </p:grpSpPr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75A9C028-1659-4BBC-BE32-9160EA08F02C}"/>
                  </a:ext>
                </a:extLst>
              </p:cNvPr>
              <p:cNvCxnSpPr/>
              <p:nvPr/>
            </p:nvCxnSpPr>
            <p:spPr>
              <a:xfrm flipH="1">
                <a:off x="6800627" y="2930055"/>
                <a:ext cx="275524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75D067F5-3CE9-460B-8D80-D19B8930147B}"/>
                  </a:ext>
                </a:extLst>
              </p:cNvPr>
              <p:cNvCxnSpPr/>
              <p:nvPr/>
            </p:nvCxnSpPr>
            <p:spPr>
              <a:xfrm flipH="1">
                <a:off x="6800627" y="3000229"/>
                <a:ext cx="275524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108D0E3A-FA99-4D38-A757-C10B7EC5D20E}"/>
                  </a:ext>
                </a:extLst>
              </p:cNvPr>
              <p:cNvCxnSpPr/>
              <p:nvPr/>
            </p:nvCxnSpPr>
            <p:spPr>
              <a:xfrm flipH="1">
                <a:off x="6800627" y="3081884"/>
                <a:ext cx="275524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B0B92AC-B0DA-40A6-BB51-436619894B11}"/>
                </a:ext>
              </a:extLst>
            </p:cNvPr>
            <p:cNvGrpSpPr/>
            <p:nvPr/>
          </p:nvGrpSpPr>
          <p:grpSpPr>
            <a:xfrm>
              <a:off x="4432823" y="4732358"/>
              <a:ext cx="353893" cy="151829"/>
              <a:chOff x="6800627" y="2930055"/>
              <a:chExt cx="275524" cy="151829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E3EC7F02-E41B-4B9D-B7E8-32D5A9299D93}"/>
                  </a:ext>
                </a:extLst>
              </p:cNvPr>
              <p:cNvCxnSpPr/>
              <p:nvPr/>
            </p:nvCxnSpPr>
            <p:spPr>
              <a:xfrm flipH="1">
                <a:off x="6800627" y="2930055"/>
                <a:ext cx="275524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82ECEDE0-A27B-443D-B9EF-38B9B94B1AE5}"/>
                  </a:ext>
                </a:extLst>
              </p:cNvPr>
              <p:cNvCxnSpPr/>
              <p:nvPr/>
            </p:nvCxnSpPr>
            <p:spPr>
              <a:xfrm flipH="1">
                <a:off x="6800627" y="3000229"/>
                <a:ext cx="275524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103747B7-7EC2-4B27-AB01-13706BDE0680}"/>
                  </a:ext>
                </a:extLst>
              </p:cNvPr>
              <p:cNvCxnSpPr/>
              <p:nvPr/>
            </p:nvCxnSpPr>
            <p:spPr>
              <a:xfrm flipH="1">
                <a:off x="6800627" y="3081884"/>
                <a:ext cx="275524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EBB3AB71-2146-47ED-8218-F13C3CD1A779}"/>
                </a:ext>
              </a:extLst>
            </p:cNvPr>
            <p:cNvGrpSpPr/>
            <p:nvPr/>
          </p:nvGrpSpPr>
          <p:grpSpPr>
            <a:xfrm rot="5400000">
              <a:off x="3733935" y="1966766"/>
              <a:ext cx="353893" cy="151829"/>
              <a:chOff x="6800627" y="2930055"/>
              <a:chExt cx="275524" cy="151829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2D38DBF3-612C-4004-88B7-43777D2DC12F}"/>
                  </a:ext>
                </a:extLst>
              </p:cNvPr>
              <p:cNvCxnSpPr/>
              <p:nvPr/>
            </p:nvCxnSpPr>
            <p:spPr>
              <a:xfrm flipH="1">
                <a:off x="6800627" y="2930055"/>
                <a:ext cx="275524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F46E0724-4D05-42C0-A455-BA623E9CB770}"/>
                  </a:ext>
                </a:extLst>
              </p:cNvPr>
              <p:cNvCxnSpPr/>
              <p:nvPr/>
            </p:nvCxnSpPr>
            <p:spPr>
              <a:xfrm flipH="1">
                <a:off x="6800627" y="3000229"/>
                <a:ext cx="275524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86ADD437-3C4A-477C-9279-AE2C867E7AD8}"/>
                  </a:ext>
                </a:extLst>
              </p:cNvPr>
              <p:cNvCxnSpPr/>
              <p:nvPr/>
            </p:nvCxnSpPr>
            <p:spPr>
              <a:xfrm flipH="1">
                <a:off x="6800627" y="3081884"/>
                <a:ext cx="275524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1B65B27-FA8B-40CF-BD31-3EED0D6B86AB}"/>
                </a:ext>
              </a:extLst>
            </p:cNvPr>
            <p:cNvGrpSpPr/>
            <p:nvPr/>
          </p:nvGrpSpPr>
          <p:grpSpPr>
            <a:xfrm rot="5400000">
              <a:off x="5188890" y="1966766"/>
              <a:ext cx="353893" cy="151829"/>
              <a:chOff x="6800627" y="2930055"/>
              <a:chExt cx="275524" cy="151829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4A2AC923-DBA3-419E-83A0-96689D77120D}"/>
                  </a:ext>
                </a:extLst>
              </p:cNvPr>
              <p:cNvCxnSpPr/>
              <p:nvPr/>
            </p:nvCxnSpPr>
            <p:spPr>
              <a:xfrm flipH="1">
                <a:off x="6800627" y="2930055"/>
                <a:ext cx="275524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3327E64F-5627-4132-BBE9-222C08327184}"/>
                  </a:ext>
                </a:extLst>
              </p:cNvPr>
              <p:cNvCxnSpPr/>
              <p:nvPr/>
            </p:nvCxnSpPr>
            <p:spPr>
              <a:xfrm flipH="1">
                <a:off x="6800627" y="3000229"/>
                <a:ext cx="275524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A9515D7C-F05A-4460-8419-6642720701E4}"/>
                  </a:ext>
                </a:extLst>
              </p:cNvPr>
              <p:cNvCxnSpPr/>
              <p:nvPr/>
            </p:nvCxnSpPr>
            <p:spPr>
              <a:xfrm flipH="1">
                <a:off x="6800627" y="3081884"/>
                <a:ext cx="275524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28EF0FA-9913-4879-9327-60E3C067602E}"/>
                </a:ext>
              </a:extLst>
            </p:cNvPr>
            <p:cNvGrpSpPr/>
            <p:nvPr/>
          </p:nvGrpSpPr>
          <p:grpSpPr>
            <a:xfrm rot="5400000">
              <a:off x="5121692" y="4249853"/>
              <a:ext cx="353893" cy="151829"/>
              <a:chOff x="6800627" y="2930055"/>
              <a:chExt cx="275524" cy="151829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9F7ECBD4-4DFC-4FFD-8011-9D3CED77F3BB}"/>
                  </a:ext>
                </a:extLst>
              </p:cNvPr>
              <p:cNvCxnSpPr/>
              <p:nvPr/>
            </p:nvCxnSpPr>
            <p:spPr>
              <a:xfrm flipH="1">
                <a:off x="6800627" y="2930055"/>
                <a:ext cx="275524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785A592F-0A06-42AD-A98E-9ECE64E05F91}"/>
                  </a:ext>
                </a:extLst>
              </p:cNvPr>
              <p:cNvCxnSpPr/>
              <p:nvPr/>
            </p:nvCxnSpPr>
            <p:spPr>
              <a:xfrm flipH="1">
                <a:off x="6800627" y="3000229"/>
                <a:ext cx="275524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C4133568-0083-4F6A-8B0C-EF686947F2F4}"/>
                  </a:ext>
                </a:extLst>
              </p:cNvPr>
              <p:cNvCxnSpPr/>
              <p:nvPr/>
            </p:nvCxnSpPr>
            <p:spPr>
              <a:xfrm flipH="1">
                <a:off x="6800627" y="3081884"/>
                <a:ext cx="275524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FC29810-5164-48F2-90DB-37E8CED68AC9}"/>
                </a:ext>
              </a:extLst>
            </p:cNvPr>
            <p:cNvGrpSpPr/>
            <p:nvPr/>
          </p:nvGrpSpPr>
          <p:grpSpPr>
            <a:xfrm rot="5400000">
              <a:off x="3716442" y="4247124"/>
              <a:ext cx="353893" cy="151829"/>
              <a:chOff x="6800627" y="2930055"/>
              <a:chExt cx="275524" cy="151829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13D76CC6-2449-4BD7-B7E2-163828B8810F}"/>
                  </a:ext>
                </a:extLst>
              </p:cNvPr>
              <p:cNvCxnSpPr/>
              <p:nvPr/>
            </p:nvCxnSpPr>
            <p:spPr>
              <a:xfrm flipH="1">
                <a:off x="6800627" y="2930055"/>
                <a:ext cx="275524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8E6DF349-599A-4DD6-BBE6-D24FFFD4CF18}"/>
                  </a:ext>
                </a:extLst>
              </p:cNvPr>
              <p:cNvCxnSpPr/>
              <p:nvPr/>
            </p:nvCxnSpPr>
            <p:spPr>
              <a:xfrm flipH="1">
                <a:off x="6800627" y="3000229"/>
                <a:ext cx="275524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F41207D1-8C9A-4D28-87C4-95FEB3D618EA}"/>
                  </a:ext>
                </a:extLst>
              </p:cNvPr>
              <p:cNvCxnSpPr/>
              <p:nvPr/>
            </p:nvCxnSpPr>
            <p:spPr>
              <a:xfrm flipH="1">
                <a:off x="6800627" y="3081884"/>
                <a:ext cx="275524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9A3A2843-CEFF-4F7A-82DC-B4CDB0FBBE67}"/>
              </a:ext>
            </a:extLst>
          </p:cNvPr>
          <p:cNvSpPr/>
          <p:nvPr/>
        </p:nvSpPr>
        <p:spPr>
          <a:xfrm>
            <a:off x="2013783" y="3038477"/>
            <a:ext cx="1081825" cy="708338"/>
          </a:xfrm>
          <a:prstGeom prst="rect">
            <a:avLst/>
          </a:prstGeom>
          <a:solidFill>
            <a:schemeClr val="accent4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Memory Address Register (MAR)</a:t>
            </a:r>
          </a:p>
        </p:txBody>
      </p:sp>
    </p:spTree>
    <p:extLst>
      <p:ext uri="{BB962C8B-B14F-4D97-AF65-F5344CB8AC3E}">
        <p14:creationId xmlns:p14="http://schemas.microsoft.com/office/powerpoint/2010/main" val="2463453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 variable?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97ABC7-BEE0-D78C-D77B-052CFFEFB5BE}"/>
              </a:ext>
            </a:extLst>
          </p:cNvPr>
          <p:cNvSpPr/>
          <p:nvPr/>
        </p:nvSpPr>
        <p:spPr>
          <a:xfrm>
            <a:off x="176565" y="996447"/>
            <a:ext cx="118388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can think of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like a tin can in that it holds data but is only really useful if it is labelled.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5A0FADE-9790-6E5E-EE19-82FC7562DF4E}"/>
              </a:ext>
            </a:extLst>
          </p:cNvPr>
          <p:cNvGrpSpPr/>
          <p:nvPr/>
        </p:nvGrpSpPr>
        <p:grpSpPr>
          <a:xfrm>
            <a:off x="846827" y="2520617"/>
            <a:ext cx="2980266" cy="2671762"/>
            <a:chOff x="846827" y="2520617"/>
            <a:chExt cx="2980266" cy="2671762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E0785A8-DC16-55AA-E7FB-BE5DDE4108FE}"/>
                </a:ext>
              </a:extLst>
            </p:cNvPr>
            <p:cNvSpPr/>
            <p:nvPr/>
          </p:nvSpPr>
          <p:spPr>
            <a:xfrm>
              <a:off x="846827" y="3213296"/>
              <a:ext cx="2980266" cy="1979083"/>
            </a:xfrm>
            <a:custGeom>
              <a:avLst/>
              <a:gdLst>
                <a:gd name="connsiteX0" fmla="*/ 0 w 4876800"/>
                <a:gd name="connsiteY0" fmla="*/ 0 h 3612444"/>
                <a:gd name="connsiteX1" fmla="*/ 0 w 4876800"/>
                <a:gd name="connsiteY1" fmla="*/ 2348089 h 3612444"/>
                <a:gd name="connsiteX2" fmla="*/ 2438400 w 4876800"/>
                <a:gd name="connsiteY2" fmla="*/ 3612445 h 3612444"/>
                <a:gd name="connsiteX3" fmla="*/ 4876800 w 4876800"/>
                <a:gd name="connsiteY3" fmla="*/ 2348089 h 3612444"/>
                <a:gd name="connsiteX4" fmla="*/ 4876800 w 4876800"/>
                <a:gd name="connsiteY4" fmla="*/ 0 h 361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76800" h="3612444">
                  <a:moveTo>
                    <a:pt x="0" y="0"/>
                  </a:moveTo>
                  <a:lnTo>
                    <a:pt x="0" y="2348089"/>
                  </a:lnTo>
                  <a:cubicBezTo>
                    <a:pt x="0" y="3046374"/>
                    <a:pt x="1091731" y="3612445"/>
                    <a:pt x="2438400" y="3612445"/>
                  </a:cubicBezTo>
                  <a:cubicBezTo>
                    <a:pt x="3785069" y="3612445"/>
                    <a:pt x="4876800" y="3046374"/>
                    <a:pt x="4876800" y="2348089"/>
                  </a:cubicBezTo>
                  <a:lnTo>
                    <a:pt x="4876800" y="0"/>
                  </a:ln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750E423-5C95-0940-BDBA-20E2191F58D0}"/>
                </a:ext>
              </a:extLst>
            </p:cNvPr>
            <p:cNvSpPr/>
            <p:nvPr/>
          </p:nvSpPr>
          <p:spPr>
            <a:xfrm>
              <a:off x="846827" y="2520617"/>
              <a:ext cx="2980266" cy="1385358"/>
            </a:xfrm>
            <a:custGeom>
              <a:avLst/>
              <a:gdLst>
                <a:gd name="connsiteX0" fmla="*/ 4876800 w 4876800"/>
                <a:gd name="connsiteY0" fmla="*/ 1264356 h 2528711"/>
                <a:gd name="connsiteX1" fmla="*/ 2438400 w 4876800"/>
                <a:gd name="connsiteY1" fmla="*/ 2528711 h 2528711"/>
                <a:gd name="connsiteX2" fmla="*/ 0 w 4876800"/>
                <a:gd name="connsiteY2" fmla="*/ 1264356 h 2528711"/>
                <a:gd name="connsiteX3" fmla="*/ 2438400 w 4876800"/>
                <a:gd name="connsiteY3" fmla="*/ 0 h 2528711"/>
                <a:gd name="connsiteX4" fmla="*/ 4876800 w 4876800"/>
                <a:gd name="connsiteY4" fmla="*/ 1264356 h 252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76800" h="2528711">
                  <a:moveTo>
                    <a:pt x="4876800" y="1264356"/>
                  </a:moveTo>
                  <a:cubicBezTo>
                    <a:pt x="4876800" y="1962640"/>
                    <a:pt x="3785091" y="2528711"/>
                    <a:pt x="2438400" y="2528711"/>
                  </a:cubicBezTo>
                  <a:cubicBezTo>
                    <a:pt x="1091709" y="2528711"/>
                    <a:pt x="0" y="1962640"/>
                    <a:pt x="0" y="1264356"/>
                  </a:cubicBezTo>
                  <a:cubicBezTo>
                    <a:pt x="0" y="566071"/>
                    <a:pt x="1091709" y="0"/>
                    <a:pt x="2438400" y="0"/>
                  </a:cubicBezTo>
                  <a:cubicBezTo>
                    <a:pt x="3785091" y="0"/>
                    <a:pt x="4876800" y="566071"/>
                    <a:pt x="4876800" y="1264356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DFA4B84-460F-49DD-3F6C-57FC6B27DC4E}"/>
                </a:ext>
              </a:extLst>
            </p:cNvPr>
            <p:cNvSpPr/>
            <p:nvPr/>
          </p:nvSpPr>
          <p:spPr>
            <a:xfrm>
              <a:off x="1000979" y="2714974"/>
              <a:ext cx="1183711" cy="1035822"/>
            </a:xfrm>
            <a:custGeom>
              <a:avLst/>
              <a:gdLst>
                <a:gd name="connsiteX0" fmla="*/ 1849821 w 1936982"/>
                <a:gd name="connsiteY0" fmla="*/ 1890372 h 1890698"/>
                <a:gd name="connsiteX1" fmla="*/ 1843767 w 1936982"/>
                <a:gd name="connsiteY1" fmla="*/ 1890372 h 1890698"/>
                <a:gd name="connsiteX2" fmla="*/ 0 w 1936982"/>
                <a:gd name="connsiteY2" fmla="*/ 909593 h 1890698"/>
                <a:gd name="connsiteX3" fmla="*/ 1329264 w 1936982"/>
                <a:gd name="connsiteY3" fmla="*/ 973 h 1890698"/>
                <a:gd name="connsiteX4" fmla="*/ 1424042 w 1936982"/>
                <a:gd name="connsiteY4" fmla="*/ 73054 h 1890698"/>
                <a:gd name="connsiteX5" fmla="*/ 1361384 w 1936982"/>
                <a:gd name="connsiteY5" fmla="*/ 178073 h 1890698"/>
                <a:gd name="connsiteX6" fmla="*/ 168166 w 1936982"/>
                <a:gd name="connsiteY6" fmla="*/ 909593 h 1890698"/>
                <a:gd name="connsiteX7" fmla="*/ 1855791 w 1936982"/>
                <a:gd name="connsiteY7" fmla="*/ 1710021 h 1890698"/>
                <a:gd name="connsiteX8" fmla="*/ 1936930 w 1936982"/>
                <a:gd name="connsiteY8" fmla="*/ 1803493 h 1890698"/>
                <a:gd name="connsiteX9" fmla="*/ 1849905 w 1936982"/>
                <a:gd name="connsiteY9" fmla="*/ 1890643 h 189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36982" h="1890698">
                  <a:moveTo>
                    <a:pt x="1849821" y="1890372"/>
                  </a:moveTo>
                  <a:lnTo>
                    <a:pt x="1843767" y="1890372"/>
                  </a:lnTo>
                  <a:cubicBezTo>
                    <a:pt x="740937" y="1806292"/>
                    <a:pt x="0" y="1315451"/>
                    <a:pt x="0" y="909593"/>
                  </a:cubicBezTo>
                  <a:cubicBezTo>
                    <a:pt x="0" y="543833"/>
                    <a:pt x="559066" y="161727"/>
                    <a:pt x="1329264" y="973"/>
                  </a:cubicBezTo>
                  <a:cubicBezTo>
                    <a:pt x="1373711" y="-6053"/>
                    <a:pt x="1415449" y="25690"/>
                    <a:pt x="1424042" y="73054"/>
                  </a:cubicBezTo>
                  <a:cubicBezTo>
                    <a:pt x="1432627" y="120417"/>
                    <a:pt x="1405040" y="166666"/>
                    <a:pt x="1361384" y="178073"/>
                  </a:cubicBezTo>
                  <a:cubicBezTo>
                    <a:pt x="547379" y="348129"/>
                    <a:pt x="168166" y="715063"/>
                    <a:pt x="168166" y="909593"/>
                  </a:cubicBezTo>
                  <a:cubicBezTo>
                    <a:pt x="168166" y="1183687"/>
                    <a:pt x="825609" y="1632082"/>
                    <a:pt x="1855791" y="1710021"/>
                  </a:cubicBezTo>
                  <a:cubicBezTo>
                    <a:pt x="1902230" y="1711763"/>
                    <a:pt x="1938553" y="1753614"/>
                    <a:pt x="1936930" y="1803493"/>
                  </a:cubicBezTo>
                  <a:cubicBezTo>
                    <a:pt x="1935308" y="1853371"/>
                    <a:pt x="1896344" y="1892386"/>
                    <a:pt x="1849905" y="1890643"/>
                  </a:cubicBez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1C0881C-4971-133C-7DB6-583B7E7E0ABD}"/>
                </a:ext>
              </a:extLst>
            </p:cNvPr>
            <p:cNvSpPr/>
            <p:nvPr/>
          </p:nvSpPr>
          <p:spPr>
            <a:xfrm>
              <a:off x="2489281" y="2714610"/>
              <a:ext cx="1183660" cy="1036037"/>
            </a:xfrm>
            <a:custGeom>
              <a:avLst/>
              <a:gdLst>
                <a:gd name="connsiteX0" fmla="*/ 87078 w 1936898"/>
                <a:gd name="connsiteY0" fmla="*/ 1891036 h 1891092"/>
                <a:gd name="connsiteX1" fmla="*/ 52 w 1936898"/>
                <a:gd name="connsiteY1" fmla="*/ 1803886 h 1891092"/>
                <a:gd name="connsiteX2" fmla="*/ 81192 w 1936898"/>
                <a:gd name="connsiteY2" fmla="*/ 1710414 h 1891092"/>
                <a:gd name="connsiteX3" fmla="*/ 1768733 w 1936898"/>
                <a:gd name="connsiteY3" fmla="*/ 910257 h 1891092"/>
                <a:gd name="connsiteX4" fmla="*/ 575515 w 1936898"/>
                <a:gd name="connsiteY4" fmla="*/ 178737 h 1891092"/>
                <a:gd name="connsiteX5" fmla="*/ 510141 w 1936898"/>
                <a:gd name="connsiteY5" fmla="*/ 73075 h 1891092"/>
                <a:gd name="connsiteX6" fmla="*/ 607635 w 1936898"/>
                <a:gd name="connsiteY6" fmla="*/ 1456 h 1891092"/>
                <a:gd name="connsiteX7" fmla="*/ 1936899 w 1936898"/>
                <a:gd name="connsiteY7" fmla="*/ 910257 h 1891092"/>
                <a:gd name="connsiteX8" fmla="*/ 93048 w 1936898"/>
                <a:gd name="connsiteY8" fmla="*/ 1890855 h 189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6898" h="1891092">
                  <a:moveTo>
                    <a:pt x="87078" y="1891036"/>
                  </a:moveTo>
                  <a:cubicBezTo>
                    <a:pt x="40639" y="1892779"/>
                    <a:pt x="1675" y="1853764"/>
                    <a:pt x="52" y="1803886"/>
                  </a:cubicBezTo>
                  <a:cubicBezTo>
                    <a:pt x="-1571" y="1754007"/>
                    <a:pt x="34753" y="1712157"/>
                    <a:pt x="81192" y="1710414"/>
                  </a:cubicBezTo>
                  <a:cubicBezTo>
                    <a:pt x="1111290" y="1632746"/>
                    <a:pt x="1768733" y="1184351"/>
                    <a:pt x="1768733" y="910257"/>
                  </a:cubicBezTo>
                  <a:cubicBezTo>
                    <a:pt x="1768733" y="715727"/>
                    <a:pt x="1389520" y="348793"/>
                    <a:pt x="575515" y="178737"/>
                  </a:cubicBezTo>
                  <a:cubicBezTo>
                    <a:pt x="530480" y="168655"/>
                    <a:pt x="501354" y="121575"/>
                    <a:pt x="510141" y="73075"/>
                  </a:cubicBezTo>
                  <a:cubicBezTo>
                    <a:pt x="518927" y="24576"/>
                    <a:pt x="562364" y="-7336"/>
                    <a:pt x="607635" y="1456"/>
                  </a:cubicBezTo>
                  <a:cubicBezTo>
                    <a:pt x="1377833" y="162391"/>
                    <a:pt x="1936899" y="544497"/>
                    <a:pt x="1936899" y="910257"/>
                  </a:cubicBezTo>
                  <a:cubicBezTo>
                    <a:pt x="1936899" y="1316115"/>
                    <a:pt x="1195961" y="1806956"/>
                    <a:pt x="93048" y="1890855"/>
                  </a:cubicBez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B1BEB6B-8A68-7584-05AC-435493E24A7D}"/>
                </a:ext>
              </a:extLst>
            </p:cNvPr>
            <p:cNvSpPr/>
            <p:nvPr/>
          </p:nvSpPr>
          <p:spPr>
            <a:xfrm>
              <a:off x="846827" y="3559635"/>
              <a:ext cx="2980266" cy="1385358"/>
            </a:xfrm>
            <a:custGeom>
              <a:avLst/>
              <a:gdLst>
                <a:gd name="connsiteX0" fmla="*/ 0 w 4876800"/>
                <a:gd name="connsiteY0" fmla="*/ 1354667 h 2528711"/>
                <a:gd name="connsiteX1" fmla="*/ 2438400 w 4876800"/>
                <a:gd name="connsiteY1" fmla="*/ 2528711 h 2528711"/>
                <a:gd name="connsiteX2" fmla="*/ 4876800 w 4876800"/>
                <a:gd name="connsiteY2" fmla="*/ 1354667 h 2528711"/>
                <a:gd name="connsiteX3" fmla="*/ 4876800 w 4876800"/>
                <a:gd name="connsiteY3" fmla="*/ 0 h 2528711"/>
                <a:gd name="connsiteX4" fmla="*/ 2438400 w 4876800"/>
                <a:gd name="connsiteY4" fmla="*/ 1083733 h 2528711"/>
                <a:gd name="connsiteX5" fmla="*/ 0 w 4876800"/>
                <a:gd name="connsiteY5" fmla="*/ 0 h 252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2528711">
                  <a:moveTo>
                    <a:pt x="0" y="1354667"/>
                  </a:moveTo>
                  <a:cubicBezTo>
                    <a:pt x="0" y="2003101"/>
                    <a:pt x="1091731" y="2528711"/>
                    <a:pt x="2438400" y="2528711"/>
                  </a:cubicBezTo>
                  <a:cubicBezTo>
                    <a:pt x="3785069" y="2528711"/>
                    <a:pt x="4876800" y="2003101"/>
                    <a:pt x="4876800" y="1354667"/>
                  </a:cubicBezTo>
                  <a:lnTo>
                    <a:pt x="4876800" y="0"/>
                  </a:lnTo>
                  <a:cubicBezTo>
                    <a:pt x="4876800" y="598492"/>
                    <a:pt x="3785069" y="1083733"/>
                    <a:pt x="2438400" y="1083733"/>
                  </a:cubicBezTo>
                  <a:cubicBezTo>
                    <a:pt x="1091731" y="1083733"/>
                    <a:pt x="0" y="598492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E9E7DB9-7DFC-9F63-F429-0230DCDBD5E5}"/>
                </a:ext>
              </a:extLst>
            </p:cNvPr>
            <p:cNvSpPr/>
            <p:nvPr/>
          </p:nvSpPr>
          <p:spPr>
            <a:xfrm>
              <a:off x="2052235" y="2718525"/>
              <a:ext cx="569348" cy="692679"/>
            </a:xfrm>
            <a:custGeom>
              <a:avLst/>
              <a:gdLst>
                <a:gd name="connsiteX0" fmla="*/ 679568 w 931660"/>
                <a:gd name="connsiteY0" fmla="*/ 1264356 h 1264355"/>
                <a:gd name="connsiteX1" fmla="*/ 252259 w 931660"/>
                <a:gd name="connsiteY1" fmla="*/ 1264356 h 1264355"/>
                <a:gd name="connsiteX2" fmla="*/ 61694 w 931660"/>
                <a:gd name="connsiteY2" fmla="*/ 1170947 h 1264355"/>
                <a:gd name="connsiteX3" fmla="*/ 2533 w 931660"/>
                <a:gd name="connsiteY3" fmla="*/ 955130 h 1264355"/>
                <a:gd name="connsiteX4" fmla="*/ 82076 w 931660"/>
                <a:gd name="connsiteY4" fmla="*/ 357451 h 1264355"/>
                <a:gd name="connsiteX5" fmla="*/ 465914 w 931660"/>
                <a:gd name="connsiteY5" fmla="*/ 0 h 1264355"/>
                <a:gd name="connsiteX6" fmla="*/ 849583 w 931660"/>
                <a:gd name="connsiteY6" fmla="*/ 357451 h 1264355"/>
                <a:gd name="connsiteX7" fmla="*/ 929125 w 931660"/>
                <a:gd name="connsiteY7" fmla="*/ 955130 h 1264355"/>
                <a:gd name="connsiteX8" fmla="*/ 870015 w 931660"/>
                <a:gd name="connsiteY8" fmla="*/ 1170884 h 1264355"/>
                <a:gd name="connsiteX9" fmla="*/ 679568 w 931660"/>
                <a:gd name="connsiteY9" fmla="*/ 1264356 h 1264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1660" h="1264355">
                  <a:moveTo>
                    <a:pt x="679568" y="1264356"/>
                  </a:moveTo>
                  <a:lnTo>
                    <a:pt x="252259" y="1264356"/>
                  </a:lnTo>
                  <a:cubicBezTo>
                    <a:pt x="179141" y="1264356"/>
                    <a:pt x="109613" y="1230281"/>
                    <a:pt x="61694" y="1170947"/>
                  </a:cubicBezTo>
                  <a:cubicBezTo>
                    <a:pt x="13784" y="1111621"/>
                    <a:pt x="-7800" y="1032879"/>
                    <a:pt x="2533" y="955130"/>
                  </a:cubicBezTo>
                  <a:lnTo>
                    <a:pt x="82076" y="357451"/>
                  </a:lnTo>
                  <a:cubicBezTo>
                    <a:pt x="109327" y="152282"/>
                    <a:pt x="272960" y="-99"/>
                    <a:pt x="465914" y="0"/>
                  </a:cubicBezTo>
                  <a:cubicBezTo>
                    <a:pt x="658808" y="-9"/>
                    <a:pt x="822340" y="152349"/>
                    <a:pt x="849583" y="357451"/>
                  </a:cubicBezTo>
                  <a:lnTo>
                    <a:pt x="929125" y="955130"/>
                  </a:lnTo>
                  <a:cubicBezTo>
                    <a:pt x="939459" y="1032852"/>
                    <a:pt x="917892" y="1111558"/>
                    <a:pt x="870015" y="1170884"/>
                  </a:cubicBezTo>
                  <a:cubicBezTo>
                    <a:pt x="822139" y="1230209"/>
                    <a:pt x="752661" y="1264311"/>
                    <a:pt x="679568" y="1264356"/>
                  </a:cubicBezTo>
                  <a:close/>
                </a:path>
              </a:pathLst>
            </a:custGeom>
            <a:solidFill>
              <a:srgbClr val="BDC3C7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D81B3F5-3162-64BE-8926-961D0736F246}"/>
                </a:ext>
              </a:extLst>
            </p:cNvPr>
            <p:cNvSpPr/>
            <p:nvPr/>
          </p:nvSpPr>
          <p:spPr>
            <a:xfrm>
              <a:off x="2234192" y="3163819"/>
              <a:ext cx="205536" cy="98954"/>
            </a:xfrm>
            <a:custGeom>
              <a:avLst/>
              <a:gdLst>
                <a:gd name="connsiteX0" fmla="*/ 252248 w 336331"/>
                <a:gd name="connsiteY0" fmla="*/ 180622 h 180622"/>
                <a:gd name="connsiteX1" fmla="*/ 84083 w 336331"/>
                <a:gd name="connsiteY1" fmla="*/ 180622 h 180622"/>
                <a:gd name="connsiteX2" fmla="*/ 0 w 336331"/>
                <a:gd name="connsiteY2" fmla="*/ 90311 h 180622"/>
                <a:gd name="connsiteX3" fmla="*/ 84083 w 336331"/>
                <a:gd name="connsiteY3" fmla="*/ 0 h 180622"/>
                <a:gd name="connsiteX4" fmla="*/ 252248 w 336331"/>
                <a:gd name="connsiteY4" fmla="*/ 0 h 180622"/>
                <a:gd name="connsiteX5" fmla="*/ 336331 w 336331"/>
                <a:gd name="connsiteY5" fmla="*/ 90311 h 180622"/>
                <a:gd name="connsiteX6" fmla="*/ 252248 w 336331"/>
                <a:gd name="connsiteY6" fmla="*/ 180622 h 18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331" h="180622">
                  <a:moveTo>
                    <a:pt x="252248" y="180622"/>
                  </a:moveTo>
                  <a:lnTo>
                    <a:pt x="84083" y="180622"/>
                  </a:lnTo>
                  <a:cubicBezTo>
                    <a:pt x="37644" y="180622"/>
                    <a:pt x="0" y="140190"/>
                    <a:pt x="0" y="90311"/>
                  </a:cubicBezTo>
                  <a:cubicBezTo>
                    <a:pt x="0" y="40432"/>
                    <a:pt x="37644" y="0"/>
                    <a:pt x="84083" y="0"/>
                  </a:cubicBezTo>
                  <a:lnTo>
                    <a:pt x="252248" y="0"/>
                  </a:lnTo>
                  <a:cubicBezTo>
                    <a:pt x="298687" y="0"/>
                    <a:pt x="336331" y="40432"/>
                    <a:pt x="336331" y="90311"/>
                  </a:cubicBezTo>
                  <a:cubicBezTo>
                    <a:pt x="336331" y="140190"/>
                    <a:pt x="298687" y="180622"/>
                    <a:pt x="252248" y="180622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215FB6C-A334-CC34-5160-9684B0A8B9DC}"/>
                </a:ext>
              </a:extLst>
            </p:cNvPr>
            <p:cNvSpPr/>
            <p:nvPr/>
          </p:nvSpPr>
          <p:spPr>
            <a:xfrm>
              <a:off x="2285576" y="2866956"/>
              <a:ext cx="102767" cy="98954"/>
            </a:xfrm>
            <a:custGeom>
              <a:avLst/>
              <a:gdLst>
                <a:gd name="connsiteX0" fmla="*/ 168166 w 168165"/>
                <a:gd name="connsiteY0" fmla="*/ 90311 h 180622"/>
                <a:gd name="connsiteX1" fmla="*/ 84083 w 168165"/>
                <a:gd name="connsiteY1" fmla="*/ 180622 h 180622"/>
                <a:gd name="connsiteX2" fmla="*/ 0 w 168165"/>
                <a:gd name="connsiteY2" fmla="*/ 90311 h 180622"/>
                <a:gd name="connsiteX3" fmla="*/ 84083 w 168165"/>
                <a:gd name="connsiteY3" fmla="*/ 0 h 180622"/>
                <a:gd name="connsiteX4" fmla="*/ 168166 w 168165"/>
                <a:gd name="connsiteY4" fmla="*/ 90311 h 18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165" h="180622">
                  <a:moveTo>
                    <a:pt x="168166" y="90311"/>
                  </a:moveTo>
                  <a:cubicBezTo>
                    <a:pt x="168166" y="140189"/>
                    <a:pt x="130520" y="180622"/>
                    <a:pt x="84083" y="180622"/>
                  </a:cubicBezTo>
                  <a:cubicBezTo>
                    <a:pt x="37645" y="180622"/>
                    <a:pt x="0" y="140189"/>
                    <a:pt x="0" y="90311"/>
                  </a:cubicBezTo>
                  <a:cubicBezTo>
                    <a:pt x="0" y="40434"/>
                    <a:pt x="37645" y="0"/>
                    <a:pt x="84083" y="0"/>
                  </a:cubicBezTo>
                  <a:cubicBezTo>
                    <a:pt x="130520" y="0"/>
                    <a:pt x="168166" y="40434"/>
                    <a:pt x="168166" y="90311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9" name="Graphic 3">
              <a:extLst>
                <a:ext uri="{FF2B5EF4-FFF2-40B4-BE49-F238E27FC236}">
                  <a16:creationId xmlns:a16="http://schemas.microsoft.com/office/drawing/2014/main" id="{2C7BAEBA-6B4C-E714-99FE-C79C49E0F615}"/>
                </a:ext>
              </a:extLst>
            </p:cNvPr>
            <p:cNvGrpSpPr/>
            <p:nvPr/>
          </p:nvGrpSpPr>
          <p:grpSpPr>
            <a:xfrm>
              <a:off x="1257898" y="4103883"/>
              <a:ext cx="2209507" cy="494771"/>
              <a:chOff x="4330262" y="3880555"/>
              <a:chExt cx="3615558" cy="903111"/>
            </a:xfrm>
            <a:solidFill>
              <a:schemeClr val="accent2"/>
            </a:solidFill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FEE0845C-815A-9151-2BF3-6C37DBC5A84D}"/>
                  </a:ext>
                </a:extLst>
              </p:cNvPr>
              <p:cNvSpPr/>
              <p:nvPr/>
            </p:nvSpPr>
            <p:spPr>
              <a:xfrm>
                <a:off x="4330262" y="3880555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8D7F1129-F021-AB3E-E8C2-73D52832A3A2}"/>
                  </a:ext>
                </a:extLst>
              </p:cNvPr>
              <p:cNvSpPr/>
              <p:nvPr/>
            </p:nvSpPr>
            <p:spPr>
              <a:xfrm>
                <a:off x="4330262" y="4241800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EF27E07-15E4-DABF-D83C-6D71DCFFBFC1}"/>
                  </a:ext>
                </a:extLst>
              </p:cNvPr>
              <p:cNvSpPr/>
              <p:nvPr/>
            </p:nvSpPr>
            <p:spPr>
              <a:xfrm>
                <a:off x="4330262" y="4603044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1BD4B6EA-DFB9-18C9-B2F5-FA56597EE992}"/>
                  </a:ext>
                </a:extLst>
              </p:cNvPr>
              <p:cNvSpPr/>
              <p:nvPr/>
            </p:nvSpPr>
            <p:spPr>
              <a:xfrm>
                <a:off x="7777655" y="3880555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FF205F00-D5EE-11BF-FDF7-411210627F50}"/>
                  </a:ext>
                </a:extLst>
              </p:cNvPr>
              <p:cNvSpPr/>
              <p:nvPr/>
            </p:nvSpPr>
            <p:spPr>
              <a:xfrm>
                <a:off x="7777655" y="4241800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B19442EC-FE07-0B96-CB01-5CDA9C921AED}"/>
                  </a:ext>
                </a:extLst>
              </p:cNvPr>
              <p:cNvSpPr/>
              <p:nvPr/>
            </p:nvSpPr>
            <p:spPr>
              <a:xfrm>
                <a:off x="7777655" y="4603044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4B12A2E-E43D-BDA0-D1D9-B91017C5B663}"/>
              </a:ext>
            </a:extLst>
          </p:cNvPr>
          <p:cNvGrpSpPr/>
          <p:nvPr/>
        </p:nvGrpSpPr>
        <p:grpSpPr>
          <a:xfrm>
            <a:off x="4605867" y="2520617"/>
            <a:ext cx="2980266" cy="2671762"/>
            <a:chOff x="4605867" y="2520617"/>
            <a:chExt cx="2980266" cy="2671762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56DF26D-4397-149D-2219-593029D82F6D}"/>
                </a:ext>
              </a:extLst>
            </p:cNvPr>
            <p:cNvSpPr/>
            <p:nvPr/>
          </p:nvSpPr>
          <p:spPr>
            <a:xfrm>
              <a:off x="4605867" y="3213296"/>
              <a:ext cx="2980266" cy="1979083"/>
            </a:xfrm>
            <a:custGeom>
              <a:avLst/>
              <a:gdLst>
                <a:gd name="connsiteX0" fmla="*/ 0 w 4876800"/>
                <a:gd name="connsiteY0" fmla="*/ 0 h 3612444"/>
                <a:gd name="connsiteX1" fmla="*/ 0 w 4876800"/>
                <a:gd name="connsiteY1" fmla="*/ 2348089 h 3612444"/>
                <a:gd name="connsiteX2" fmla="*/ 2438400 w 4876800"/>
                <a:gd name="connsiteY2" fmla="*/ 3612445 h 3612444"/>
                <a:gd name="connsiteX3" fmla="*/ 4876800 w 4876800"/>
                <a:gd name="connsiteY3" fmla="*/ 2348089 h 3612444"/>
                <a:gd name="connsiteX4" fmla="*/ 4876800 w 4876800"/>
                <a:gd name="connsiteY4" fmla="*/ 0 h 361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76800" h="3612444">
                  <a:moveTo>
                    <a:pt x="0" y="0"/>
                  </a:moveTo>
                  <a:lnTo>
                    <a:pt x="0" y="2348089"/>
                  </a:lnTo>
                  <a:cubicBezTo>
                    <a:pt x="0" y="3046374"/>
                    <a:pt x="1091731" y="3612445"/>
                    <a:pt x="2438400" y="3612445"/>
                  </a:cubicBezTo>
                  <a:cubicBezTo>
                    <a:pt x="3785069" y="3612445"/>
                    <a:pt x="4876800" y="3046374"/>
                    <a:pt x="4876800" y="2348089"/>
                  </a:cubicBezTo>
                  <a:lnTo>
                    <a:pt x="4876800" y="0"/>
                  </a:ln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E798335-6037-F20A-4296-E46473B90B0F}"/>
                </a:ext>
              </a:extLst>
            </p:cNvPr>
            <p:cNvSpPr/>
            <p:nvPr/>
          </p:nvSpPr>
          <p:spPr>
            <a:xfrm>
              <a:off x="4605867" y="2520617"/>
              <a:ext cx="2980266" cy="1385358"/>
            </a:xfrm>
            <a:custGeom>
              <a:avLst/>
              <a:gdLst>
                <a:gd name="connsiteX0" fmla="*/ 4876800 w 4876800"/>
                <a:gd name="connsiteY0" fmla="*/ 1264356 h 2528711"/>
                <a:gd name="connsiteX1" fmla="*/ 2438400 w 4876800"/>
                <a:gd name="connsiteY1" fmla="*/ 2528711 h 2528711"/>
                <a:gd name="connsiteX2" fmla="*/ 0 w 4876800"/>
                <a:gd name="connsiteY2" fmla="*/ 1264356 h 2528711"/>
                <a:gd name="connsiteX3" fmla="*/ 2438400 w 4876800"/>
                <a:gd name="connsiteY3" fmla="*/ 0 h 2528711"/>
                <a:gd name="connsiteX4" fmla="*/ 4876800 w 4876800"/>
                <a:gd name="connsiteY4" fmla="*/ 1264356 h 252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76800" h="2528711">
                  <a:moveTo>
                    <a:pt x="4876800" y="1264356"/>
                  </a:moveTo>
                  <a:cubicBezTo>
                    <a:pt x="4876800" y="1962640"/>
                    <a:pt x="3785091" y="2528711"/>
                    <a:pt x="2438400" y="2528711"/>
                  </a:cubicBezTo>
                  <a:cubicBezTo>
                    <a:pt x="1091709" y="2528711"/>
                    <a:pt x="0" y="1962640"/>
                    <a:pt x="0" y="1264356"/>
                  </a:cubicBezTo>
                  <a:cubicBezTo>
                    <a:pt x="0" y="566071"/>
                    <a:pt x="1091709" y="0"/>
                    <a:pt x="2438400" y="0"/>
                  </a:cubicBezTo>
                  <a:cubicBezTo>
                    <a:pt x="3785091" y="0"/>
                    <a:pt x="4876800" y="566071"/>
                    <a:pt x="4876800" y="1264356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B2290E0-D666-2BFB-212C-E934D3269B4A}"/>
                </a:ext>
              </a:extLst>
            </p:cNvPr>
            <p:cNvSpPr/>
            <p:nvPr/>
          </p:nvSpPr>
          <p:spPr>
            <a:xfrm>
              <a:off x="4760019" y="2714974"/>
              <a:ext cx="1183711" cy="1035822"/>
            </a:xfrm>
            <a:custGeom>
              <a:avLst/>
              <a:gdLst>
                <a:gd name="connsiteX0" fmla="*/ 1849821 w 1936982"/>
                <a:gd name="connsiteY0" fmla="*/ 1890372 h 1890698"/>
                <a:gd name="connsiteX1" fmla="*/ 1843767 w 1936982"/>
                <a:gd name="connsiteY1" fmla="*/ 1890372 h 1890698"/>
                <a:gd name="connsiteX2" fmla="*/ 0 w 1936982"/>
                <a:gd name="connsiteY2" fmla="*/ 909593 h 1890698"/>
                <a:gd name="connsiteX3" fmla="*/ 1329264 w 1936982"/>
                <a:gd name="connsiteY3" fmla="*/ 973 h 1890698"/>
                <a:gd name="connsiteX4" fmla="*/ 1424042 w 1936982"/>
                <a:gd name="connsiteY4" fmla="*/ 73054 h 1890698"/>
                <a:gd name="connsiteX5" fmla="*/ 1361384 w 1936982"/>
                <a:gd name="connsiteY5" fmla="*/ 178073 h 1890698"/>
                <a:gd name="connsiteX6" fmla="*/ 168166 w 1936982"/>
                <a:gd name="connsiteY6" fmla="*/ 909593 h 1890698"/>
                <a:gd name="connsiteX7" fmla="*/ 1855791 w 1936982"/>
                <a:gd name="connsiteY7" fmla="*/ 1710021 h 1890698"/>
                <a:gd name="connsiteX8" fmla="*/ 1936930 w 1936982"/>
                <a:gd name="connsiteY8" fmla="*/ 1803493 h 1890698"/>
                <a:gd name="connsiteX9" fmla="*/ 1849905 w 1936982"/>
                <a:gd name="connsiteY9" fmla="*/ 1890643 h 189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36982" h="1890698">
                  <a:moveTo>
                    <a:pt x="1849821" y="1890372"/>
                  </a:moveTo>
                  <a:lnTo>
                    <a:pt x="1843767" y="1890372"/>
                  </a:lnTo>
                  <a:cubicBezTo>
                    <a:pt x="740937" y="1806292"/>
                    <a:pt x="0" y="1315451"/>
                    <a:pt x="0" y="909593"/>
                  </a:cubicBezTo>
                  <a:cubicBezTo>
                    <a:pt x="0" y="543833"/>
                    <a:pt x="559066" y="161727"/>
                    <a:pt x="1329264" y="973"/>
                  </a:cubicBezTo>
                  <a:cubicBezTo>
                    <a:pt x="1373711" y="-6053"/>
                    <a:pt x="1415449" y="25690"/>
                    <a:pt x="1424042" y="73054"/>
                  </a:cubicBezTo>
                  <a:cubicBezTo>
                    <a:pt x="1432627" y="120417"/>
                    <a:pt x="1405040" y="166666"/>
                    <a:pt x="1361384" y="178073"/>
                  </a:cubicBezTo>
                  <a:cubicBezTo>
                    <a:pt x="547379" y="348129"/>
                    <a:pt x="168166" y="715063"/>
                    <a:pt x="168166" y="909593"/>
                  </a:cubicBezTo>
                  <a:cubicBezTo>
                    <a:pt x="168166" y="1183687"/>
                    <a:pt x="825609" y="1632082"/>
                    <a:pt x="1855791" y="1710021"/>
                  </a:cubicBezTo>
                  <a:cubicBezTo>
                    <a:pt x="1902230" y="1711763"/>
                    <a:pt x="1938553" y="1753614"/>
                    <a:pt x="1936930" y="1803493"/>
                  </a:cubicBezTo>
                  <a:cubicBezTo>
                    <a:pt x="1935308" y="1853371"/>
                    <a:pt x="1896344" y="1892386"/>
                    <a:pt x="1849905" y="1890643"/>
                  </a:cubicBez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5C84D58-2267-F253-D107-D533B51BD87A}"/>
                </a:ext>
              </a:extLst>
            </p:cNvPr>
            <p:cNvSpPr/>
            <p:nvPr/>
          </p:nvSpPr>
          <p:spPr>
            <a:xfrm>
              <a:off x="6248321" y="2714610"/>
              <a:ext cx="1183660" cy="1036037"/>
            </a:xfrm>
            <a:custGeom>
              <a:avLst/>
              <a:gdLst>
                <a:gd name="connsiteX0" fmla="*/ 87078 w 1936898"/>
                <a:gd name="connsiteY0" fmla="*/ 1891036 h 1891092"/>
                <a:gd name="connsiteX1" fmla="*/ 52 w 1936898"/>
                <a:gd name="connsiteY1" fmla="*/ 1803886 h 1891092"/>
                <a:gd name="connsiteX2" fmla="*/ 81192 w 1936898"/>
                <a:gd name="connsiteY2" fmla="*/ 1710414 h 1891092"/>
                <a:gd name="connsiteX3" fmla="*/ 1768733 w 1936898"/>
                <a:gd name="connsiteY3" fmla="*/ 910257 h 1891092"/>
                <a:gd name="connsiteX4" fmla="*/ 575515 w 1936898"/>
                <a:gd name="connsiteY4" fmla="*/ 178737 h 1891092"/>
                <a:gd name="connsiteX5" fmla="*/ 510141 w 1936898"/>
                <a:gd name="connsiteY5" fmla="*/ 73075 h 1891092"/>
                <a:gd name="connsiteX6" fmla="*/ 607635 w 1936898"/>
                <a:gd name="connsiteY6" fmla="*/ 1456 h 1891092"/>
                <a:gd name="connsiteX7" fmla="*/ 1936899 w 1936898"/>
                <a:gd name="connsiteY7" fmla="*/ 910257 h 1891092"/>
                <a:gd name="connsiteX8" fmla="*/ 93048 w 1936898"/>
                <a:gd name="connsiteY8" fmla="*/ 1890855 h 189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6898" h="1891092">
                  <a:moveTo>
                    <a:pt x="87078" y="1891036"/>
                  </a:moveTo>
                  <a:cubicBezTo>
                    <a:pt x="40639" y="1892779"/>
                    <a:pt x="1675" y="1853764"/>
                    <a:pt x="52" y="1803886"/>
                  </a:cubicBezTo>
                  <a:cubicBezTo>
                    <a:pt x="-1571" y="1754007"/>
                    <a:pt x="34753" y="1712157"/>
                    <a:pt x="81192" y="1710414"/>
                  </a:cubicBezTo>
                  <a:cubicBezTo>
                    <a:pt x="1111290" y="1632746"/>
                    <a:pt x="1768733" y="1184351"/>
                    <a:pt x="1768733" y="910257"/>
                  </a:cubicBezTo>
                  <a:cubicBezTo>
                    <a:pt x="1768733" y="715727"/>
                    <a:pt x="1389520" y="348793"/>
                    <a:pt x="575515" y="178737"/>
                  </a:cubicBezTo>
                  <a:cubicBezTo>
                    <a:pt x="530480" y="168655"/>
                    <a:pt x="501354" y="121575"/>
                    <a:pt x="510141" y="73075"/>
                  </a:cubicBezTo>
                  <a:cubicBezTo>
                    <a:pt x="518927" y="24576"/>
                    <a:pt x="562364" y="-7336"/>
                    <a:pt x="607635" y="1456"/>
                  </a:cubicBezTo>
                  <a:cubicBezTo>
                    <a:pt x="1377833" y="162391"/>
                    <a:pt x="1936899" y="544497"/>
                    <a:pt x="1936899" y="910257"/>
                  </a:cubicBezTo>
                  <a:cubicBezTo>
                    <a:pt x="1936899" y="1316115"/>
                    <a:pt x="1195961" y="1806956"/>
                    <a:pt x="93048" y="1890855"/>
                  </a:cubicBez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712CB2B-E7CF-5744-F244-4E42351F2BDD}"/>
                </a:ext>
              </a:extLst>
            </p:cNvPr>
            <p:cNvSpPr/>
            <p:nvPr/>
          </p:nvSpPr>
          <p:spPr>
            <a:xfrm>
              <a:off x="4605867" y="3559635"/>
              <a:ext cx="2980266" cy="1385358"/>
            </a:xfrm>
            <a:custGeom>
              <a:avLst/>
              <a:gdLst>
                <a:gd name="connsiteX0" fmla="*/ 0 w 4876800"/>
                <a:gd name="connsiteY0" fmla="*/ 1354667 h 2528711"/>
                <a:gd name="connsiteX1" fmla="*/ 2438400 w 4876800"/>
                <a:gd name="connsiteY1" fmla="*/ 2528711 h 2528711"/>
                <a:gd name="connsiteX2" fmla="*/ 4876800 w 4876800"/>
                <a:gd name="connsiteY2" fmla="*/ 1354667 h 2528711"/>
                <a:gd name="connsiteX3" fmla="*/ 4876800 w 4876800"/>
                <a:gd name="connsiteY3" fmla="*/ 0 h 2528711"/>
                <a:gd name="connsiteX4" fmla="*/ 2438400 w 4876800"/>
                <a:gd name="connsiteY4" fmla="*/ 1083733 h 2528711"/>
                <a:gd name="connsiteX5" fmla="*/ 0 w 4876800"/>
                <a:gd name="connsiteY5" fmla="*/ 0 h 252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2528711">
                  <a:moveTo>
                    <a:pt x="0" y="1354667"/>
                  </a:moveTo>
                  <a:cubicBezTo>
                    <a:pt x="0" y="2003101"/>
                    <a:pt x="1091731" y="2528711"/>
                    <a:pt x="2438400" y="2528711"/>
                  </a:cubicBezTo>
                  <a:cubicBezTo>
                    <a:pt x="3785069" y="2528711"/>
                    <a:pt x="4876800" y="2003101"/>
                    <a:pt x="4876800" y="1354667"/>
                  </a:cubicBezTo>
                  <a:lnTo>
                    <a:pt x="4876800" y="0"/>
                  </a:lnTo>
                  <a:cubicBezTo>
                    <a:pt x="4876800" y="598492"/>
                    <a:pt x="3785069" y="1083733"/>
                    <a:pt x="2438400" y="1083733"/>
                  </a:cubicBezTo>
                  <a:cubicBezTo>
                    <a:pt x="1091731" y="1083733"/>
                    <a:pt x="0" y="598492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AF5C8FE-34E4-75E7-AE43-ACE7BFB95B50}"/>
                </a:ext>
              </a:extLst>
            </p:cNvPr>
            <p:cNvSpPr/>
            <p:nvPr/>
          </p:nvSpPr>
          <p:spPr>
            <a:xfrm>
              <a:off x="5811275" y="2718525"/>
              <a:ext cx="569348" cy="692679"/>
            </a:xfrm>
            <a:custGeom>
              <a:avLst/>
              <a:gdLst>
                <a:gd name="connsiteX0" fmla="*/ 679568 w 931660"/>
                <a:gd name="connsiteY0" fmla="*/ 1264356 h 1264355"/>
                <a:gd name="connsiteX1" fmla="*/ 252259 w 931660"/>
                <a:gd name="connsiteY1" fmla="*/ 1264356 h 1264355"/>
                <a:gd name="connsiteX2" fmla="*/ 61694 w 931660"/>
                <a:gd name="connsiteY2" fmla="*/ 1170947 h 1264355"/>
                <a:gd name="connsiteX3" fmla="*/ 2533 w 931660"/>
                <a:gd name="connsiteY3" fmla="*/ 955130 h 1264355"/>
                <a:gd name="connsiteX4" fmla="*/ 82076 w 931660"/>
                <a:gd name="connsiteY4" fmla="*/ 357451 h 1264355"/>
                <a:gd name="connsiteX5" fmla="*/ 465914 w 931660"/>
                <a:gd name="connsiteY5" fmla="*/ 0 h 1264355"/>
                <a:gd name="connsiteX6" fmla="*/ 849583 w 931660"/>
                <a:gd name="connsiteY6" fmla="*/ 357451 h 1264355"/>
                <a:gd name="connsiteX7" fmla="*/ 929125 w 931660"/>
                <a:gd name="connsiteY7" fmla="*/ 955130 h 1264355"/>
                <a:gd name="connsiteX8" fmla="*/ 870015 w 931660"/>
                <a:gd name="connsiteY8" fmla="*/ 1170884 h 1264355"/>
                <a:gd name="connsiteX9" fmla="*/ 679568 w 931660"/>
                <a:gd name="connsiteY9" fmla="*/ 1264356 h 1264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1660" h="1264355">
                  <a:moveTo>
                    <a:pt x="679568" y="1264356"/>
                  </a:moveTo>
                  <a:lnTo>
                    <a:pt x="252259" y="1264356"/>
                  </a:lnTo>
                  <a:cubicBezTo>
                    <a:pt x="179141" y="1264356"/>
                    <a:pt x="109613" y="1230281"/>
                    <a:pt x="61694" y="1170947"/>
                  </a:cubicBezTo>
                  <a:cubicBezTo>
                    <a:pt x="13784" y="1111621"/>
                    <a:pt x="-7800" y="1032879"/>
                    <a:pt x="2533" y="955130"/>
                  </a:cubicBezTo>
                  <a:lnTo>
                    <a:pt x="82076" y="357451"/>
                  </a:lnTo>
                  <a:cubicBezTo>
                    <a:pt x="109327" y="152282"/>
                    <a:pt x="272960" y="-99"/>
                    <a:pt x="465914" y="0"/>
                  </a:cubicBezTo>
                  <a:cubicBezTo>
                    <a:pt x="658808" y="-9"/>
                    <a:pt x="822340" y="152349"/>
                    <a:pt x="849583" y="357451"/>
                  </a:cubicBezTo>
                  <a:lnTo>
                    <a:pt x="929125" y="955130"/>
                  </a:lnTo>
                  <a:cubicBezTo>
                    <a:pt x="939459" y="1032852"/>
                    <a:pt x="917892" y="1111558"/>
                    <a:pt x="870015" y="1170884"/>
                  </a:cubicBezTo>
                  <a:cubicBezTo>
                    <a:pt x="822139" y="1230209"/>
                    <a:pt x="752661" y="1264311"/>
                    <a:pt x="679568" y="1264356"/>
                  </a:cubicBezTo>
                  <a:close/>
                </a:path>
              </a:pathLst>
            </a:custGeom>
            <a:solidFill>
              <a:srgbClr val="BDC3C7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7163137-C1A2-05B7-FC42-1BA47F493875}"/>
                </a:ext>
              </a:extLst>
            </p:cNvPr>
            <p:cNvSpPr/>
            <p:nvPr/>
          </p:nvSpPr>
          <p:spPr>
            <a:xfrm>
              <a:off x="5993232" y="3163819"/>
              <a:ext cx="205536" cy="98954"/>
            </a:xfrm>
            <a:custGeom>
              <a:avLst/>
              <a:gdLst>
                <a:gd name="connsiteX0" fmla="*/ 252248 w 336331"/>
                <a:gd name="connsiteY0" fmla="*/ 180622 h 180622"/>
                <a:gd name="connsiteX1" fmla="*/ 84083 w 336331"/>
                <a:gd name="connsiteY1" fmla="*/ 180622 h 180622"/>
                <a:gd name="connsiteX2" fmla="*/ 0 w 336331"/>
                <a:gd name="connsiteY2" fmla="*/ 90311 h 180622"/>
                <a:gd name="connsiteX3" fmla="*/ 84083 w 336331"/>
                <a:gd name="connsiteY3" fmla="*/ 0 h 180622"/>
                <a:gd name="connsiteX4" fmla="*/ 252248 w 336331"/>
                <a:gd name="connsiteY4" fmla="*/ 0 h 180622"/>
                <a:gd name="connsiteX5" fmla="*/ 336331 w 336331"/>
                <a:gd name="connsiteY5" fmla="*/ 90311 h 180622"/>
                <a:gd name="connsiteX6" fmla="*/ 252248 w 336331"/>
                <a:gd name="connsiteY6" fmla="*/ 180622 h 18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331" h="180622">
                  <a:moveTo>
                    <a:pt x="252248" y="180622"/>
                  </a:moveTo>
                  <a:lnTo>
                    <a:pt x="84083" y="180622"/>
                  </a:lnTo>
                  <a:cubicBezTo>
                    <a:pt x="37644" y="180622"/>
                    <a:pt x="0" y="140190"/>
                    <a:pt x="0" y="90311"/>
                  </a:cubicBezTo>
                  <a:cubicBezTo>
                    <a:pt x="0" y="40432"/>
                    <a:pt x="37644" y="0"/>
                    <a:pt x="84083" y="0"/>
                  </a:cubicBezTo>
                  <a:lnTo>
                    <a:pt x="252248" y="0"/>
                  </a:lnTo>
                  <a:cubicBezTo>
                    <a:pt x="298687" y="0"/>
                    <a:pt x="336331" y="40432"/>
                    <a:pt x="336331" y="90311"/>
                  </a:cubicBezTo>
                  <a:cubicBezTo>
                    <a:pt x="336331" y="140190"/>
                    <a:pt x="298687" y="180622"/>
                    <a:pt x="252248" y="180622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1F7E63-4FA8-F066-EF28-27A1640CF956}"/>
                </a:ext>
              </a:extLst>
            </p:cNvPr>
            <p:cNvSpPr/>
            <p:nvPr/>
          </p:nvSpPr>
          <p:spPr>
            <a:xfrm>
              <a:off x="6044616" y="2866956"/>
              <a:ext cx="102767" cy="98954"/>
            </a:xfrm>
            <a:custGeom>
              <a:avLst/>
              <a:gdLst>
                <a:gd name="connsiteX0" fmla="*/ 168166 w 168165"/>
                <a:gd name="connsiteY0" fmla="*/ 90311 h 180622"/>
                <a:gd name="connsiteX1" fmla="*/ 84083 w 168165"/>
                <a:gd name="connsiteY1" fmla="*/ 180622 h 180622"/>
                <a:gd name="connsiteX2" fmla="*/ 0 w 168165"/>
                <a:gd name="connsiteY2" fmla="*/ 90311 h 180622"/>
                <a:gd name="connsiteX3" fmla="*/ 84083 w 168165"/>
                <a:gd name="connsiteY3" fmla="*/ 0 h 180622"/>
                <a:gd name="connsiteX4" fmla="*/ 168166 w 168165"/>
                <a:gd name="connsiteY4" fmla="*/ 90311 h 18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165" h="180622">
                  <a:moveTo>
                    <a:pt x="168166" y="90311"/>
                  </a:moveTo>
                  <a:cubicBezTo>
                    <a:pt x="168166" y="140189"/>
                    <a:pt x="130520" y="180622"/>
                    <a:pt x="84083" y="180622"/>
                  </a:cubicBezTo>
                  <a:cubicBezTo>
                    <a:pt x="37645" y="180622"/>
                    <a:pt x="0" y="140189"/>
                    <a:pt x="0" y="90311"/>
                  </a:cubicBezTo>
                  <a:cubicBezTo>
                    <a:pt x="0" y="40434"/>
                    <a:pt x="37645" y="0"/>
                    <a:pt x="84083" y="0"/>
                  </a:cubicBezTo>
                  <a:cubicBezTo>
                    <a:pt x="130520" y="0"/>
                    <a:pt x="168166" y="40434"/>
                    <a:pt x="168166" y="90311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3" name="Graphic 3">
              <a:extLst>
                <a:ext uri="{FF2B5EF4-FFF2-40B4-BE49-F238E27FC236}">
                  <a16:creationId xmlns:a16="http://schemas.microsoft.com/office/drawing/2014/main" id="{EC862551-3D85-1E5A-D78F-63EE0134A5B9}"/>
                </a:ext>
              </a:extLst>
            </p:cNvPr>
            <p:cNvGrpSpPr/>
            <p:nvPr/>
          </p:nvGrpSpPr>
          <p:grpSpPr>
            <a:xfrm>
              <a:off x="5016938" y="4103883"/>
              <a:ext cx="2209507" cy="494771"/>
              <a:chOff x="4330262" y="3880555"/>
              <a:chExt cx="3615558" cy="903111"/>
            </a:xfrm>
            <a:solidFill>
              <a:schemeClr val="accent2"/>
            </a:solidFill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BD4992E-0135-02BA-98AE-319C4BEEFC4C}"/>
                  </a:ext>
                </a:extLst>
              </p:cNvPr>
              <p:cNvSpPr/>
              <p:nvPr/>
            </p:nvSpPr>
            <p:spPr>
              <a:xfrm>
                <a:off x="4330262" y="3880555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E49C69CA-8AE9-479E-CF04-CD13058385BC}"/>
                  </a:ext>
                </a:extLst>
              </p:cNvPr>
              <p:cNvSpPr/>
              <p:nvPr/>
            </p:nvSpPr>
            <p:spPr>
              <a:xfrm>
                <a:off x="4330262" y="4241800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4F243BCA-AE2E-B1F4-3A39-8F802021939E}"/>
                  </a:ext>
                </a:extLst>
              </p:cNvPr>
              <p:cNvSpPr/>
              <p:nvPr/>
            </p:nvSpPr>
            <p:spPr>
              <a:xfrm>
                <a:off x="4330262" y="4603044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3F4FE7ED-2396-A145-242D-A9DFC3A61115}"/>
                  </a:ext>
                </a:extLst>
              </p:cNvPr>
              <p:cNvSpPr/>
              <p:nvPr/>
            </p:nvSpPr>
            <p:spPr>
              <a:xfrm>
                <a:off x="7777655" y="3880555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49AB1006-97FF-6052-BD87-43EB03BC58C7}"/>
                  </a:ext>
                </a:extLst>
              </p:cNvPr>
              <p:cNvSpPr/>
              <p:nvPr/>
            </p:nvSpPr>
            <p:spPr>
              <a:xfrm>
                <a:off x="7777655" y="4241800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A373DCC-8C6E-34DA-4F46-55F7EF2E2314}"/>
                  </a:ext>
                </a:extLst>
              </p:cNvPr>
              <p:cNvSpPr/>
              <p:nvPr/>
            </p:nvSpPr>
            <p:spPr>
              <a:xfrm>
                <a:off x="7777655" y="4603044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9B99BF7-D9AF-6BFC-E104-2B86A52F5D58}"/>
              </a:ext>
            </a:extLst>
          </p:cNvPr>
          <p:cNvGrpSpPr/>
          <p:nvPr/>
        </p:nvGrpSpPr>
        <p:grpSpPr>
          <a:xfrm>
            <a:off x="8364907" y="2520617"/>
            <a:ext cx="2980266" cy="2671762"/>
            <a:chOff x="8364907" y="2520617"/>
            <a:chExt cx="2980266" cy="2671762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06D5979-A779-9864-15D0-6747E7073BD0}"/>
                </a:ext>
              </a:extLst>
            </p:cNvPr>
            <p:cNvSpPr/>
            <p:nvPr/>
          </p:nvSpPr>
          <p:spPr>
            <a:xfrm>
              <a:off x="8364907" y="3213296"/>
              <a:ext cx="2980266" cy="1979083"/>
            </a:xfrm>
            <a:custGeom>
              <a:avLst/>
              <a:gdLst>
                <a:gd name="connsiteX0" fmla="*/ 0 w 4876800"/>
                <a:gd name="connsiteY0" fmla="*/ 0 h 3612444"/>
                <a:gd name="connsiteX1" fmla="*/ 0 w 4876800"/>
                <a:gd name="connsiteY1" fmla="*/ 2348089 h 3612444"/>
                <a:gd name="connsiteX2" fmla="*/ 2438400 w 4876800"/>
                <a:gd name="connsiteY2" fmla="*/ 3612445 h 3612444"/>
                <a:gd name="connsiteX3" fmla="*/ 4876800 w 4876800"/>
                <a:gd name="connsiteY3" fmla="*/ 2348089 h 3612444"/>
                <a:gd name="connsiteX4" fmla="*/ 4876800 w 4876800"/>
                <a:gd name="connsiteY4" fmla="*/ 0 h 361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76800" h="3612444">
                  <a:moveTo>
                    <a:pt x="0" y="0"/>
                  </a:moveTo>
                  <a:lnTo>
                    <a:pt x="0" y="2348089"/>
                  </a:lnTo>
                  <a:cubicBezTo>
                    <a:pt x="0" y="3046374"/>
                    <a:pt x="1091731" y="3612445"/>
                    <a:pt x="2438400" y="3612445"/>
                  </a:cubicBezTo>
                  <a:cubicBezTo>
                    <a:pt x="3785069" y="3612445"/>
                    <a:pt x="4876800" y="3046374"/>
                    <a:pt x="4876800" y="2348089"/>
                  </a:cubicBezTo>
                  <a:lnTo>
                    <a:pt x="4876800" y="0"/>
                  </a:ln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9C83CCA-0795-F78C-3547-2D11DFE02453}"/>
                </a:ext>
              </a:extLst>
            </p:cNvPr>
            <p:cNvSpPr/>
            <p:nvPr/>
          </p:nvSpPr>
          <p:spPr>
            <a:xfrm>
              <a:off x="8364907" y="2520617"/>
              <a:ext cx="2980266" cy="1385358"/>
            </a:xfrm>
            <a:custGeom>
              <a:avLst/>
              <a:gdLst>
                <a:gd name="connsiteX0" fmla="*/ 4876800 w 4876800"/>
                <a:gd name="connsiteY0" fmla="*/ 1264356 h 2528711"/>
                <a:gd name="connsiteX1" fmla="*/ 2438400 w 4876800"/>
                <a:gd name="connsiteY1" fmla="*/ 2528711 h 2528711"/>
                <a:gd name="connsiteX2" fmla="*/ 0 w 4876800"/>
                <a:gd name="connsiteY2" fmla="*/ 1264356 h 2528711"/>
                <a:gd name="connsiteX3" fmla="*/ 2438400 w 4876800"/>
                <a:gd name="connsiteY3" fmla="*/ 0 h 2528711"/>
                <a:gd name="connsiteX4" fmla="*/ 4876800 w 4876800"/>
                <a:gd name="connsiteY4" fmla="*/ 1264356 h 252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76800" h="2528711">
                  <a:moveTo>
                    <a:pt x="4876800" y="1264356"/>
                  </a:moveTo>
                  <a:cubicBezTo>
                    <a:pt x="4876800" y="1962640"/>
                    <a:pt x="3785091" y="2528711"/>
                    <a:pt x="2438400" y="2528711"/>
                  </a:cubicBezTo>
                  <a:cubicBezTo>
                    <a:pt x="1091709" y="2528711"/>
                    <a:pt x="0" y="1962640"/>
                    <a:pt x="0" y="1264356"/>
                  </a:cubicBezTo>
                  <a:cubicBezTo>
                    <a:pt x="0" y="566071"/>
                    <a:pt x="1091709" y="0"/>
                    <a:pt x="2438400" y="0"/>
                  </a:cubicBezTo>
                  <a:cubicBezTo>
                    <a:pt x="3785091" y="0"/>
                    <a:pt x="4876800" y="566071"/>
                    <a:pt x="4876800" y="1264356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EF918CD-B72D-9910-43DE-0AC075B08DC4}"/>
                </a:ext>
              </a:extLst>
            </p:cNvPr>
            <p:cNvSpPr/>
            <p:nvPr/>
          </p:nvSpPr>
          <p:spPr>
            <a:xfrm>
              <a:off x="8519059" y="2714974"/>
              <a:ext cx="1183711" cy="1035822"/>
            </a:xfrm>
            <a:custGeom>
              <a:avLst/>
              <a:gdLst>
                <a:gd name="connsiteX0" fmla="*/ 1849821 w 1936982"/>
                <a:gd name="connsiteY0" fmla="*/ 1890372 h 1890698"/>
                <a:gd name="connsiteX1" fmla="*/ 1843767 w 1936982"/>
                <a:gd name="connsiteY1" fmla="*/ 1890372 h 1890698"/>
                <a:gd name="connsiteX2" fmla="*/ 0 w 1936982"/>
                <a:gd name="connsiteY2" fmla="*/ 909593 h 1890698"/>
                <a:gd name="connsiteX3" fmla="*/ 1329264 w 1936982"/>
                <a:gd name="connsiteY3" fmla="*/ 973 h 1890698"/>
                <a:gd name="connsiteX4" fmla="*/ 1424042 w 1936982"/>
                <a:gd name="connsiteY4" fmla="*/ 73054 h 1890698"/>
                <a:gd name="connsiteX5" fmla="*/ 1361384 w 1936982"/>
                <a:gd name="connsiteY5" fmla="*/ 178073 h 1890698"/>
                <a:gd name="connsiteX6" fmla="*/ 168166 w 1936982"/>
                <a:gd name="connsiteY6" fmla="*/ 909593 h 1890698"/>
                <a:gd name="connsiteX7" fmla="*/ 1855791 w 1936982"/>
                <a:gd name="connsiteY7" fmla="*/ 1710021 h 1890698"/>
                <a:gd name="connsiteX8" fmla="*/ 1936930 w 1936982"/>
                <a:gd name="connsiteY8" fmla="*/ 1803493 h 1890698"/>
                <a:gd name="connsiteX9" fmla="*/ 1849905 w 1936982"/>
                <a:gd name="connsiteY9" fmla="*/ 1890643 h 189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36982" h="1890698">
                  <a:moveTo>
                    <a:pt x="1849821" y="1890372"/>
                  </a:moveTo>
                  <a:lnTo>
                    <a:pt x="1843767" y="1890372"/>
                  </a:lnTo>
                  <a:cubicBezTo>
                    <a:pt x="740937" y="1806292"/>
                    <a:pt x="0" y="1315451"/>
                    <a:pt x="0" y="909593"/>
                  </a:cubicBezTo>
                  <a:cubicBezTo>
                    <a:pt x="0" y="543833"/>
                    <a:pt x="559066" y="161727"/>
                    <a:pt x="1329264" y="973"/>
                  </a:cubicBezTo>
                  <a:cubicBezTo>
                    <a:pt x="1373711" y="-6053"/>
                    <a:pt x="1415449" y="25690"/>
                    <a:pt x="1424042" y="73054"/>
                  </a:cubicBezTo>
                  <a:cubicBezTo>
                    <a:pt x="1432627" y="120417"/>
                    <a:pt x="1405040" y="166666"/>
                    <a:pt x="1361384" y="178073"/>
                  </a:cubicBezTo>
                  <a:cubicBezTo>
                    <a:pt x="547379" y="348129"/>
                    <a:pt x="168166" y="715063"/>
                    <a:pt x="168166" y="909593"/>
                  </a:cubicBezTo>
                  <a:cubicBezTo>
                    <a:pt x="168166" y="1183687"/>
                    <a:pt x="825609" y="1632082"/>
                    <a:pt x="1855791" y="1710021"/>
                  </a:cubicBezTo>
                  <a:cubicBezTo>
                    <a:pt x="1902230" y="1711763"/>
                    <a:pt x="1938553" y="1753614"/>
                    <a:pt x="1936930" y="1803493"/>
                  </a:cubicBezTo>
                  <a:cubicBezTo>
                    <a:pt x="1935308" y="1853371"/>
                    <a:pt x="1896344" y="1892386"/>
                    <a:pt x="1849905" y="1890643"/>
                  </a:cubicBez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9345FDE-228A-2E43-DE0C-DBB3BBEC7E74}"/>
                </a:ext>
              </a:extLst>
            </p:cNvPr>
            <p:cNvSpPr/>
            <p:nvPr/>
          </p:nvSpPr>
          <p:spPr>
            <a:xfrm>
              <a:off x="10007361" y="2714610"/>
              <a:ext cx="1183660" cy="1036037"/>
            </a:xfrm>
            <a:custGeom>
              <a:avLst/>
              <a:gdLst>
                <a:gd name="connsiteX0" fmla="*/ 87078 w 1936898"/>
                <a:gd name="connsiteY0" fmla="*/ 1891036 h 1891092"/>
                <a:gd name="connsiteX1" fmla="*/ 52 w 1936898"/>
                <a:gd name="connsiteY1" fmla="*/ 1803886 h 1891092"/>
                <a:gd name="connsiteX2" fmla="*/ 81192 w 1936898"/>
                <a:gd name="connsiteY2" fmla="*/ 1710414 h 1891092"/>
                <a:gd name="connsiteX3" fmla="*/ 1768733 w 1936898"/>
                <a:gd name="connsiteY3" fmla="*/ 910257 h 1891092"/>
                <a:gd name="connsiteX4" fmla="*/ 575515 w 1936898"/>
                <a:gd name="connsiteY4" fmla="*/ 178737 h 1891092"/>
                <a:gd name="connsiteX5" fmla="*/ 510141 w 1936898"/>
                <a:gd name="connsiteY5" fmla="*/ 73075 h 1891092"/>
                <a:gd name="connsiteX6" fmla="*/ 607635 w 1936898"/>
                <a:gd name="connsiteY6" fmla="*/ 1456 h 1891092"/>
                <a:gd name="connsiteX7" fmla="*/ 1936899 w 1936898"/>
                <a:gd name="connsiteY7" fmla="*/ 910257 h 1891092"/>
                <a:gd name="connsiteX8" fmla="*/ 93048 w 1936898"/>
                <a:gd name="connsiteY8" fmla="*/ 1890855 h 189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6898" h="1891092">
                  <a:moveTo>
                    <a:pt x="87078" y="1891036"/>
                  </a:moveTo>
                  <a:cubicBezTo>
                    <a:pt x="40639" y="1892779"/>
                    <a:pt x="1675" y="1853764"/>
                    <a:pt x="52" y="1803886"/>
                  </a:cubicBezTo>
                  <a:cubicBezTo>
                    <a:pt x="-1571" y="1754007"/>
                    <a:pt x="34753" y="1712157"/>
                    <a:pt x="81192" y="1710414"/>
                  </a:cubicBezTo>
                  <a:cubicBezTo>
                    <a:pt x="1111290" y="1632746"/>
                    <a:pt x="1768733" y="1184351"/>
                    <a:pt x="1768733" y="910257"/>
                  </a:cubicBezTo>
                  <a:cubicBezTo>
                    <a:pt x="1768733" y="715727"/>
                    <a:pt x="1389520" y="348793"/>
                    <a:pt x="575515" y="178737"/>
                  </a:cubicBezTo>
                  <a:cubicBezTo>
                    <a:pt x="530480" y="168655"/>
                    <a:pt x="501354" y="121575"/>
                    <a:pt x="510141" y="73075"/>
                  </a:cubicBezTo>
                  <a:cubicBezTo>
                    <a:pt x="518927" y="24576"/>
                    <a:pt x="562364" y="-7336"/>
                    <a:pt x="607635" y="1456"/>
                  </a:cubicBezTo>
                  <a:cubicBezTo>
                    <a:pt x="1377833" y="162391"/>
                    <a:pt x="1936899" y="544497"/>
                    <a:pt x="1936899" y="910257"/>
                  </a:cubicBezTo>
                  <a:cubicBezTo>
                    <a:pt x="1936899" y="1316115"/>
                    <a:pt x="1195961" y="1806956"/>
                    <a:pt x="93048" y="1890855"/>
                  </a:cubicBez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4E3B33B-E316-80B3-EEE5-208CE6E19FCA}"/>
                </a:ext>
              </a:extLst>
            </p:cNvPr>
            <p:cNvSpPr/>
            <p:nvPr/>
          </p:nvSpPr>
          <p:spPr>
            <a:xfrm>
              <a:off x="8364907" y="3559635"/>
              <a:ext cx="2980266" cy="1385358"/>
            </a:xfrm>
            <a:custGeom>
              <a:avLst/>
              <a:gdLst>
                <a:gd name="connsiteX0" fmla="*/ 0 w 4876800"/>
                <a:gd name="connsiteY0" fmla="*/ 1354667 h 2528711"/>
                <a:gd name="connsiteX1" fmla="*/ 2438400 w 4876800"/>
                <a:gd name="connsiteY1" fmla="*/ 2528711 h 2528711"/>
                <a:gd name="connsiteX2" fmla="*/ 4876800 w 4876800"/>
                <a:gd name="connsiteY2" fmla="*/ 1354667 h 2528711"/>
                <a:gd name="connsiteX3" fmla="*/ 4876800 w 4876800"/>
                <a:gd name="connsiteY3" fmla="*/ 0 h 2528711"/>
                <a:gd name="connsiteX4" fmla="*/ 2438400 w 4876800"/>
                <a:gd name="connsiteY4" fmla="*/ 1083733 h 2528711"/>
                <a:gd name="connsiteX5" fmla="*/ 0 w 4876800"/>
                <a:gd name="connsiteY5" fmla="*/ 0 h 252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2528711">
                  <a:moveTo>
                    <a:pt x="0" y="1354667"/>
                  </a:moveTo>
                  <a:cubicBezTo>
                    <a:pt x="0" y="2003101"/>
                    <a:pt x="1091731" y="2528711"/>
                    <a:pt x="2438400" y="2528711"/>
                  </a:cubicBezTo>
                  <a:cubicBezTo>
                    <a:pt x="3785069" y="2528711"/>
                    <a:pt x="4876800" y="2003101"/>
                    <a:pt x="4876800" y="1354667"/>
                  </a:cubicBezTo>
                  <a:lnTo>
                    <a:pt x="4876800" y="0"/>
                  </a:lnTo>
                  <a:cubicBezTo>
                    <a:pt x="4876800" y="598492"/>
                    <a:pt x="3785069" y="1083733"/>
                    <a:pt x="2438400" y="1083733"/>
                  </a:cubicBezTo>
                  <a:cubicBezTo>
                    <a:pt x="1091731" y="1083733"/>
                    <a:pt x="0" y="598492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2B4B7E8-3135-C917-E844-88DE262B4323}"/>
                </a:ext>
              </a:extLst>
            </p:cNvPr>
            <p:cNvSpPr/>
            <p:nvPr/>
          </p:nvSpPr>
          <p:spPr>
            <a:xfrm>
              <a:off x="9570315" y="2718525"/>
              <a:ext cx="569348" cy="692679"/>
            </a:xfrm>
            <a:custGeom>
              <a:avLst/>
              <a:gdLst>
                <a:gd name="connsiteX0" fmla="*/ 679568 w 931660"/>
                <a:gd name="connsiteY0" fmla="*/ 1264356 h 1264355"/>
                <a:gd name="connsiteX1" fmla="*/ 252259 w 931660"/>
                <a:gd name="connsiteY1" fmla="*/ 1264356 h 1264355"/>
                <a:gd name="connsiteX2" fmla="*/ 61694 w 931660"/>
                <a:gd name="connsiteY2" fmla="*/ 1170947 h 1264355"/>
                <a:gd name="connsiteX3" fmla="*/ 2533 w 931660"/>
                <a:gd name="connsiteY3" fmla="*/ 955130 h 1264355"/>
                <a:gd name="connsiteX4" fmla="*/ 82076 w 931660"/>
                <a:gd name="connsiteY4" fmla="*/ 357451 h 1264355"/>
                <a:gd name="connsiteX5" fmla="*/ 465914 w 931660"/>
                <a:gd name="connsiteY5" fmla="*/ 0 h 1264355"/>
                <a:gd name="connsiteX6" fmla="*/ 849583 w 931660"/>
                <a:gd name="connsiteY6" fmla="*/ 357451 h 1264355"/>
                <a:gd name="connsiteX7" fmla="*/ 929125 w 931660"/>
                <a:gd name="connsiteY7" fmla="*/ 955130 h 1264355"/>
                <a:gd name="connsiteX8" fmla="*/ 870015 w 931660"/>
                <a:gd name="connsiteY8" fmla="*/ 1170884 h 1264355"/>
                <a:gd name="connsiteX9" fmla="*/ 679568 w 931660"/>
                <a:gd name="connsiteY9" fmla="*/ 1264356 h 1264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1660" h="1264355">
                  <a:moveTo>
                    <a:pt x="679568" y="1264356"/>
                  </a:moveTo>
                  <a:lnTo>
                    <a:pt x="252259" y="1264356"/>
                  </a:lnTo>
                  <a:cubicBezTo>
                    <a:pt x="179141" y="1264356"/>
                    <a:pt x="109613" y="1230281"/>
                    <a:pt x="61694" y="1170947"/>
                  </a:cubicBezTo>
                  <a:cubicBezTo>
                    <a:pt x="13784" y="1111621"/>
                    <a:pt x="-7800" y="1032879"/>
                    <a:pt x="2533" y="955130"/>
                  </a:cubicBezTo>
                  <a:lnTo>
                    <a:pt x="82076" y="357451"/>
                  </a:lnTo>
                  <a:cubicBezTo>
                    <a:pt x="109327" y="152282"/>
                    <a:pt x="272960" y="-99"/>
                    <a:pt x="465914" y="0"/>
                  </a:cubicBezTo>
                  <a:cubicBezTo>
                    <a:pt x="658808" y="-9"/>
                    <a:pt x="822340" y="152349"/>
                    <a:pt x="849583" y="357451"/>
                  </a:cubicBezTo>
                  <a:lnTo>
                    <a:pt x="929125" y="955130"/>
                  </a:lnTo>
                  <a:cubicBezTo>
                    <a:pt x="939459" y="1032852"/>
                    <a:pt x="917892" y="1111558"/>
                    <a:pt x="870015" y="1170884"/>
                  </a:cubicBezTo>
                  <a:cubicBezTo>
                    <a:pt x="822139" y="1230209"/>
                    <a:pt x="752661" y="1264311"/>
                    <a:pt x="679568" y="1264356"/>
                  </a:cubicBezTo>
                  <a:close/>
                </a:path>
              </a:pathLst>
            </a:custGeom>
            <a:solidFill>
              <a:srgbClr val="BDC3C7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FAFEA62-A955-B455-DC54-F4C0CF056B48}"/>
                </a:ext>
              </a:extLst>
            </p:cNvPr>
            <p:cNvSpPr/>
            <p:nvPr/>
          </p:nvSpPr>
          <p:spPr>
            <a:xfrm>
              <a:off x="9752272" y="3163819"/>
              <a:ext cx="205536" cy="98954"/>
            </a:xfrm>
            <a:custGeom>
              <a:avLst/>
              <a:gdLst>
                <a:gd name="connsiteX0" fmla="*/ 252248 w 336331"/>
                <a:gd name="connsiteY0" fmla="*/ 180622 h 180622"/>
                <a:gd name="connsiteX1" fmla="*/ 84083 w 336331"/>
                <a:gd name="connsiteY1" fmla="*/ 180622 h 180622"/>
                <a:gd name="connsiteX2" fmla="*/ 0 w 336331"/>
                <a:gd name="connsiteY2" fmla="*/ 90311 h 180622"/>
                <a:gd name="connsiteX3" fmla="*/ 84083 w 336331"/>
                <a:gd name="connsiteY3" fmla="*/ 0 h 180622"/>
                <a:gd name="connsiteX4" fmla="*/ 252248 w 336331"/>
                <a:gd name="connsiteY4" fmla="*/ 0 h 180622"/>
                <a:gd name="connsiteX5" fmla="*/ 336331 w 336331"/>
                <a:gd name="connsiteY5" fmla="*/ 90311 h 180622"/>
                <a:gd name="connsiteX6" fmla="*/ 252248 w 336331"/>
                <a:gd name="connsiteY6" fmla="*/ 180622 h 18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331" h="180622">
                  <a:moveTo>
                    <a:pt x="252248" y="180622"/>
                  </a:moveTo>
                  <a:lnTo>
                    <a:pt x="84083" y="180622"/>
                  </a:lnTo>
                  <a:cubicBezTo>
                    <a:pt x="37644" y="180622"/>
                    <a:pt x="0" y="140190"/>
                    <a:pt x="0" y="90311"/>
                  </a:cubicBezTo>
                  <a:cubicBezTo>
                    <a:pt x="0" y="40432"/>
                    <a:pt x="37644" y="0"/>
                    <a:pt x="84083" y="0"/>
                  </a:cubicBezTo>
                  <a:lnTo>
                    <a:pt x="252248" y="0"/>
                  </a:lnTo>
                  <a:cubicBezTo>
                    <a:pt x="298687" y="0"/>
                    <a:pt x="336331" y="40432"/>
                    <a:pt x="336331" y="90311"/>
                  </a:cubicBezTo>
                  <a:cubicBezTo>
                    <a:pt x="336331" y="140190"/>
                    <a:pt x="298687" y="180622"/>
                    <a:pt x="252248" y="180622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5E734B5-848E-03F0-349D-9E6C19C8E73E}"/>
                </a:ext>
              </a:extLst>
            </p:cNvPr>
            <p:cNvSpPr/>
            <p:nvPr/>
          </p:nvSpPr>
          <p:spPr>
            <a:xfrm>
              <a:off x="9803656" y="2866956"/>
              <a:ext cx="102767" cy="98954"/>
            </a:xfrm>
            <a:custGeom>
              <a:avLst/>
              <a:gdLst>
                <a:gd name="connsiteX0" fmla="*/ 168166 w 168165"/>
                <a:gd name="connsiteY0" fmla="*/ 90311 h 180622"/>
                <a:gd name="connsiteX1" fmla="*/ 84083 w 168165"/>
                <a:gd name="connsiteY1" fmla="*/ 180622 h 180622"/>
                <a:gd name="connsiteX2" fmla="*/ 0 w 168165"/>
                <a:gd name="connsiteY2" fmla="*/ 90311 h 180622"/>
                <a:gd name="connsiteX3" fmla="*/ 84083 w 168165"/>
                <a:gd name="connsiteY3" fmla="*/ 0 h 180622"/>
                <a:gd name="connsiteX4" fmla="*/ 168166 w 168165"/>
                <a:gd name="connsiteY4" fmla="*/ 90311 h 18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165" h="180622">
                  <a:moveTo>
                    <a:pt x="168166" y="90311"/>
                  </a:moveTo>
                  <a:cubicBezTo>
                    <a:pt x="168166" y="140189"/>
                    <a:pt x="130520" y="180622"/>
                    <a:pt x="84083" y="180622"/>
                  </a:cubicBezTo>
                  <a:cubicBezTo>
                    <a:pt x="37645" y="180622"/>
                    <a:pt x="0" y="140189"/>
                    <a:pt x="0" y="90311"/>
                  </a:cubicBezTo>
                  <a:cubicBezTo>
                    <a:pt x="0" y="40434"/>
                    <a:pt x="37645" y="0"/>
                    <a:pt x="84083" y="0"/>
                  </a:cubicBezTo>
                  <a:cubicBezTo>
                    <a:pt x="130520" y="0"/>
                    <a:pt x="168166" y="40434"/>
                    <a:pt x="168166" y="90311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39" name="Graphic 3">
              <a:extLst>
                <a:ext uri="{FF2B5EF4-FFF2-40B4-BE49-F238E27FC236}">
                  <a16:creationId xmlns:a16="http://schemas.microsoft.com/office/drawing/2014/main" id="{50ED1A4B-F15B-CBFE-9C5C-D95606D11B18}"/>
                </a:ext>
              </a:extLst>
            </p:cNvPr>
            <p:cNvGrpSpPr/>
            <p:nvPr/>
          </p:nvGrpSpPr>
          <p:grpSpPr>
            <a:xfrm>
              <a:off x="8775978" y="4103883"/>
              <a:ext cx="2209507" cy="494771"/>
              <a:chOff x="4330262" y="3880555"/>
              <a:chExt cx="3615558" cy="903111"/>
            </a:xfrm>
            <a:solidFill>
              <a:schemeClr val="accent2"/>
            </a:solidFill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4738A0FD-5572-8E3B-42A5-ECA94F3DB74F}"/>
                  </a:ext>
                </a:extLst>
              </p:cNvPr>
              <p:cNvSpPr/>
              <p:nvPr/>
            </p:nvSpPr>
            <p:spPr>
              <a:xfrm>
                <a:off x="4330262" y="3880555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AE2A244C-2BEB-8736-C10F-2BC193C7ECE5}"/>
                  </a:ext>
                </a:extLst>
              </p:cNvPr>
              <p:cNvSpPr/>
              <p:nvPr/>
            </p:nvSpPr>
            <p:spPr>
              <a:xfrm>
                <a:off x="4330262" y="4241800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217A406D-FF2D-7C30-96EB-968C0C18329B}"/>
                  </a:ext>
                </a:extLst>
              </p:cNvPr>
              <p:cNvSpPr/>
              <p:nvPr/>
            </p:nvSpPr>
            <p:spPr>
              <a:xfrm>
                <a:off x="4330262" y="4603044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7DE7C487-2128-6500-C679-9B59D432D754}"/>
                  </a:ext>
                </a:extLst>
              </p:cNvPr>
              <p:cNvSpPr/>
              <p:nvPr/>
            </p:nvSpPr>
            <p:spPr>
              <a:xfrm>
                <a:off x="7777655" y="3880555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C0B9981A-ABDA-B211-ECEB-9B8246FE09DE}"/>
                  </a:ext>
                </a:extLst>
              </p:cNvPr>
              <p:cNvSpPr/>
              <p:nvPr/>
            </p:nvSpPr>
            <p:spPr>
              <a:xfrm>
                <a:off x="7777655" y="4241800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2F65ED1A-1C64-5DA9-78C9-6C3A67B3A9C2}"/>
                  </a:ext>
                </a:extLst>
              </p:cNvPr>
              <p:cNvSpPr/>
              <p:nvPr/>
            </p:nvSpPr>
            <p:spPr>
              <a:xfrm>
                <a:off x="7777655" y="4603044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8BAE7CC5-62CF-1F6A-DB04-1007F500D5FF}"/>
              </a:ext>
            </a:extLst>
          </p:cNvPr>
          <p:cNvSpPr txBox="1"/>
          <p:nvPr/>
        </p:nvSpPr>
        <p:spPr>
          <a:xfrm>
            <a:off x="1320800" y="3708067"/>
            <a:ext cx="2105025" cy="887615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5085"/>
              </a:avLst>
            </a:prstTxWarp>
            <a:spAutoFit/>
          </a:bodyPr>
          <a:lstStyle/>
          <a:p>
            <a:pPr algn="ctr"/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firstName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FE29BC-9198-851B-E296-F96A7C87EA86}"/>
              </a:ext>
            </a:extLst>
          </p:cNvPr>
          <p:cNvSpPr txBox="1"/>
          <p:nvPr/>
        </p:nvSpPr>
        <p:spPr>
          <a:xfrm>
            <a:off x="5070036" y="3661562"/>
            <a:ext cx="2105025" cy="887615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5085"/>
              </a:avLst>
            </a:prstTxWarp>
            <a:spAutoFit/>
          </a:bodyPr>
          <a:lstStyle/>
          <a:p>
            <a:pPr algn="ctr"/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Age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C07648-F1DB-D5D3-F015-D76AFA94BFEE}"/>
              </a:ext>
            </a:extLst>
          </p:cNvPr>
          <p:cNvSpPr txBox="1"/>
          <p:nvPr/>
        </p:nvSpPr>
        <p:spPr>
          <a:xfrm>
            <a:off x="8829076" y="3730205"/>
            <a:ext cx="2105025" cy="887615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5085"/>
              </a:avLst>
            </a:prstTxWarp>
            <a:spAutoFit/>
          </a:bodyPr>
          <a:lstStyle/>
          <a:p>
            <a:pPr algn="ctr"/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dateOfBirth</a:t>
            </a:r>
          </a:p>
        </p:txBody>
      </p:sp>
    </p:spTree>
    <p:extLst>
      <p:ext uri="{BB962C8B-B14F-4D97-AF65-F5344CB8AC3E}">
        <p14:creationId xmlns:p14="http://schemas.microsoft.com/office/powerpoint/2010/main" val="397864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5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roup 154">
            <a:extLst>
              <a:ext uri="{FF2B5EF4-FFF2-40B4-BE49-F238E27FC236}">
                <a16:creationId xmlns:a16="http://schemas.microsoft.com/office/drawing/2014/main" id="{36E029C6-BC77-225D-C239-1A0DC0EC5FE6}"/>
              </a:ext>
            </a:extLst>
          </p:cNvPr>
          <p:cNvGrpSpPr/>
          <p:nvPr/>
        </p:nvGrpSpPr>
        <p:grpSpPr>
          <a:xfrm>
            <a:off x="161510" y="5391602"/>
            <a:ext cx="11853925" cy="1255066"/>
            <a:chOff x="161510" y="5391602"/>
            <a:chExt cx="11853925" cy="1255066"/>
          </a:xfrm>
        </p:grpSpPr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CDAEE030-51D5-F94D-14E3-F510AEF1A912}"/>
                </a:ext>
              </a:extLst>
            </p:cNvPr>
            <p:cNvSpPr/>
            <p:nvPr/>
          </p:nvSpPr>
          <p:spPr>
            <a:xfrm>
              <a:off x="188710" y="5391602"/>
              <a:ext cx="11826725" cy="1255066"/>
            </a:xfrm>
            <a:prstGeom prst="roundRect">
              <a:avLst>
                <a:gd name="adj" fmla="val 46766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CB61E519-2B67-D8B1-6E81-12F24B309795}"/>
                </a:ext>
              </a:extLst>
            </p:cNvPr>
            <p:cNvSpPr/>
            <p:nvPr/>
          </p:nvSpPr>
          <p:spPr>
            <a:xfrm>
              <a:off x="161510" y="5391602"/>
              <a:ext cx="1255066" cy="1255066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53" name="Graphic 152" descr="Warning with solid fill">
              <a:extLst>
                <a:ext uri="{FF2B5EF4-FFF2-40B4-BE49-F238E27FC236}">
                  <a16:creationId xmlns:a16="http://schemas.microsoft.com/office/drawing/2014/main" id="{E622BB41-FA27-4EB2-5FA0-F21CE18DA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564" y="5433201"/>
              <a:ext cx="988957" cy="988957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 variable?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97ABC7-BEE0-D78C-D77B-052CFFEFB5BE}"/>
              </a:ext>
            </a:extLst>
          </p:cNvPr>
          <p:cNvSpPr/>
          <p:nvPr/>
        </p:nvSpPr>
        <p:spPr>
          <a:xfrm>
            <a:off x="184234" y="993174"/>
            <a:ext cx="11838871" cy="1579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most programming languages you must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declare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before they can be used. In other words, you must get a can and label it before you can put something in it.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 the point you declare a variable, it holds nothing. Not zero, not an empty string, nothing. In programming, we call this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null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8EFB73D3-085B-0BE4-CFF9-24DBF561CF86}"/>
              </a:ext>
            </a:extLst>
          </p:cNvPr>
          <p:cNvSpPr/>
          <p:nvPr/>
        </p:nvSpPr>
        <p:spPr>
          <a:xfrm>
            <a:off x="805526" y="3192422"/>
            <a:ext cx="3021180" cy="2006252"/>
          </a:xfrm>
          <a:custGeom>
            <a:avLst/>
            <a:gdLst>
              <a:gd name="connsiteX0" fmla="*/ 0 w 4876800"/>
              <a:gd name="connsiteY0" fmla="*/ 0 h 3612444"/>
              <a:gd name="connsiteX1" fmla="*/ 0 w 4876800"/>
              <a:gd name="connsiteY1" fmla="*/ 2348089 h 3612444"/>
              <a:gd name="connsiteX2" fmla="*/ 2438400 w 4876800"/>
              <a:gd name="connsiteY2" fmla="*/ 3612445 h 3612444"/>
              <a:gd name="connsiteX3" fmla="*/ 4876800 w 4876800"/>
              <a:gd name="connsiteY3" fmla="*/ 2348089 h 3612444"/>
              <a:gd name="connsiteX4" fmla="*/ 4876800 w 4876800"/>
              <a:gd name="connsiteY4" fmla="*/ 0 h 3612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6800" h="3612444">
                <a:moveTo>
                  <a:pt x="0" y="0"/>
                </a:moveTo>
                <a:lnTo>
                  <a:pt x="0" y="2348089"/>
                </a:lnTo>
                <a:cubicBezTo>
                  <a:pt x="0" y="3046374"/>
                  <a:pt x="1091731" y="3612445"/>
                  <a:pt x="2438400" y="3612445"/>
                </a:cubicBezTo>
                <a:cubicBezTo>
                  <a:pt x="3785069" y="3612445"/>
                  <a:pt x="4876800" y="3046374"/>
                  <a:pt x="4876800" y="2348089"/>
                </a:cubicBezTo>
                <a:lnTo>
                  <a:pt x="4876800" y="0"/>
                </a:lnTo>
                <a:close/>
              </a:path>
            </a:pathLst>
          </a:custGeom>
          <a:solidFill>
            <a:srgbClr val="7F8C8D"/>
          </a:solidFill>
          <a:ln w="840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4624A68-4FA0-EB6E-1D16-01F115F07DC7}"/>
              </a:ext>
            </a:extLst>
          </p:cNvPr>
          <p:cNvSpPr/>
          <p:nvPr/>
        </p:nvSpPr>
        <p:spPr>
          <a:xfrm>
            <a:off x="811426" y="2526912"/>
            <a:ext cx="3007412" cy="1386876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>
            <a:solidFill>
              <a:srgbClr val="7F8C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56EA90F-D424-FF30-BB36-BE4E66F8C79A}"/>
              </a:ext>
            </a:extLst>
          </p:cNvPr>
          <p:cNvGrpSpPr/>
          <p:nvPr/>
        </p:nvGrpSpPr>
        <p:grpSpPr>
          <a:xfrm>
            <a:off x="805526" y="3543515"/>
            <a:ext cx="3021180" cy="1404377"/>
            <a:chOff x="5491826" y="3586697"/>
            <a:chExt cx="3021180" cy="1404377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83E300B-645C-8286-E473-209116E5B5BC}"/>
                </a:ext>
              </a:extLst>
            </p:cNvPr>
            <p:cNvSpPr/>
            <p:nvPr/>
          </p:nvSpPr>
          <p:spPr>
            <a:xfrm>
              <a:off x="5491826" y="3586697"/>
              <a:ext cx="3021180" cy="1404377"/>
            </a:xfrm>
            <a:custGeom>
              <a:avLst/>
              <a:gdLst>
                <a:gd name="connsiteX0" fmla="*/ 0 w 4876800"/>
                <a:gd name="connsiteY0" fmla="*/ 1354667 h 2528711"/>
                <a:gd name="connsiteX1" fmla="*/ 2438400 w 4876800"/>
                <a:gd name="connsiteY1" fmla="*/ 2528711 h 2528711"/>
                <a:gd name="connsiteX2" fmla="*/ 4876800 w 4876800"/>
                <a:gd name="connsiteY2" fmla="*/ 1354667 h 2528711"/>
                <a:gd name="connsiteX3" fmla="*/ 4876800 w 4876800"/>
                <a:gd name="connsiteY3" fmla="*/ 0 h 2528711"/>
                <a:gd name="connsiteX4" fmla="*/ 2438400 w 4876800"/>
                <a:gd name="connsiteY4" fmla="*/ 1083733 h 2528711"/>
                <a:gd name="connsiteX5" fmla="*/ 0 w 4876800"/>
                <a:gd name="connsiteY5" fmla="*/ 0 h 252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2528711">
                  <a:moveTo>
                    <a:pt x="0" y="1354667"/>
                  </a:moveTo>
                  <a:cubicBezTo>
                    <a:pt x="0" y="2003101"/>
                    <a:pt x="1091731" y="2528711"/>
                    <a:pt x="2438400" y="2528711"/>
                  </a:cubicBezTo>
                  <a:cubicBezTo>
                    <a:pt x="3785069" y="2528711"/>
                    <a:pt x="4876800" y="2003101"/>
                    <a:pt x="4876800" y="1354667"/>
                  </a:cubicBezTo>
                  <a:lnTo>
                    <a:pt x="4876800" y="0"/>
                  </a:lnTo>
                  <a:cubicBezTo>
                    <a:pt x="4876800" y="598492"/>
                    <a:pt x="3785069" y="1083733"/>
                    <a:pt x="2438400" y="1083733"/>
                  </a:cubicBezTo>
                  <a:cubicBezTo>
                    <a:pt x="1091731" y="1083733"/>
                    <a:pt x="0" y="598492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78" name="Graphic 3">
              <a:extLst>
                <a:ext uri="{FF2B5EF4-FFF2-40B4-BE49-F238E27FC236}">
                  <a16:creationId xmlns:a16="http://schemas.microsoft.com/office/drawing/2014/main" id="{39A9EF1E-D30A-95AB-2D10-1FF51A5EE3D1}"/>
                </a:ext>
              </a:extLst>
            </p:cNvPr>
            <p:cNvGrpSpPr/>
            <p:nvPr/>
          </p:nvGrpSpPr>
          <p:grpSpPr>
            <a:xfrm>
              <a:off x="5908540" y="4138417"/>
              <a:ext cx="2239840" cy="501563"/>
              <a:chOff x="4330262" y="3880555"/>
              <a:chExt cx="3615558" cy="903111"/>
            </a:xfrm>
            <a:solidFill>
              <a:srgbClr val="ED7D31"/>
            </a:solidFill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2C9FE02D-1913-58E4-EF74-CD13F799B6F3}"/>
                  </a:ext>
                </a:extLst>
              </p:cNvPr>
              <p:cNvSpPr/>
              <p:nvPr/>
            </p:nvSpPr>
            <p:spPr>
              <a:xfrm>
                <a:off x="4330262" y="3880555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0242C82-7EA5-5295-C14C-FE6B104AFD59}"/>
                  </a:ext>
                </a:extLst>
              </p:cNvPr>
              <p:cNvSpPr/>
              <p:nvPr/>
            </p:nvSpPr>
            <p:spPr>
              <a:xfrm>
                <a:off x="4330262" y="4241800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8A79E133-3E5C-DE27-0702-7A5009F53BC4}"/>
                  </a:ext>
                </a:extLst>
              </p:cNvPr>
              <p:cNvSpPr/>
              <p:nvPr/>
            </p:nvSpPr>
            <p:spPr>
              <a:xfrm>
                <a:off x="4330262" y="4603044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9DF09C0-AE16-F50F-5A9A-368F7D3BF936}"/>
                  </a:ext>
                </a:extLst>
              </p:cNvPr>
              <p:cNvSpPr/>
              <p:nvPr/>
            </p:nvSpPr>
            <p:spPr>
              <a:xfrm>
                <a:off x="7777655" y="3880555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BDAF42EA-9258-46AF-A14B-C0EE1C4C7AEC}"/>
                  </a:ext>
                </a:extLst>
              </p:cNvPr>
              <p:cNvSpPr/>
              <p:nvPr/>
            </p:nvSpPr>
            <p:spPr>
              <a:xfrm>
                <a:off x="7777655" y="4241800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233D0826-04EA-F256-F37C-BA28DEBDD389}"/>
                  </a:ext>
                </a:extLst>
              </p:cNvPr>
              <p:cNvSpPr/>
              <p:nvPr/>
            </p:nvSpPr>
            <p:spPr>
              <a:xfrm>
                <a:off x="7777655" y="4603044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pic>
        <p:nvPicPr>
          <p:cNvPr id="85" name="Picture 84">
            <a:extLst>
              <a:ext uri="{FF2B5EF4-FFF2-40B4-BE49-F238E27FC236}">
                <a16:creationId xmlns:a16="http://schemas.microsoft.com/office/drawing/2014/main" id="{CB426644-C3F8-53CC-0FDE-3BAFCA915E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184" r="6582"/>
          <a:stretch/>
        </p:blipFill>
        <p:spPr>
          <a:xfrm>
            <a:off x="811426" y="3243739"/>
            <a:ext cx="3012132" cy="910209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30FA646B-B26F-264C-A486-2D8198E72364}"/>
              </a:ext>
            </a:extLst>
          </p:cNvPr>
          <p:cNvGrpSpPr/>
          <p:nvPr/>
        </p:nvGrpSpPr>
        <p:grpSpPr>
          <a:xfrm>
            <a:off x="808756" y="2505786"/>
            <a:ext cx="3021181" cy="1404377"/>
            <a:chOff x="6581775" y="1457027"/>
            <a:chExt cx="4876800" cy="2266950"/>
          </a:xfrm>
        </p:grpSpPr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6C44D0F8-17F6-AA21-20D9-BE5D657A8806}"/>
                </a:ext>
              </a:extLst>
            </p:cNvPr>
            <p:cNvSpPr/>
            <p:nvPr/>
          </p:nvSpPr>
          <p:spPr>
            <a:xfrm>
              <a:off x="6581775" y="1457027"/>
              <a:ext cx="4876800" cy="2266950"/>
            </a:xfrm>
            <a:custGeom>
              <a:avLst/>
              <a:gdLst>
                <a:gd name="connsiteX0" fmla="*/ 4876800 w 4876800"/>
                <a:gd name="connsiteY0" fmla="*/ 1264356 h 2528711"/>
                <a:gd name="connsiteX1" fmla="*/ 2438400 w 4876800"/>
                <a:gd name="connsiteY1" fmla="*/ 2528711 h 2528711"/>
                <a:gd name="connsiteX2" fmla="*/ 0 w 4876800"/>
                <a:gd name="connsiteY2" fmla="*/ 1264356 h 2528711"/>
                <a:gd name="connsiteX3" fmla="*/ 2438400 w 4876800"/>
                <a:gd name="connsiteY3" fmla="*/ 0 h 2528711"/>
                <a:gd name="connsiteX4" fmla="*/ 4876800 w 4876800"/>
                <a:gd name="connsiteY4" fmla="*/ 1264356 h 252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76800" h="2528711">
                  <a:moveTo>
                    <a:pt x="4876800" y="1264356"/>
                  </a:moveTo>
                  <a:cubicBezTo>
                    <a:pt x="4876800" y="1962640"/>
                    <a:pt x="3785091" y="2528711"/>
                    <a:pt x="2438400" y="2528711"/>
                  </a:cubicBezTo>
                  <a:cubicBezTo>
                    <a:pt x="1091709" y="2528711"/>
                    <a:pt x="0" y="1962640"/>
                    <a:pt x="0" y="1264356"/>
                  </a:cubicBezTo>
                  <a:cubicBezTo>
                    <a:pt x="0" y="566071"/>
                    <a:pt x="1091709" y="0"/>
                    <a:pt x="2438400" y="0"/>
                  </a:cubicBezTo>
                  <a:cubicBezTo>
                    <a:pt x="3785091" y="0"/>
                    <a:pt x="4876800" y="566071"/>
                    <a:pt x="4876800" y="1264356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46D1F9B-B6BD-83A1-B9DA-26078F0ED51A}"/>
                </a:ext>
              </a:extLst>
            </p:cNvPr>
            <p:cNvSpPr/>
            <p:nvPr/>
          </p:nvSpPr>
          <p:spPr>
            <a:xfrm>
              <a:off x="6834023" y="1775066"/>
              <a:ext cx="1936982" cy="1694981"/>
            </a:xfrm>
            <a:custGeom>
              <a:avLst/>
              <a:gdLst>
                <a:gd name="connsiteX0" fmla="*/ 1849821 w 1936982"/>
                <a:gd name="connsiteY0" fmla="*/ 1890372 h 1890698"/>
                <a:gd name="connsiteX1" fmla="*/ 1843767 w 1936982"/>
                <a:gd name="connsiteY1" fmla="*/ 1890372 h 1890698"/>
                <a:gd name="connsiteX2" fmla="*/ 0 w 1936982"/>
                <a:gd name="connsiteY2" fmla="*/ 909593 h 1890698"/>
                <a:gd name="connsiteX3" fmla="*/ 1329264 w 1936982"/>
                <a:gd name="connsiteY3" fmla="*/ 973 h 1890698"/>
                <a:gd name="connsiteX4" fmla="*/ 1424042 w 1936982"/>
                <a:gd name="connsiteY4" fmla="*/ 73054 h 1890698"/>
                <a:gd name="connsiteX5" fmla="*/ 1361384 w 1936982"/>
                <a:gd name="connsiteY5" fmla="*/ 178073 h 1890698"/>
                <a:gd name="connsiteX6" fmla="*/ 168166 w 1936982"/>
                <a:gd name="connsiteY6" fmla="*/ 909593 h 1890698"/>
                <a:gd name="connsiteX7" fmla="*/ 1855791 w 1936982"/>
                <a:gd name="connsiteY7" fmla="*/ 1710021 h 1890698"/>
                <a:gd name="connsiteX8" fmla="*/ 1936930 w 1936982"/>
                <a:gd name="connsiteY8" fmla="*/ 1803493 h 1890698"/>
                <a:gd name="connsiteX9" fmla="*/ 1849905 w 1936982"/>
                <a:gd name="connsiteY9" fmla="*/ 1890643 h 189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36982" h="1890698">
                  <a:moveTo>
                    <a:pt x="1849821" y="1890372"/>
                  </a:moveTo>
                  <a:lnTo>
                    <a:pt x="1843767" y="1890372"/>
                  </a:lnTo>
                  <a:cubicBezTo>
                    <a:pt x="740937" y="1806292"/>
                    <a:pt x="0" y="1315451"/>
                    <a:pt x="0" y="909593"/>
                  </a:cubicBezTo>
                  <a:cubicBezTo>
                    <a:pt x="0" y="543833"/>
                    <a:pt x="559066" y="161727"/>
                    <a:pt x="1329264" y="973"/>
                  </a:cubicBezTo>
                  <a:cubicBezTo>
                    <a:pt x="1373711" y="-6053"/>
                    <a:pt x="1415449" y="25690"/>
                    <a:pt x="1424042" y="73054"/>
                  </a:cubicBezTo>
                  <a:cubicBezTo>
                    <a:pt x="1432627" y="120417"/>
                    <a:pt x="1405040" y="166666"/>
                    <a:pt x="1361384" y="178073"/>
                  </a:cubicBezTo>
                  <a:cubicBezTo>
                    <a:pt x="547379" y="348129"/>
                    <a:pt x="168166" y="715063"/>
                    <a:pt x="168166" y="909593"/>
                  </a:cubicBezTo>
                  <a:cubicBezTo>
                    <a:pt x="168166" y="1183687"/>
                    <a:pt x="825609" y="1632082"/>
                    <a:pt x="1855791" y="1710021"/>
                  </a:cubicBezTo>
                  <a:cubicBezTo>
                    <a:pt x="1902230" y="1711763"/>
                    <a:pt x="1938553" y="1753614"/>
                    <a:pt x="1936930" y="1803493"/>
                  </a:cubicBezTo>
                  <a:cubicBezTo>
                    <a:pt x="1935308" y="1853371"/>
                    <a:pt x="1896344" y="1892386"/>
                    <a:pt x="1849905" y="1890643"/>
                  </a:cubicBez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7C84348F-55D2-BDD4-D926-E19300EF822A}"/>
                </a:ext>
              </a:extLst>
            </p:cNvPr>
            <p:cNvSpPr/>
            <p:nvPr/>
          </p:nvSpPr>
          <p:spPr>
            <a:xfrm>
              <a:off x="9269428" y="1774470"/>
              <a:ext cx="1936898" cy="1695334"/>
            </a:xfrm>
            <a:custGeom>
              <a:avLst/>
              <a:gdLst>
                <a:gd name="connsiteX0" fmla="*/ 87078 w 1936898"/>
                <a:gd name="connsiteY0" fmla="*/ 1891036 h 1891092"/>
                <a:gd name="connsiteX1" fmla="*/ 52 w 1936898"/>
                <a:gd name="connsiteY1" fmla="*/ 1803886 h 1891092"/>
                <a:gd name="connsiteX2" fmla="*/ 81192 w 1936898"/>
                <a:gd name="connsiteY2" fmla="*/ 1710414 h 1891092"/>
                <a:gd name="connsiteX3" fmla="*/ 1768733 w 1936898"/>
                <a:gd name="connsiteY3" fmla="*/ 910257 h 1891092"/>
                <a:gd name="connsiteX4" fmla="*/ 575515 w 1936898"/>
                <a:gd name="connsiteY4" fmla="*/ 178737 h 1891092"/>
                <a:gd name="connsiteX5" fmla="*/ 510141 w 1936898"/>
                <a:gd name="connsiteY5" fmla="*/ 73075 h 1891092"/>
                <a:gd name="connsiteX6" fmla="*/ 607635 w 1936898"/>
                <a:gd name="connsiteY6" fmla="*/ 1456 h 1891092"/>
                <a:gd name="connsiteX7" fmla="*/ 1936899 w 1936898"/>
                <a:gd name="connsiteY7" fmla="*/ 910257 h 1891092"/>
                <a:gd name="connsiteX8" fmla="*/ 93048 w 1936898"/>
                <a:gd name="connsiteY8" fmla="*/ 1890855 h 189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6898" h="1891092">
                  <a:moveTo>
                    <a:pt x="87078" y="1891036"/>
                  </a:moveTo>
                  <a:cubicBezTo>
                    <a:pt x="40639" y="1892779"/>
                    <a:pt x="1675" y="1853764"/>
                    <a:pt x="52" y="1803886"/>
                  </a:cubicBezTo>
                  <a:cubicBezTo>
                    <a:pt x="-1571" y="1754007"/>
                    <a:pt x="34753" y="1712157"/>
                    <a:pt x="81192" y="1710414"/>
                  </a:cubicBezTo>
                  <a:cubicBezTo>
                    <a:pt x="1111290" y="1632746"/>
                    <a:pt x="1768733" y="1184351"/>
                    <a:pt x="1768733" y="910257"/>
                  </a:cubicBezTo>
                  <a:cubicBezTo>
                    <a:pt x="1768733" y="715727"/>
                    <a:pt x="1389520" y="348793"/>
                    <a:pt x="575515" y="178737"/>
                  </a:cubicBezTo>
                  <a:cubicBezTo>
                    <a:pt x="530480" y="168655"/>
                    <a:pt x="501354" y="121575"/>
                    <a:pt x="510141" y="73075"/>
                  </a:cubicBezTo>
                  <a:cubicBezTo>
                    <a:pt x="518927" y="24576"/>
                    <a:pt x="562364" y="-7336"/>
                    <a:pt x="607635" y="1456"/>
                  </a:cubicBezTo>
                  <a:cubicBezTo>
                    <a:pt x="1377833" y="162391"/>
                    <a:pt x="1936899" y="544497"/>
                    <a:pt x="1936899" y="910257"/>
                  </a:cubicBezTo>
                  <a:cubicBezTo>
                    <a:pt x="1936899" y="1316115"/>
                    <a:pt x="1195961" y="1806956"/>
                    <a:pt x="93048" y="1890855"/>
                  </a:cubicBez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F663FA48-5278-ABFE-931C-E5D2148305B7}"/>
                </a:ext>
              </a:extLst>
            </p:cNvPr>
            <p:cNvSpPr/>
            <p:nvPr/>
          </p:nvSpPr>
          <p:spPr>
            <a:xfrm>
              <a:off x="8554261" y="1780877"/>
              <a:ext cx="931660" cy="1133475"/>
            </a:xfrm>
            <a:custGeom>
              <a:avLst/>
              <a:gdLst>
                <a:gd name="connsiteX0" fmla="*/ 679568 w 931660"/>
                <a:gd name="connsiteY0" fmla="*/ 1264356 h 1264355"/>
                <a:gd name="connsiteX1" fmla="*/ 252259 w 931660"/>
                <a:gd name="connsiteY1" fmla="*/ 1264356 h 1264355"/>
                <a:gd name="connsiteX2" fmla="*/ 61694 w 931660"/>
                <a:gd name="connsiteY2" fmla="*/ 1170947 h 1264355"/>
                <a:gd name="connsiteX3" fmla="*/ 2533 w 931660"/>
                <a:gd name="connsiteY3" fmla="*/ 955130 h 1264355"/>
                <a:gd name="connsiteX4" fmla="*/ 82076 w 931660"/>
                <a:gd name="connsiteY4" fmla="*/ 357451 h 1264355"/>
                <a:gd name="connsiteX5" fmla="*/ 465914 w 931660"/>
                <a:gd name="connsiteY5" fmla="*/ 0 h 1264355"/>
                <a:gd name="connsiteX6" fmla="*/ 849583 w 931660"/>
                <a:gd name="connsiteY6" fmla="*/ 357451 h 1264355"/>
                <a:gd name="connsiteX7" fmla="*/ 929125 w 931660"/>
                <a:gd name="connsiteY7" fmla="*/ 955130 h 1264355"/>
                <a:gd name="connsiteX8" fmla="*/ 870015 w 931660"/>
                <a:gd name="connsiteY8" fmla="*/ 1170884 h 1264355"/>
                <a:gd name="connsiteX9" fmla="*/ 679568 w 931660"/>
                <a:gd name="connsiteY9" fmla="*/ 1264356 h 1264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1660" h="1264355">
                  <a:moveTo>
                    <a:pt x="679568" y="1264356"/>
                  </a:moveTo>
                  <a:lnTo>
                    <a:pt x="252259" y="1264356"/>
                  </a:lnTo>
                  <a:cubicBezTo>
                    <a:pt x="179141" y="1264356"/>
                    <a:pt x="109613" y="1230281"/>
                    <a:pt x="61694" y="1170947"/>
                  </a:cubicBezTo>
                  <a:cubicBezTo>
                    <a:pt x="13784" y="1111621"/>
                    <a:pt x="-7800" y="1032879"/>
                    <a:pt x="2533" y="955130"/>
                  </a:cubicBezTo>
                  <a:lnTo>
                    <a:pt x="82076" y="357451"/>
                  </a:lnTo>
                  <a:cubicBezTo>
                    <a:pt x="109327" y="152282"/>
                    <a:pt x="272960" y="-99"/>
                    <a:pt x="465914" y="0"/>
                  </a:cubicBezTo>
                  <a:cubicBezTo>
                    <a:pt x="658808" y="-9"/>
                    <a:pt x="822340" y="152349"/>
                    <a:pt x="849583" y="357451"/>
                  </a:cubicBezTo>
                  <a:lnTo>
                    <a:pt x="929125" y="955130"/>
                  </a:lnTo>
                  <a:cubicBezTo>
                    <a:pt x="939459" y="1032852"/>
                    <a:pt x="917892" y="1111558"/>
                    <a:pt x="870015" y="1170884"/>
                  </a:cubicBezTo>
                  <a:cubicBezTo>
                    <a:pt x="822139" y="1230209"/>
                    <a:pt x="752661" y="1264311"/>
                    <a:pt x="679568" y="1264356"/>
                  </a:cubicBezTo>
                  <a:close/>
                </a:path>
              </a:pathLst>
            </a:custGeom>
            <a:solidFill>
              <a:srgbClr val="BDC3C7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BF57D24F-E58F-8979-C5DA-F8C09FC67983}"/>
                </a:ext>
              </a:extLst>
            </p:cNvPr>
            <p:cNvSpPr/>
            <p:nvPr/>
          </p:nvSpPr>
          <p:spPr>
            <a:xfrm>
              <a:off x="8852009" y="2509539"/>
              <a:ext cx="336331" cy="161925"/>
            </a:xfrm>
            <a:custGeom>
              <a:avLst/>
              <a:gdLst>
                <a:gd name="connsiteX0" fmla="*/ 252248 w 336331"/>
                <a:gd name="connsiteY0" fmla="*/ 180622 h 180622"/>
                <a:gd name="connsiteX1" fmla="*/ 84083 w 336331"/>
                <a:gd name="connsiteY1" fmla="*/ 180622 h 180622"/>
                <a:gd name="connsiteX2" fmla="*/ 0 w 336331"/>
                <a:gd name="connsiteY2" fmla="*/ 90311 h 180622"/>
                <a:gd name="connsiteX3" fmla="*/ 84083 w 336331"/>
                <a:gd name="connsiteY3" fmla="*/ 0 h 180622"/>
                <a:gd name="connsiteX4" fmla="*/ 252248 w 336331"/>
                <a:gd name="connsiteY4" fmla="*/ 0 h 180622"/>
                <a:gd name="connsiteX5" fmla="*/ 336331 w 336331"/>
                <a:gd name="connsiteY5" fmla="*/ 90311 h 180622"/>
                <a:gd name="connsiteX6" fmla="*/ 252248 w 336331"/>
                <a:gd name="connsiteY6" fmla="*/ 180622 h 18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331" h="180622">
                  <a:moveTo>
                    <a:pt x="252248" y="180622"/>
                  </a:moveTo>
                  <a:lnTo>
                    <a:pt x="84083" y="180622"/>
                  </a:lnTo>
                  <a:cubicBezTo>
                    <a:pt x="37644" y="180622"/>
                    <a:pt x="0" y="140190"/>
                    <a:pt x="0" y="90311"/>
                  </a:cubicBezTo>
                  <a:cubicBezTo>
                    <a:pt x="0" y="40432"/>
                    <a:pt x="37644" y="0"/>
                    <a:pt x="84083" y="0"/>
                  </a:cubicBezTo>
                  <a:lnTo>
                    <a:pt x="252248" y="0"/>
                  </a:lnTo>
                  <a:cubicBezTo>
                    <a:pt x="298687" y="0"/>
                    <a:pt x="336331" y="40432"/>
                    <a:pt x="336331" y="90311"/>
                  </a:cubicBezTo>
                  <a:cubicBezTo>
                    <a:pt x="336331" y="140190"/>
                    <a:pt x="298687" y="180622"/>
                    <a:pt x="252248" y="180622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B03BD957-C4A1-FC9A-46FB-4A44A83533F1}"/>
                </a:ext>
              </a:extLst>
            </p:cNvPr>
            <p:cNvSpPr/>
            <p:nvPr/>
          </p:nvSpPr>
          <p:spPr>
            <a:xfrm>
              <a:off x="8936092" y="2023764"/>
              <a:ext cx="168165" cy="161925"/>
            </a:xfrm>
            <a:custGeom>
              <a:avLst/>
              <a:gdLst>
                <a:gd name="connsiteX0" fmla="*/ 168166 w 168165"/>
                <a:gd name="connsiteY0" fmla="*/ 90311 h 180622"/>
                <a:gd name="connsiteX1" fmla="*/ 84083 w 168165"/>
                <a:gd name="connsiteY1" fmla="*/ 180622 h 180622"/>
                <a:gd name="connsiteX2" fmla="*/ 0 w 168165"/>
                <a:gd name="connsiteY2" fmla="*/ 90311 h 180622"/>
                <a:gd name="connsiteX3" fmla="*/ 84083 w 168165"/>
                <a:gd name="connsiteY3" fmla="*/ 0 h 180622"/>
                <a:gd name="connsiteX4" fmla="*/ 168166 w 168165"/>
                <a:gd name="connsiteY4" fmla="*/ 90311 h 18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165" h="180622">
                  <a:moveTo>
                    <a:pt x="168166" y="90311"/>
                  </a:moveTo>
                  <a:cubicBezTo>
                    <a:pt x="168166" y="140189"/>
                    <a:pt x="130520" y="180622"/>
                    <a:pt x="84083" y="180622"/>
                  </a:cubicBezTo>
                  <a:cubicBezTo>
                    <a:pt x="37645" y="180622"/>
                    <a:pt x="0" y="140189"/>
                    <a:pt x="0" y="90311"/>
                  </a:cubicBezTo>
                  <a:cubicBezTo>
                    <a:pt x="0" y="40434"/>
                    <a:pt x="37645" y="0"/>
                    <a:pt x="84083" y="0"/>
                  </a:cubicBezTo>
                  <a:cubicBezTo>
                    <a:pt x="130520" y="0"/>
                    <a:pt x="168166" y="40434"/>
                    <a:pt x="168166" y="90311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12134991-0A87-020E-AF45-BB6CDCAF3A8A}"/>
              </a:ext>
            </a:extLst>
          </p:cNvPr>
          <p:cNvSpPr/>
          <p:nvPr/>
        </p:nvSpPr>
        <p:spPr>
          <a:xfrm>
            <a:off x="4591704" y="3204023"/>
            <a:ext cx="3021180" cy="2006252"/>
          </a:xfrm>
          <a:custGeom>
            <a:avLst/>
            <a:gdLst>
              <a:gd name="connsiteX0" fmla="*/ 0 w 4876800"/>
              <a:gd name="connsiteY0" fmla="*/ 0 h 3612444"/>
              <a:gd name="connsiteX1" fmla="*/ 0 w 4876800"/>
              <a:gd name="connsiteY1" fmla="*/ 2348089 h 3612444"/>
              <a:gd name="connsiteX2" fmla="*/ 2438400 w 4876800"/>
              <a:gd name="connsiteY2" fmla="*/ 3612445 h 3612444"/>
              <a:gd name="connsiteX3" fmla="*/ 4876800 w 4876800"/>
              <a:gd name="connsiteY3" fmla="*/ 2348089 h 3612444"/>
              <a:gd name="connsiteX4" fmla="*/ 4876800 w 4876800"/>
              <a:gd name="connsiteY4" fmla="*/ 0 h 3612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6800" h="3612444">
                <a:moveTo>
                  <a:pt x="0" y="0"/>
                </a:moveTo>
                <a:lnTo>
                  <a:pt x="0" y="2348089"/>
                </a:lnTo>
                <a:cubicBezTo>
                  <a:pt x="0" y="3046374"/>
                  <a:pt x="1091731" y="3612445"/>
                  <a:pt x="2438400" y="3612445"/>
                </a:cubicBezTo>
                <a:cubicBezTo>
                  <a:pt x="3785069" y="3612445"/>
                  <a:pt x="4876800" y="3046374"/>
                  <a:pt x="4876800" y="2348089"/>
                </a:cubicBezTo>
                <a:lnTo>
                  <a:pt x="4876800" y="0"/>
                </a:lnTo>
                <a:close/>
              </a:path>
            </a:pathLst>
          </a:custGeom>
          <a:solidFill>
            <a:srgbClr val="7F8C8D"/>
          </a:solidFill>
          <a:ln w="840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BAFCB683-0E9F-884E-4B7D-3F29A573FD71}"/>
              </a:ext>
            </a:extLst>
          </p:cNvPr>
          <p:cNvSpPr/>
          <p:nvPr/>
        </p:nvSpPr>
        <p:spPr>
          <a:xfrm>
            <a:off x="4597604" y="2538513"/>
            <a:ext cx="3007412" cy="1386876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>
            <a:solidFill>
              <a:srgbClr val="7F8C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5855975-205C-C8F3-2AB4-32970F888C09}"/>
              </a:ext>
            </a:extLst>
          </p:cNvPr>
          <p:cNvGrpSpPr/>
          <p:nvPr/>
        </p:nvGrpSpPr>
        <p:grpSpPr>
          <a:xfrm>
            <a:off x="4591704" y="3555116"/>
            <a:ext cx="3021180" cy="1404377"/>
            <a:chOff x="5491826" y="3586697"/>
            <a:chExt cx="3021180" cy="1404377"/>
          </a:xfrm>
        </p:grpSpPr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1F510E9-B23E-E28C-AF4F-E8C86DB606E9}"/>
                </a:ext>
              </a:extLst>
            </p:cNvPr>
            <p:cNvSpPr/>
            <p:nvPr/>
          </p:nvSpPr>
          <p:spPr>
            <a:xfrm>
              <a:off x="5491826" y="3586697"/>
              <a:ext cx="3021180" cy="1404377"/>
            </a:xfrm>
            <a:custGeom>
              <a:avLst/>
              <a:gdLst>
                <a:gd name="connsiteX0" fmla="*/ 0 w 4876800"/>
                <a:gd name="connsiteY0" fmla="*/ 1354667 h 2528711"/>
                <a:gd name="connsiteX1" fmla="*/ 2438400 w 4876800"/>
                <a:gd name="connsiteY1" fmla="*/ 2528711 h 2528711"/>
                <a:gd name="connsiteX2" fmla="*/ 4876800 w 4876800"/>
                <a:gd name="connsiteY2" fmla="*/ 1354667 h 2528711"/>
                <a:gd name="connsiteX3" fmla="*/ 4876800 w 4876800"/>
                <a:gd name="connsiteY3" fmla="*/ 0 h 2528711"/>
                <a:gd name="connsiteX4" fmla="*/ 2438400 w 4876800"/>
                <a:gd name="connsiteY4" fmla="*/ 1083733 h 2528711"/>
                <a:gd name="connsiteX5" fmla="*/ 0 w 4876800"/>
                <a:gd name="connsiteY5" fmla="*/ 0 h 252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2528711">
                  <a:moveTo>
                    <a:pt x="0" y="1354667"/>
                  </a:moveTo>
                  <a:cubicBezTo>
                    <a:pt x="0" y="2003101"/>
                    <a:pt x="1091731" y="2528711"/>
                    <a:pt x="2438400" y="2528711"/>
                  </a:cubicBezTo>
                  <a:cubicBezTo>
                    <a:pt x="3785069" y="2528711"/>
                    <a:pt x="4876800" y="2003101"/>
                    <a:pt x="4876800" y="1354667"/>
                  </a:cubicBezTo>
                  <a:lnTo>
                    <a:pt x="4876800" y="0"/>
                  </a:lnTo>
                  <a:cubicBezTo>
                    <a:pt x="4876800" y="598492"/>
                    <a:pt x="3785069" y="1083733"/>
                    <a:pt x="2438400" y="1083733"/>
                  </a:cubicBezTo>
                  <a:cubicBezTo>
                    <a:pt x="1091731" y="1083733"/>
                    <a:pt x="0" y="598492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97" name="Graphic 3">
              <a:extLst>
                <a:ext uri="{FF2B5EF4-FFF2-40B4-BE49-F238E27FC236}">
                  <a16:creationId xmlns:a16="http://schemas.microsoft.com/office/drawing/2014/main" id="{350374F0-BC82-D41C-6F95-7987ED10B215}"/>
                </a:ext>
              </a:extLst>
            </p:cNvPr>
            <p:cNvGrpSpPr/>
            <p:nvPr/>
          </p:nvGrpSpPr>
          <p:grpSpPr>
            <a:xfrm>
              <a:off x="5908540" y="4138417"/>
              <a:ext cx="2239840" cy="501563"/>
              <a:chOff x="4330262" y="3880555"/>
              <a:chExt cx="3615558" cy="903111"/>
            </a:xfrm>
            <a:solidFill>
              <a:srgbClr val="ED7D31"/>
            </a:solidFill>
          </p:grpSpPr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7BDBE32A-76AB-426B-043E-09BC12B15A47}"/>
                  </a:ext>
                </a:extLst>
              </p:cNvPr>
              <p:cNvSpPr/>
              <p:nvPr/>
            </p:nvSpPr>
            <p:spPr>
              <a:xfrm>
                <a:off x="4330262" y="3880555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302834E7-DA5A-7DDF-92B3-CF4598C2DE6B}"/>
                  </a:ext>
                </a:extLst>
              </p:cNvPr>
              <p:cNvSpPr/>
              <p:nvPr/>
            </p:nvSpPr>
            <p:spPr>
              <a:xfrm>
                <a:off x="4330262" y="4241800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960E27F0-FAB7-0989-9E7F-9F39EA66F0DD}"/>
                  </a:ext>
                </a:extLst>
              </p:cNvPr>
              <p:cNvSpPr/>
              <p:nvPr/>
            </p:nvSpPr>
            <p:spPr>
              <a:xfrm>
                <a:off x="4330262" y="4603044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E320A8D5-284A-BB96-59C6-F0DD1A79899F}"/>
                  </a:ext>
                </a:extLst>
              </p:cNvPr>
              <p:cNvSpPr/>
              <p:nvPr/>
            </p:nvSpPr>
            <p:spPr>
              <a:xfrm>
                <a:off x="7777655" y="3880555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D23D2F08-5595-417E-18E0-CD84E0385906}"/>
                  </a:ext>
                </a:extLst>
              </p:cNvPr>
              <p:cNvSpPr/>
              <p:nvPr/>
            </p:nvSpPr>
            <p:spPr>
              <a:xfrm>
                <a:off x="7777655" y="4241800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134B79D8-3A40-33CC-28EA-27685929F886}"/>
                  </a:ext>
                </a:extLst>
              </p:cNvPr>
              <p:cNvSpPr/>
              <p:nvPr/>
            </p:nvSpPr>
            <p:spPr>
              <a:xfrm>
                <a:off x="7777655" y="4603044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pic>
        <p:nvPicPr>
          <p:cNvPr id="104" name="Picture 103">
            <a:extLst>
              <a:ext uri="{FF2B5EF4-FFF2-40B4-BE49-F238E27FC236}">
                <a16:creationId xmlns:a16="http://schemas.microsoft.com/office/drawing/2014/main" id="{2FD34E17-43BF-03CF-868E-AD8A04E3C8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184" r="6582"/>
          <a:stretch/>
        </p:blipFill>
        <p:spPr>
          <a:xfrm>
            <a:off x="4597604" y="3255340"/>
            <a:ext cx="3012132" cy="910209"/>
          </a:xfrm>
          <a:prstGeom prst="rect">
            <a:avLst/>
          </a:prstGeom>
        </p:spPr>
      </p:pic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25FD5C97-425F-6329-76CD-EBC6D6A2E81A}"/>
              </a:ext>
            </a:extLst>
          </p:cNvPr>
          <p:cNvSpPr/>
          <p:nvPr/>
        </p:nvSpPr>
        <p:spPr>
          <a:xfrm>
            <a:off x="8365688" y="3218661"/>
            <a:ext cx="3021180" cy="2006252"/>
          </a:xfrm>
          <a:custGeom>
            <a:avLst/>
            <a:gdLst>
              <a:gd name="connsiteX0" fmla="*/ 0 w 4876800"/>
              <a:gd name="connsiteY0" fmla="*/ 0 h 3612444"/>
              <a:gd name="connsiteX1" fmla="*/ 0 w 4876800"/>
              <a:gd name="connsiteY1" fmla="*/ 2348089 h 3612444"/>
              <a:gd name="connsiteX2" fmla="*/ 2438400 w 4876800"/>
              <a:gd name="connsiteY2" fmla="*/ 3612445 h 3612444"/>
              <a:gd name="connsiteX3" fmla="*/ 4876800 w 4876800"/>
              <a:gd name="connsiteY3" fmla="*/ 2348089 h 3612444"/>
              <a:gd name="connsiteX4" fmla="*/ 4876800 w 4876800"/>
              <a:gd name="connsiteY4" fmla="*/ 0 h 3612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6800" h="3612444">
                <a:moveTo>
                  <a:pt x="0" y="0"/>
                </a:moveTo>
                <a:lnTo>
                  <a:pt x="0" y="2348089"/>
                </a:lnTo>
                <a:cubicBezTo>
                  <a:pt x="0" y="3046374"/>
                  <a:pt x="1091731" y="3612445"/>
                  <a:pt x="2438400" y="3612445"/>
                </a:cubicBezTo>
                <a:cubicBezTo>
                  <a:pt x="3785069" y="3612445"/>
                  <a:pt x="4876800" y="3046374"/>
                  <a:pt x="4876800" y="2348089"/>
                </a:cubicBezTo>
                <a:lnTo>
                  <a:pt x="4876800" y="0"/>
                </a:lnTo>
                <a:close/>
              </a:path>
            </a:pathLst>
          </a:custGeom>
          <a:solidFill>
            <a:srgbClr val="7F8C8D"/>
          </a:solidFill>
          <a:ln w="840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AB9E1C72-58B4-D2FD-12C1-DBBF01E88D95}"/>
              </a:ext>
            </a:extLst>
          </p:cNvPr>
          <p:cNvSpPr/>
          <p:nvPr/>
        </p:nvSpPr>
        <p:spPr>
          <a:xfrm>
            <a:off x="8371588" y="2553151"/>
            <a:ext cx="3007412" cy="1386876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>
            <a:solidFill>
              <a:srgbClr val="7F8C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BFB62F4-7331-44B7-B7F4-9DD3E2DD8156}"/>
              </a:ext>
            </a:extLst>
          </p:cNvPr>
          <p:cNvGrpSpPr/>
          <p:nvPr/>
        </p:nvGrpSpPr>
        <p:grpSpPr>
          <a:xfrm>
            <a:off x="8365688" y="3569754"/>
            <a:ext cx="3021180" cy="1404377"/>
            <a:chOff x="5491826" y="3586697"/>
            <a:chExt cx="3021180" cy="1404377"/>
          </a:xfrm>
        </p:grpSpPr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13B2726A-F3F3-845E-C357-B6B9600F50BE}"/>
                </a:ext>
              </a:extLst>
            </p:cNvPr>
            <p:cNvSpPr/>
            <p:nvPr/>
          </p:nvSpPr>
          <p:spPr>
            <a:xfrm>
              <a:off x="5491826" y="3586697"/>
              <a:ext cx="3021180" cy="1404377"/>
            </a:xfrm>
            <a:custGeom>
              <a:avLst/>
              <a:gdLst>
                <a:gd name="connsiteX0" fmla="*/ 0 w 4876800"/>
                <a:gd name="connsiteY0" fmla="*/ 1354667 h 2528711"/>
                <a:gd name="connsiteX1" fmla="*/ 2438400 w 4876800"/>
                <a:gd name="connsiteY1" fmla="*/ 2528711 h 2528711"/>
                <a:gd name="connsiteX2" fmla="*/ 4876800 w 4876800"/>
                <a:gd name="connsiteY2" fmla="*/ 1354667 h 2528711"/>
                <a:gd name="connsiteX3" fmla="*/ 4876800 w 4876800"/>
                <a:gd name="connsiteY3" fmla="*/ 0 h 2528711"/>
                <a:gd name="connsiteX4" fmla="*/ 2438400 w 4876800"/>
                <a:gd name="connsiteY4" fmla="*/ 1083733 h 2528711"/>
                <a:gd name="connsiteX5" fmla="*/ 0 w 4876800"/>
                <a:gd name="connsiteY5" fmla="*/ 0 h 252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2528711">
                  <a:moveTo>
                    <a:pt x="0" y="1354667"/>
                  </a:moveTo>
                  <a:cubicBezTo>
                    <a:pt x="0" y="2003101"/>
                    <a:pt x="1091731" y="2528711"/>
                    <a:pt x="2438400" y="2528711"/>
                  </a:cubicBezTo>
                  <a:cubicBezTo>
                    <a:pt x="3785069" y="2528711"/>
                    <a:pt x="4876800" y="2003101"/>
                    <a:pt x="4876800" y="1354667"/>
                  </a:cubicBezTo>
                  <a:lnTo>
                    <a:pt x="4876800" y="0"/>
                  </a:lnTo>
                  <a:cubicBezTo>
                    <a:pt x="4876800" y="598492"/>
                    <a:pt x="3785069" y="1083733"/>
                    <a:pt x="2438400" y="1083733"/>
                  </a:cubicBezTo>
                  <a:cubicBezTo>
                    <a:pt x="1091731" y="1083733"/>
                    <a:pt x="0" y="598492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16" name="Graphic 3">
              <a:extLst>
                <a:ext uri="{FF2B5EF4-FFF2-40B4-BE49-F238E27FC236}">
                  <a16:creationId xmlns:a16="http://schemas.microsoft.com/office/drawing/2014/main" id="{98ED4F97-B095-24B6-86EB-B3F946FA59A2}"/>
                </a:ext>
              </a:extLst>
            </p:cNvPr>
            <p:cNvGrpSpPr/>
            <p:nvPr/>
          </p:nvGrpSpPr>
          <p:grpSpPr>
            <a:xfrm>
              <a:off x="5908540" y="4138417"/>
              <a:ext cx="2239840" cy="501563"/>
              <a:chOff x="4330262" y="3880555"/>
              <a:chExt cx="3615558" cy="903111"/>
            </a:xfrm>
            <a:solidFill>
              <a:srgbClr val="ED7D31"/>
            </a:solidFill>
          </p:grpSpPr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1B6470E3-A60F-E024-B3F7-FAE7B8EA8108}"/>
                  </a:ext>
                </a:extLst>
              </p:cNvPr>
              <p:cNvSpPr/>
              <p:nvPr/>
            </p:nvSpPr>
            <p:spPr>
              <a:xfrm>
                <a:off x="4330262" y="3880555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25BB7F18-1011-9C7D-1B33-28512C719446}"/>
                  </a:ext>
                </a:extLst>
              </p:cNvPr>
              <p:cNvSpPr/>
              <p:nvPr/>
            </p:nvSpPr>
            <p:spPr>
              <a:xfrm>
                <a:off x="4330262" y="4241800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4595B0B7-E57B-EEBB-5D1E-BC7DAE9051DE}"/>
                  </a:ext>
                </a:extLst>
              </p:cNvPr>
              <p:cNvSpPr/>
              <p:nvPr/>
            </p:nvSpPr>
            <p:spPr>
              <a:xfrm>
                <a:off x="4330262" y="4603044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62B65DC-E652-9C53-3724-A6D5013809AB}"/>
                  </a:ext>
                </a:extLst>
              </p:cNvPr>
              <p:cNvSpPr/>
              <p:nvPr/>
            </p:nvSpPr>
            <p:spPr>
              <a:xfrm>
                <a:off x="7777655" y="3880555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DECCC793-98EC-9708-195C-B3CC3FC4B5DE}"/>
                  </a:ext>
                </a:extLst>
              </p:cNvPr>
              <p:cNvSpPr/>
              <p:nvPr/>
            </p:nvSpPr>
            <p:spPr>
              <a:xfrm>
                <a:off x="7777655" y="4241800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D0C57AF8-EC18-F38A-7D81-E28C4561D1C8}"/>
                  </a:ext>
                </a:extLst>
              </p:cNvPr>
              <p:cNvSpPr/>
              <p:nvPr/>
            </p:nvSpPr>
            <p:spPr>
              <a:xfrm>
                <a:off x="7777655" y="4603044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pic>
        <p:nvPicPr>
          <p:cNvPr id="123" name="Picture 122">
            <a:extLst>
              <a:ext uri="{FF2B5EF4-FFF2-40B4-BE49-F238E27FC236}">
                <a16:creationId xmlns:a16="http://schemas.microsoft.com/office/drawing/2014/main" id="{686AE8FE-7427-2937-9379-F0C77B7D2A5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184" r="6582"/>
          <a:stretch/>
        </p:blipFill>
        <p:spPr>
          <a:xfrm>
            <a:off x="8371588" y="3269978"/>
            <a:ext cx="3012132" cy="910209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1A723D5E-61D5-A605-A164-D5DF3FE99781}"/>
              </a:ext>
            </a:extLst>
          </p:cNvPr>
          <p:cNvSpPr txBox="1"/>
          <p:nvPr/>
        </p:nvSpPr>
        <p:spPr>
          <a:xfrm>
            <a:off x="1320800" y="3708067"/>
            <a:ext cx="2105025" cy="887615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5085"/>
              </a:avLst>
            </a:prstTxWarp>
            <a:spAutoFit/>
          </a:bodyPr>
          <a:lstStyle/>
          <a:p>
            <a:pPr algn="ctr"/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firstName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8B86B9F-3624-8771-C6A3-F216EEEE6372}"/>
              </a:ext>
            </a:extLst>
          </p:cNvPr>
          <p:cNvSpPr txBox="1"/>
          <p:nvPr/>
        </p:nvSpPr>
        <p:spPr>
          <a:xfrm>
            <a:off x="5070036" y="3661562"/>
            <a:ext cx="2105025" cy="887615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5085"/>
              </a:avLst>
            </a:prstTxWarp>
            <a:spAutoFit/>
          </a:bodyPr>
          <a:lstStyle/>
          <a:p>
            <a:pPr algn="ctr"/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Age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482462C-79FE-7CBF-F3D3-0B8745520235}"/>
              </a:ext>
            </a:extLst>
          </p:cNvPr>
          <p:cNvSpPr txBox="1"/>
          <p:nvPr/>
        </p:nvSpPr>
        <p:spPr>
          <a:xfrm>
            <a:off x="8829076" y="3730205"/>
            <a:ext cx="2105025" cy="887615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5085"/>
              </a:avLst>
            </a:prstTxWarp>
            <a:spAutoFit/>
          </a:bodyPr>
          <a:lstStyle/>
          <a:p>
            <a:pPr algn="ctr"/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dateOfBirth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4B22A21A-C502-557F-8ABD-19D5AF85158B}"/>
              </a:ext>
            </a:extLst>
          </p:cNvPr>
          <p:cNvGrpSpPr/>
          <p:nvPr/>
        </p:nvGrpSpPr>
        <p:grpSpPr>
          <a:xfrm>
            <a:off x="4590719" y="2524621"/>
            <a:ext cx="3021181" cy="1404377"/>
            <a:chOff x="6581775" y="1457027"/>
            <a:chExt cx="4876800" cy="2266950"/>
          </a:xfrm>
        </p:grpSpPr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E8E99147-0E72-64C2-A35E-1B5542220F77}"/>
                </a:ext>
              </a:extLst>
            </p:cNvPr>
            <p:cNvSpPr/>
            <p:nvPr/>
          </p:nvSpPr>
          <p:spPr>
            <a:xfrm>
              <a:off x="6581775" y="1457027"/>
              <a:ext cx="4876800" cy="2266950"/>
            </a:xfrm>
            <a:custGeom>
              <a:avLst/>
              <a:gdLst>
                <a:gd name="connsiteX0" fmla="*/ 4876800 w 4876800"/>
                <a:gd name="connsiteY0" fmla="*/ 1264356 h 2528711"/>
                <a:gd name="connsiteX1" fmla="*/ 2438400 w 4876800"/>
                <a:gd name="connsiteY1" fmla="*/ 2528711 h 2528711"/>
                <a:gd name="connsiteX2" fmla="*/ 0 w 4876800"/>
                <a:gd name="connsiteY2" fmla="*/ 1264356 h 2528711"/>
                <a:gd name="connsiteX3" fmla="*/ 2438400 w 4876800"/>
                <a:gd name="connsiteY3" fmla="*/ 0 h 2528711"/>
                <a:gd name="connsiteX4" fmla="*/ 4876800 w 4876800"/>
                <a:gd name="connsiteY4" fmla="*/ 1264356 h 252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76800" h="2528711">
                  <a:moveTo>
                    <a:pt x="4876800" y="1264356"/>
                  </a:moveTo>
                  <a:cubicBezTo>
                    <a:pt x="4876800" y="1962640"/>
                    <a:pt x="3785091" y="2528711"/>
                    <a:pt x="2438400" y="2528711"/>
                  </a:cubicBezTo>
                  <a:cubicBezTo>
                    <a:pt x="1091709" y="2528711"/>
                    <a:pt x="0" y="1962640"/>
                    <a:pt x="0" y="1264356"/>
                  </a:cubicBezTo>
                  <a:cubicBezTo>
                    <a:pt x="0" y="566071"/>
                    <a:pt x="1091709" y="0"/>
                    <a:pt x="2438400" y="0"/>
                  </a:cubicBezTo>
                  <a:cubicBezTo>
                    <a:pt x="3785091" y="0"/>
                    <a:pt x="4876800" y="566071"/>
                    <a:pt x="4876800" y="1264356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DBD915B-3F47-5C1E-185C-701B005D9A5E}"/>
                </a:ext>
              </a:extLst>
            </p:cNvPr>
            <p:cNvSpPr/>
            <p:nvPr/>
          </p:nvSpPr>
          <p:spPr>
            <a:xfrm>
              <a:off x="6834023" y="1775066"/>
              <a:ext cx="1936982" cy="1694981"/>
            </a:xfrm>
            <a:custGeom>
              <a:avLst/>
              <a:gdLst>
                <a:gd name="connsiteX0" fmla="*/ 1849821 w 1936982"/>
                <a:gd name="connsiteY0" fmla="*/ 1890372 h 1890698"/>
                <a:gd name="connsiteX1" fmla="*/ 1843767 w 1936982"/>
                <a:gd name="connsiteY1" fmla="*/ 1890372 h 1890698"/>
                <a:gd name="connsiteX2" fmla="*/ 0 w 1936982"/>
                <a:gd name="connsiteY2" fmla="*/ 909593 h 1890698"/>
                <a:gd name="connsiteX3" fmla="*/ 1329264 w 1936982"/>
                <a:gd name="connsiteY3" fmla="*/ 973 h 1890698"/>
                <a:gd name="connsiteX4" fmla="*/ 1424042 w 1936982"/>
                <a:gd name="connsiteY4" fmla="*/ 73054 h 1890698"/>
                <a:gd name="connsiteX5" fmla="*/ 1361384 w 1936982"/>
                <a:gd name="connsiteY5" fmla="*/ 178073 h 1890698"/>
                <a:gd name="connsiteX6" fmla="*/ 168166 w 1936982"/>
                <a:gd name="connsiteY6" fmla="*/ 909593 h 1890698"/>
                <a:gd name="connsiteX7" fmla="*/ 1855791 w 1936982"/>
                <a:gd name="connsiteY7" fmla="*/ 1710021 h 1890698"/>
                <a:gd name="connsiteX8" fmla="*/ 1936930 w 1936982"/>
                <a:gd name="connsiteY8" fmla="*/ 1803493 h 1890698"/>
                <a:gd name="connsiteX9" fmla="*/ 1849905 w 1936982"/>
                <a:gd name="connsiteY9" fmla="*/ 1890643 h 189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36982" h="1890698">
                  <a:moveTo>
                    <a:pt x="1849821" y="1890372"/>
                  </a:moveTo>
                  <a:lnTo>
                    <a:pt x="1843767" y="1890372"/>
                  </a:lnTo>
                  <a:cubicBezTo>
                    <a:pt x="740937" y="1806292"/>
                    <a:pt x="0" y="1315451"/>
                    <a:pt x="0" y="909593"/>
                  </a:cubicBezTo>
                  <a:cubicBezTo>
                    <a:pt x="0" y="543833"/>
                    <a:pt x="559066" y="161727"/>
                    <a:pt x="1329264" y="973"/>
                  </a:cubicBezTo>
                  <a:cubicBezTo>
                    <a:pt x="1373711" y="-6053"/>
                    <a:pt x="1415449" y="25690"/>
                    <a:pt x="1424042" y="73054"/>
                  </a:cubicBezTo>
                  <a:cubicBezTo>
                    <a:pt x="1432627" y="120417"/>
                    <a:pt x="1405040" y="166666"/>
                    <a:pt x="1361384" y="178073"/>
                  </a:cubicBezTo>
                  <a:cubicBezTo>
                    <a:pt x="547379" y="348129"/>
                    <a:pt x="168166" y="715063"/>
                    <a:pt x="168166" y="909593"/>
                  </a:cubicBezTo>
                  <a:cubicBezTo>
                    <a:pt x="168166" y="1183687"/>
                    <a:pt x="825609" y="1632082"/>
                    <a:pt x="1855791" y="1710021"/>
                  </a:cubicBezTo>
                  <a:cubicBezTo>
                    <a:pt x="1902230" y="1711763"/>
                    <a:pt x="1938553" y="1753614"/>
                    <a:pt x="1936930" y="1803493"/>
                  </a:cubicBezTo>
                  <a:cubicBezTo>
                    <a:pt x="1935308" y="1853371"/>
                    <a:pt x="1896344" y="1892386"/>
                    <a:pt x="1849905" y="1890643"/>
                  </a:cubicBez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4F54171C-1B3D-A481-A297-1AF44CD52E14}"/>
                </a:ext>
              </a:extLst>
            </p:cNvPr>
            <p:cNvSpPr/>
            <p:nvPr/>
          </p:nvSpPr>
          <p:spPr>
            <a:xfrm>
              <a:off x="9269428" y="1774470"/>
              <a:ext cx="1936898" cy="1695334"/>
            </a:xfrm>
            <a:custGeom>
              <a:avLst/>
              <a:gdLst>
                <a:gd name="connsiteX0" fmla="*/ 87078 w 1936898"/>
                <a:gd name="connsiteY0" fmla="*/ 1891036 h 1891092"/>
                <a:gd name="connsiteX1" fmla="*/ 52 w 1936898"/>
                <a:gd name="connsiteY1" fmla="*/ 1803886 h 1891092"/>
                <a:gd name="connsiteX2" fmla="*/ 81192 w 1936898"/>
                <a:gd name="connsiteY2" fmla="*/ 1710414 h 1891092"/>
                <a:gd name="connsiteX3" fmla="*/ 1768733 w 1936898"/>
                <a:gd name="connsiteY3" fmla="*/ 910257 h 1891092"/>
                <a:gd name="connsiteX4" fmla="*/ 575515 w 1936898"/>
                <a:gd name="connsiteY4" fmla="*/ 178737 h 1891092"/>
                <a:gd name="connsiteX5" fmla="*/ 510141 w 1936898"/>
                <a:gd name="connsiteY5" fmla="*/ 73075 h 1891092"/>
                <a:gd name="connsiteX6" fmla="*/ 607635 w 1936898"/>
                <a:gd name="connsiteY6" fmla="*/ 1456 h 1891092"/>
                <a:gd name="connsiteX7" fmla="*/ 1936899 w 1936898"/>
                <a:gd name="connsiteY7" fmla="*/ 910257 h 1891092"/>
                <a:gd name="connsiteX8" fmla="*/ 93048 w 1936898"/>
                <a:gd name="connsiteY8" fmla="*/ 1890855 h 189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6898" h="1891092">
                  <a:moveTo>
                    <a:pt x="87078" y="1891036"/>
                  </a:moveTo>
                  <a:cubicBezTo>
                    <a:pt x="40639" y="1892779"/>
                    <a:pt x="1675" y="1853764"/>
                    <a:pt x="52" y="1803886"/>
                  </a:cubicBezTo>
                  <a:cubicBezTo>
                    <a:pt x="-1571" y="1754007"/>
                    <a:pt x="34753" y="1712157"/>
                    <a:pt x="81192" y="1710414"/>
                  </a:cubicBezTo>
                  <a:cubicBezTo>
                    <a:pt x="1111290" y="1632746"/>
                    <a:pt x="1768733" y="1184351"/>
                    <a:pt x="1768733" y="910257"/>
                  </a:cubicBezTo>
                  <a:cubicBezTo>
                    <a:pt x="1768733" y="715727"/>
                    <a:pt x="1389520" y="348793"/>
                    <a:pt x="575515" y="178737"/>
                  </a:cubicBezTo>
                  <a:cubicBezTo>
                    <a:pt x="530480" y="168655"/>
                    <a:pt x="501354" y="121575"/>
                    <a:pt x="510141" y="73075"/>
                  </a:cubicBezTo>
                  <a:cubicBezTo>
                    <a:pt x="518927" y="24576"/>
                    <a:pt x="562364" y="-7336"/>
                    <a:pt x="607635" y="1456"/>
                  </a:cubicBezTo>
                  <a:cubicBezTo>
                    <a:pt x="1377833" y="162391"/>
                    <a:pt x="1936899" y="544497"/>
                    <a:pt x="1936899" y="910257"/>
                  </a:cubicBezTo>
                  <a:cubicBezTo>
                    <a:pt x="1936899" y="1316115"/>
                    <a:pt x="1195961" y="1806956"/>
                    <a:pt x="93048" y="1890855"/>
                  </a:cubicBez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E334C2F-BF98-8887-983E-ABEA5EF62BD1}"/>
                </a:ext>
              </a:extLst>
            </p:cNvPr>
            <p:cNvSpPr/>
            <p:nvPr/>
          </p:nvSpPr>
          <p:spPr>
            <a:xfrm>
              <a:off x="8554261" y="1780877"/>
              <a:ext cx="931660" cy="1133475"/>
            </a:xfrm>
            <a:custGeom>
              <a:avLst/>
              <a:gdLst>
                <a:gd name="connsiteX0" fmla="*/ 679568 w 931660"/>
                <a:gd name="connsiteY0" fmla="*/ 1264356 h 1264355"/>
                <a:gd name="connsiteX1" fmla="*/ 252259 w 931660"/>
                <a:gd name="connsiteY1" fmla="*/ 1264356 h 1264355"/>
                <a:gd name="connsiteX2" fmla="*/ 61694 w 931660"/>
                <a:gd name="connsiteY2" fmla="*/ 1170947 h 1264355"/>
                <a:gd name="connsiteX3" fmla="*/ 2533 w 931660"/>
                <a:gd name="connsiteY3" fmla="*/ 955130 h 1264355"/>
                <a:gd name="connsiteX4" fmla="*/ 82076 w 931660"/>
                <a:gd name="connsiteY4" fmla="*/ 357451 h 1264355"/>
                <a:gd name="connsiteX5" fmla="*/ 465914 w 931660"/>
                <a:gd name="connsiteY5" fmla="*/ 0 h 1264355"/>
                <a:gd name="connsiteX6" fmla="*/ 849583 w 931660"/>
                <a:gd name="connsiteY6" fmla="*/ 357451 h 1264355"/>
                <a:gd name="connsiteX7" fmla="*/ 929125 w 931660"/>
                <a:gd name="connsiteY7" fmla="*/ 955130 h 1264355"/>
                <a:gd name="connsiteX8" fmla="*/ 870015 w 931660"/>
                <a:gd name="connsiteY8" fmla="*/ 1170884 h 1264355"/>
                <a:gd name="connsiteX9" fmla="*/ 679568 w 931660"/>
                <a:gd name="connsiteY9" fmla="*/ 1264356 h 1264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1660" h="1264355">
                  <a:moveTo>
                    <a:pt x="679568" y="1264356"/>
                  </a:moveTo>
                  <a:lnTo>
                    <a:pt x="252259" y="1264356"/>
                  </a:lnTo>
                  <a:cubicBezTo>
                    <a:pt x="179141" y="1264356"/>
                    <a:pt x="109613" y="1230281"/>
                    <a:pt x="61694" y="1170947"/>
                  </a:cubicBezTo>
                  <a:cubicBezTo>
                    <a:pt x="13784" y="1111621"/>
                    <a:pt x="-7800" y="1032879"/>
                    <a:pt x="2533" y="955130"/>
                  </a:cubicBezTo>
                  <a:lnTo>
                    <a:pt x="82076" y="357451"/>
                  </a:lnTo>
                  <a:cubicBezTo>
                    <a:pt x="109327" y="152282"/>
                    <a:pt x="272960" y="-99"/>
                    <a:pt x="465914" y="0"/>
                  </a:cubicBezTo>
                  <a:cubicBezTo>
                    <a:pt x="658808" y="-9"/>
                    <a:pt x="822340" y="152349"/>
                    <a:pt x="849583" y="357451"/>
                  </a:cubicBezTo>
                  <a:lnTo>
                    <a:pt x="929125" y="955130"/>
                  </a:lnTo>
                  <a:cubicBezTo>
                    <a:pt x="939459" y="1032852"/>
                    <a:pt x="917892" y="1111558"/>
                    <a:pt x="870015" y="1170884"/>
                  </a:cubicBezTo>
                  <a:cubicBezTo>
                    <a:pt x="822139" y="1230209"/>
                    <a:pt x="752661" y="1264311"/>
                    <a:pt x="679568" y="1264356"/>
                  </a:cubicBezTo>
                  <a:close/>
                </a:path>
              </a:pathLst>
            </a:custGeom>
            <a:solidFill>
              <a:srgbClr val="BDC3C7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CC83601-82B2-B46D-A777-4E430E5C1FB0}"/>
                </a:ext>
              </a:extLst>
            </p:cNvPr>
            <p:cNvSpPr/>
            <p:nvPr/>
          </p:nvSpPr>
          <p:spPr>
            <a:xfrm>
              <a:off x="8852009" y="2509539"/>
              <a:ext cx="336331" cy="161925"/>
            </a:xfrm>
            <a:custGeom>
              <a:avLst/>
              <a:gdLst>
                <a:gd name="connsiteX0" fmla="*/ 252248 w 336331"/>
                <a:gd name="connsiteY0" fmla="*/ 180622 h 180622"/>
                <a:gd name="connsiteX1" fmla="*/ 84083 w 336331"/>
                <a:gd name="connsiteY1" fmla="*/ 180622 h 180622"/>
                <a:gd name="connsiteX2" fmla="*/ 0 w 336331"/>
                <a:gd name="connsiteY2" fmla="*/ 90311 h 180622"/>
                <a:gd name="connsiteX3" fmla="*/ 84083 w 336331"/>
                <a:gd name="connsiteY3" fmla="*/ 0 h 180622"/>
                <a:gd name="connsiteX4" fmla="*/ 252248 w 336331"/>
                <a:gd name="connsiteY4" fmla="*/ 0 h 180622"/>
                <a:gd name="connsiteX5" fmla="*/ 336331 w 336331"/>
                <a:gd name="connsiteY5" fmla="*/ 90311 h 180622"/>
                <a:gd name="connsiteX6" fmla="*/ 252248 w 336331"/>
                <a:gd name="connsiteY6" fmla="*/ 180622 h 18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331" h="180622">
                  <a:moveTo>
                    <a:pt x="252248" y="180622"/>
                  </a:moveTo>
                  <a:lnTo>
                    <a:pt x="84083" y="180622"/>
                  </a:lnTo>
                  <a:cubicBezTo>
                    <a:pt x="37644" y="180622"/>
                    <a:pt x="0" y="140190"/>
                    <a:pt x="0" y="90311"/>
                  </a:cubicBezTo>
                  <a:cubicBezTo>
                    <a:pt x="0" y="40432"/>
                    <a:pt x="37644" y="0"/>
                    <a:pt x="84083" y="0"/>
                  </a:cubicBezTo>
                  <a:lnTo>
                    <a:pt x="252248" y="0"/>
                  </a:lnTo>
                  <a:cubicBezTo>
                    <a:pt x="298687" y="0"/>
                    <a:pt x="336331" y="40432"/>
                    <a:pt x="336331" y="90311"/>
                  </a:cubicBezTo>
                  <a:cubicBezTo>
                    <a:pt x="336331" y="140190"/>
                    <a:pt x="298687" y="180622"/>
                    <a:pt x="252248" y="180622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5163F6-4DF5-31E0-4961-C6EFA6567E91}"/>
                </a:ext>
              </a:extLst>
            </p:cNvPr>
            <p:cNvSpPr/>
            <p:nvPr/>
          </p:nvSpPr>
          <p:spPr>
            <a:xfrm>
              <a:off x="8936092" y="2023764"/>
              <a:ext cx="168165" cy="161925"/>
            </a:xfrm>
            <a:custGeom>
              <a:avLst/>
              <a:gdLst>
                <a:gd name="connsiteX0" fmla="*/ 168166 w 168165"/>
                <a:gd name="connsiteY0" fmla="*/ 90311 h 180622"/>
                <a:gd name="connsiteX1" fmla="*/ 84083 w 168165"/>
                <a:gd name="connsiteY1" fmla="*/ 180622 h 180622"/>
                <a:gd name="connsiteX2" fmla="*/ 0 w 168165"/>
                <a:gd name="connsiteY2" fmla="*/ 90311 h 180622"/>
                <a:gd name="connsiteX3" fmla="*/ 84083 w 168165"/>
                <a:gd name="connsiteY3" fmla="*/ 0 h 180622"/>
                <a:gd name="connsiteX4" fmla="*/ 168166 w 168165"/>
                <a:gd name="connsiteY4" fmla="*/ 90311 h 18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165" h="180622">
                  <a:moveTo>
                    <a:pt x="168166" y="90311"/>
                  </a:moveTo>
                  <a:cubicBezTo>
                    <a:pt x="168166" y="140189"/>
                    <a:pt x="130520" y="180622"/>
                    <a:pt x="84083" y="180622"/>
                  </a:cubicBezTo>
                  <a:cubicBezTo>
                    <a:pt x="37645" y="180622"/>
                    <a:pt x="0" y="140189"/>
                    <a:pt x="0" y="90311"/>
                  </a:cubicBezTo>
                  <a:cubicBezTo>
                    <a:pt x="0" y="40434"/>
                    <a:pt x="37645" y="0"/>
                    <a:pt x="84083" y="0"/>
                  </a:cubicBezTo>
                  <a:cubicBezTo>
                    <a:pt x="130520" y="0"/>
                    <a:pt x="168166" y="40434"/>
                    <a:pt x="168166" y="90311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7E826AC-ADA5-A05C-BA08-D9CCAC4A1002}"/>
              </a:ext>
            </a:extLst>
          </p:cNvPr>
          <p:cNvGrpSpPr/>
          <p:nvPr/>
        </p:nvGrpSpPr>
        <p:grpSpPr>
          <a:xfrm>
            <a:off x="8367344" y="2543626"/>
            <a:ext cx="3021181" cy="1404377"/>
            <a:chOff x="6581775" y="1457027"/>
            <a:chExt cx="4876800" cy="2266950"/>
          </a:xfrm>
        </p:grpSpPr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E5E06728-5E97-6202-6978-190B4937B1F7}"/>
                </a:ext>
              </a:extLst>
            </p:cNvPr>
            <p:cNvSpPr/>
            <p:nvPr/>
          </p:nvSpPr>
          <p:spPr>
            <a:xfrm>
              <a:off x="6581775" y="1457027"/>
              <a:ext cx="4876800" cy="2266950"/>
            </a:xfrm>
            <a:custGeom>
              <a:avLst/>
              <a:gdLst>
                <a:gd name="connsiteX0" fmla="*/ 4876800 w 4876800"/>
                <a:gd name="connsiteY0" fmla="*/ 1264356 h 2528711"/>
                <a:gd name="connsiteX1" fmla="*/ 2438400 w 4876800"/>
                <a:gd name="connsiteY1" fmla="*/ 2528711 h 2528711"/>
                <a:gd name="connsiteX2" fmla="*/ 0 w 4876800"/>
                <a:gd name="connsiteY2" fmla="*/ 1264356 h 2528711"/>
                <a:gd name="connsiteX3" fmla="*/ 2438400 w 4876800"/>
                <a:gd name="connsiteY3" fmla="*/ 0 h 2528711"/>
                <a:gd name="connsiteX4" fmla="*/ 4876800 w 4876800"/>
                <a:gd name="connsiteY4" fmla="*/ 1264356 h 252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76800" h="2528711">
                  <a:moveTo>
                    <a:pt x="4876800" y="1264356"/>
                  </a:moveTo>
                  <a:cubicBezTo>
                    <a:pt x="4876800" y="1962640"/>
                    <a:pt x="3785091" y="2528711"/>
                    <a:pt x="2438400" y="2528711"/>
                  </a:cubicBezTo>
                  <a:cubicBezTo>
                    <a:pt x="1091709" y="2528711"/>
                    <a:pt x="0" y="1962640"/>
                    <a:pt x="0" y="1264356"/>
                  </a:cubicBezTo>
                  <a:cubicBezTo>
                    <a:pt x="0" y="566071"/>
                    <a:pt x="1091709" y="0"/>
                    <a:pt x="2438400" y="0"/>
                  </a:cubicBezTo>
                  <a:cubicBezTo>
                    <a:pt x="3785091" y="0"/>
                    <a:pt x="4876800" y="566071"/>
                    <a:pt x="4876800" y="1264356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2BF0070A-BDDE-6DFF-F646-126A777702ED}"/>
                </a:ext>
              </a:extLst>
            </p:cNvPr>
            <p:cNvSpPr/>
            <p:nvPr/>
          </p:nvSpPr>
          <p:spPr>
            <a:xfrm>
              <a:off x="6834023" y="1775066"/>
              <a:ext cx="1936982" cy="1694981"/>
            </a:xfrm>
            <a:custGeom>
              <a:avLst/>
              <a:gdLst>
                <a:gd name="connsiteX0" fmla="*/ 1849821 w 1936982"/>
                <a:gd name="connsiteY0" fmla="*/ 1890372 h 1890698"/>
                <a:gd name="connsiteX1" fmla="*/ 1843767 w 1936982"/>
                <a:gd name="connsiteY1" fmla="*/ 1890372 h 1890698"/>
                <a:gd name="connsiteX2" fmla="*/ 0 w 1936982"/>
                <a:gd name="connsiteY2" fmla="*/ 909593 h 1890698"/>
                <a:gd name="connsiteX3" fmla="*/ 1329264 w 1936982"/>
                <a:gd name="connsiteY3" fmla="*/ 973 h 1890698"/>
                <a:gd name="connsiteX4" fmla="*/ 1424042 w 1936982"/>
                <a:gd name="connsiteY4" fmla="*/ 73054 h 1890698"/>
                <a:gd name="connsiteX5" fmla="*/ 1361384 w 1936982"/>
                <a:gd name="connsiteY5" fmla="*/ 178073 h 1890698"/>
                <a:gd name="connsiteX6" fmla="*/ 168166 w 1936982"/>
                <a:gd name="connsiteY6" fmla="*/ 909593 h 1890698"/>
                <a:gd name="connsiteX7" fmla="*/ 1855791 w 1936982"/>
                <a:gd name="connsiteY7" fmla="*/ 1710021 h 1890698"/>
                <a:gd name="connsiteX8" fmla="*/ 1936930 w 1936982"/>
                <a:gd name="connsiteY8" fmla="*/ 1803493 h 1890698"/>
                <a:gd name="connsiteX9" fmla="*/ 1849905 w 1936982"/>
                <a:gd name="connsiteY9" fmla="*/ 1890643 h 189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36982" h="1890698">
                  <a:moveTo>
                    <a:pt x="1849821" y="1890372"/>
                  </a:moveTo>
                  <a:lnTo>
                    <a:pt x="1843767" y="1890372"/>
                  </a:lnTo>
                  <a:cubicBezTo>
                    <a:pt x="740937" y="1806292"/>
                    <a:pt x="0" y="1315451"/>
                    <a:pt x="0" y="909593"/>
                  </a:cubicBezTo>
                  <a:cubicBezTo>
                    <a:pt x="0" y="543833"/>
                    <a:pt x="559066" y="161727"/>
                    <a:pt x="1329264" y="973"/>
                  </a:cubicBezTo>
                  <a:cubicBezTo>
                    <a:pt x="1373711" y="-6053"/>
                    <a:pt x="1415449" y="25690"/>
                    <a:pt x="1424042" y="73054"/>
                  </a:cubicBezTo>
                  <a:cubicBezTo>
                    <a:pt x="1432627" y="120417"/>
                    <a:pt x="1405040" y="166666"/>
                    <a:pt x="1361384" y="178073"/>
                  </a:cubicBezTo>
                  <a:cubicBezTo>
                    <a:pt x="547379" y="348129"/>
                    <a:pt x="168166" y="715063"/>
                    <a:pt x="168166" y="909593"/>
                  </a:cubicBezTo>
                  <a:cubicBezTo>
                    <a:pt x="168166" y="1183687"/>
                    <a:pt x="825609" y="1632082"/>
                    <a:pt x="1855791" y="1710021"/>
                  </a:cubicBezTo>
                  <a:cubicBezTo>
                    <a:pt x="1902230" y="1711763"/>
                    <a:pt x="1938553" y="1753614"/>
                    <a:pt x="1936930" y="1803493"/>
                  </a:cubicBezTo>
                  <a:cubicBezTo>
                    <a:pt x="1935308" y="1853371"/>
                    <a:pt x="1896344" y="1892386"/>
                    <a:pt x="1849905" y="1890643"/>
                  </a:cubicBez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EB18912-C55A-0189-EB14-D04598604602}"/>
                </a:ext>
              </a:extLst>
            </p:cNvPr>
            <p:cNvSpPr/>
            <p:nvPr/>
          </p:nvSpPr>
          <p:spPr>
            <a:xfrm>
              <a:off x="9269428" y="1774470"/>
              <a:ext cx="1936898" cy="1695334"/>
            </a:xfrm>
            <a:custGeom>
              <a:avLst/>
              <a:gdLst>
                <a:gd name="connsiteX0" fmla="*/ 87078 w 1936898"/>
                <a:gd name="connsiteY0" fmla="*/ 1891036 h 1891092"/>
                <a:gd name="connsiteX1" fmla="*/ 52 w 1936898"/>
                <a:gd name="connsiteY1" fmla="*/ 1803886 h 1891092"/>
                <a:gd name="connsiteX2" fmla="*/ 81192 w 1936898"/>
                <a:gd name="connsiteY2" fmla="*/ 1710414 h 1891092"/>
                <a:gd name="connsiteX3" fmla="*/ 1768733 w 1936898"/>
                <a:gd name="connsiteY3" fmla="*/ 910257 h 1891092"/>
                <a:gd name="connsiteX4" fmla="*/ 575515 w 1936898"/>
                <a:gd name="connsiteY4" fmla="*/ 178737 h 1891092"/>
                <a:gd name="connsiteX5" fmla="*/ 510141 w 1936898"/>
                <a:gd name="connsiteY5" fmla="*/ 73075 h 1891092"/>
                <a:gd name="connsiteX6" fmla="*/ 607635 w 1936898"/>
                <a:gd name="connsiteY6" fmla="*/ 1456 h 1891092"/>
                <a:gd name="connsiteX7" fmla="*/ 1936899 w 1936898"/>
                <a:gd name="connsiteY7" fmla="*/ 910257 h 1891092"/>
                <a:gd name="connsiteX8" fmla="*/ 93048 w 1936898"/>
                <a:gd name="connsiteY8" fmla="*/ 1890855 h 189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6898" h="1891092">
                  <a:moveTo>
                    <a:pt x="87078" y="1891036"/>
                  </a:moveTo>
                  <a:cubicBezTo>
                    <a:pt x="40639" y="1892779"/>
                    <a:pt x="1675" y="1853764"/>
                    <a:pt x="52" y="1803886"/>
                  </a:cubicBezTo>
                  <a:cubicBezTo>
                    <a:pt x="-1571" y="1754007"/>
                    <a:pt x="34753" y="1712157"/>
                    <a:pt x="81192" y="1710414"/>
                  </a:cubicBezTo>
                  <a:cubicBezTo>
                    <a:pt x="1111290" y="1632746"/>
                    <a:pt x="1768733" y="1184351"/>
                    <a:pt x="1768733" y="910257"/>
                  </a:cubicBezTo>
                  <a:cubicBezTo>
                    <a:pt x="1768733" y="715727"/>
                    <a:pt x="1389520" y="348793"/>
                    <a:pt x="575515" y="178737"/>
                  </a:cubicBezTo>
                  <a:cubicBezTo>
                    <a:pt x="530480" y="168655"/>
                    <a:pt x="501354" y="121575"/>
                    <a:pt x="510141" y="73075"/>
                  </a:cubicBezTo>
                  <a:cubicBezTo>
                    <a:pt x="518927" y="24576"/>
                    <a:pt x="562364" y="-7336"/>
                    <a:pt x="607635" y="1456"/>
                  </a:cubicBezTo>
                  <a:cubicBezTo>
                    <a:pt x="1377833" y="162391"/>
                    <a:pt x="1936899" y="544497"/>
                    <a:pt x="1936899" y="910257"/>
                  </a:cubicBezTo>
                  <a:cubicBezTo>
                    <a:pt x="1936899" y="1316115"/>
                    <a:pt x="1195961" y="1806956"/>
                    <a:pt x="93048" y="1890855"/>
                  </a:cubicBez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A8FF7900-8EB0-912C-C5A7-4F6C3E3676DA}"/>
                </a:ext>
              </a:extLst>
            </p:cNvPr>
            <p:cNvSpPr/>
            <p:nvPr/>
          </p:nvSpPr>
          <p:spPr>
            <a:xfrm>
              <a:off x="8554261" y="1780877"/>
              <a:ext cx="931660" cy="1133475"/>
            </a:xfrm>
            <a:custGeom>
              <a:avLst/>
              <a:gdLst>
                <a:gd name="connsiteX0" fmla="*/ 679568 w 931660"/>
                <a:gd name="connsiteY0" fmla="*/ 1264356 h 1264355"/>
                <a:gd name="connsiteX1" fmla="*/ 252259 w 931660"/>
                <a:gd name="connsiteY1" fmla="*/ 1264356 h 1264355"/>
                <a:gd name="connsiteX2" fmla="*/ 61694 w 931660"/>
                <a:gd name="connsiteY2" fmla="*/ 1170947 h 1264355"/>
                <a:gd name="connsiteX3" fmla="*/ 2533 w 931660"/>
                <a:gd name="connsiteY3" fmla="*/ 955130 h 1264355"/>
                <a:gd name="connsiteX4" fmla="*/ 82076 w 931660"/>
                <a:gd name="connsiteY4" fmla="*/ 357451 h 1264355"/>
                <a:gd name="connsiteX5" fmla="*/ 465914 w 931660"/>
                <a:gd name="connsiteY5" fmla="*/ 0 h 1264355"/>
                <a:gd name="connsiteX6" fmla="*/ 849583 w 931660"/>
                <a:gd name="connsiteY6" fmla="*/ 357451 h 1264355"/>
                <a:gd name="connsiteX7" fmla="*/ 929125 w 931660"/>
                <a:gd name="connsiteY7" fmla="*/ 955130 h 1264355"/>
                <a:gd name="connsiteX8" fmla="*/ 870015 w 931660"/>
                <a:gd name="connsiteY8" fmla="*/ 1170884 h 1264355"/>
                <a:gd name="connsiteX9" fmla="*/ 679568 w 931660"/>
                <a:gd name="connsiteY9" fmla="*/ 1264356 h 1264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1660" h="1264355">
                  <a:moveTo>
                    <a:pt x="679568" y="1264356"/>
                  </a:moveTo>
                  <a:lnTo>
                    <a:pt x="252259" y="1264356"/>
                  </a:lnTo>
                  <a:cubicBezTo>
                    <a:pt x="179141" y="1264356"/>
                    <a:pt x="109613" y="1230281"/>
                    <a:pt x="61694" y="1170947"/>
                  </a:cubicBezTo>
                  <a:cubicBezTo>
                    <a:pt x="13784" y="1111621"/>
                    <a:pt x="-7800" y="1032879"/>
                    <a:pt x="2533" y="955130"/>
                  </a:cubicBezTo>
                  <a:lnTo>
                    <a:pt x="82076" y="357451"/>
                  </a:lnTo>
                  <a:cubicBezTo>
                    <a:pt x="109327" y="152282"/>
                    <a:pt x="272960" y="-99"/>
                    <a:pt x="465914" y="0"/>
                  </a:cubicBezTo>
                  <a:cubicBezTo>
                    <a:pt x="658808" y="-9"/>
                    <a:pt x="822340" y="152349"/>
                    <a:pt x="849583" y="357451"/>
                  </a:cubicBezTo>
                  <a:lnTo>
                    <a:pt x="929125" y="955130"/>
                  </a:lnTo>
                  <a:cubicBezTo>
                    <a:pt x="939459" y="1032852"/>
                    <a:pt x="917892" y="1111558"/>
                    <a:pt x="870015" y="1170884"/>
                  </a:cubicBezTo>
                  <a:cubicBezTo>
                    <a:pt x="822139" y="1230209"/>
                    <a:pt x="752661" y="1264311"/>
                    <a:pt x="679568" y="1264356"/>
                  </a:cubicBezTo>
                  <a:close/>
                </a:path>
              </a:pathLst>
            </a:custGeom>
            <a:solidFill>
              <a:srgbClr val="BDC3C7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836E8DF3-BC60-D5ED-F086-14EF9FE4A641}"/>
                </a:ext>
              </a:extLst>
            </p:cNvPr>
            <p:cNvSpPr/>
            <p:nvPr/>
          </p:nvSpPr>
          <p:spPr>
            <a:xfrm>
              <a:off x="8852009" y="2509539"/>
              <a:ext cx="336331" cy="161925"/>
            </a:xfrm>
            <a:custGeom>
              <a:avLst/>
              <a:gdLst>
                <a:gd name="connsiteX0" fmla="*/ 252248 w 336331"/>
                <a:gd name="connsiteY0" fmla="*/ 180622 h 180622"/>
                <a:gd name="connsiteX1" fmla="*/ 84083 w 336331"/>
                <a:gd name="connsiteY1" fmla="*/ 180622 h 180622"/>
                <a:gd name="connsiteX2" fmla="*/ 0 w 336331"/>
                <a:gd name="connsiteY2" fmla="*/ 90311 h 180622"/>
                <a:gd name="connsiteX3" fmla="*/ 84083 w 336331"/>
                <a:gd name="connsiteY3" fmla="*/ 0 h 180622"/>
                <a:gd name="connsiteX4" fmla="*/ 252248 w 336331"/>
                <a:gd name="connsiteY4" fmla="*/ 0 h 180622"/>
                <a:gd name="connsiteX5" fmla="*/ 336331 w 336331"/>
                <a:gd name="connsiteY5" fmla="*/ 90311 h 180622"/>
                <a:gd name="connsiteX6" fmla="*/ 252248 w 336331"/>
                <a:gd name="connsiteY6" fmla="*/ 180622 h 18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331" h="180622">
                  <a:moveTo>
                    <a:pt x="252248" y="180622"/>
                  </a:moveTo>
                  <a:lnTo>
                    <a:pt x="84083" y="180622"/>
                  </a:lnTo>
                  <a:cubicBezTo>
                    <a:pt x="37644" y="180622"/>
                    <a:pt x="0" y="140190"/>
                    <a:pt x="0" y="90311"/>
                  </a:cubicBezTo>
                  <a:cubicBezTo>
                    <a:pt x="0" y="40432"/>
                    <a:pt x="37644" y="0"/>
                    <a:pt x="84083" y="0"/>
                  </a:cubicBezTo>
                  <a:lnTo>
                    <a:pt x="252248" y="0"/>
                  </a:lnTo>
                  <a:cubicBezTo>
                    <a:pt x="298687" y="0"/>
                    <a:pt x="336331" y="40432"/>
                    <a:pt x="336331" y="90311"/>
                  </a:cubicBezTo>
                  <a:cubicBezTo>
                    <a:pt x="336331" y="140190"/>
                    <a:pt x="298687" y="180622"/>
                    <a:pt x="252248" y="180622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9D965C-1063-B30A-D092-76C97B1B3842}"/>
                </a:ext>
              </a:extLst>
            </p:cNvPr>
            <p:cNvSpPr/>
            <p:nvPr/>
          </p:nvSpPr>
          <p:spPr>
            <a:xfrm>
              <a:off x="8936092" y="2023764"/>
              <a:ext cx="168165" cy="161925"/>
            </a:xfrm>
            <a:custGeom>
              <a:avLst/>
              <a:gdLst>
                <a:gd name="connsiteX0" fmla="*/ 168166 w 168165"/>
                <a:gd name="connsiteY0" fmla="*/ 90311 h 180622"/>
                <a:gd name="connsiteX1" fmla="*/ 84083 w 168165"/>
                <a:gd name="connsiteY1" fmla="*/ 180622 h 180622"/>
                <a:gd name="connsiteX2" fmla="*/ 0 w 168165"/>
                <a:gd name="connsiteY2" fmla="*/ 90311 h 180622"/>
                <a:gd name="connsiteX3" fmla="*/ 84083 w 168165"/>
                <a:gd name="connsiteY3" fmla="*/ 0 h 180622"/>
                <a:gd name="connsiteX4" fmla="*/ 168166 w 168165"/>
                <a:gd name="connsiteY4" fmla="*/ 90311 h 18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165" h="180622">
                  <a:moveTo>
                    <a:pt x="168166" y="90311"/>
                  </a:moveTo>
                  <a:cubicBezTo>
                    <a:pt x="168166" y="140189"/>
                    <a:pt x="130520" y="180622"/>
                    <a:pt x="84083" y="180622"/>
                  </a:cubicBezTo>
                  <a:cubicBezTo>
                    <a:pt x="37645" y="180622"/>
                    <a:pt x="0" y="140189"/>
                    <a:pt x="0" y="90311"/>
                  </a:cubicBezTo>
                  <a:cubicBezTo>
                    <a:pt x="0" y="40434"/>
                    <a:pt x="37645" y="0"/>
                    <a:pt x="84083" y="0"/>
                  </a:cubicBezTo>
                  <a:cubicBezTo>
                    <a:pt x="130520" y="0"/>
                    <a:pt x="168166" y="40434"/>
                    <a:pt x="168166" y="90311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78225E53-1B72-9D19-6040-3E5B09A33B62}"/>
              </a:ext>
            </a:extLst>
          </p:cNvPr>
          <p:cNvSpPr txBox="1"/>
          <p:nvPr/>
        </p:nvSpPr>
        <p:spPr>
          <a:xfrm>
            <a:off x="1565005" y="5524689"/>
            <a:ext cx="9943323" cy="102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of the most popular languages used to teach programming is Python. Python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does not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require you to declare variables before you use them.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However, in the exam, you are expected to know about this, so take care.</a:t>
            </a:r>
          </a:p>
        </p:txBody>
      </p:sp>
    </p:spTree>
    <p:extLst>
      <p:ext uri="{BB962C8B-B14F-4D97-AF65-F5344CB8AC3E}">
        <p14:creationId xmlns:p14="http://schemas.microsoft.com/office/powerpoint/2010/main" val="33493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7" presetClass="pat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4.375E-6 -2.59259E-6 L -4.375E-6 -0.125 C -4.375E-6 -0.18102 0.06901 -0.25 0.125 -0.25 L 0.25 -0.25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25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7" presetClass="path" presetSubtype="0" accel="50000" decel="5000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animMotion origin="layout" path="M -6.25E-7 -3.7037E-7 L -6.25E-7 -0.125 C -6.25E-7 -0.18102 0.06901 -0.25 0.125 -0.25 L 0.25 -0.25 " pathEditMode="relative" rAng="0" ptsTypes="AAAA">
                                      <p:cBhvr>
                                        <p:cTn id="11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25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7" presetClass="path" presetSubtype="0" accel="50000" decel="5000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Motion origin="layout" path="M 3.75E-6 1.85185E-6 L 3.75E-6 -0.125 C 3.75E-6 -0.18102 0.06901 -0.25 0.125 -0.25 L 0.25 -0.25 " pathEditMode="relative" rAng="0" ptsTypes="AAAA">
                                      <p:cBhvr>
                                        <p:cTn id="16" dur="2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250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 variable?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97ABC7-BEE0-D78C-D77B-052CFFEFB5BE}"/>
              </a:ext>
            </a:extLst>
          </p:cNvPr>
          <p:cNvSpPr/>
          <p:nvPr/>
        </p:nvSpPr>
        <p:spPr>
          <a:xfrm>
            <a:off x="176564" y="993174"/>
            <a:ext cx="118388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Once you have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declared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variable,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you can then assign a value to it – this is like putting an item into the can.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8EFB73D3-085B-0BE4-CFF9-24DBF561CF86}"/>
              </a:ext>
            </a:extLst>
          </p:cNvPr>
          <p:cNvSpPr/>
          <p:nvPr/>
        </p:nvSpPr>
        <p:spPr>
          <a:xfrm>
            <a:off x="805526" y="3192422"/>
            <a:ext cx="3021180" cy="2006252"/>
          </a:xfrm>
          <a:custGeom>
            <a:avLst/>
            <a:gdLst>
              <a:gd name="connsiteX0" fmla="*/ 0 w 4876800"/>
              <a:gd name="connsiteY0" fmla="*/ 0 h 3612444"/>
              <a:gd name="connsiteX1" fmla="*/ 0 w 4876800"/>
              <a:gd name="connsiteY1" fmla="*/ 2348089 h 3612444"/>
              <a:gd name="connsiteX2" fmla="*/ 2438400 w 4876800"/>
              <a:gd name="connsiteY2" fmla="*/ 3612445 h 3612444"/>
              <a:gd name="connsiteX3" fmla="*/ 4876800 w 4876800"/>
              <a:gd name="connsiteY3" fmla="*/ 2348089 h 3612444"/>
              <a:gd name="connsiteX4" fmla="*/ 4876800 w 4876800"/>
              <a:gd name="connsiteY4" fmla="*/ 0 h 3612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6800" h="3612444">
                <a:moveTo>
                  <a:pt x="0" y="0"/>
                </a:moveTo>
                <a:lnTo>
                  <a:pt x="0" y="2348089"/>
                </a:lnTo>
                <a:cubicBezTo>
                  <a:pt x="0" y="3046374"/>
                  <a:pt x="1091731" y="3612445"/>
                  <a:pt x="2438400" y="3612445"/>
                </a:cubicBezTo>
                <a:cubicBezTo>
                  <a:pt x="3785069" y="3612445"/>
                  <a:pt x="4876800" y="3046374"/>
                  <a:pt x="4876800" y="2348089"/>
                </a:cubicBezTo>
                <a:lnTo>
                  <a:pt x="4876800" y="0"/>
                </a:lnTo>
                <a:close/>
              </a:path>
            </a:pathLst>
          </a:custGeom>
          <a:solidFill>
            <a:srgbClr val="7F8C8D"/>
          </a:solidFill>
          <a:ln w="840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4624A68-4FA0-EB6E-1D16-01F115F07DC7}"/>
              </a:ext>
            </a:extLst>
          </p:cNvPr>
          <p:cNvSpPr/>
          <p:nvPr/>
        </p:nvSpPr>
        <p:spPr>
          <a:xfrm>
            <a:off x="811426" y="2526912"/>
            <a:ext cx="3007412" cy="1386876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>
            <a:solidFill>
              <a:srgbClr val="7F8C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DDE626-E011-9DE2-52B5-D72D1AC375CF}"/>
              </a:ext>
            </a:extLst>
          </p:cNvPr>
          <p:cNvSpPr txBox="1"/>
          <p:nvPr/>
        </p:nvSpPr>
        <p:spPr>
          <a:xfrm>
            <a:off x="1155414" y="1158975"/>
            <a:ext cx="2223686" cy="923330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GB" sz="6000" b="1" dirty="0">
                <a:solidFill>
                  <a:srgbClr val="C00000"/>
                </a:solidFill>
              </a:rPr>
              <a:t>“Sam”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56EA90F-D424-FF30-BB36-BE4E66F8C79A}"/>
              </a:ext>
            </a:extLst>
          </p:cNvPr>
          <p:cNvGrpSpPr/>
          <p:nvPr/>
        </p:nvGrpSpPr>
        <p:grpSpPr>
          <a:xfrm>
            <a:off x="805526" y="3543515"/>
            <a:ext cx="3021180" cy="1404377"/>
            <a:chOff x="5491826" y="3586697"/>
            <a:chExt cx="3021180" cy="1404377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83E300B-645C-8286-E473-209116E5B5BC}"/>
                </a:ext>
              </a:extLst>
            </p:cNvPr>
            <p:cNvSpPr/>
            <p:nvPr/>
          </p:nvSpPr>
          <p:spPr>
            <a:xfrm>
              <a:off x="5491826" y="3586697"/>
              <a:ext cx="3021180" cy="1404377"/>
            </a:xfrm>
            <a:custGeom>
              <a:avLst/>
              <a:gdLst>
                <a:gd name="connsiteX0" fmla="*/ 0 w 4876800"/>
                <a:gd name="connsiteY0" fmla="*/ 1354667 h 2528711"/>
                <a:gd name="connsiteX1" fmla="*/ 2438400 w 4876800"/>
                <a:gd name="connsiteY1" fmla="*/ 2528711 h 2528711"/>
                <a:gd name="connsiteX2" fmla="*/ 4876800 w 4876800"/>
                <a:gd name="connsiteY2" fmla="*/ 1354667 h 2528711"/>
                <a:gd name="connsiteX3" fmla="*/ 4876800 w 4876800"/>
                <a:gd name="connsiteY3" fmla="*/ 0 h 2528711"/>
                <a:gd name="connsiteX4" fmla="*/ 2438400 w 4876800"/>
                <a:gd name="connsiteY4" fmla="*/ 1083733 h 2528711"/>
                <a:gd name="connsiteX5" fmla="*/ 0 w 4876800"/>
                <a:gd name="connsiteY5" fmla="*/ 0 h 252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2528711">
                  <a:moveTo>
                    <a:pt x="0" y="1354667"/>
                  </a:moveTo>
                  <a:cubicBezTo>
                    <a:pt x="0" y="2003101"/>
                    <a:pt x="1091731" y="2528711"/>
                    <a:pt x="2438400" y="2528711"/>
                  </a:cubicBezTo>
                  <a:cubicBezTo>
                    <a:pt x="3785069" y="2528711"/>
                    <a:pt x="4876800" y="2003101"/>
                    <a:pt x="4876800" y="1354667"/>
                  </a:cubicBezTo>
                  <a:lnTo>
                    <a:pt x="4876800" y="0"/>
                  </a:lnTo>
                  <a:cubicBezTo>
                    <a:pt x="4876800" y="598492"/>
                    <a:pt x="3785069" y="1083733"/>
                    <a:pt x="2438400" y="1083733"/>
                  </a:cubicBezTo>
                  <a:cubicBezTo>
                    <a:pt x="1091731" y="1083733"/>
                    <a:pt x="0" y="598492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78" name="Graphic 3">
              <a:extLst>
                <a:ext uri="{FF2B5EF4-FFF2-40B4-BE49-F238E27FC236}">
                  <a16:creationId xmlns:a16="http://schemas.microsoft.com/office/drawing/2014/main" id="{39A9EF1E-D30A-95AB-2D10-1FF51A5EE3D1}"/>
                </a:ext>
              </a:extLst>
            </p:cNvPr>
            <p:cNvGrpSpPr/>
            <p:nvPr/>
          </p:nvGrpSpPr>
          <p:grpSpPr>
            <a:xfrm>
              <a:off x="5908540" y="4138417"/>
              <a:ext cx="2239840" cy="501563"/>
              <a:chOff x="4330262" y="3880555"/>
              <a:chExt cx="3615558" cy="903111"/>
            </a:xfrm>
            <a:solidFill>
              <a:srgbClr val="ED7D31"/>
            </a:solidFill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2C9FE02D-1913-58E4-EF74-CD13F799B6F3}"/>
                  </a:ext>
                </a:extLst>
              </p:cNvPr>
              <p:cNvSpPr/>
              <p:nvPr/>
            </p:nvSpPr>
            <p:spPr>
              <a:xfrm>
                <a:off x="4330262" y="3880555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0242C82-7EA5-5295-C14C-FE6B104AFD59}"/>
                  </a:ext>
                </a:extLst>
              </p:cNvPr>
              <p:cNvSpPr/>
              <p:nvPr/>
            </p:nvSpPr>
            <p:spPr>
              <a:xfrm>
                <a:off x="4330262" y="4241800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8A79E133-3E5C-DE27-0702-7A5009F53BC4}"/>
                  </a:ext>
                </a:extLst>
              </p:cNvPr>
              <p:cNvSpPr/>
              <p:nvPr/>
            </p:nvSpPr>
            <p:spPr>
              <a:xfrm>
                <a:off x="4330262" y="4603044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9DF09C0-AE16-F50F-5A9A-368F7D3BF936}"/>
                  </a:ext>
                </a:extLst>
              </p:cNvPr>
              <p:cNvSpPr/>
              <p:nvPr/>
            </p:nvSpPr>
            <p:spPr>
              <a:xfrm>
                <a:off x="7777655" y="3880555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BDAF42EA-9258-46AF-A14B-C0EE1C4C7AEC}"/>
                  </a:ext>
                </a:extLst>
              </p:cNvPr>
              <p:cNvSpPr/>
              <p:nvPr/>
            </p:nvSpPr>
            <p:spPr>
              <a:xfrm>
                <a:off x="7777655" y="4241800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233D0826-04EA-F256-F37C-BA28DEBDD389}"/>
                  </a:ext>
                </a:extLst>
              </p:cNvPr>
              <p:cNvSpPr/>
              <p:nvPr/>
            </p:nvSpPr>
            <p:spPr>
              <a:xfrm>
                <a:off x="7777655" y="4603044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pic>
        <p:nvPicPr>
          <p:cNvPr id="85" name="Picture 84">
            <a:extLst>
              <a:ext uri="{FF2B5EF4-FFF2-40B4-BE49-F238E27FC236}">
                <a16:creationId xmlns:a16="http://schemas.microsoft.com/office/drawing/2014/main" id="{CB426644-C3F8-53CC-0FDE-3BAFCA915E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84" r="6582"/>
          <a:stretch/>
        </p:blipFill>
        <p:spPr>
          <a:xfrm>
            <a:off x="811426" y="3243739"/>
            <a:ext cx="3012132" cy="910209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30FA646B-B26F-264C-A486-2D8198E72364}"/>
              </a:ext>
            </a:extLst>
          </p:cNvPr>
          <p:cNvGrpSpPr/>
          <p:nvPr/>
        </p:nvGrpSpPr>
        <p:grpSpPr>
          <a:xfrm>
            <a:off x="808756" y="2496261"/>
            <a:ext cx="3021181" cy="1404377"/>
            <a:chOff x="6581775" y="1457027"/>
            <a:chExt cx="4876800" cy="2266950"/>
          </a:xfrm>
        </p:grpSpPr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6C44D0F8-17F6-AA21-20D9-BE5D657A8806}"/>
                </a:ext>
              </a:extLst>
            </p:cNvPr>
            <p:cNvSpPr/>
            <p:nvPr/>
          </p:nvSpPr>
          <p:spPr>
            <a:xfrm>
              <a:off x="6581775" y="1457027"/>
              <a:ext cx="4876800" cy="2266950"/>
            </a:xfrm>
            <a:custGeom>
              <a:avLst/>
              <a:gdLst>
                <a:gd name="connsiteX0" fmla="*/ 4876800 w 4876800"/>
                <a:gd name="connsiteY0" fmla="*/ 1264356 h 2528711"/>
                <a:gd name="connsiteX1" fmla="*/ 2438400 w 4876800"/>
                <a:gd name="connsiteY1" fmla="*/ 2528711 h 2528711"/>
                <a:gd name="connsiteX2" fmla="*/ 0 w 4876800"/>
                <a:gd name="connsiteY2" fmla="*/ 1264356 h 2528711"/>
                <a:gd name="connsiteX3" fmla="*/ 2438400 w 4876800"/>
                <a:gd name="connsiteY3" fmla="*/ 0 h 2528711"/>
                <a:gd name="connsiteX4" fmla="*/ 4876800 w 4876800"/>
                <a:gd name="connsiteY4" fmla="*/ 1264356 h 252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76800" h="2528711">
                  <a:moveTo>
                    <a:pt x="4876800" y="1264356"/>
                  </a:moveTo>
                  <a:cubicBezTo>
                    <a:pt x="4876800" y="1962640"/>
                    <a:pt x="3785091" y="2528711"/>
                    <a:pt x="2438400" y="2528711"/>
                  </a:cubicBezTo>
                  <a:cubicBezTo>
                    <a:pt x="1091709" y="2528711"/>
                    <a:pt x="0" y="1962640"/>
                    <a:pt x="0" y="1264356"/>
                  </a:cubicBezTo>
                  <a:cubicBezTo>
                    <a:pt x="0" y="566071"/>
                    <a:pt x="1091709" y="0"/>
                    <a:pt x="2438400" y="0"/>
                  </a:cubicBezTo>
                  <a:cubicBezTo>
                    <a:pt x="3785091" y="0"/>
                    <a:pt x="4876800" y="566071"/>
                    <a:pt x="4876800" y="1264356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46D1F9B-B6BD-83A1-B9DA-26078F0ED51A}"/>
                </a:ext>
              </a:extLst>
            </p:cNvPr>
            <p:cNvSpPr/>
            <p:nvPr/>
          </p:nvSpPr>
          <p:spPr>
            <a:xfrm>
              <a:off x="6834023" y="1775066"/>
              <a:ext cx="1936982" cy="1694981"/>
            </a:xfrm>
            <a:custGeom>
              <a:avLst/>
              <a:gdLst>
                <a:gd name="connsiteX0" fmla="*/ 1849821 w 1936982"/>
                <a:gd name="connsiteY0" fmla="*/ 1890372 h 1890698"/>
                <a:gd name="connsiteX1" fmla="*/ 1843767 w 1936982"/>
                <a:gd name="connsiteY1" fmla="*/ 1890372 h 1890698"/>
                <a:gd name="connsiteX2" fmla="*/ 0 w 1936982"/>
                <a:gd name="connsiteY2" fmla="*/ 909593 h 1890698"/>
                <a:gd name="connsiteX3" fmla="*/ 1329264 w 1936982"/>
                <a:gd name="connsiteY3" fmla="*/ 973 h 1890698"/>
                <a:gd name="connsiteX4" fmla="*/ 1424042 w 1936982"/>
                <a:gd name="connsiteY4" fmla="*/ 73054 h 1890698"/>
                <a:gd name="connsiteX5" fmla="*/ 1361384 w 1936982"/>
                <a:gd name="connsiteY5" fmla="*/ 178073 h 1890698"/>
                <a:gd name="connsiteX6" fmla="*/ 168166 w 1936982"/>
                <a:gd name="connsiteY6" fmla="*/ 909593 h 1890698"/>
                <a:gd name="connsiteX7" fmla="*/ 1855791 w 1936982"/>
                <a:gd name="connsiteY7" fmla="*/ 1710021 h 1890698"/>
                <a:gd name="connsiteX8" fmla="*/ 1936930 w 1936982"/>
                <a:gd name="connsiteY8" fmla="*/ 1803493 h 1890698"/>
                <a:gd name="connsiteX9" fmla="*/ 1849905 w 1936982"/>
                <a:gd name="connsiteY9" fmla="*/ 1890643 h 189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36982" h="1890698">
                  <a:moveTo>
                    <a:pt x="1849821" y="1890372"/>
                  </a:moveTo>
                  <a:lnTo>
                    <a:pt x="1843767" y="1890372"/>
                  </a:lnTo>
                  <a:cubicBezTo>
                    <a:pt x="740937" y="1806292"/>
                    <a:pt x="0" y="1315451"/>
                    <a:pt x="0" y="909593"/>
                  </a:cubicBezTo>
                  <a:cubicBezTo>
                    <a:pt x="0" y="543833"/>
                    <a:pt x="559066" y="161727"/>
                    <a:pt x="1329264" y="973"/>
                  </a:cubicBezTo>
                  <a:cubicBezTo>
                    <a:pt x="1373711" y="-6053"/>
                    <a:pt x="1415449" y="25690"/>
                    <a:pt x="1424042" y="73054"/>
                  </a:cubicBezTo>
                  <a:cubicBezTo>
                    <a:pt x="1432627" y="120417"/>
                    <a:pt x="1405040" y="166666"/>
                    <a:pt x="1361384" y="178073"/>
                  </a:cubicBezTo>
                  <a:cubicBezTo>
                    <a:pt x="547379" y="348129"/>
                    <a:pt x="168166" y="715063"/>
                    <a:pt x="168166" y="909593"/>
                  </a:cubicBezTo>
                  <a:cubicBezTo>
                    <a:pt x="168166" y="1183687"/>
                    <a:pt x="825609" y="1632082"/>
                    <a:pt x="1855791" y="1710021"/>
                  </a:cubicBezTo>
                  <a:cubicBezTo>
                    <a:pt x="1902230" y="1711763"/>
                    <a:pt x="1938553" y="1753614"/>
                    <a:pt x="1936930" y="1803493"/>
                  </a:cubicBezTo>
                  <a:cubicBezTo>
                    <a:pt x="1935308" y="1853371"/>
                    <a:pt x="1896344" y="1892386"/>
                    <a:pt x="1849905" y="1890643"/>
                  </a:cubicBez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7C84348F-55D2-BDD4-D926-E19300EF822A}"/>
                </a:ext>
              </a:extLst>
            </p:cNvPr>
            <p:cNvSpPr/>
            <p:nvPr/>
          </p:nvSpPr>
          <p:spPr>
            <a:xfrm>
              <a:off x="9269428" y="1774470"/>
              <a:ext cx="1936898" cy="1695334"/>
            </a:xfrm>
            <a:custGeom>
              <a:avLst/>
              <a:gdLst>
                <a:gd name="connsiteX0" fmla="*/ 87078 w 1936898"/>
                <a:gd name="connsiteY0" fmla="*/ 1891036 h 1891092"/>
                <a:gd name="connsiteX1" fmla="*/ 52 w 1936898"/>
                <a:gd name="connsiteY1" fmla="*/ 1803886 h 1891092"/>
                <a:gd name="connsiteX2" fmla="*/ 81192 w 1936898"/>
                <a:gd name="connsiteY2" fmla="*/ 1710414 h 1891092"/>
                <a:gd name="connsiteX3" fmla="*/ 1768733 w 1936898"/>
                <a:gd name="connsiteY3" fmla="*/ 910257 h 1891092"/>
                <a:gd name="connsiteX4" fmla="*/ 575515 w 1936898"/>
                <a:gd name="connsiteY4" fmla="*/ 178737 h 1891092"/>
                <a:gd name="connsiteX5" fmla="*/ 510141 w 1936898"/>
                <a:gd name="connsiteY5" fmla="*/ 73075 h 1891092"/>
                <a:gd name="connsiteX6" fmla="*/ 607635 w 1936898"/>
                <a:gd name="connsiteY6" fmla="*/ 1456 h 1891092"/>
                <a:gd name="connsiteX7" fmla="*/ 1936899 w 1936898"/>
                <a:gd name="connsiteY7" fmla="*/ 910257 h 1891092"/>
                <a:gd name="connsiteX8" fmla="*/ 93048 w 1936898"/>
                <a:gd name="connsiteY8" fmla="*/ 1890855 h 189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6898" h="1891092">
                  <a:moveTo>
                    <a:pt x="87078" y="1891036"/>
                  </a:moveTo>
                  <a:cubicBezTo>
                    <a:pt x="40639" y="1892779"/>
                    <a:pt x="1675" y="1853764"/>
                    <a:pt x="52" y="1803886"/>
                  </a:cubicBezTo>
                  <a:cubicBezTo>
                    <a:pt x="-1571" y="1754007"/>
                    <a:pt x="34753" y="1712157"/>
                    <a:pt x="81192" y="1710414"/>
                  </a:cubicBezTo>
                  <a:cubicBezTo>
                    <a:pt x="1111290" y="1632746"/>
                    <a:pt x="1768733" y="1184351"/>
                    <a:pt x="1768733" y="910257"/>
                  </a:cubicBezTo>
                  <a:cubicBezTo>
                    <a:pt x="1768733" y="715727"/>
                    <a:pt x="1389520" y="348793"/>
                    <a:pt x="575515" y="178737"/>
                  </a:cubicBezTo>
                  <a:cubicBezTo>
                    <a:pt x="530480" y="168655"/>
                    <a:pt x="501354" y="121575"/>
                    <a:pt x="510141" y="73075"/>
                  </a:cubicBezTo>
                  <a:cubicBezTo>
                    <a:pt x="518927" y="24576"/>
                    <a:pt x="562364" y="-7336"/>
                    <a:pt x="607635" y="1456"/>
                  </a:cubicBezTo>
                  <a:cubicBezTo>
                    <a:pt x="1377833" y="162391"/>
                    <a:pt x="1936899" y="544497"/>
                    <a:pt x="1936899" y="910257"/>
                  </a:cubicBezTo>
                  <a:cubicBezTo>
                    <a:pt x="1936899" y="1316115"/>
                    <a:pt x="1195961" y="1806956"/>
                    <a:pt x="93048" y="1890855"/>
                  </a:cubicBez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F663FA48-5278-ABFE-931C-E5D2148305B7}"/>
                </a:ext>
              </a:extLst>
            </p:cNvPr>
            <p:cNvSpPr/>
            <p:nvPr/>
          </p:nvSpPr>
          <p:spPr>
            <a:xfrm>
              <a:off x="8554261" y="1780877"/>
              <a:ext cx="931660" cy="1133475"/>
            </a:xfrm>
            <a:custGeom>
              <a:avLst/>
              <a:gdLst>
                <a:gd name="connsiteX0" fmla="*/ 679568 w 931660"/>
                <a:gd name="connsiteY0" fmla="*/ 1264356 h 1264355"/>
                <a:gd name="connsiteX1" fmla="*/ 252259 w 931660"/>
                <a:gd name="connsiteY1" fmla="*/ 1264356 h 1264355"/>
                <a:gd name="connsiteX2" fmla="*/ 61694 w 931660"/>
                <a:gd name="connsiteY2" fmla="*/ 1170947 h 1264355"/>
                <a:gd name="connsiteX3" fmla="*/ 2533 w 931660"/>
                <a:gd name="connsiteY3" fmla="*/ 955130 h 1264355"/>
                <a:gd name="connsiteX4" fmla="*/ 82076 w 931660"/>
                <a:gd name="connsiteY4" fmla="*/ 357451 h 1264355"/>
                <a:gd name="connsiteX5" fmla="*/ 465914 w 931660"/>
                <a:gd name="connsiteY5" fmla="*/ 0 h 1264355"/>
                <a:gd name="connsiteX6" fmla="*/ 849583 w 931660"/>
                <a:gd name="connsiteY6" fmla="*/ 357451 h 1264355"/>
                <a:gd name="connsiteX7" fmla="*/ 929125 w 931660"/>
                <a:gd name="connsiteY7" fmla="*/ 955130 h 1264355"/>
                <a:gd name="connsiteX8" fmla="*/ 870015 w 931660"/>
                <a:gd name="connsiteY8" fmla="*/ 1170884 h 1264355"/>
                <a:gd name="connsiteX9" fmla="*/ 679568 w 931660"/>
                <a:gd name="connsiteY9" fmla="*/ 1264356 h 1264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1660" h="1264355">
                  <a:moveTo>
                    <a:pt x="679568" y="1264356"/>
                  </a:moveTo>
                  <a:lnTo>
                    <a:pt x="252259" y="1264356"/>
                  </a:lnTo>
                  <a:cubicBezTo>
                    <a:pt x="179141" y="1264356"/>
                    <a:pt x="109613" y="1230281"/>
                    <a:pt x="61694" y="1170947"/>
                  </a:cubicBezTo>
                  <a:cubicBezTo>
                    <a:pt x="13784" y="1111621"/>
                    <a:pt x="-7800" y="1032879"/>
                    <a:pt x="2533" y="955130"/>
                  </a:cubicBezTo>
                  <a:lnTo>
                    <a:pt x="82076" y="357451"/>
                  </a:lnTo>
                  <a:cubicBezTo>
                    <a:pt x="109327" y="152282"/>
                    <a:pt x="272960" y="-99"/>
                    <a:pt x="465914" y="0"/>
                  </a:cubicBezTo>
                  <a:cubicBezTo>
                    <a:pt x="658808" y="-9"/>
                    <a:pt x="822340" y="152349"/>
                    <a:pt x="849583" y="357451"/>
                  </a:cubicBezTo>
                  <a:lnTo>
                    <a:pt x="929125" y="955130"/>
                  </a:lnTo>
                  <a:cubicBezTo>
                    <a:pt x="939459" y="1032852"/>
                    <a:pt x="917892" y="1111558"/>
                    <a:pt x="870015" y="1170884"/>
                  </a:cubicBezTo>
                  <a:cubicBezTo>
                    <a:pt x="822139" y="1230209"/>
                    <a:pt x="752661" y="1264311"/>
                    <a:pt x="679568" y="1264356"/>
                  </a:cubicBezTo>
                  <a:close/>
                </a:path>
              </a:pathLst>
            </a:custGeom>
            <a:solidFill>
              <a:srgbClr val="BDC3C7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BF57D24F-E58F-8979-C5DA-F8C09FC67983}"/>
                </a:ext>
              </a:extLst>
            </p:cNvPr>
            <p:cNvSpPr/>
            <p:nvPr/>
          </p:nvSpPr>
          <p:spPr>
            <a:xfrm>
              <a:off x="8852009" y="2509539"/>
              <a:ext cx="336331" cy="161925"/>
            </a:xfrm>
            <a:custGeom>
              <a:avLst/>
              <a:gdLst>
                <a:gd name="connsiteX0" fmla="*/ 252248 w 336331"/>
                <a:gd name="connsiteY0" fmla="*/ 180622 h 180622"/>
                <a:gd name="connsiteX1" fmla="*/ 84083 w 336331"/>
                <a:gd name="connsiteY1" fmla="*/ 180622 h 180622"/>
                <a:gd name="connsiteX2" fmla="*/ 0 w 336331"/>
                <a:gd name="connsiteY2" fmla="*/ 90311 h 180622"/>
                <a:gd name="connsiteX3" fmla="*/ 84083 w 336331"/>
                <a:gd name="connsiteY3" fmla="*/ 0 h 180622"/>
                <a:gd name="connsiteX4" fmla="*/ 252248 w 336331"/>
                <a:gd name="connsiteY4" fmla="*/ 0 h 180622"/>
                <a:gd name="connsiteX5" fmla="*/ 336331 w 336331"/>
                <a:gd name="connsiteY5" fmla="*/ 90311 h 180622"/>
                <a:gd name="connsiteX6" fmla="*/ 252248 w 336331"/>
                <a:gd name="connsiteY6" fmla="*/ 180622 h 18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331" h="180622">
                  <a:moveTo>
                    <a:pt x="252248" y="180622"/>
                  </a:moveTo>
                  <a:lnTo>
                    <a:pt x="84083" y="180622"/>
                  </a:lnTo>
                  <a:cubicBezTo>
                    <a:pt x="37644" y="180622"/>
                    <a:pt x="0" y="140190"/>
                    <a:pt x="0" y="90311"/>
                  </a:cubicBezTo>
                  <a:cubicBezTo>
                    <a:pt x="0" y="40432"/>
                    <a:pt x="37644" y="0"/>
                    <a:pt x="84083" y="0"/>
                  </a:cubicBezTo>
                  <a:lnTo>
                    <a:pt x="252248" y="0"/>
                  </a:lnTo>
                  <a:cubicBezTo>
                    <a:pt x="298687" y="0"/>
                    <a:pt x="336331" y="40432"/>
                    <a:pt x="336331" y="90311"/>
                  </a:cubicBezTo>
                  <a:cubicBezTo>
                    <a:pt x="336331" y="140190"/>
                    <a:pt x="298687" y="180622"/>
                    <a:pt x="252248" y="180622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B03BD957-C4A1-FC9A-46FB-4A44A83533F1}"/>
                </a:ext>
              </a:extLst>
            </p:cNvPr>
            <p:cNvSpPr/>
            <p:nvPr/>
          </p:nvSpPr>
          <p:spPr>
            <a:xfrm>
              <a:off x="8936092" y="2023764"/>
              <a:ext cx="168165" cy="161925"/>
            </a:xfrm>
            <a:custGeom>
              <a:avLst/>
              <a:gdLst>
                <a:gd name="connsiteX0" fmla="*/ 168166 w 168165"/>
                <a:gd name="connsiteY0" fmla="*/ 90311 h 180622"/>
                <a:gd name="connsiteX1" fmla="*/ 84083 w 168165"/>
                <a:gd name="connsiteY1" fmla="*/ 180622 h 180622"/>
                <a:gd name="connsiteX2" fmla="*/ 0 w 168165"/>
                <a:gd name="connsiteY2" fmla="*/ 90311 h 180622"/>
                <a:gd name="connsiteX3" fmla="*/ 84083 w 168165"/>
                <a:gd name="connsiteY3" fmla="*/ 0 h 180622"/>
                <a:gd name="connsiteX4" fmla="*/ 168166 w 168165"/>
                <a:gd name="connsiteY4" fmla="*/ 90311 h 18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165" h="180622">
                  <a:moveTo>
                    <a:pt x="168166" y="90311"/>
                  </a:moveTo>
                  <a:cubicBezTo>
                    <a:pt x="168166" y="140189"/>
                    <a:pt x="130520" y="180622"/>
                    <a:pt x="84083" y="180622"/>
                  </a:cubicBezTo>
                  <a:cubicBezTo>
                    <a:pt x="37645" y="180622"/>
                    <a:pt x="0" y="140189"/>
                    <a:pt x="0" y="90311"/>
                  </a:cubicBezTo>
                  <a:cubicBezTo>
                    <a:pt x="0" y="40434"/>
                    <a:pt x="37645" y="0"/>
                    <a:pt x="84083" y="0"/>
                  </a:cubicBezTo>
                  <a:cubicBezTo>
                    <a:pt x="130520" y="0"/>
                    <a:pt x="168166" y="40434"/>
                    <a:pt x="168166" y="90311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12134991-0A87-020E-AF45-BB6CDCAF3A8A}"/>
              </a:ext>
            </a:extLst>
          </p:cNvPr>
          <p:cNvSpPr/>
          <p:nvPr/>
        </p:nvSpPr>
        <p:spPr>
          <a:xfrm>
            <a:off x="4591704" y="3204023"/>
            <a:ext cx="3021180" cy="2006252"/>
          </a:xfrm>
          <a:custGeom>
            <a:avLst/>
            <a:gdLst>
              <a:gd name="connsiteX0" fmla="*/ 0 w 4876800"/>
              <a:gd name="connsiteY0" fmla="*/ 0 h 3612444"/>
              <a:gd name="connsiteX1" fmla="*/ 0 w 4876800"/>
              <a:gd name="connsiteY1" fmla="*/ 2348089 h 3612444"/>
              <a:gd name="connsiteX2" fmla="*/ 2438400 w 4876800"/>
              <a:gd name="connsiteY2" fmla="*/ 3612445 h 3612444"/>
              <a:gd name="connsiteX3" fmla="*/ 4876800 w 4876800"/>
              <a:gd name="connsiteY3" fmla="*/ 2348089 h 3612444"/>
              <a:gd name="connsiteX4" fmla="*/ 4876800 w 4876800"/>
              <a:gd name="connsiteY4" fmla="*/ 0 h 3612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6800" h="3612444">
                <a:moveTo>
                  <a:pt x="0" y="0"/>
                </a:moveTo>
                <a:lnTo>
                  <a:pt x="0" y="2348089"/>
                </a:lnTo>
                <a:cubicBezTo>
                  <a:pt x="0" y="3046374"/>
                  <a:pt x="1091731" y="3612445"/>
                  <a:pt x="2438400" y="3612445"/>
                </a:cubicBezTo>
                <a:cubicBezTo>
                  <a:pt x="3785069" y="3612445"/>
                  <a:pt x="4876800" y="3046374"/>
                  <a:pt x="4876800" y="2348089"/>
                </a:cubicBezTo>
                <a:lnTo>
                  <a:pt x="4876800" y="0"/>
                </a:lnTo>
                <a:close/>
              </a:path>
            </a:pathLst>
          </a:custGeom>
          <a:solidFill>
            <a:srgbClr val="7F8C8D"/>
          </a:solidFill>
          <a:ln w="840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BAFCB683-0E9F-884E-4B7D-3F29A573FD71}"/>
              </a:ext>
            </a:extLst>
          </p:cNvPr>
          <p:cNvSpPr/>
          <p:nvPr/>
        </p:nvSpPr>
        <p:spPr>
          <a:xfrm>
            <a:off x="4597604" y="2538513"/>
            <a:ext cx="3007412" cy="1386876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>
            <a:solidFill>
              <a:srgbClr val="7F8C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ADDA23-E8DF-5079-454E-E1E61B296063}"/>
              </a:ext>
            </a:extLst>
          </p:cNvPr>
          <p:cNvSpPr txBox="1"/>
          <p:nvPr/>
        </p:nvSpPr>
        <p:spPr>
          <a:xfrm>
            <a:off x="5535589" y="830604"/>
            <a:ext cx="1120820" cy="1107996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GB" sz="7200" b="1" dirty="0">
                <a:solidFill>
                  <a:srgbClr val="C00000"/>
                </a:solidFill>
              </a:rPr>
              <a:t>27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5855975-205C-C8F3-2AB4-32970F888C09}"/>
              </a:ext>
            </a:extLst>
          </p:cNvPr>
          <p:cNvGrpSpPr/>
          <p:nvPr/>
        </p:nvGrpSpPr>
        <p:grpSpPr>
          <a:xfrm>
            <a:off x="4591704" y="3555116"/>
            <a:ext cx="3021180" cy="1404377"/>
            <a:chOff x="5491826" y="3586697"/>
            <a:chExt cx="3021180" cy="1404377"/>
          </a:xfrm>
        </p:grpSpPr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1F510E9-B23E-E28C-AF4F-E8C86DB606E9}"/>
                </a:ext>
              </a:extLst>
            </p:cNvPr>
            <p:cNvSpPr/>
            <p:nvPr/>
          </p:nvSpPr>
          <p:spPr>
            <a:xfrm>
              <a:off x="5491826" y="3586697"/>
              <a:ext cx="3021180" cy="1404377"/>
            </a:xfrm>
            <a:custGeom>
              <a:avLst/>
              <a:gdLst>
                <a:gd name="connsiteX0" fmla="*/ 0 w 4876800"/>
                <a:gd name="connsiteY0" fmla="*/ 1354667 h 2528711"/>
                <a:gd name="connsiteX1" fmla="*/ 2438400 w 4876800"/>
                <a:gd name="connsiteY1" fmla="*/ 2528711 h 2528711"/>
                <a:gd name="connsiteX2" fmla="*/ 4876800 w 4876800"/>
                <a:gd name="connsiteY2" fmla="*/ 1354667 h 2528711"/>
                <a:gd name="connsiteX3" fmla="*/ 4876800 w 4876800"/>
                <a:gd name="connsiteY3" fmla="*/ 0 h 2528711"/>
                <a:gd name="connsiteX4" fmla="*/ 2438400 w 4876800"/>
                <a:gd name="connsiteY4" fmla="*/ 1083733 h 2528711"/>
                <a:gd name="connsiteX5" fmla="*/ 0 w 4876800"/>
                <a:gd name="connsiteY5" fmla="*/ 0 h 252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2528711">
                  <a:moveTo>
                    <a:pt x="0" y="1354667"/>
                  </a:moveTo>
                  <a:cubicBezTo>
                    <a:pt x="0" y="2003101"/>
                    <a:pt x="1091731" y="2528711"/>
                    <a:pt x="2438400" y="2528711"/>
                  </a:cubicBezTo>
                  <a:cubicBezTo>
                    <a:pt x="3785069" y="2528711"/>
                    <a:pt x="4876800" y="2003101"/>
                    <a:pt x="4876800" y="1354667"/>
                  </a:cubicBezTo>
                  <a:lnTo>
                    <a:pt x="4876800" y="0"/>
                  </a:lnTo>
                  <a:cubicBezTo>
                    <a:pt x="4876800" y="598492"/>
                    <a:pt x="3785069" y="1083733"/>
                    <a:pt x="2438400" y="1083733"/>
                  </a:cubicBezTo>
                  <a:cubicBezTo>
                    <a:pt x="1091731" y="1083733"/>
                    <a:pt x="0" y="598492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97" name="Graphic 3">
              <a:extLst>
                <a:ext uri="{FF2B5EF4-FFF2-40B4-BE49-F238E27FC236}">
                  <a16:creationId xmlns:a16="http://schemas.microsoft.com/office/drawing/2014/main" id="{350374F0-BC82-D41C-6F95-7987ED10B215}"/>
                </a:ext>
              </a:extLst>
            </p:cNvPr>
            <p:cNvGrpSpPr/>
            <p:nvPr/>
          </p:nvGrpSpPr>
          <p:grpSpPr>
            <a:xfrm>
              <a:off x="5908540" y="4138417"/>
              <a:ext cx="2239840" cy="501563"/>
              <a:chOff x="4330262" y="3880555"/>
              <a:chExt cx="3615558" cy="903111"/>
            </a:xfrm>
            <a:solidFill>
              <a:srgbClr val="ED7D31"/>
            </a:solidFill>
          </p:grpSpPr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7BDBE32A-76AB-426B-043E-09BC12B15A47}"/>
                  </a:ext>
                </a:extLst>
              </p:cNvPr>
              <p:cNvSpPr/>
              <p:nvPr/>
            </p:nvSpPr>
            <p:spPr>
              <a:xfrm>
                <a:off x="4330262" y="3880555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302834E7-DA5A-7DDF-92B3-CF4598C2DE6B}"/>
                  </a:ext>
                </a:extLst>
              </p:cNvPr>
              <p:cNvSpPr/>
              <p:nvPr/>
            </p:nvSpPr>
            <p:spPr>
              <a:xfrm>
                <a:off x="4330262" y="4241800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960E27F0-FAB7-0989-9E7F-9F39EA66F0DD}"/>
                  </a:ext>
                </a:extLst>
              </p:cNvPr>
              <p:cNvSpPr/>
              <p:nvPr/>
            </p:nvSpPr>
            <p:spPr>
              <a:xfrm>
                <a:off x="4330262" y="4603044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E320A8D5-284A-BB96-59C6-F0DD1A79899F}"/>
                  </a:ext>
                </a:extLst>
              </p:cNvPr>
              <p:cNvSpPr/>
              <p:nvPr/>
            </p:nvSpPr>
            <p:spPr>
              <a:xfrm>
                <a:off x="7777655" y="3880555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D23D2F08-5595-417E-18E0-CD84E0385906}"/>
                  </a:ext>
                </a:extLst>
              </p:cNvPr>
              <p:cNvSpPr/>
              <p:nvPr/>
            </p:nvSpPr>
            <p:spPr>
              <a:xfrm>
                <a:off x="7777655" y="4241800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134B79D8-3A40-33CC-28EA-27685929F886}"/>
                  </a:ext>
                </a:extLst>
              </p:cNvPr>
              <p:cNvSpPr/>
              <p:nvPr/>
            </p:nvSpPr>
            <p:spPr>
              <a:xfrm>
                <a:off x="7777655" y="4603044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pic>
        <p:nvPicPr>
          <p:cNvPr id="104" name="Picture 103">
            <a:extLst>
              <a:ext uri="{FF2B5EF4-FFF2-40B4-BE49-F238E27FC236}">
                <a16:creationId xmlns:a16="http://schemas.microsoft.com/office/drawing/2014/main" id="{2FD34E17-43BF-03CF-868E-AD8A04E3C8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84" r="6582"/>
          <a:stretch/>
        </p:blipFill>
        <p:spPr>
          <a:xfrm>
            <a:off x="4597604" y="3255340"/>
            <a:ext cx="3012132" cy="910209"/>
          </a:xfrm>
          <a:prstGeom prst="rect">
            <a:avLst/>
          </a:prstGeom>
        </p:spPr>
      </p:pic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25FD5C97-425F-6329-76CD-EBC6D6A2E81A}"/>
              </a:ext>
            </a:extLst>
          </p:cNvPr>
          <p:cNvSpPr/>
          <p:nvPr/>
        </p:nvSpPr>
        <p:spPr>
          <a:xfrm>
            <a:off x="8365688" y="3218661"/>
            <a:ext cx="3021180" cy="2006252"/>
          </a:xfrm>
          <a:custGeom>
            <a:avLst/>
            <a:gdLst>
              <a:gd name="connsiteX0" fmla="*/ 0 w 4876800"/>
              <a:gd name="connsiteY0" fmla="*/ 0 h 3612444"/>
              <a:gd name="connsiteX1" fmla="*/ 0 w 4876800"/>
              <a:gd name="connsiteY1" fmla="*/ 2348089 h 3612444"/>
              <a:gd name="connsiteX2" fmla="*/ 2438400 w 4876800"/>
              <a:gd name="connsiteY2" fmla="*/ 3612445 h 3612444"/>
              <a:gd name="connsiteX3" fmla="*/ 4876800 w 4876800"/>
              <a:gd name="connsiteY3" fmla="*/ 2348089 h 3612444"/>
              <a:gd name="connsiteX4" fmla="*/ 4876800 w 4876800"/>
              <a:gd name="connsiteY4" fmla="*/ 0 h 3612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6800" h="3612444">
                <a:moveTo>
                  <a:pt x="0" y="0"/>
                </a:moveTo>
                <a:lnTo>
                  <a:pt x="0" y="2348089"/>
                </a:lnTo>
                <a:cubicBezTo>
                  <a:pt x="0" y="3046374"/>
                  <a:pt x="1091731" y="3612445"/>
                  <a:pt x="2438400" y="3612445"/>
                </a:cubicBezTo>
                <a:cubicBezTo>
                  <a:pt x="3785069" y="3612445"/>
                  <a:pt x="4876800" y="3046374"/>
                  <a:pt x="4876800" y="2348089"/>
                </a:cubicBezTo>
                <a:lnTo>
                  <a:pt x="4876800" y="0"/>
                </a:lnTo>
                <a:close/>
              </a:path>
            </a:pathLst>
          </a:custGeom>
          <a:solidFill>
            <a:srgbClr val="7F8C8D"/>
          </a:solidFill>
          <a:ln w="840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AB9E1C72-58B4-D2FD-12C1-DBBF01E88D95}"/>
              </a:ext>
            </a:extLst>
          </p:cNvPr>
          <p:cNvSpPr/>
          <p:nvPr/>
        </p:nvSpPr>
        <p:spPr>
          <a:xfrm>
            <a:off x="8371588" y="2553151"/>
            <a:ext cx="3007412" cy="1386876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>
            <a:solidFill>
              <a:srgbClr val="7F8C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D9E8DC-1909-9F5C-498D-BCA3EC6E8463}"/>
              </a:ext>
            </a:extLst>
          </p:cNvPr>
          <p:cNvSpPr txBox="1"/>
          <p:nvPr/>
        </p:nvSpPr>
        <p:spPr>
          <a:xfrm>
            <a:off x="8634858" y="1143876"/>
            <a:ext cx="2589170" cy="73866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GB" sz="4800" b="1" dirty="0">
                <a:solidFill>
                  <a:srgbClr val="C00000"/>
                </a:solidFill>
              </a:rPr>
              <a:t>23/03/89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BFB62F4-7331-44B7-B7F4-9DD3E2DD8156}"/>
              </a:ext>
            </a:extLst>
          </p:cNvPr>
          <p:cNvGrpSpPr/>
          <p:nvPr/>
        </p:nvGrpSpPr>
        <p:grpSpPr>
          <a:xfrm>
            <a:off x="8365688" y="3569754"/>
            <a:ext cx="3021180" cy="1404377"/>
            <a:chOff x="5491826" y="3586697"/>
            <a:chExt cx="3021180" cy="1404377"/>
          </a:xfrm>
        </p:grpSpPr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13B2726A-F3F3-845E-C357-B6B9600F50BE}"/>
                </a:ext>
              </a:extLst>
            </p:cNvPr>
            <p:cNvSpPr/>
            <p:nvPr/>
          </p:nvSpPr>
          <p:spPr>
            <a:xfrm>
              <a:off x="5491826" y="3586697"/>
              <a:ext cx="3021180" cy="1404377"/>
            </a:xfrm>
            <a:custGeom>
              <a:avLst/>
              <a:gdLst>
                <a:gd name="connsiteX0" fmla="*/ 0 w 4876800"/>
                <a:gd name="connsiteY0" fmla="*/ 1354667 h 2528711"/>
                <a:gd name="connsiteX1" fmla="*/ 2438400 w 4876800"/>
                <a:gd name="connsiteY1" fmla="*/ 2528711 h 2528711"/>
                <a:gd name="connsiteX2" fmla="*/ 4876800 w 4876800"/>
                <a:gd name="connsiteY2" fmla="*/ 1354667 h 2528711"/>
                <a:gd name="connsiteX3" fmla="*/ 4876800 w 4876800"/>
                <a:gd name="connsiteY3" fmla="*/ 0 h 2528711"/>
                <a:gd name="connsiteX4" fmla="*/ 2438400 w 4876800"/>
                <a:gd name="connsiteY4" fmla="*/ 1083733 h 2528711"/>
                <a:gd name="connsiteX5" fmla="*/ 0 w 4876800"/>
                <a:gd name="connsiteY5" fmla="*/ 0 h 252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2528711">
                  <a:moveTo>
                    <a:pt x="0" y="1354667"/>
                  </a:moveTo>
                  <a:cubicBezTo>
                    <a:pt x="0" y="2003101"/>
                    <a:pt x="1091731" y="2528711"/>
                    <a:pt x="2438400" y="2528711"/>
                  </a:cubicBezTo>
                  <a:cubicBezTo>
                    <a:pt x="3785069" y="2528711"/>
                    <a:pt x="4876800" y="2003101"/>
                    <a:pt x="4876800" y="1354667"/>
                  </a:cubicBezTo>
                  <a:lnTo>
                    <a:pt x="4876800" y="0"/>
                  </a:lnTo>
                  <a:cubicBezTo>
                    <a:pt x="4876800" y="598492"/>
                    <a:pt x="3785069" y="1083733"/>
                    <a:pt x="2438400" y="1083733"/>
                  </a:cubicBezTo>
                  <a:cubicBezTo>
                    <a:pt x="1091731" y="1083733"/>
                    <a:pt x="0" y="598492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16" name="Graphic 3">
              <a:extLst>
                <a:ext uri="{FF2B5EF4-FFF2-40B4-BE49-F238E27FC236}">
                  <a16:creationId xmlns:a16="http://schemas.microsoft.com/office/drawing/2014/main" id="{98ED4F97-B095-24B6-86EB-B3F946FA59A2}"/>
                </a:ext>
              </a:extLst>
            </p:cNvPr>
            <p:cNvGrpSpPr/>
            <p:nvPr/>
          </p:nvGrpSpPr>
          <p:grpSpPr>
            <a:xfrm>
              <a:off x="5908540" y="4138417"/>
              <a:ext cx="2239840" cy="501563"/>
              <a:chOff x="4330262" y="3880555"/>
              <a:chExt cx="3615558" cy="903111"/>
            </a:xfrm>
            <a:solidFill>
              <a:srgbClr val="ED7D31"/>
            </a:solidFill>
          </p:grpSpPr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1B6470E3-A60F-E024-B3F7-FAE7B8EA8108}"/>
                  </a:ext>
                </a:extLst>
              </p:cNvPr>
              <p:cNvSpPr/>
              <p:nvPr/>
            </p:nvSpPr>
            <p:spPr>
              <a:xfrm>
                <a:off x="4330262" y="3880555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25BB7F18-1011-9C7D-1B33-28512C719446}"/>
                  </a:ext>
                </a:extLst>
              </p:cNvPr>
              <p:cNvSpPr/>
              <p:nvPr/>
            </p:nvSpPr>
            <p:spPr>
              <a:xfrm>
                <a:off x="4330262" y="4241800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4595B0B7-E57B-EEBB-5D1E-BC7DAE9051DE}"/>
                  </a:ext>
                </a:extLst>
              </p:cNvPr>
              <p:cNvSpPr/>
              <p:nvPr/>
            </p:nvSpPr>
            <p:spPr>
              <a:xfrm>
                <a:off x="4330262" y="4603044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62B65DC-E652-9C53-3724-A6D5013809AB}"/>
                  </a:ext>
                </a:extLst>
              </p:cNvPr>
              <p:cNvSpPr/>
              <p:nvPr/>
            </p:nvSpPr>
            <p:spPr>
              <a:xfrm>
                <a:off x="7777655" y="3880555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DECCC793-98EC-9708-195C-B3CC3FC4B5DE}"/>
                  </a:ext>
                </a:extLst>
              </p:cNvPr>
              <p:cNvSpPr/>
              <p:nvPr/>
            </p:nvSpPr>
            <p:spPr>
              <a:xfrm>
                <a:off x="7777655" y="4241800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D0C57AF8-EC18-F38A-7D81-E28C4561D1C8}"/>
                  </a:ext>
                </a:extLst>
              </p:cNvPr>
              <p:cNvSpPr/>
              <p:nvPr/>
            </p:nvSpPr>
            <p:spPr>
              <a:xfrm>
                <a:off x="7777655" y="4603044"/>
                <a:ext cx="168165" cy="180622"/>
              </a:xfrm>
              <a:custGeom>
                <a:avLst/>
                <a:gdLst>
                  <a:gd name="connsiteX0" fmla="*/ 168166 w 168165"/>
                  <a:gd name="connsiteY0" fmla="*/ 90311 h 180622"/>
                  <a:gd name="connsiteX1" fmla="*/ 84083 w 168165"/>
                  <a:gd name="connsiteY1" fmla="*/ 180622 h 180622"/>
                  <a:gd name="connsiteX2" fmla="*/ 0 w 168165"/>
                  <a:gd name="connsiteY2" fmla="*/ 90311 h 180622"/>
                  <a:gd name="connsiteX3" fmla="*/ 84083 w 168165"/>
                  <a:gd name="connsiteY3" fmla="*/ 0 h 180622"/>
                  <a:gd name="connsiteX4" fmla="*/ 168166 w 168165"/>
                  <a:gd name="connsiteY4" fmla="*/ 90311 h 180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165" h="180622">
                    <a:moveTo>
                      <a:pt x="168166" y="90311"/>
                    </a:moveTo>
                    <a:cubicBezTo>
                      <a:pt x="168166" y="140189"/>
                      <a:pt x="130520" y="180622"/>
                      <a:pt x="84083" y="180622"/>
                    </a:cubicBezTo>
                    <a:cubicBezTo>
                      <a:pt x="37645" y="180622"/>
                      <a:pt x="0" y="140189"/>
                      <a:pt x="0" y="90311"/>
                    </a:cubicBezTo>
                    <a:cubicBezTo>
                      <a:pt x="0" y="40434"/>
                      <a:pt x="37645" y="0"/>
                      <a:pt x="84083" y="0"/>
                    </a:cubicBezTo>
                    <a:cubicBezTo>
                      <a:pt x="130520" y="0"/>
                      <a:pt x="168166" y="40434"/>
                      <a:pt x="168166" y="90311"/>
                    </a:cubicBezTo>
                    <a:close/>
                  </a:path>
                </a:pathLst>
              </a:custGeom>
              <a:grpFill/>
              <a:ln w="840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pic>
        <p:nvPicPr>
          <p:cNvPr id="123" name="Picture 122">
            <a:extLst>
              <a:ext uri="{FF2B5EF4-FFF2-40B4-BE49-F238E27FC236}">
                <a16:creationId xmlns:a16="http://schemas.microsoft.com/office/drawing/2014/main" id="{686AE8FE-7427-2937-9379-F0C77B7D2A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84" r="6582"/>
          <a:stretch/>
        </p:blipFill>
        <p:spPr>
          <a:xfrm>
            <a:off x="8371588" y="3269978"/>
            <a:ext cx="3012132" cy="910209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1A723D5E-61D5-A605-A164-D5DF3FE99781}"/>
              </a:ext>
            </a:extLst>
          </p:cNvPr>
          <p:cNvSpPr txBox="1"/>
          <p:nvPr/>
        </p:nvSpPr>
        <p:spPr>
          <a:xfrm>
            <a:off x="1320800" y="3708067"/>
            <a:ext cx="2105025" cy="887615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5085"/>
              </a:avLst>
            </a:prstTxWarp>
            <a:spAutoFit/>
          </a:bodyPr>
          <a:lstStyle/>
          <a:p>
            <a:pPr algn="ctr"/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firstName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8B86B9F-3624-8771-C6A3-F216EEEE6372}"/>
              </a:ext>
            </a:extLst>
          </p:cNvPr>
          <p:cNvSpPr txBox="1"/>
          <p:nvPr/>
        </p:nvSpPr>
        <p:spPr>
          <a:xfrm>
            <a:off x="5070036" y="3661562"/>
            <a:ext cx="2105025" cy="887615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5085"/>
              </a:avLst>
            </a:prstTxWarp>
            <a:spAutoFit/>
          </a:bodyPr>
          <a:lstStyle/>
          <a:p>
            <a:pPr algn="ctr"/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Age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482462C-79FE-7CBF-F3D3-0B8745520235}"/>
              </a:ext>
            </a:extLst>
          </p:cNvPr>
          <p:cNvSpPr txBox="1"/>
          <p:nvPr/>
        </p:nvSpPr>
        <p:spPr>
          <a:xfrm>
            <a:off x="8829076" y="3730205"/>
            <a:ext cx="2105025" cy="887615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5085"/>
              </a:avLst>
            </a:prstTxWarp>
            <a:spAutoFit/>
          </a:bodyPr>
          <a:lstStyle/>
          <a:p>
            <a:pPr algn="ctr"/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dateOfBirth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4B22A21A-C502-557F-8ABD-19D5AF85158B}"/>
              </a:ext>
            </a:extLst>
          </p:cNvPr>
          <p:cNvGrpSpPr/>
          <p:nvPr/>
        </p:nvGrpSpPr>
        <p:grpSpPr>
          <a:xfrm>
            <a:off x="4590719" y="2515096"/>
            <a:ext cx="3021181" cy="1404377"/>
            <a:chOff x="6581775" y="1457027"/>
            <a:chExt cx="4876800" cy="2266950"/>
          </a:xfrm>
        </p:grpSpPr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E8E99147-0E72-64C2-A35E-1B5542220F77}"/>
                </a:ext>
              </a:extLst>
            </p:cNvPr>
            <p:cNvSpPr/>
            <p:nvPr/>
          </p:nvSpPr>
          <p:spPr>
            <a:xfrm>
              <a:off x="6581775" y="1457027"/>
              <a:ext cx="4876800" cy="2266950"/>
            </a:xfrm>
            <a:custGeom>
              <a:avLst/>
              <a:gdLst>
                <a:gd name="connsiteX0" fmla="*/ 4876800 w 4876800"/>
                <a:gd name="connsiteY0" fmla="*/ 1264356 h 2528711"/>
                <a:gd name="connsiteX1" fmla="*/ 2438400 w 4876800"/>
                <a:gd name="connsiteY1" fmla="*/ 2528711 h 2528711"/>
                <a:gd name="connsiteX2" fmla="*/ 0 w 4876800"/>
                <a:gd name="connsiteY2" fmla="*/ 1264356 h 2528711"/>
                <a:gd name="connsiteX3" fmla="*/ 2438400 w 4876800"/>
                <a:gd name="connsiteY3" fmla="*/ 0 h 2528711"/>
                <a:gd name="connsiteX4" fmla="*/ 4876800 w 4876800"/>
                <a:gd name="connsiteY4" fmla="*/ 1264356 h 252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76800" h="2528711">
                  <a:moveTo>
                    <a:pt x="4876800" y="1264356"/>
                  </a:moveTo>
                  <a:cubicBezTo>
                    <a:pt x="4876800" y="1962640"/>
                    <a:pt x="3785091" y="2528711"/>
                    <a:pt x="2438400" y="2528711"/>
                  </a:cubicBezTo>
                  <a:cubicBezTo>
                    <a:pt x="1091709" y="2528711"/>
                    <a:pt x="0" y="1962640"/>
                    <a:pt x="0" y="1264356"/>
                  </a:cubicBezTo>
                  <a:cubicBezTo>
                    <a:pt x="0" y="566071"/>
                    <a:pt x="1091709" y="0"/>
                    <a:pt x="2438400" y="0"/>
                  </a:cubicBezTo>
                  <a:cubicBezTo>
                    <a:pt x="3785091" y="0"/>
                    <a:pt x="4876800" y="566071"/>
                    <a:pt x="4876800" y="1264356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DBD915B-3F47-5C1E-185C-701B005D9A5E}"/>
                </a:ext>
              </a:extLst>
            </p:cNvPr>
            <p:cNvSpPr/>
            <p:nvPr/>
          </p:nvSpPr>
          <p:spPr>
            <a:xfrm>
              <a:off x="6834023" y="1775066"/>
              <a:ext cx="1936982" cy="1694981"/>
            </a:xfrm>
            <a:custGeom>
              <a:avLst/>
              <a:gdLst>
                <a:gd name="connsiteX0" fmla="*/ 1849821 w 1936982"/>
                <a:gd name="connsiteY0" fmla="*/ 1890372 h 1890698"/>
                <a:gd name="connsiteX1" fmla="*/ 1843767 w 1936982"/>
                <a:gd name="connsiteY1" fmla="*/ 1890372 h 1890698"/>
                <a:gd name="connsiteX2" fmla="*/ 0 w 1936982"/>
                <a:gd name="connsiteY2" fmla="*/ 909593 h 1890698"/>
                <a:gd name="connsiteX3" fmla="*/ 1329264 w 1936982"/>
                <a:gd name="connsiteY3" fmla="*/ 973 h 1890698"/>
                <a:gd name="connsiteX4" fmla="*/ 1424042 w 1936982"/>
                <a:gd name="connsiteY4" fmla="*/ 73054 h 1890698"/>
                <a:gd name="connsiteX5" fmla="*/ 1361384 w 1936982"/>
                <a:gd name="connsiteY5" fmla="*/ 178073 h 1890698"/>
                <a:gd name="connsiteX6" fmla="*/ 168166 w 1936982"/>
                <a:gd name="connsiteY6" fmla="*/ 909593 h 1890698"/>
                <a:gd name="connsiteX7" fmla="*/ 1855791 w 1936982"/>
                <a:gd name="connsiteY7" fmla="*/ 1710021 h 1890698"/>
                <a:gd name="connsiteX8" fmla="*/ 1936930 w 1936982"/>
                <a:gd name="connsiteY8" fmla="*/ 1803493 h 1890698"/>
                <a:gd name="connsiteX9" fmla="*/ 1849905 w 1936982"/>
                <a:gd name="connsiteY9" fmla="*/ 1890643 h 189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36982" h="1890698">
                  <a:moveTo>
                    <a:pt x="1849821" y="1890372"/>
                  </a:moveTo>
                  <a:lnTo>
                    <a:pt x="1843767" y="1890372"/>
                  </a:lnTo>
                  <a:cubicBezTo>
                    <a:pt x="740937" y="1806292"/>
                    <a:pt x="0" y="1315451"/>
                    <a:pt x="0" y="909593"/>
                  </a:cubicBezTo>
                  <a:cubicBezTo>
                    <a:pt x="0" y="543833"/>
                    <a:pt x="559066" y="161727"/>
                    <a:pt x="1329264" y="973"/>
                  </a:cubicBezTo>
                  <a:cubicBezTo>
                    <a:pt x="1373711" y="-6053"/>
                    <a:pt x="1415449" y="25690"/>
                    <a:pt x="1424042" y="73054"/>
                  </a:cubicBezTo>
                  <a:cubicBezTo>
                    <a:pt x="1432627" y="120417"/>
                    <a:pt x="1405040" y="166666"/>
                    <a:pt x="1361384" y="178073"/>
                  </a:cubicBezTo>
                  <a:cubicBezTo>
                    <a:pt x="547379" y="348129"/>
                    <a:pt x="168166" y="715063"/>
                    <a:pt x="168166" y="909593"/>
                  </a:cubicBezTo>
                  <a:cubicBezTo>
                    <a:pt x="168166" y="1183687"/>
                    <a:pt x="825609" y="1632082"/>
                    <a:pt x="1855791" y="1710021"/>
                  </a:cubicBezTo>
                  <a:cubicBezTo>
                    <a:pt x="1902230" y="1711763"/>
                    <a:pt x="1938553" y="1753614"/>
                    <a:pt x="1936930" y="1803493"/>
                  </a:cubicBezTo>
                  <a:cubicBezTo>
                    <a:pt x="1935308" y="1853371"/>
                    <a:pt x="1896344" y="1892386"/>
                    <a:pt x="1849905" y="1890643"/>
                  </a:cubicBez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4F54171C-1B3D-A481-A297-1AF44CD52E14}"/>
                </a:ext>
              </a:extLst>
            </p:cNvPr>
            <p:cNvSpPr/>
            <p:nvPr/>
          </p:nvSpPr>
          <p:spPr>
            <a:xfrm>
              <a:off x="9269428" y="1774470"/>
              <a:ext cx="1936898" cy="1695334"/>
            </a:xfrm>
            <a:custGeom>
              <a:avLst/>
              <a:gdLst>
                <a:gd name="connsiteX0" fmla="*/ 87078 w 1936898"/>
                <a:gd name="connsiteY0" fmla="*/ 1891036 h 1891092"/>
                <a:gd name="connsiteX1" fmla="*/ 52 w 1936898"/>
                <a:gd name="connsiteY1" fmla="*/ 1803886 h 1891092"/>
                <a:gd name="connsiteX2" fmla="*/ 81192 w 1936898"/>
                <a:gd name="connsiteY2" fmla="*/ 1710414 h 1891092"/>
                <a:gd name="connsiteX3" fmla="*/ 1768733 w 1936898"/>
                <a:gd name="connsiteY3" fmla="*/ 910257 h 1891092"/>
                <a:gd name="connsiteX4" fmla="*/ 575515 w 1936898"/>
                <a:gd name="connsiteY4" fmla="*/ 178737 h 1891092"/>
                <a:gd name="connsiteX5" fmla="*/ 510141 w 1936898"/>
                <a:gd name="connsiteY5" fmla="*/ 73075 h 1891092"/>
                <a:gd name="connsiteX6" fmla="*/ 607635 w 1936898"/>
                <a:gd name="connsiteY6" fmla="*/ 1456 h 1891092"/>
                <a:gd name="connsiteX7" fmla="*/ 1936899 w 1936898"/>
                <a:gd name="connsiteY7" fmla="*/ 910257 h 1891092"/>
                <a:gd name="connsiteX8" fmla="*/ 93048 w 1936898"/>
                <a:gd name="connsiteY8" fmla="*/ 1890855 h 189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6898" h="1891092">
                  <a:moveTo>
                    <a:pt x="87078" y="1891036"/>
                  </a:moveTo>
                  <a:cubicBezTo>
                    <a:pt x="40639" y="1892779"/>
                    <a:pt x="1675" y="1853764"/>
                    <a:pt x="52" y="1803886"/>
                  </a:cubicBezTo>
                  <a:cubicBezTo>
                    <a:pt x="-1571" y="1754007"/>
                    <a:pt x="34753" y="1712157"/>
                    <a:pt x="81192" y="1710414"/>
                  </a:cubicBezTo>
                  <a:cubicBezTo>
                    <a:pt x="1111290" y="1632746"/>
                    <a:pt x="1768733" y="1184351"/>
                    <a:pt x="1768733" y="910257"/>
                  </a:cubicBezTo>
                  <a:cubicBezTo>
                    <a:pt x="1768733" y="715727"/>
                    <a:pt x="1389520" y="348793"/>
                    <a:pt x="575515" y="178737"/>
                  </a:cubicBezTo>
                  <a:cubicBezTo>
                    <a:pt x="530480" y="168655"/>
                    <a:pt x="501354" y="121575"/>
                    <a:pt x="510141" y="73075"/>
                  </a:cubicBezTo>
                  <a:cubicBezTo>
                    <a:pt x="518927" y="24576"/>
                    <a:pt x="562364" y="-7336"/>
                    <a:pt x="607635" y="1456"/>
                  </a:cubicBezTo>
                  <a:cubicBezTo>
                    <a:pt x="1377833" y="162391"/>
                    <a:pt x="1936899" y="544497"/>
                    <a:pt x="1936899" y="910257"/>
                  </a:cubicBezTo>
                  <a:cubicBezTo>
                    <a:pt x="1936899" y="1316115"/>
                    <a:pt x="1195961" y="1806956"/>
                    <a:pt x="93048" y="1890855"/>
                  </a:cubicBez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E334C2F-BF98-8887-983E-ABEA5EF62BD1}"/>
                </a:ext>
              </a:extLst>
            </p:cNvPr>
            <p:cNvSpPr/>
            <p:nvPr/>
          </p:nvSpPr>
          <p:spPr>
            <a:xfrm>
              <a:off x="8554261" y="1780877"/>
              <a:ext cx="931660" cy="1133475"/>
            </a:xfrm>
            <a:custGeom>
              <a:avLst/>
              <a:gdLst>
                <a:gd name="connsiteX0" fmla="*/ 679568 w 931660"/>
                <a:gd name="connsiteY0" fmla="*/ 1264356 h 1264355"/>
                <a:gd name="connsiteX1" fmla="*/ 252259 w 931660"/>
                <a:gd name="connsiteY1" fmla="*/ 1264356 h 1264355"/>
                <a:gd name="connsiteX2" fmla="*/ 61694 w 931660"/>
                <a:gd name="connsiteY2" fmla="*/ 1170947 h 1264355"/>
                <a:gd name="connsiteX3" fmla="*/ 2533 w 931660"/>
                <a:gd name="connsiteY3" fmla="*/ 955130 h 1264355"/>
                <a:gd name="connsiteX4" fmla="*/ 82076 w 931660"/>
                <a:gd name="connsiteY4" fmla="*/ 357451 h 1264355"/>
                <a:gd name="connsiteX5" fmla="*/ 465914 w 931660"/>
                <a:gd name="connsiteY5" fmla="*/ 0 h 1264355"/>
                <a:gd name="connsiteX6" fmla="*/ 849583 w 931660"/>
                <a:gd name="connsiteY6" fmla="*/ 357451 h 1264355"/>
                <a:gd name="connsiteX7" fmla="*/ 929125 w 931660"/>
                <a:gd name="connsiteY7" fmla="*/ 955130 h 1264355"/>
                <a:gd name="connsiteX8" fmla="*/ 870015 w 931660"/>
                <a:gd name="connsiteY8" fmla="*/ 1170884 h 1264355"/>
                <a:gd name="connsiteX9" fmla="*/ 679568 w 931660"/>
                <a:gd name="connsiteY9" fmla="*/ 1264356 h 1264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1660" h="1264355">
                  <a:moveTo>
                    <a:pt x="679568" y="1264356"/>
                  </a:moveTo>
                  <a:lnTo>
                    <a:pt x="252259" y="1264356"/>
                  </a:lnTo>
                  <a:cubicBezTo>
                    <a:pt x="179141" y="1264356"/>
                    <a:pt x="109613" y="1230281"/>
                    <a:pt x="61694" y="1170947"/>
                  </a:cubicBezTo>
                  <a:cubicBezTo>
                    <a:pt x="13784" y="1111621"/>
                    <a:pt x="-7800" y="1032879"/>
                    <a:pt x="2533" y="955130"/>
                  </a:cubicBezTo>
                  <a:lnTo>
                    <a:pt x="82076" y="357451"/>
                  </a:lnTo>
                  <a:cubicBezTo>
                    <a:pt x="109327" y="152282"/>
                    <a:pt x="272960" y="-99"/>
                    <a:pt x="465914" y="0"/>
                  </a:cubicBezTo>
                  <a:cubicBezTo>
                    <a:pt x="658808" y="-9"/>
                    <a:pt x="822340" y="152349"/>
                    <a:pt x="849583" y="357451"/>
                  </a:cubicBezTo>
                  <a:lnTo>
                    <a:pt x="929125" y="955130"/>
                  </a:lnTo>
                  <a:cubicBezTo>
                    <a:pt x="939459" y="1032852"/>
                    <a:pt x="917892" y="1111558"/>
                    <a:pt x="870015" y="1170884"/>
                  </a:cubicBezTo>
                  <a:cubicBezTo>
                    <a:pt x="822139" y="1230209"/>
                    <a:pt x="752661" y="1264311"/>
                    <a:pt x="679568" y="1264356"/>
                  </a:cubicBezTo>
                  <a:close/>
                </a:path>
              </a:pathLst>
            </a:custGeom>
            <a:solidFill>
              <a:srgbClr val="BDC3C7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CC83601-82B2-B46D-A777-4E430E5C1FB0}"/>
                </a:ext>
              </a:extLst>
            </p:cNvPr>
            <p:cNvSpPr/>
            <p:nvPr/>
          </p:nvSpPr>
          <p:spPr>
            <a:xfrm>
              <a:off x="8852009" y="2509539"/>
              <a:ext cx="336331" cy="161925"/>
            </a:xfrm>
            <a:custGeom>
              <a:avLst/>
              <a:gdLst>
                <a:gd name="connsiteX0" fmla="*/ 252248 w 336331"/>
                <a:gd name="connsiteY0" fmla="*/ 180622 h 180622"/>
                <a:gd name="connsiteX1" fmla="*/ 84083 w 336331"/>
                <a:gd name="connsiteY1" fmla="*/ 180622 h 180622"/>
                <a:gd name="connsiteX2" fmla="*/ 0 w 336331"/>
                <a:gd name="connsiteY2" fmla="*/ 90311 h 180622"/>
                <a:gd name="connsiteX3" fmla="*/ 84083 w 336331"/>
                <a:gd name="connsiteY3" fmla="*/ 0 h 180622"/>
                <a:gd name="connsiteX4" fmla="*/ 252248 w 336331"/>
                <a:gd name="connsiteY4" fmla="*/ 0 h 180622"/>
                <a:gd name="connsiteX5" fmla="*/ 336331 w 336331"/>
                <a:gd name="connsiteY5" fmla="*/ 90311 h 180622"/>
                <a:gd name="connsiteX6" fmla="*/ 252248 w 336331"/>
                <a:gd name="connsiteY6" fmla="*/ 180622 h 18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331" h="180622">
                  <a:moveTo>
                    <a:pt x="252248" y="180622"/>
                  </a:moveTo>
                  <a:lnTo>
                    <a:pt x="84083" y="180622"/>
                  </a:lnTo>
                  <a:cubicBezTo>
                    <a:pt x="37644" y="180622"/>
                    <a:pt x="0" y="140190"/>
                    <a:pt x="0" y="90311"/>
                  </a:cubicBezTo>
                  <a:cubicBezTo>
                    <a:pt x="0" y="40432"/>
                    <a:pt x="37644" y="0"/>
                    <a:pt x="84083" y="0"/>
                  </a:cubicBezTo>
                  <a:lnTo>
                    <a:pt x="252248" y="0"/>
                  </a:lnTo>
                  <a:cubicBezTo>
                    <a:pt x="298687" y="0"/>
                    <a:pt x="336331" y="40432"/>
                    <a:pt x="336331" y="90311"/>
                  </a:cubicBezTo>
                  <a:cubicBezTo>
                    <a:pt x="336331" y="140190"/>
                    <a:pt x="298687" y="180622"/>
                    <a:pt x="252248" y="180622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5163F6-4DF5-31E0-4961-C6EFA6567E91}"/>
                </a:ext>
              </a:extLst>
            </p:cNvPr>
            <p:cNvSpPr/>
            <p:nvPr/>
          </p:nvSpPr>
          <p:spPr>
            <a:xfrm>
              <a:off x="8936092" y="2023764"/>
              <a:ext cx="168165" cy="161925"/>
            </a:xfrm>
            <a:custGeom>
              <a:avLst/>
              <a:gdLst>
                <a:gd name="connsiteX0" fmla="*/ 168166 w 168165"/>
                <a:gd name="connsiteY0" fmla="*/ 90311 h 180622"/>
                <a:gd name="connsiteX1" fmla="*/ 84083 w 168165"/>
                <a:gd name="connsiteY1" fmla="*/ 180622 h 180622"/>
                <a:gd name="connsiteX2" fmla="*/ 0 w 168165"/>
                <a:gd name="connsiteY2" fmla="*/ 90311 h 180622"/>
                <a:gd name="connsiteX3" fmla="*/ 84083 w 168165"/>
                <a:gd name="connsiteY3" fmla="*/ 0 h 180622"/>
                <a:gd name="connsiteX4" fmla="*/ 168166 w 168165"/>
                <a:gd name="connsiteY4" fmla="*/ 90311 h 18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165" h="180622">
                  <a:moveTo>
                    <a:pt x="168166" y="90311"/>
                  </a:moveTo>
                  <a:cubicBezTo>
                    <a:pt x="168166" y="140189"/>
                    <a:pt x="130520" y="180622"/>
                    <a:pt x="84083" y="180622"/>
                  </a:cubicBezTo>
                  <a:cubicBezTo>
                    <a:pt x="37645" y="180622"/>
                    <a:pt x="0" y="140189"/>
                    <a:pt x="0" y="90311"/>
                  </a:cubicBezTo>
                  <a:cubicBezTo>
                    <a:pt x="0" y="40434"/>
                    <a:pt x="37645" y="0"/>
                    <a:pt x="84083" y="0"/>
                  </a:cubicBezTo>
                  <a:cubicBezTo>
                    <a:pt x="130520" y="0"/>
                    <a:pt x="168166" y="40434"/>
                    <a:pt x="168166" y="90311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7E826AC-ADA5-A05C-BA08-D9CCAC4A1002}"/>
              </a:ext>
            </a:extLst>
          </p:cNvPr>
          <p:cNvGrpSpPr/>
          <p:nvPr/>
        </p:nvGrpSpPr>
        <p:grpSpPr>
          <a:xfrm>
            <a:off x="8367344" y="2534101"/>
            <a:ext cx="3021181" cy="1404377"/>
            <a:chOff x="6581775" y="1457027"/>
            <a:chExt cx="4876800" cy="2266950"/>
          </a:xfrm>
        </p:grpSpPr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E5E06728-5E97-6202-6978-190B4937B1F7}"/>
                </a:ext>
              </a:extLst>
            </p:cNvPr>
            <p:cNvSpPr/>
            <p:nvPr/>
          </p:nvSpPr>
          <p:spPr>
            <a:xfrm>
              <a:off x="6581775" y="1457027"/>
              <a:ext cx="4876800" cy="2266950"/>
            </a:xfrm>
            <a:custGeom>
              <a:avLst/>
              <a:gdLst>
                <a:gd name="connsiteX0" fmla="*/ 4876800 w 4876800"/>
                <a:gd name="connsiteY0" fmla="*/ 1264356 h 2528711"/>
                <a:gd name="connsiteX1" fmla="*/ 2438400 w 4876800"/>
                <a:gd name="connsiteY1" fmla="*/ 2528711 h 2528711"/>
                <a:gd name="connsiteX2" fmla="*/ 0 w 4876800"/>
                <a:gd name="connsiteY2" fmla="*/ 1264356 h 2528711"/>
                <a:gd name="connsiteX3" fmla="*/ 2438400 w 4876800"/>
                <a:gd name="connsiteY3" fmla="*/ 0 h 2528711"/>
                <a:gd name="connsiteX4" fmla="*/ 4876800 w 4876800"/>
                <a:gd name="connsiteY4" fmla="*/ 1264356 h 252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76800" h="2528711">
                  <a:moveTo>
                    <a:pt x="4876800" y="1264356"/>
                  </a:moveTo>
                  <a:cubicBezTo>
                    <a:pt x="4876800" y="1962640"/>
                    <a:pt x="3785091" y="2528711"/>
                    <a:pt x="2438400" y="2528711"/>
                  </a:cubicBezTo>
                  <a:cubicBezTo>
                    <a:pt x="1091709" y="2528711"/>
                    <a:pt x="0" y="1962640"/>
                    <a:pt x="0" y="1264356"/>
                  </a:cubicBezTo>
                  <a:cubicBezTo>
                    <a:pt x="0" y="566071"/>
                    <a:pt x="1091709" y="0"/>
                    <a:pt x="2438400" y="0"/>
                  </a:cubicBezTo>
                  <a:cubicBezTo>
                    <a:pt x="3785091" y="0"/>
                    <a:pt x="4876800" y="566071"/>
                    <a:pt x="4876800" y="1264356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2BF0070A-BDDE-6DFF-F646-126A777702ED}"/>
                </a:ext>
              </a:extLst>
            </p:cNvPr>
            <p:cNvSpPr/>
            <p:nvPr/>
          </p:nvSpPr>
          <p:spPr>
            <a:xfrm>
              <a:off x="6834023" y="1775066"/>
              <a:ext cx="1936982" cy="1694981"/>
            </a:xfrm>
            <a:custGeom>
              <a:avLst/>
              <a:gdLst>
                <a:gd name="connsiteX0" fmla="*/ 1849821 w 1936982"/>
                <a:gd name="connsiteY0" fmla="*/ 1890372 h 1890698"/>
                <a:gd name="connsiteX1" fmla="*/ 1843767 w 1936982"/>
                <a:gd name="connsiteY1" fmla="*/ 1890372 h 1890698"/>
                <a:gd name="connsiteX2" fmla="*/ 0 w 1936982"/>
                <a:gd name="connsiteY2" fmla="*/ 909593 h 1890698"/>
                <a:gd name="connsiteX3" fmla="*/ 1329264 w 1936982"/>
                <a:gd name="connsiteY3" fmla="*/ 973 h 1890698"/>
                <a:gd name="connsiteX4" fmla="*/ 1424042 w 1936982"/>
                <a:gd name="connsiteY4" fmla="*/ 73054 h 1890698"/>
                <a:gd name="connsiteX5" fmla="*/ 1361384 w 1936982"/>
                <a:gd name="connsiteY5" fmla="*/ 178073 h 1890698"/>
                <a:gd name="connsiteX6" fmla="*/ 168166 w 1936982"/>
                <a:gd name="connsiteY6" fmla="*/ 909593 h 1890698"/>
                <a:gd name="connsiteX7" fmla="*/ 1855791 w 1936982"/>
                <a:gd name="connsiteY7" fmla="*/ 1710021 h 1890698"/>
                <a:gd name="connsiteX8" fmla="*/ 1936930 w 1936982"/>
                <a:gd name="connsiteY8" fmla="*/ 1803493 h 1890698"/>
                <a:gd name="connsiteX9" fmla="*/ 1849905 w 1936982"/>
                <a:gd name="connsiteY9" fmla="*/ 1890643 h 189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36982" h="1890698">
                  <a:moveTo>
                    <a:pt x="1849821" y="1890372"/>
                  </a:moveTo>
                  <a:lnTo>
                    <a:pt x="1843767" y="1890372"/>
                  </a:lnTo>
                  <a:cubicBezTo>
                    <a:pt x="740937" y="1806292"/>
                    <a:pt x="0" y="1315451"/>
                    <a:pt x="0" y="909593"/>
                  </a:cubicBezTo>
                  <a:cubicBezTo>
                    <a:pt x="0" y="543833"/>
                    <a:pt x="559066" y="161727"/>
                    <a:pt x="1329264" y="973"/>
                  </a:cubicBezTo>
                  <a:cubicBezTo>
                    <a:pt x="1373711" y="-6053"/>
                    <a:pt x="1415449" y="25690"/>
                    <a:pt x="1424042" y="73054"/>
                  </a:cubicBezTo>
                  <a:cubicBezTo>
                    <a:pt x="1432627" y="120417"/>
                    <a:pt x="1405040" y="166666"/>
                    <a:pt x="1361384" y="178073"/>
                  </a:cubicBezTo>
                  <a:cubicBezTo>
                    <a:pt x="547379" y="348129"/>
                    <a:pt x="168166" y="715063"/>
                    <a:pt x="168166" y="909593"/>
                  </a:cubicBezTo>
                  <a:cubicBezTo>
                    <a:pt x="168166" y="1183687"/>
                    <a:pt x="825609" y="1632082"/>
                    <a:pt x="1855791" y="1710021"/>
                  </a:cubicBezTo>
                  <a:cubicBezTo>
                    <a:pt x="1902230" y="1711763"/>
                    <a:pt x="1938553" y="1753614"/>
                    <a:pt x="1936930" y="1803493"/>
                  </a:cubicBezTo>
                  <a:cubicBezTo>
                    <a:pt x="1935308" y="1853371"/>
                    <a:pt x="1896344" y="1892386"/>
                    <a:pt x="1849905" y="1890643"/>
                  </a:cubicBez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EB18912-C55A-0189-EB14-D04598604602}"/>
                </a:ext>
              </a:extLst>
            </p:cNvPr>
            <p:cNvSpPr/>
            <p:nvPr/>
          </p:nvSpPr>
          <p:spPr>
            <a:xfrm>
              <a:off x="9269428" y="1774470"/>
              <a:ext cx="1936898" cy="1695334"/>
            </a:xfrm>
            <a:custGeom>
              <a:avLst/>
              <a:gdLst>
                <a:gd name="connsiteX0" fmla="*/ 87078 w 1936898"/>
                <a:gd name="connsiteY0" fmla="*/ 1891036 h 1891092"/>
                <a:gd name="connsiteX1" fmla="*/ 52 w 1936898"/>
                <a:gd name="connsiteY1" fmla="*/ 1803886 h 1891092"/>
                <a:gd name="connsiteX2" fmla="*/ 81192 w 1936898"/>
                <a:gd name="connsiteY2" fmla="*/ 1710414 h 1891092"/>
                <a:gd name="connsiteX3" fmla="*/ 1768733 w 1936898"/>
                <a:gd name="connsiteY3" fmla="*/ 910257 h 1891092"/>
                <a:gd name="connsiteX4" fmla="*/ 575515 w 1936898"/>
                <a:gd name="connsiteY4" fmla="*/ 178737 h 1891092"/>
                <a:gd name="connsiteX5" fmla="*/ 510141 w 1936898"/>
                <a:gd name="connsiteY5" fmla="*/ 73075 h 1891092"/>
                <a:gd name="connsiteX6" fmla="*/ 607635 w 1936898"/>
                <a:gd name="connsiteY6" fmla="*/ 1456 h 1891092"/>
                <a:gd name="connsiteX7" fmla="*/ 1936899 w 1936898"/>
                <a:gd name="connsiteY7" fmla="*/ 910257 h 1891092"/>
                <a:gd name="connsiteX8" fmla="*/ 93048 w 1936898"/>
                <a:gd name="connsiteY8" fmla="*/ 1890855 h 189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6898" h="1891092">
                  <a:moveTo>
                    <a:pt x="87078" y="1891036"/>
                  </a:moveTo>
                  <a:cubicBezTo>
                    <a:pt x="40639" y="1892779"/>
                    <a:pt x="1675" y="1853764"/>
                    <a:pt x="52" y="1803886"/>
                  </a:cubicBezTo>
                  <a:cubicBezTo>
                    <a:pt x="-1571" y="1754007"/>
                    <a:pt x="34753" y="1712157"/>
                    <a:pt x="81192" y="1710414"/>
                  </a:cubicBezTo>
                  <a:cubicBezTo>
                    <a:pt x="1111290" y="1632746"/>
                    <a:pt x="1768733" y="1184351"/>
                    <a:pt x="1768733" y="910257"/>
                  </a:cubicBezTo>
                  <a:cubicBezTo>
                    <a:pt x="1768733" y="715727"/>
                    <a:pt x="1389520" y="348793"/>
                    <a:pt x="575515" y="178737"/>
                  </a:cubicBezTo>
                  <a:cubicBezTo>
                    <a:pt x="530480" y="168655"/>
                    <a:pt x="501354" y="121575"/>
                    <a:pt x="510141" y="73075"/>
                  </a:cubicBezTo>
                  <a:cubicBezTo>
                    <a:pt x="518927" y="24576"/>
                    <a:pt x="562364" y="-7336"/>
                    <a:pt x="607635" y="1456"/>
                  </a:cubicBezTo>
                  <a:cubicBezTo>
                    <a:pt x="1377833" y="162391"/>
                    <a:pt x="1936899" y="544497"/>
                    <a:pt x="1936899" y="910257"/>
                  </a:cubicBezTo>
                  <a:cubicBezTo>
                    <a:pt x="1936899" y="1316115"/>
                    <a:pt x="1195961" y="1806956"/>
                    <a:pt x="93048" y="1890855"/>
                  </a:cubicBezTo>
                  <a:close/>
                </a:path>
              </a:pathLst>
            </a:custGeom>
            <a:solidFill>
              <a:srgbClr val="7F8C8D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A8FF7900-8EB0-912C-C5A7-4F6C3E3676DA}"/>
                </a:ext>
              </a:extLst>
            </p:cNvPr>
            <p:cNvSpPr/>
            <p:nvPr/>
          </p:nvSpPr>
          <p:spPr>
            <a:xfrm>
              <a:off x="8554261" y="1780877"/>
              <a:ext cx="931660" cy="1133475"/>
            </a:xfrm>
            <a:custGeom>
              <a:avLst/>
              <a:gdLst>
                <a:gd name="connsiteX0" fmla="*/ 679568 w 931660"/>
                <a:gd name="connsiteY0" fmla="*/ 1264356 h 1264355"/>
                <a:gd name="connsiteX1" fmla="*/ 252259 w 931660"/>
                <a:gd name="connsiteY1" fmla="*/ 1264356 h 1264355"/>
                <a:gd name="connsiteX2" fmla="*/ 61694 w 931660"/>
                <a:gd name="connsiteY2" fmla="*/ 1170947 h 1264355"/>
                <a:gd name="connsiteX3" fmla="*/ 2533 w 931660"/>
                <a:gd name="connsiteY3" fmla="*/ 955130 h 1264355"/>
                <a:gd name="connsiteX4" fmla="*/ 82076 w 931660"/>
                <a:gd name="connsiteY4" fmla="*/ 357451 h 1264355"/>
                <a:gd name="connsiteX5" fmla="*/ 465914 w 931660"/>
                <a:gd name="connsiteY5" fmla="*/ 0 h 1264355"/>
                <a:gd name="connsiteX6" fmla="*/ 849583 w 931660"/>
                <a:gd name="connsiteY6" fmla="*/ 357451 h 1264355"/>
                <a:gd name="connsiteX7" fmla="*/ 929125 w 931660"/>
                <a:gd name="connsiteY7" fmla="*/ 955130 h 1264355"/>
                <a:gd name="connsiteX8" fmla="*/ 870015 w 931660"/>
                <a:gd name="connsiteY8" fmla="*/ 1170884 h 1264355"/>
                <a:gd name="connsiteX9" fmla="*/ 679568 w 931660"/>
                <a:gd name="connsiteY9" fmla="*/ 1264356 h 1264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1660" h="1264355">
                  <a:moveTo>
                    <a:pt x="679568" y="1264356"/>
                  </a:moveTo>
                  <a:lnTo>
                    <a:pt x="252259" y="1264356"/>
                  </a:lnTo>
                  <a:cubicBezTo>
                    <a:pt x="179141" y="1264356"/>
                    <a:pt x="109613" y="1230281"/>
                    <a:pt x="61694" y="1170947"/>
                  </a:cubicBezTo>
                  <a:cubicBezTo>
                    <a:pt x="13784" y="1111621"/>
                    <a:pt x="-7800" y="1032879"/>
                    <a:pt x="2533" y="955130"/>
                  </a:cubicBezTo>
                  <a:lnTo>
                    <a:pt x="82076" y="357451"/>
                  </a:lnTo>
                  <a:cubicBezTo>
                    <a:pt x="109327" y="152282"/>
                    <a:pt x="272960" y="-99"/>
                    <a:pt x="465914" y="0"/>
                  </a:cubicBezTo>
                  <a:cubicBezTo>
                    <a:pt x="658808" y="-9"/>
                    <a:pt x="822340" y="152349"/>
                    <a:pt x="849583" y="357451"/>
                  </a:cubicBezTo>
                  <a:lnTo>
                    <a:pt x="929125" y="955130"/>
                  </a:lnTo>
                  <a:cubicBezTo>
                    <a:pt x="939459" y="1032852"/>
                    <a:pt x="917892" y="1111558"/>
                    <a:pt x="870015" y="1170884"/>
                  </a:cubicBezTo>
                  <a:cubicBezTo>
                    <a:pt x="822139" y="1230209"/>
                    <a:pt x="752661" y="1264311"/>
                    <a:pt x="679568" y="1264356"/>
                  </a:cubicBezTo>
                  <a:close/>
                </a:path>
              </a:pathLst>
            </a:custGeom>
            <a:solidFill>
              <a:srgbClr val="BDC3C7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836E8DF3-BC60-D5ED-F086-14EF9FE4A641}"/>
                </a:ext>
              </a:extLst>
            </p:cNvPr>
            <p:cNvSpPr/>
            <p:nvPr/>
          </p:nvSpPr>
          <p:spPr>
            <a:xfrm>
              <a:off x="8852009" y="2509539"/>
              <a:ext cx="336331" cy="161925"/>
            </a:xfrm>
            <a:custGeom>
              <a:avLst/>
              <a:gdLst>
                <a:gd name="connsiteX0" fmla="*/ 252248 w 336331"/>
                <a:gd name="connsiteY0" fmla="*/ 180622 h 180622"/>
                <a:gd name="connsiteX1" fmla="*/ 84083 w 336331"/>
                <a:gd name="connsiteY1" fmla="*/ 180622 h 180622"/>
                <a:gd name="connsiteX2" fmla="*/ 0 w 336331"/>
                <a:gd name="connsiteY2" fmla="*/ 90311 h 180622"/>
                <a:gd name="connsiteX3" fmla="*/ 84083 w 336331"/>
                <a:gd name="connsiteY3" fmla="*/ 0 h 180622"/>
                <a:gd name="connsiteX4" fmla="*/ 252248 w 336331"/>
                <a:gd name="connsiteY4" fmla="*/ 0 h 180622"/>
                <a:gd name="connsiteX5" fmla="*/ 336331 w 336331"/>
                <a:gd name="connsiteY5" fmla="*/ 90311 h 180622"/>
                <a:gd name="connsiteX6" fmla="*/ 252248 w 336331"/>
                <a:gd name="connsiteY6" fmla="*/ 180622 h 18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331" h="180622">
                  <a:moveTo>
                    <a:pt x="252248" y="180622"/>
                  </a:moveTo>
                  <a:lnTo>
                    <a:pt x="84083" y="180622"/>
                  </a:lnTo>
                  <a:cubicBezTo>
                    <a:pt x="37644" y="180622"/>
                    <a:pt x="0" y="140190"/>
                    <a:pt x="0" y="90311"/>
                  </a:cubicBezTo>
                  <a:cubicBezTo>
                    <a:pt x="0" y="40432"/>
                    <a:pt x="37644" y="0"/>
                    <a:pt x="84083" y="0"/>
                  </a:cubicBezTo>
                  <a:lnTo>
                    <a:pt x="252248" y="0"/>
                  </a:lnTo>
                  <a:cubicBezTo>
                    <a:pt x="298687" y="0"/>
                    <a:pt x="336331" y="40432"/>
                    <a:pt x="336331" y="90311"/>
                  </a:cubicBezTo>
                  <a:cubicBezTo>
                    <a:pt x="336331" y="140190"/>
                    <a:pt x="298687" y="180622"/>
                    <a:pt x="252248" y="180622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9D965C-1063-B30A-D092-76C97B1B3842}"/>
                </a:ext>
              </a:extLst>
            </p:cNvPr>
            <p:cNvSpPr/>
            <p:nvPr/>
          </p:nvSpPr>
          <p:spPr>
            <a:xfrm>
              <a:off x="8936092" y="2023764"/>
              <a:ext cx="168165" cy="161925"/>
            </a:xfrm>
            <a:custGeom>
              <a:avLst/>
              <a:gdLst>
                <a:gd name="connsiteX0" fmla="*/ 168166 w 168165"/>
                <a:gd name="connsiteY0" fmla="*/ 90311 h 180622"/>
                <a:gd name="connsiteX1" fmla="*/ 84083 w 168165"/>
                <a:gd name="connsiteY1" fmla="*/ 180622 h 180622"/>
                <a:gd name="connsiteX2" fmla="*/ 0 w 168165"/>
                <a:gd name="connsiteY2" fmla="*/ 90311 h 180622"/>
                <a:gd name="connsiteX3" fmla="*/ 84083 w 168165"/>
                <a:gd name="connsiteY3" fmla="*/ 0 h 180622"/>
                <a:gd name="connsiteX4" fmla="*/ 168166 w 168165"/>
                <a:gd name="connsiteY4" fmla="*/ 90311 h 18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165" h="180622">
                  <a:moveTo>
                    <a:pt x="168166" y="90311"/>
                  </a:moveTo>
                  <a:cubicBezTo>
                    <a:pt x="168166" y="140189"/>
                    <a:pt x="130520" y="180622"/>
                    <a:pt x="84083" y="180622"/>
                  </a:cubicBezTo>
                  <a:cubicBezTo>
                    <a:pt x="37645" y="180622"/>
                    <a:pt x="0" y="140189"/>
                    <a:pt x="0" y="90311"/>
                  </a:cubicBezTo>
                  <a:cubicBezTo>
                    <a:pt x="0" y="40434"/>
                    <a:pt x="37645" y="0"/>
                    <a:pt x="84083" y="0"/>
                  </a:cubicBezTo>
                  <a:cubicBezTo>
                    <a:pt x="130520" y="0"/>
                    <a:pt x="168166" y="40434"/>
                    <a:pt x="168166" y="90311"/>
                  </a:cubicBezTo>
                  <a:close/>
                </a:path>
              </a:pathLst>
            </a:custGeom>
            <a:solidFill>
              <a:srgbClr val="95A5A5"/>
            </a:solidFill>
            <a:ln w="840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16F6EAF-9A68-B028-74AE-AA4A964E0DA1}"/>
              </a:ext>
            </a:extLst>
          </p:cNvPr>
          <p:cNvSpPr/>
          <p:nvPr/>
        </p:nvSpPr>
        <p:spPr>
          <a:xfrm>
            <a:off x="176564" y="5497590"/>
            <a:ext cx="11838871" cy="1128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contents of the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firstName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holds the value “Sam”.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contents of the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holds the value 27.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contents of the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dateOfBirth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holds the value 23/03/89</a:t>
            </a:r>
          </a:p>
        </p:txBody>
      </p:sp>
    </p:spTree>
    <p:extLst>
      <p:ext uri="{BB962C8B-B14F-4D97-AF65-F5344CB8AC3E}">
        <p14:creationId xmlns:p14="http://schemas.microsoft.com/office/powerpoint/2010/main" val="349178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7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375E-6 -3.7037E-6 L -4.375E-6 -0.125 C -4.375E-6 -0.18101 0.06901 -0.25 0.125 -0.25 L 0.25 -0.25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25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7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6.25E-7 -1.48148E-6 L -6.25E-7 -0.125 C -6.25E-7 -0.18102 0.06901 -0.25 0.125 -0.25 L 0.25 -0.25 " pathEditMode="relative" rAng="0" ptsTypes="AAAA">
                                      <p:cBhvr>
                                        <p:cTn id="11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25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7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3.75E-6 7.40741E-7 L 3.75E-6 -0.125 C 3.75E-6 -0.18102 0.06901 -0.25 0.125 -0.25 L 0.25 -0.25 " pathEditMode="relative" rAng="0" ptsTypes="AAAA">
                                      <p:cBhvr>
                                        <p:cTn id="16" dur="2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250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5E-6 -4.07407E-6 L 5E-6 0.23727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852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-2.91667E-6 -1.85185E-6 L -2.91667E-6 0.2680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403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Beat the Dice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0BC452-34D2-44D3-8FD0-771997A00EDE}"/>
              </a:ext>
            </a:extLst>
          </p:cNvPr>
          <p:cNvSpPr/>
          <p:nvPr/>
        </p:nvSpPr>
        <p:spPr>
          <a:xfrm>
            <a:off x="176564" y="993174"/>
            <a:ext cx="677668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Beat the Dice is a simple game to help young children learning to compare one- and two-digit numbers: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Players roll two dice.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Doubles do not count and must be rolled again.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score is the value of the highest and lowest dice combined, highest first (e.g., 5 and 7 = 75).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03FD9C8A-45BF-EB98-3D0E-79C1A2176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950" y="628650"/>
            <a:ext cx="4219270" cy="421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01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95DD47-F249-4256-808A-15C3F1425CC9}"/>
              </a:ext>
            </a:extLst>
          </p:cNvPr>
          <p:cNvSpPr txBox="1"/>
          <p:nvPr/>
        </p:nvSpPr>
        <p:spPr>
          <a:xfrm>
            <a:off x="-1" y="416007"/>
            <a:ext cx="8757501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#Beat the Dice</a:t>
            </a: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#Import libraries</a:t>
            </a:r>
          </a:p>
          <a:p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import</a:t>
            </a:r>
            <a:r>
              <a:rPr lang="en-GB" sz="900" dirty="0">
                <a:latin typeface="Consolas" panose="020B0609020204030204" pitchFamily="49" charset="0"/>
              </a:rPr>
              <a:t> random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#Constants</a:t>
            </a:r>
          </a:p>
          <a:p>
            <a:r>
              <a:rPr lang="en-GB" sz="900" dirty="0">
                <a:latin typeface="Consolas" panose="020B0609020204030204" pitchFamily="49" charset="0"/>
              </a:rPr>
              <a:t>rolls_per_player = 2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#Initialise varilables</a:t>
            </a:r>
          </a:p>
          <a:p>
            <a:r>
              <a:rPr lang="en-GB" sz="900" dirty="0">
                <a:latin typeface="Consolas" panose="020B0609020204030204" pitchFamily="49" charset="0"/>
              </a:rPr>
              <a:t>total = 0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#Roll the dice</a:t>
            </a:r>
          </a:p>
          <a:p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for</a:t>
            </a:r>
            <a:r>
              <a:rPr lang="en-GB" sz="900" dirty="0">
                <a:latin typeface="Consolas" panose="020B0609020204030204" pitchFamily="49" charset="0"/>
              </a:rPr>
              <a:t> rolls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in</a:t>
            </a:r>
            <a:r>
              <a:rPr lang="en-GB" sz="900" dirty="0">
                <a:latin typeface="Consolas" panose="020B0609020204030204" pitchFamily="49" charset="0"/>
              </a:rPr>
              <a:t>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range</a:t>
            </a:r>
            <a:r>
              <a:rPr lang="en-GB" sz="900" dirty="0">
                <a:latin typeface="Consolas" panose="020B0609020204030204" pitchFamily="49" charset="0"/>
              </a:rPr>
              <a:t>(rolls_per_player):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dice1 = 0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dice2 = 0</a:t>
            </a: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#Handle the possibility of a double throw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sz="900" dirty="0">
                <a:latin typeface="Consolas" panose="020B0609020204030204" pitchFamily="49" charset="0"/>
              </a:rPr>
              <a:t> dice == dice2: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   dice1 = random.randint(1,6)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   dice2 = random.randint(1,6)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#Output the dice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"dice 1:"</a:t>
            </a:r>
            <a:r>
              <a:rPr lang="en-GB" sz="900" dirty="0">
                <a:latin typeface="Consolas" panose="020B0609020204030204" pitchFamily="49" charset="0"/>
              </a:rPr>
              <a:t>,dice1)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"dice 2:"</a:t>
            </a:r>
            <a:r>
              <a:rPr lang="en-GB" sz="900" dirty="0">
                <a:latin typeface="Consolas" panose="020B0609020204030204" pitchFamily="49" charset="0"/>
              </a:rPr>
              <a:t>,dice2)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#Cast the dice values from integers to strings ready for changing the order of the dice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dice1_string =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str</a:t>
            </a:r>
            <a:r>
              <a:rPr lang="en-GB" sz="900" dirty="0">
                <a:latin typeface="Consolas" panose="020B0609020204030204" pitchFamily="49" charset="0"/>
              </a:rPr>
              <a:t>(dice1)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dice2_string =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str</a:t>
            </a:r>
            <a:r>
              <a:rPr lang="en-GB" sz="900" dirty="0">
                <a:latin typeface="Consolas" panose="020B0609020204030204" pitchFamily="49" charset="0"/>
              </a:rPr>
              <a:t>(dice2)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#Change the order of the dice to the highest value first and join the values together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sz="900" dirty="0">
                <a:latin typeface="Consolas" panose="020B0609020204030204" pitchFamily="49" charset="0"/>
              </a:rPr>
              <a:t> dice1 &gt; dice2: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   roll_value = dice1_string + dice2_string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sz="900" dirty="0">
                <a:latin typeface="Consolas" panose="020B0609020204030204" pitchFamily="49" charset="0"/>
              </a:rPr>
              <a:t>: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   roll_value = dice2_string + dice1_string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#Cast the value of the dice back to an integers for adding the score to the total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roll_value =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GB" sz="900" dirty="0">
                <a:latin typeface="Consolas" panose="020B0609020204030204" pitchFamily="49" charset="0"/>
              </a:rPr>
              <a:t>(roll_value)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#Ask for the value of the roll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user_input =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"What is the value of the roll?"</a:t>
            </a:r>
            <a:r>
              <a:rPr lang="en-GB" sz="900" dirty="0">
                <a:latin typeface="Consolas" panose="020B0609020204030204" pitchFamily="49" charset="0"/>
              </a:rPr>
              <a:t>))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#Output the value of the dice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sz="900" dirty="0">
                <a:latin typeface="Consolas" panose="020B0609020204030204" pitchFamily="49" charset="0"/>
              </a:rPr>
              <a:t> user_input == roll_value: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  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"You worked it out correctly.</a:t>
            </a:r>
            <a:r>
              <a:rPr lang="en-GB" sz="900" b="1" dirty="0">
                <a:solidFill>
                  <a:srgbClr val="00B050"/>
                </a:solidFill>
                <a:latin typeface="Consolas" panose="020B0609020204030204" pitchFamily="49" charset="0"/>
              </a:rPr>
              <a:t>"</a:t>
            </a:r>
            <a:r>
              <a:rPr lang="en-GB" sz="900" b="1" dirty="0">
                <a:latin typeface="Consolas" panose="020B0609020204030204" pitchFamily="49" charset="0"/>
              </a:rPr>
              <a:t>)</a:t>
            </a:r>
          </a:p>
          <a:p>
            <a:r>
              <a:rPr lang="en-GB" sz="900" b="1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sz="900" dirty="0">
                <a:latin typeface="Consolas" panose="020B0609020204030204" pitchFamily="49" charset="0"/>
              </a:rPr>
              <a:t>:</a:t>
            </a:r>
          </a:p>
          <a:p>
            <a:r>
              <a:rPr lang="en-GB" sz="900" b="1" dirty="0">
                <a:latin typeface="Consolas" panose="020B0609020204030204" pitchFamily="49" charset="0"/>
              </a:rPr>
              <a:t>     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"No, the value of the roll is:"</a:t>
            </a:r>
            <a:r>
              <a:rPr lang="en-GB" sz="900" dirty="0">
                <a:latin typeface="Consolas" panose="020B0609020204030204" pitchFamily="49" charset="0"/>
              </a:rPr>
              <a:t>,roll_value)</a:t>
            </a:r>
          </a:p>
          <a:p>
            <a:endParaRPr lang="en-GB" sz="600" b="1" dirty="0">
              <a:latin typeface="Consolas" panose="020B0609020204030204" pitchFamily="49" charset="0"/>
            </a:endParaRPr>
          </a:p>
          <a:p>
            <a:r>
              <a:rPr lang="en-GB" sz="900" b="1" dirty="0">
                <a:solidFill>
                  <a:srgbClr val="FF0000"/>
                </a:solidFill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#Add the value of the dice to the total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total = total + roll_value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latin typeface="Consolas" panose="020B0609020204030204" pitchFamily="49" charset="0"/>
              </a:rPr>
              <a:t>#Output the total score of the rolls</a:t>
            </a:r>
          </a:p>
          <a:p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"The total of the"</a:t>
            </a:r>
            <a:r>
              <a:rPr lang="en-GB" sz="900" dirty="0">
                <a:latin typeface="Consolas" panose="020B0609020204030204" pitchFamily="49" charset="0"/>
              </a:rPr>
              <a:t>,rolls_per_player,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"rolls is:"</a:t>
            </a:r>
            <a:r>
              <a:rPr lang="en-GB" sz="900" dirty="0">
                <a:latin typeface="Consolas" panose="020B0609020204030204" pitchFamily="49" charset="0"/>
              </a:rPr>
              <a:t>, total)</a:t>
            </a:r>
            <a:endParaRPr lang="en-GB" sz="900" b="1" dirty="0">
              <a:latin typeface="Consolas" panose="020B0609020204030204" pitchFamily="49" charset="0"/>
            </a:endParaRPr>
          </a:p>
          <a:p>
            <a:r>
              <a:rPr lang="en-GB" sz="1000" dirty="0">
                <a:latin typeface="Consolas" panose="020B0609020204030204" pitchFamily="49" charset="0"/>
              </a:rPr>
              <a:t>    </a:t>
            </a:r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892D6707-D7E3-5851-87C9-DA2F763C4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950" y="628650"/>
            <a:ext cx="4219270" cy="421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30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95DD47-F249-4256-808A-15C3F1425CC9}"/>
              </a:ext>
            </a:extLst>
          </p:cNvPr>
          <p:cNvSpPr txBox="1"/>
          <p:nvPr/>
        </p:nvSpPr>
        <p:spPr>
          <a:xfrm>
            <a:off x="-1" y="416007"/>
            <a:ext cx="8757501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#Beat the Dice</a:t>
            </a: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#Import libraries</a:t>
            </a:r>
          </a:p>
          <a:p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import</a:t>
            </a:r>
            <a:r>
              <a:rPr lang="en-GB" sz="900" dirty="0">
                <a:latin typeface="Consolas" panose="020B0609020204030204" pitchFamily="49" charset="0"/>
              </a:rPr>
              <a:t> random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#Constants</a:t>
            </a:r>
          </a:p>
          <a:p>
            <a:r>
              <a:rPr lang="en-GB" sz="900" dirty="0">
                <a:latin typeface="Consolas" panose="020B0609020204030204" pitchFamily="49" charset="0"/>
              </a:rPr>
              <a:t>rolls_per_player = 2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#Initialise varilables</a:t>
            </a:r>
          </a:p>
          <a:p>
            <a:r>
              <a:rPr lang="en-GB" sz="900" dirty="0">
                <a:latin typeface="Consolas" panose="020B0609020204030204" pitchFamily="49" charset="0"/>
              </a:rPr>
              <a:t>total = 0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#Roll the dice</a:t>
            </a:r>
          </a:p>
          <a:p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for</a:t>
            </a:r>
            <a:r>
              <a:rPr lang="en-GB" sz="900" dirty="0">
                <a:latin typeface="Consolas" panose="020B0609020204030204" pitchFamily="49" charset="0"/>
              </a:rPr>
              <a:t> rolls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in</a:t>
            </a:r>
            <a:r>
              <a:rPr lang="en-GB" sz="900" dirty="0">
                <a:latin typeface="Consolas" panose="020B0609020204030204" pitchFamily="49" charset="0"/>
              </a:rPr>
              <a:t>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range</a:t>
            </a:r>
            <a:r>
              <a:rPr lang="en-GB" sz="900" dirty="0">
                <a:latin typeface="Consolas" panose="020B0609020204030204" pitchFamily="49" charset="0"/>
              </a:rPr>
              <a:t>(rolls_per_player):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dice1 = 0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dice2 = 0</a:t>
            </a: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#Handle the possibility of a double throw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sz="900" dirty="0">
                <a:latin typeface="Consolas" panose="020B0609020204030204" pitchFamily="49" charset="0"/>
              </a:rPr>
              <a:t> dice == dice2: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   dice1 = random.randint(1,6)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   dice2 = random.randint(1,6)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#Output the dice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"dice 1:"</a:t>
            </a:r>
            <a:r>
              <a:rPr lang="en-GB" sz="900" dirty="0">
                <a:latin typeface="Consolas" panose="020B0609020204030204" pitchFamily="49" charset="0"/>
              </a:rPr>
              <a:t>,dice1)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"dice 2:"</a:t>
            </a:r>
            <a:r>
              <a:rPr lang="en-GB" sz="900" dirty="0">
                <a:latin typeface="Consolas" panose="020B0609020204030204" pitchFamily="49" charset="0"/>
              </a:rPr>
              <a:t>,dice2)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#Cast the dice values from integers to strings ready for changing the order of the dice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dice1_string =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str</a:t>
            </a:r>
            <a:r>
              <a:rPr lang="en-GB" sz="900" dirty="0">
                <a:latin typeface="Consolas" panose="020B0609020204030204" pitchFamily="49" charset="0"/>
              </a:rPr>
              <a:t>(dice1)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dice2_string =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str</a:t>
            </a:r>
            <a:r>
              <a:rPr lang="en-GB" sz="900" dirty="0">
                <a:latin typeface="Consolas" panose="020B0609020204030204" pitchFamily="49" charset="0"/>
              </a:rPr>
              <a:t>(dice2)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#Change the order of the dice to the highest value first and join the values together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sz="900" dirty="0">
                <a:latin typeface="Consolas" panose="020B0609020204030204" pitchFamily="49" charset="0"/>
              </a:rPr>
              <a:t> dice1 &gt; dice2: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   roll_value = dice1_string + dice2_string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sz="900" dirty="0">
                <a:latin typeface="Consolas" panose="020B0609020204030204" pitchFamily="49" charset="0"/>
              </a:rPr>
              <a:t>: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   roll_value = dice2_string + dice1_string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#Cast the value of the dice back to an integers for adding the score to the total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roll_value =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GB" sz="900" dirty="0">
                <a:latin typeface="Consolas" panose="020B0609020204030204" pitchFamily="49" charset="0"/>
              </a:rPr>
              <a:t>(roll_value)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#Ask for the value of the roll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user_input =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"What is the value of the roll?"</a:t>
            </a:r>
            <a:r>
              <a:rPr lang="en-GB" sz="900" dirty="0">
                <a:latin typeface="Consolas" panose="020B0609020204030204" pitchFamily="49" charset="0"/>
              </a:rPr>
              <a:t>))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#Output the value of the dice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sz="900" dirty="0">
                <a:latin typeface="Consolas" panose="020B0609020204030204" pitchFamily="49" charset="0"/>
              </a:rPr>
              <a:t> user_input == roll_value: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  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"You worked it out correctly.</a:t>
            </a:r>
            <a:r>
              <a:rPr lang="en-GB" sz="900" b="1" dirty="0">
                <a:solidFill>
                  <a:srgbClr val="00B050"/>
                </a:solidFill>
                <a:latin typeface="Consolas" panose="020B0609020204030204" pitchFamily="49" charset="0"/>
              </a:rPr>
              <a:t>"</a:t>
            </a:r>
            <a:r>
              <a:rPr lang="en-GB" sz="900" b="1" dirty="0">
                <a:latin typeface="Consolas" panose="020B0609020204030204" pitchFamily="49" charset="0"/>
              </a:rPr>
              <a:t>)</a:t>
            </a:r>
          </a:p>
          <a:p>
            <a:r>
              <a:rPr lang="en-GB" sz="900" b="1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sz="900" dirty="0">
                <a:latin typeface="Consolas" panose="020B0609020204030204" pitchFamily="49" charset="0"/>
              </a:rPr>
              <a:t>:</a:t>
            </a:r>
          </a:p>
          <a:p>
            <a:r>
              <a:rPr lang="en-GB" sz="900" b="1" dirty="0">
                <a:latin typeface="Consolas" panose="020B0609020204030204" pitchFamily="49" charset="0"/>
              </a:rPr>
              <a:t>     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"No, the value of the roll is:"</a:t>
            </a:r>
            <a:r>
              <a:rPr lang="en-GB" sz="900" dirty="0">
                <a:latin typeface="Consolas" panose="020B0609020204030204" pitchFamily="49" charset="0"/>
              </a:rPr>
              <a:t>,roll_value)</a:t>
            </a:r>
          </a:p>
          <a:p>
            <a:endParaRPr lang="en-GB" sz="600" b="1" dirty="0">
              <a:latin typeface="Consolas" panose="020B0609020204030204" pitchFamily="49" charset="0"/>
            </a:endParaRPr>
          </a:p>
          <a:p>
            <a:r>
              <a:rPr lang="en-GB" sz="900" b="1" dirty="0">
                <a:solidFill>
                  <a:srgbClr val="FF0000"/>
                </a:solidFill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#Add the value of the dice to the total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total = total + roll_value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latin typeface="Consolas" panose="020B0609020204030204" pitchFamily="49" charset="0"/>
              </a:rPr>
              <a:t>#Output the total score of the rolls</a:t>
            </a:r>
          </a:p>
          <a:p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"The total of the"</a:t>
            </a:r>
            <a:r>
              <a:rPr lang="en-GB" sz="900" dirty="0">
                <a:latin typeface="Consolas" panose="020B0609020204030204" pitchFamily="49" charset="0"/>
              </a:rPr>
              <a:t>,rolls_per_player,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"rolls is:"</a:t>
            </a:r>
            <a:r>
              <a:rPr lang="en-GB" sz="900" dirty="0">
                <a:latin typeface="Consolas" panose="020B0609020204030204" pitchFamily="49" charset="0"/>
              </a:rPr>
              <a:t>, total)</a:t>
            </a:r>
            <a:endParaRPr lang="en-GB" sz="900" b="1" dirty="0">
              <a:latin typeface="Consolas" panose="020B0609020204030204" pitchFamily="49" charset="0"/>
            </a:endParaRPr>
          </a:p>
          <a:p>
            <a:r>
              <a:rPr lang="en-GB" sz="1000" dirty="0">
                <a:latin typeface="Consolas" panose="020B0609020204030204" pitchFamily="49" charset="0"/>
              </a:rPr>
              <a:t>  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016113-3BD5-42A1-83A4-0B1711618F90}"/>
              </a:ext>
            </a:extLst>
          </p:cNvPr>
          <p:cNvSpPr/>
          <p:nvPr/>
        </p:nvSpPr>
        <p:spPr>
          <a:xfrm>
            <a:off x="0" y="1310325"/>
            <a:ext cx="2828041" cy="32051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3CB6F4-D0CF-4375-874F-7D7B8B3C1C23}"/>
              </a:ext>
            </a:extLst>
          </p:cNvPr>
          <p:cNvCxnSpPr>
            <a:cxnSpLocks/>
          </p:cNvCxnSpPr>
          <p:nvPr/>
        </p:nvCxnSpPr>
        <p:spPr>
          <a:xfrm flipH="1">
            <a:off x="2828041" y="799839"/>
            <a:ext cx="3500488" cy="51048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881340-9355-4EC8-859B-69E79C7F299E}"/>
              </a:ext>
            </a:extLst>
          </p:cNvPr>
          <p:cNvCxnSpPr>
            <a:cxnSpLocks/>
          </p:cNvCxnSpPr>
          <p:nvPr/>
        </p:nvCxnSpPr>
        <p:spPr>
          <a:xfrm flipH="1">
            <a:off x="2828042" y="1630836"/>
            <a:ext cx="350048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2FAB6B3-4180-4F6E-9050-C4DBD8E64E7A}"/>
              </a:ext>
            </a:extLst>
          </p:cNvPr>
          <p:cNvSpPr/>
          <p:nvPr/>
        </p:nvSpPr>
        <p:spPr>
          <a:xfrm>
            <a:off x="6328527" y="799839"/>
            <a:ext cx="3974969" cy="830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#Initialise varilables</a:t>
            </a:r>
          </a:p>
          <a:p>
            <a:r>
              <a:rPr lang="en-GB" sz="2400" dirty="0">
                <a:latin typeface="Consolas" panose="020B0609020204030204" pitchFamily="49" charset="0"/>
              </a:rPr>
              <a:t>total = 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04A32C-2CF9-4937-B465-B52145039E9E}"/>
              </a:ext>
            </a:extLst>
          </p:cNvPr>
          <p:cNvSpPr/>
          <p:nvPr/>
        </p:nvSpPr>
        <p:spPr>
          <a:xfrm>
            <a:off x="6253113" y="1766681"/>
            <a:ext cx="51750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variable is a value that can change while a program is running – it is simply an address in memory.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50A918-F177-9A61-0EA8-991C60E8C9D4}"/>
              </a:ext>
            </a:extLst>
          </p:cNvPr>
          <p:cNvSpPr/>
          <p:nvPr/>
        </p:nvSpPr>
        <p:spPr>
          <a:xfrm>
            <a:off x="-2" y="6161643"/>
            <a:ext cx="2828041" cy="32051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90A490-0E67-91B6-24FD-842489D324D8}"/>
              </a:ext>
            </a:extLst>
          </p:cNvPr>
          <p:cNvCxnSpPr>
            <a:cxnSpLocks/>
          </p:cNvCxnSpPr>
          <p:nvPr/>
        </p:nvCxnSpPr>
        <p:spPr>
          <a:xfrm flipH="1">
            <a:off x="2828041" y="5651157"/>
            <a:ext cx="2471783" cy="51048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0F518A-E7E3-EDCC-9AAB-3DF30C217D76}"/>
              </a:ext>
            </a:extLst>
          </p:cNvPr>
          <p:cNvCxnSpPr>
            <a:cxnSpLocks/>
          </p:cNvCxnSpPr>
          <p:nvPr/>
        </p:nvCxnSpPr>
        <p:spPr>
          <a:xfrm flipH="1">
            <a:off x="2828042" y="6482154"/>
            <a:ext cx="247178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4764430-0643-AC35-69BF-25122534D1CD}"/>
              </a:ext>
            </a:extLst>
          </p:cNvPr>
          <p:cNvSpPr/>
          <p:nvPr/>
        </p:nvSpPr>
        <p:spPr>
          <a:xfrm>
            <a:off x="5299827" y="5651157"/>
            <a:ext cx="6777873" cy="830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#Add the value of the dice to the total</a:t>
            </a:r>
          </a:p>
          <a:p>
            <a:r>
              <a:rPr lang="en-GB" sz="2400" dirty="0">
                <a:latin typeface="Consolas" panose="020B0609020204030204" pitchFamily="49" charset="0"/>
              </a:rPr>
              <a:t>total = total + </a:t>
            </a:r>
            <a:r>
              <a:rPr lang="en-GB" sz="2400" dirty="0" err="1">
                <a:latin typeface="Consolas" panose="020B0609020204030204" pitchFamily="49" charset="0"/>
              </a:rPr>
              <a:t>roll_value</a:t>
            </a:r>
            <a:endParaRPr lang="en-GB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008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95DD47-F249-4256-808A-15C3F1425CC9}"/>
              </a:ext>
            </a:extLst>
          </p:cNvPr>
          <p:cNvSpPr txBox="1"/>
          <p:nvPr/>
        </p:nvSpPr>
        <p:spPr>
          <a:xfrm>
            <a:off x="-1" y="416007"/>
            <a:ext cx="8757501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#Beat the Dice</a:t>
            </a: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#Import libraries</a:t>
            </a:r>
          </a:p>
          <a:p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import</a:t>
            </a:r>
            <a:r>
              <a:rPr lang="en-GB" sz="900" dirty="0">
                <a:latin typeface="Consolas" panose="020B0609020204030204" pitchFamily="49" charset="0"/>
              </a:rPr>
              <a:t> random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#Constants</a:t>
            </a:r>
          </a:p>
          <a:p>
            <a:r>
              <a:rPr lang="en-GB" sz="900" dirty="0">
                <a:latin typeface="Consolas" panose="020B0609020204030204" pitchFamily="49" charset="0"/>
              </a:rPr>
              <a:t>rolls_per_player = 2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#Initialise varilables</a:t>
            </a:r>
          </a:p>
          <a:p>
            <a:r>
              <a:rPr lang="en-GB" sz="900" dirty="0">
                <a:latin typeface="Consolas" panose="020B0609020204030204" pitchFamily="49" charset="0"/>
              </a:rPr>
              <a:t>total = 0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#Roll the dice</a:t>
            </a:r>
          </a:p>
          <a:p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for</a:t>
            </a:r>
            <a:r>
              <a:rPr lang="en-GB" sz="900" dirty="0">
                <a:latin typeface="Consolas" panose="020B0609020204030204" pitchFamily="49" charset="0"/>
              </a:rPr>
              <a:t> rolls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in</a:t>
            </a:r>
            <a:r>
              <a:rPr lang="en-GB" sz="900" dirty="0">
                <a:latin typeface="Consolas" panose="020B0609020204030204" pitchFamily="49" charset="0"/>
              </a:rPr>
              <a:t>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range</a:t>
            </a:r>
            <a:r>
              <a:rPr lang="en-GB" sz="900" dirty="0">
                <a:latin typeface="Consolas" panose="020B0609020204030204" pitchFamily="49" charset="0"/>
              </a:rPr>
              <a:t>(rolls_per_player):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dice1 = 0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dice2 = 0</a:t>
            </a: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#Handle the possibility of a double throw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sz="900" dirty="0">
                <a:latin typeface="Consolas" panose="020B0609020204030204" pitchFamily="49" charset="0"/>
              </a:rPr>
              <a:t> dice == dice2: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   dice1 = random.randint(1,6)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   dice2 = random.randint(1,6)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#Output the dice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"dice 1:"</a:t>
            </a:r>
            <a:r>
              <a:rPr lang="en-GB" sz="900" dirty="0">
                <a:latin typeface="Consolas" panose="020B0609020204030204" pitchFamily="49" charset="0"/>
              </a:rPr>
              <a:t>,dice1)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"dice 2:"</a:t>
            </a:r>
            <a:r>
              <a:rPr lang="en-GB" sz="900" dirty="0">
                <a:latin typeface="Consolas" panose="020B0609020204030204" pitchFamily="49" charset="0"/>
              </a:rPr>
              <a:t>,dice2)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#Cast the dice values from integers to strings ready for changing the order of the dice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dice1_string =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str</a:t>
            </a:r>
            <a:r>
              <a:rPr lang="en-GB" sz="900" dirty="0">
                <a:latin typeface="Consolas" panose="020B0609020204030204" pitchFamily="49" charset="0"/>
              </a:rPr>
              <a:t>(dice1)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dice2_string =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str</a:t>
            </a:r>
            <a:r>
              <a:rPr lang="en-GB" sz="900" dirty="0">
                <a:latin typeface="Consolas" panose="020B0609020204030204" pitchFamily="49" charset="0"/>
              </a:rPr>
              <a:t>(dice2)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#Change the order of the dice to the highest value first and join the values together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sz="900" dirty="0">
                <a:latin typeface="Consolas" panose="020B0609020204030204" pitchFamily="49" charset="0"/>
              </a:rPr>
              <a:t> dice1 &gt; dice2: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   roll_value = dice1_string + dice2_string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sz="900" dirty="0">
                <a:latin typeface="Consolas" panose="020B0609020204030204" pitchFamily="49" charset="0"/>
              </a:rPr>
              <a:t>: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   roll_value = dice2_string + dice1_string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#Cast the value of the dice back to an integers for adding the score to the total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roll_value =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GB" sz="900" dirty="0">
                <a:latin typeface="Consolas" panose="020B0609020204030204" pitchFamily="49" charset="0"/>
              </a:rPr>
              <a:t>(roll_value)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#Ask for the value of the roll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user_input =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"What is the value of the roll?"</a:t>
            </a:r>
            <a:r>
              <a:rPr lang="en-GB" sz="900" dirty="0">
                <a:latin typeface="Consolas" panose="020B0609020204030204" pitchFamily="49" charset="0"/>
              </a:rPr>
              <a:t>))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#Output the value of the dice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sz="900" dirty="0">
                <a:latin typeface="Consolas" panose="020B0609020204030204" pitchFamily="49" charset="0"/>
              </a:rPr>
              <a:t> user_input == roll_value: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  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"You worked it out correctly.</a:t>
            </a:r>
            <a:r>
              <a:rPr lang="en-GB" sz="900" b="1" dirty="0">
                <a:solidFill>
                  <a:srgbClr val="00B050"/>
                </a:solidFill>
                <a:latin typeface="Consolas" panose="020B0609020204030204" pitchFamily="49" charset="0"/>
              </a:rPr>
              <a:t>"</a:t>
            </a:r>
            <a:r>
              <a:rPr lang="en-GB" sz="900" b="1" dirty="0">
                <a:latin typeface="Consolas" panose="020B0609020204030204" pitchFamily="49" charset="0"/>
              </a:rPr>
              <a:t>)</a:t>
            </a:r>
          </a:p>
          <a:p>
            <a:r>
              <a:rPr lang="en-GB" sz="900" b="1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sz="900" dirty="0">
                <a:latin typeface="Consolas" panose="020B0609020204030204" pitchFamily="49" charset="0"/>
              </a:rPr>
              <a:t>:</a:t>
            </a:r>
          </a:p>
          <a:p>
            <a:r>
              <a:rPr lang="en-GB" sz="900" b="1" dirty="0">
                <a:latin typeface="Consolas" panose="020B0609020204030204" pitchFamily="49" charset="0"/>
              </a:rPr>
              <a:t>     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"No, the value of the roll is:"</a:t>
            </a:r>
            <a:r>
              <a:rPr lang="en-GB" sz="900" dirty="0">
                <a:latin typeface="Consolas" panose="020B0609020204030204" pitchFamily="49" charset="0"/>
              </a:rPr>
              <a:t>,roll_value)</a:t>
            </a:r>
          </a:p>
          <a:p>
            <a:endParaRPr lang="en-GB" sz="600" b="1" dirty="0">
              <a:latin typeface="Consolas" panose="020B0609020204030204" pitchFamily="49" charset="0"/>
            </a:endParaRPr>
          </a:p>
          <a:p>
            <a:r>
              <a:rPr lang="en-GB" sz="900" b="1" dirty="0">
                <a:solidFill>
                  <a:srgbClr val="FF0000"/>
                </a:solidFill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#Add the value of the dice to the total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total = total + roll_value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latin typeface="Consolas" panose="020B0609020204030204" pitchFamily="49" charset="0"/>
              </a:rPr>
              <a:t>#Output the total score of the rolls</a:t>
            </a:r>
          </a:p>
          <a:p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"The total of the"</a:t>
            </a:r>
            <a:r>
              <a:rPr lang="en-GB" sz="900" dirty="0">
                <a:latin typeface="Consolas" panose="020B0609020204030204" pitchFamily="49" charset="0"/>
              </a:rPr>
              <a:t>,rolls_per_player,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"rolls is:"</a:t>
            </a:r>
            <a:r>
              <a:rPr lang="en-GB" sz="900" dirty="0">
                <a:latin typeface="Consolas" panose="020B0609020204030204" pitchFamily="49" charset="0"/>
              </a:rPr>
              <a:t>, total)</a:t>
            </a:r>
            <a:endParaRPr lang="en-GB" sz="900" b="1" dirty="0">
              <a:latin typeface="Consolas" panose="020B0609020204030204" pitchFamily="49" charset="0"/>
            </a:endParaRPr>
          </a:p>
          <a:p>
            <a:r>
              <a:rPr lang="en-GB" sz="1000" dirty="0">
                <a:latin typeface="Consolas" panose="020B0609020204030204" pitchFamily="49" charset="0"/>
              </a:rPr>
              <a:t>  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016113-3BD5-42A1-83A4-0B1711618F90}"/>
              </a:ext>
            </a:extLst>
          </p:cNvPr>
          <p:cNvSpPr/>
          <p:nvPr/>
        </p:nvSpPr>
        <p:spPr>
          <a:xfrm>
            <a:off x="0" y="942682"/>
            <a:ext cx="2828041" cy="32051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3CB6F4-D0CF-4375-874F-7D7B8B3C1C23}"/>
              </a:ext>
            </a:extLst>
          </p:cNvPr>
          <p:cNvCxnSpPr>
            <a:cxnSpLocks/>
          </p:cNvCxnSpPr>
          <p:nvPr/>
        </p:nvCxnSpPr>
        <p:spPr>
          <a:xfrm flipH="1">
            <a:off x="2828041" y="799839"/>
            <a:ext cx="3500488" cy="14284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881340-9355-4EC8-859B-69E79C7F299E}"/>
              </a:ext>
            </a:extLst>
          </p:cNvPr>
          <p:cNvCxnSpPr>
            <a:cxnSpLocks/>
          </p:cNvCxnSpPr>
          <p:nvPr/>
        </p:nvCxnSpPr>
        <p:spPr>
          <a:xfrm flipH="1" flipV="1">
            <a:off x="2828041" y="1263194"/>
            <a:ext cx="3500486" cy="36764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2FAB6B3-4180-4F6E-9050-C4DBD8E64E7A}"/>
              </a:ext>
            </a:extLst>
          </p:cNvPr>
          <p:cNvSpPr/>
          <p:nvPr/>
        </p:nvSpPr>
        <p:spPr>
          <a:xfrm>
            <a:off x="6328527" y="799839"/>
            <a:ext cx="3974969" cy="830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#Constants</a:t>
            </a:r>
          </a:p>
          <a:p>
            <a:r>
              <a:rPr lang="en-GB" sz="2400" dirty="0">
                <a:latin typeface="Consolas" panose="020B0609020204030204" pitchFamily="49" charset="0"/>
              </a:rPr>
              <a:t>rolls_per_player = 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04A32C-2CF9-4937-B465-B52145039E9E}"/>
              </a:ext>
            </a:extLst>
          </p:cNvPr>
          <p:cNvSpPr/>
          <p:nvPr/>
        </p:nvSpPr>
        <p:spPr>
          <a:xfrm>
            <a:off x="6253113" y="1766681"/>
            <a:ext cx="51750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constant is a value that remains fixed throughout – it must be set when the program is first written.</a:t>
            </a:r>
          </a:p>
        </p:txBody>
      </p:sp>
    </p:spTree>
    <p:extLst>
      <p:ext uri="{BB962C8B-B14F-4D97-AF65-F5344CB8AC3E}">
        <p14:creationId xmlns:p14="http://schemas.microsoft.com/office/powerpoint/2010/main" val="623151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95DD47-F249-4256-808A-15C3F1425CC9}"/>
              </a:ext>
            </a:extLst>
          </p:cNvPr>
          <p:cNvSpPr txBox="1"/>
          <p:nvPr/>
        </p:nvSpPr>
        <p:spPr>
          <a:xfrm>
            <a:off x="-1" y="416007"/>
            <a:ext cx="8757501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#Beat the Dice</a:t>
            </a: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#Import libraries</a:t>
            </a:r>
          </a:p>
          <a:p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import</a:t>
            </a:r>
            <a:r>
              <a:rPr lang="en-GB" sz="900" dirty="0">
                <a:latin typeface="Consolas" panose="020B0609020204030204" pitchFamily="49" charset="0"/>
              </a:rPr>
              <a:t> random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#Constants</a:t>
            </a:r>
          </a:p>
          <a:p>
            <a:r>
              <a:rPr lang="en-GB" sz="900" dirty="0">
                <a:latin typeface="Consolas" panose="020B0609020204030204" pitchFamily="49" charset="0"/>
              </a:rPr>
              <a:t>rolls_per_player = 2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#Initialise varilables</a:t>
            </a:r>
          </a:p>
          <a:p>
            <a:r>
              <a:rPr lang="en-GB" sz="900" dirty="0">
                <a:latin typeface="Consolas" panose="020B0609020204030204" pitchFamily="49" charset="0"/>
              </a:rPr>
              <a:t>total = 0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#Roll the dice</a:t>
            </a:r>
          </a:p>
          <a:p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for</a:t>
            </a:r>
            <a:r>
              <a:rPr lang="en-GB" sz="900" dirty="0">
                <a:latin typeface="Consolas" panose="020B0609020204030204" pitchFamily="49" charset="0"/>
              </a:rPr>
              <a:t> rolls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in</a:t>
            </a:r>
            <a:r>
              <a:rPr lang="en-GB" sz="900" dirty="0">
                <a:latin typeface="Consolas" panose="020B0609020204030204" pitchFamily="49" charset="0"/>
              </a:rPr>
              <a:t>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range</a:t>
            </a:r>
            <a:r>
              <a:rPr lang="en-GB" sz="900" dirty="0">
                <a:latin typeface="Consolas" panose="020B0609020204030204" pitchFamily="49" charset="0"/>
              </a:rPr>
              <a:t>(rolls_per_player):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dice1 = 0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dice2 = 0</a:t>
            </a: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#Handle the possibility of a double throw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sz="900" dirty="0">
                <a:latin typeface="Consolas" panose="020B0609020204030204" pitchFamily="49" charset="0"/>
              </a:rPr>
              <a:t> dice == dice2: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   dice1 = random.randint(1,6)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   dice2 = random.randint(1,6)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#Output the dice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"dice 1:"</a:t>
            </a:r>
            <a:r>
              <a:rPr lang="en-GB" sz="900" dirty="0">
                <a:latin typeface="Consolas" panose="020B0609020204030204" pitchFamily="49" charset="0"/>
              </a:rPr>
              <a:t>,dice1)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"dice 2:"</a:t>
            </a:r>
            <a:r>
              <a:rPr lang="en-GB" sz="900" dirty="0">
                <a:latin typeface="Consolas" panose="020B0609020204030204" pitchFamily="49" charset="0"/>
              </a:rPr>
              <a:t>,dice2)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#Cast the dice values from integers to strings ready for changing the order of the dice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dice1_string =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str</a:t>
            </a:r>
            <a:r>
              <a:rPr lang="en-GB" sz="900" dirty="0">
                <a:latin typeface="Consolas" panose="020B0609020204030204" pitchFamily="49" charset="0"/>
              </a:rPr>
              <a:t>(dice1)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dice2_string =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str</a:t>
            </a:r>
            <a:r>
              <a:rPr lang="en-GB" sz="900" dirty="0">
                <a:latin typeface="Consolas" panose="020B0609020204030204" pitchFamily="49" charset="0"/>
              </a:rPr>
              <a:t>(dice2)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#Change the order of the dice to the highest value first and join the values together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sz="900" dirty="0">
                <a:latin typeface="Consolas" panose="020B0609020204030204" pitchFamily="49" charset="0"/>
              </a:rPr>
              <a:t> dice1 &gt; dice2: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   roll_value = dice1_string + dice2_string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sz="900" dirty="0">
                <a:latin typeface="Consolas" panose="020B0609020204030204" pitchFamily="49" charset="0"/>
              </a:rPr>
              <a:t>: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   roll_value = dice2_string + dice1_string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#Cast the value of the dice back to an integers for adding the score to the total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roll_value =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GB" sz="900" dirty="0">
                <a:latin typeface="Consolas" panose="020B0609020204030204" pitchFamily="49" charset="0"/>
              </a:rPr>
              <a:t>(roll_value)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#Ask for the value of the roll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user_input =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"What is the value of the roll?"</a:t>
            </a:r>
            <a:r>
              <a:rPr lang="en-GB" sz="900" dirty="0">
                <a:latin typeface="Consolas" panose="020B0609020204030204" pitchFamily="49" charset="0"/>
              </a:rPr>
              <a:t>))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   #Output the value of the dice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sz="900" dirty="0">
                <a:latin typeface="Consolas" panose="020B0609020204030204" pitchFamily="49" charset="0"/>
              </a:rPr>
              <a:t> user_input == roll_value: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  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"You worked it out correctly.</a:t>
            </a:r>
            <a:r>
              <a:rPr lang="en-GB" sz="900" b="1" dirty="0">
                <a:solidFill>
                  <a:srgbClr val="00B050"/>
                </a:solidFill>
                <a:latin typeface="Consolas" panose="020B0609020204030204" pitchFamily="49" charset="0"/>
              </a:rPr>
              <a:t>"</a:t>
            </a:r>
            <a:r>
              <a:rPr lang="en-GB" sz="900" b="1" dirty="0">
                <a:latin typeface="Consolas" panose="020B0609020204030204" pitchFamily="49" charset="0"/>
              </a:rPr>
              <a:t>)</a:t>
            </a:r>
          </a:p>
          <a:p>
            <a:r>
              <a:rPr lang="en-GB" sz="900" b="1" dirty="0"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sz="900" dirty="0">
                <a:latin typeface="Consolas" panose="020B0609020204030204" pitchFamily="49" charset="0"/>
              </a:rPr>
              <a:t>:</a:t>
            </a:r>
          </a:p>
          <a:p>
            <a:r>
              <a:rPr lang="en-GB" sz="900" b="1" dirty="0">
                <a:latin typeface="Consolas" panose="020B0609020204030204" pitchFamily="49" charset="0"/>
              </a:rPr>
              <a:t>      </a:t>
            </a:r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"No, the value of the roll is:"</a:t>
            </a:r>
            <a:r>
              <a:rPr lang="en-GB" sz="900" dirty="0">
                <a:latin typeface="Consolas" panose="020B0609020204030204" pitchFamily="49" charset="0"/>
              </a:rPr>
              <a:t>,roll_value)</a:t>
            </a:r>
          </a:p>
          <a:p>
            <a:endParaRPr lang="en-GB" sz="600" b="1" dirty="0">
              <a:latin typeface="Consolas" panose="020B0609020204030204" pitchFamily="49" charset="0"/>
            </a:endParaRPr>
          </a:p>
          <a:p>
            <a:r>
              <a:rPr lang="en-GB" sz="900" b="1" dirty="0">
                <a:solidFill>
                  <a:srgbClr val="FF0000"/>
                </a:solidFill>
                <a:latin typeface="Consolas" panose="020B0609020204030204" pitchFamily="49" charset="0"/>
              </a:rPr>
              <a:t>   </a:t>
            </a:r>
            <a:r>
              <a:rPr lang="en-GB" sz="900" dirty="0">
                <a:solidFill>
                  <a:srgbClr val="FF0000"/>
                </a:solidFill>
                <a:latin typeface="Consolas" panose="020B0609020204030204" pitchFamily="49" charset="0"/>
              </a:rPr>
              <a:t>#Add the value of the dice to the total</a:t>
            </a:r>
          </a:p>
          <a:p>
            <a:r>
              <a:rPr lang="en-GB" sz="900" dirty="0">
                <a:latin typeface="Consolas" panose="020B0609020204030204" pitchFamily="49" charset="0"/>
              </a:rPr>
              <a:t>   total = total + roll_value</a:t>
            </a:r>
          </a:p>
          <a:p>
            <a:endParaRPr lang="en-GB" sz="600" dirty="0">
              <a:latin typeface="Consolas" panose="020B0609020204030204" pitchFamily="49" charset="0"/>
            </a:endParaRPr>
          </a:p>
          <a:p>
            <a:r>
              <a:rPr lang="en-GB" sz="900" dirty="0">
                <a:latin typeface="Consolas" panose="020B0609020204030204" pitchFamily="49" charset="0"/>
              </a:rPr>
              <a:t>#Output the total score of the rolls</a:t>
            </a:r>
          </a:p>
          <a:p>
            <a:r>
              <a:rPr lang="en-GB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900" dirty="0">
                <a:latin typeface="Consolas" panose="020B0609020204030204" pitchFamily="49" charset="0"/>
              </a:rPr>
              <a:t>(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"The total of the"</a:t>
            </a:r>
            <a:r>
              <a:rPr lang="en-GB" sz="900" dirty="0">
                <a:latin typeface="Consolas" panose="020B0609020204030204" pitchFamily="49" charset="0"/>
              </a:rPr>
              <a:t>,rolls_per_player,</a:t>
            </a:r>
            <a:r>
              <a:rPr lang="en-GB" sz="900" dirty="0">
                <a:solidFill>
                  <a:srgbClr val="00B050"/>
                </a:solidFill>
                <a:latin typeface="Consolas" panose="020B0609020204030204" pitchFamily="49" charset="0"/>
              </a:rPr>
              <a:t>"rolls is:"</a:t>
            </a:r>
            <a:r>
              <a:rPr lang="en-GB" sz="900" dirty="0">
                <a:latin typeface="Consolas" panose="020B0609020204030204" pitchFamily="49" charset="0"/>
              </a:rPr>
              <a:t>, total)</a:t>
            </a:r>
            <a:endParaRPr lang="en-GB" sz="900" b="1" dirty="0">
              <a:latin typeface="Consolas" panose="020B0609020204030204" pitchFamily="49" charset="0"/>
            </a:endParaRPr>
          </a:p>
          <a:p>
            <a:r>
              <a:rPr lang="en-GB" sz="1000" dirty="0">
                <a:latin typeface="Consolas" panose="020B0609020204030204" pitchFamily="49" charset="0"/>
              </a:rPr>
              <a:t>  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016113-3BD5-42A1-83A4-0B1711618F90}"/>
              </a:ext>
            </a:extLst>
          </p:cNvPr>
          <p:cNvSpPr/>
          <p:nvPr/>
        </p:nvSpPr>
        <p:spPr>
          <a:xfrm>
            <a:off x="0" y="942682"/>
            <a:ext cx="2828041" cy="32051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3CB6F4-D0CF-4375-874F-7D7B8B3C1C23}"/>
              </a:ext>
            </a:extLst>
          </p:cNvPr>
          <p:cNvCxnSpPr>
            <a:cxnSpLocks/>
          </p:cNvCxnSpPr>
          <p:nvPr/>
        </p:nvCxnSpPr>
        <p:spPr>
          <a:xfrm flipH="1">
            <a:off x="2828041" y="799839"/>
            <a:ext cx="3500488" cy="14284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881340-9355-4EC8-859B-69E79C7F299E}"/>
              </a:ext>
            </a:extLst>
          </p:cNvPr>
          <p:cNvCxnSpPr>
            <a:cxnSpLocks/>
          </p:cNvCxnSpPr>
          <p:nvPr/>
        </p:nvCxnSpPr>
        <p:spPr>
          <a:xfrm flipH="1" flipV="1">
            <a:off x="2828041" y="1263193"/>
            <a:ext cx="7475456" cy="36764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2FAB6B3-4180-4F6E-9050-C4DBD8E64E7A}"/>
              </a:ext>
            </a:extLst>
          </p:cNvPr>
          <p:cNvSpPr/>
          <p:nvPr/>
        </p:nvSpPr>
        <p:spPr>
          <a:xfrm>
            <a:off x="6328527" y="799839"/>
            <a:ext cx="3974969" cy="830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#Constants</a:t>
            </a:r>
          </a:p>
          <a:p>
            <a:r>
              <a:rPr lang="en-GB" sz="2400" dirty="0">
                <a:latin typeface="Consolas" panose="020B0609020204030204" pitchFamily="49" charset="0"/>
              </a:rPr>
              <a:t>rolls_per_player = 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04A32C-2CF9-4937-B465-B52145039E9E}"/>
              </a:ext>
            </a:extLst>
          </p:cNvPr>
          <p:cNvSpPr/>
          <p:nvPr/>
        </p:nvSpPr>
        <p:spPr>
          <a:xfrm>
            <a:off x="6253113" y="2662757"/>
            <a:ext cx="51750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 is when we supply a value to a variable or constant, performed with the = symbol.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9510C4-51A0-47B5-9944-69EDCD135D0C}"/>
              </a:ext>
            </a:extLst>
          </p:cNvPr>
          <p:cNvSpPr/>
          <p:nvPr/>
        </p:nvSpPr>
        <p:spPr>
          <a:xfrm>
            <a:off x="0" y="1309101"/>
            <a:ext cx="2828041" cy="32051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5D7638-5AB6-4B2B-8D1F-5558C0C11973}"/>
              </a:ext>
            </a:extLst>
          </p:cNvPr>
          <p:cNvCxnSpPr>
            <a:cxnSpLocks/>
          </p:cNvCxnSpPr>
          <p:nvPr/>
        </p:nvCxnSpPr>
        <p:spPr>
          <a:xfrm flipH="1" flipV="1">
            <a:off x="2828040" y="1326514"/>
            <a:ext cx="3500488" cy="44716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997B101-426C-498B-AAF0-DA76B0475B5C}"/>
              </a:ext>
            </a:extLst>
          </p:cNvPr>
          <p:cNvCxnSpPr>
            <a:cxnSpLocks/>
          </p:cNvCxnSpPr>
          <p:nvPr/>
        </p:nvCxnSpPr>
        <p:spPr>
          <a:xfrm flipH="1" flipV="1">
            <a:off x="2828041" y="1629612"/>
            <a:ext cx="3500485" cy="94777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7225434-807B-45E4-98F9-8891757AF064}"/>
              </a:ext>
            </a:extLst>
          </p:cNvPr>
          <p:cNvSpPr/>
          <p:nvPr/>
        </p:nvSpPr>
        <p:spPr>
          <a:xfrm>
            <a:off x="6328526" y="1773679"/>
            <a:ext cx="3974969" cy="830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#Initialise varilables</a:t>
            </a:r>
          </a:p>
          <a:p>
            <a:r>
              <a:rPr lang="en-GB" sz="2400" dirty="0">
                <a:latin typeface="Consolas" panose="020B0609020204030204" pitchFamily="49" charset="0"/>
              </a:rPr>
              <a:t>total = 0</a:t>
            </a:r>
          </a:p>
        </p:txBody>
      </p:sp>
    </p:spTree>
    <p:extLst>
      <p:ext uri="{BB962C8B-B14F-4D97-AF65-F5344CB8AC3E}">
        <p14:creationId xmlns:p14="http://schemas.microsoft.com/office/powerpoint/2010/main" val="885208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F323419-F2A9-8CD9-7B2E-21BBD7BD4B44}"/>
              </a:ext>
            </a:extLst>
          </p:cNvPr>
          <p:cNvSpPr/>
          <p:nvPr/>
        </p:nvSpPr>
        <p:spPr>
          <a:xfrm>
            <a:off x="176564" y="523174"/>
            <a:ext cx="517648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C27F41-6D4F-9742-C4D1-F27FFA143695}"/>
              </a:ext>
            </a:extLst>
          </p:cNvPr>
          <p:cNvSpPr/>
          <p:nvPr/>
        </p:nvSpPr>
        <p:spPr>
          <a:xfrm>
            <a:off x="176564" y="993174"/>
            <a:ext cx="114725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an example of how these concepts will look in exam papers following the Cambridge IGCSE pseudocode format, which is listed towards the back of the syllabus.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35AFB6-C7FE-A4FA-5CED-9538FC8E2AAC}"/>
              </a:ext>
            </a:extLst>
          </p:cNvPr>
          <p:cNvGrpSpPr/>
          <p:nvPr/>
        </p:nvGrpSpPr>
        <p:grpSpPr>
          <a:xfrm>
            <a:off x="307657" y="1950851"/>
            <a:ext cx="5521644" cy="2982130"/>
            <a:chOff x="115335" y="1049783"/>
            <a:chExt cx="5795610" cy="364866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59C7E12-FDB7-80FC-C079-3F9B228DD126}"/>
                </a:ext>
              </a:extLst>
            </p:cNvPr>
            <p:cNvSpPr/>
            <p:nvPr/>
          </p:nvSpPr>
          <p:spPr>
            <a:xfrm>
              <a:off x="115335" y="1049783"/>
              <a:ext cx="5795610" cy="3648665"/>
            </a:xfrm>
            <a:prstGeom prst="roundRect">
              <a:avLst>
                <a:gd name="adj" fmla="val 514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GB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DECLARE &lt;identifier&gt; : &lt;data type&gt;</a:t>
              </a:r>
            </a:p>
            <a:p>
              <a:endParaRPr lang="en-GB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endParaRPr lang="en-GB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DECLARE Counter : INTEGER</a:t>
              </a:r>
            </a:p>
            <a:p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DECALRE TotalToPay: REAL</a:t>
              </a:r>
            </a:p>
            <a:p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DECLARE GameOver : BOOLEAN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A536AFB-3879-9F9B-2E1F-5D369054F4B4}"/>
                </a:ext>
              </a:extLst>
            </p:cNvPr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name="adj" fmla="val 29488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</a:rPr>
                <a:t>Variables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563C06-75C2-8B63-0012-4F2F4F1F4CDC}"/>
              </a:ext>
            </a:extLst>
          </p:cNvPr>
          <p:cNvGrpSpPr/>
          <p:nvPr/>
        </p:nvGrpSpPr>
        <p:grpSpPr>
          <a:xfrm>
            <a:off x="6358163" y="1937935"/>
            <a:ext cx="5521644" cy="2982130"/>
            <a:chOff x="115335" y="1049783"/>
            <a:chExt cx="5795610" cy="36486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F0705E4-D37A-A6AB-E519-752ADAA0E9DF}"/>
                </a:ext>
              </a:extLst>
            </p:cNvPr>
            <p:cNvSpPr/>
            <p:nvPr/>
          </p:nvSpPr>
          <p:spPr>
            <a:xfrm>
              <a:off x="115335" y="1049783"/>
              <a:ext cx="5795610" cy="3648665"/>
            </a:xfrm>
            <a:prstGeom prst="roundRect">
              <a:avLst>
                <a:gd name="adj" fmla="val 5148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GB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CONSTANT &lt;identifier&gt; </a:t>
              </a:r>
              <a:r>
                <a:rPr lang="en-GB" sz="2000" dirty="0">
                  <a:solidFill>
                    <a:schemeClr val="tx1"/>
                  </a:solidFill>
                  <a:latin typeface="Wingdings" panose="05000000000000000000" pitchFamily="2" charset="2"/>
                </a:rPr>
                <a:t>ß</a:t>
              </a:r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&lt;value&gt;</a:t>
              </a:r>
            </a:p>
            <a:p>
              <a:endParaRPr lang="en-GB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endParaRPr lang="en-GB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CONSTANT HourlyRate </a:t>
              </a:r>
              <a:r>
                <a:rPr lang="en-GB" sz="2000" dirty="0">
                  <a:solidFill>
                    <a:schemeClr val="tx1"/>
                  </a:solidFill>
                  <a:latin typeface="Wingdings" panose="05000000000000000000" pitchFamily="2" charset="2"/>
                </a:rPr>
                <a:t>ß</a:t>
              </a:r>
              <a:r>
                <a:rPr lang="en-GB" sz="20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12.50</a:t>
              </a:r>
            </a:p>
            <a:p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CONSTANT DefaultText </a:t>
              </a:r>
              <a:r>
                <a:rPr lang="en-GB" sz="2000" dirty="0">
                  <a:solidFill>
                    <a:schemeClr val="tx1"/>
                  </a:solidFill>
                  <a:latin typeface="Wingdings" panose="05000000000000000000" pitchFamily="2" charset="2"/>
                </a:rPr>
                <a:t>ß</a:t>
              </a:r>
              <a:r>
                <a:rPr lang="en-GB" sz="20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"NA"</a:t>
              </a:r>
            </a:p>
            <a:p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CONSTANT MaxScore </a:t>
              </a:r>
              <a:r>
                <a:rPr lang="en-GB" sz="2000" dirty="0">
                  <a:solidFill>
                    <a:schemeClr val="tx1"/>
                  </a:solidFill>
                  <a:latin typeface="Wingdings" panose="05000000000000000000" pitchFamily="2" charset="2"/>
                </a:rPr>
                <a:t>ß</a:t>
              </a:r>
              <a:r>
                <a:rPr lang="en-GB" sz="20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99999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F3166F4-1B19-F2A1-C560-A2128ED86A11}"/>
                </a:ext>
              </a:extLst>
            </p:cNvPr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name="adj" fmla="val 2948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</a:rPr>
                <a:t>Constants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6262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1565619" cy="3067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Variable: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value stored in memory that can change while the program is running – can be an integer, character, string, real/float or Boolean value. </a:t>
            </a: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Constant: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value that is assigned when the program is first written and does not change while it is running.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Constants make a program easier to read, as they are usually declared and assigned at the top of the program.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allow programmers to modify a program by changing one value rather than having to change every instance of a value throughout the program, reducing the possibility of errors.</a:t>
            </a:r>
          </a:p>
          <a:p>
            <a:pPr marL="54000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constants are used instead of variables, a compiler can be used to optimise code, making the program run faster.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and constants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7F4925E9-E2D7-4A38-BC23-AE18C4C0C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</TotalTime>
  <Words>2058</Words>
  <Application>Microsoft Office PowerPoint</Application>
  <PresentationFormat>Widescreen</PresentationFormat>
  <Paragraphs>301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Century Gothic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182</cp:revision>
  <dcterms:created xsi:type="dcterms:W3CDTF">2019-10-14T15:21:06Z</dcterms:created>
  <dcterms:modified xsi:type="dcterms:W3CDTF">2022-08-31T14:32:23Z</dcterms:modified>
</cp:coreProperties>
</file>