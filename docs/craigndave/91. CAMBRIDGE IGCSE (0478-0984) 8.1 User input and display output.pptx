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7" r:id="rId3"/>
    <p:sldId id="261" r:id="rId4"/>
    <p:sldId id="262" r:id="rId5"/>
    <p:sldId id="263" r:id="rId6"/>
    <p:sldId id="264" r:id="rId7"/>
    <p:sldId id="265" r:id="rId8"/>
    <p:sldId id="259" r:id="rId9"/>
    <p:sldId id="272" r:id="rId10"/>
    <p:sldId id="260" r:id="rId11"/>
    <p:sldId id="33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FCEEE4"/>
    <a:srgbClr val="FFF9E7"/>
    <a:srgbClr val="FFCCCC"/>
    <a:srgbClr val="F26521"/>
    <a:srgbClr val="FFFFFF"/>
    <a:srgbClr val="0087B1"/>
    <a:srgbClr val="000956"/>
    <a:srgbClr val="99E265"/>
    <a:srgbClr val="00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98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94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999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539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1323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1169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416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6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User input and display output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User input and display output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09969B-C9B0-016B-DFEC-4FBE630EF056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input and display output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072BB-6E2F-373B-DCFB-A8B363807DB0}"/>
              </a:ext>
            </a:extLst>
          </p:cNvPr>
          <p:cNvSpPr/>
          <p:nvPr/>
        </p:nvSpPr>
        <p:spPr>
          <a:xfrm>
            <a:off x="176564" y="993174"/>
            <a:ext cx="111903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Being able to gather inputs from the user via the keyboard and display output to a screen are very common features of computer programs.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244D917-EFDF-1686-04CA-E9EF1E44B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58" y="2119850"/>
            <a:ext cx="4738150" cy="4738150"/>
          </a:xfrm>
          <a:prstGeom prst="rect">
            <a:avLst/>
          </a:prstGeom>
        </p:spPr>
      </p:pic>
      <p:pic>
        <p:nvPicPr>
          <p:cNvPr id="11" name="Picture 10" descr="A picture containing text, electronics, display&#10;&#10;Description automatically generated">
            <a:extLst>
              <a:ext uri="{FF2B5EF4-FFF2-40B4-BE49-F238E27FC236}">
                <a16:creationId xmlns:a16="http://schemas.microsoft.com/office/drawing/2014/main" id="{37FA9AA9-9081-6797-D3B1-E3AB76B5E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94" y="2087657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8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ADDD39-39C3-31D6-7714-4DD03C677B6D}"/>
              </a:ext>
            </a:extLst>
          </p:cNvPr>
          <p:cNvGrpSpPr/>
          <p:nvPr/>
        </p:nvGrpSpPr>
        <p:grpSpPr>
          <a:xfrm>
            <a:off x="0" y="419062"/>
            <a:ext cx="12191647" cy="6438938"/>
            <a:chOff x="0" y="419062"/>
            <a:chExt cx="12191647" cy="643893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A53514-EA45-45F8-ACE7-B8C2C72EA877}"/>
                </a:ext>
              </a:extLst>
            </p:cNvPr>
            <p:cNvSpPr/>
            <p:nvPr/>
          </p:nvSpPr>
          <p:spPr>
            <a:xfrm>
              <a:off x="0" y="419062"/>
              <a:ext cx="3801722" cy="6438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10741A-87B8-462D-B09A-05353A1A6771}"/>
                </a:ext>
              </a:extLst>
            </p:cNvPr>
            <p:cNvSpPr/>
            <p:nvPr/>
          </p:nvSpPr>
          <p:spPr>
            <a:xfrm>
              <a:off x="3801717" y="419062"/>
              <a:ext cx="4210714" cy="6438938"/>
            </a:xfrm>
            <a:prstGeom prst="rect">
              <a:avLst/>
            </a:prstGeom>
            <a:solidFill>
              <a:srgbClr val="FCE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C51220-0E4A-4A0B-8757-E0D4CC8D2657}"/>
                </a:ext>
              </a:extLst>
            </p:cNvPr>
            <p:cNvSpPr/>
            <p:nvPr/>
          </p:nvSpPr>
          <p:spPr>
            <a:xfrm>
              <a:off x="8012426" y="419062"/>
              <a:ext cx="4179221" cy="6438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F237B-7E62-4414-B2B3-DA56C6E3F514}"/>
              </a:ext>
            </a:extLst>
          </p:cNvPr>
          <p:cNvSpPr/>
          <p:nvPr/>
        </p:nvSpPr>
        <p:spPr>
          <a:xfrm>
            <a:off x="96555" y="1463072"/>
            <a:ext cx="3570208" cy="10020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#wait for the user to press enter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EF87F8-1430-4446-A6C8-74CB5D78DAAF}"/>
              </a:ext>
            </a:extLst>
          </p:cNvPr>
          <p:cNvSpPr/>
          <p:nvPr/>
        </p:nvSpPr>
        <p:spPr>
          <a:xfrm>
            <a:off x="3854248" y="1463072"/>
            <a:ext cx="3570208" cy="10020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'wait for the user to press enter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4C7AE4-A8F5-408B-B816-6F904E3C05B6}"/>
              </a:ext>
            </a:extLst>
          </p:cNvPr>
          <p:cNvSpPr/>
          <p:nvPr/>
        </p:nvSpPr>
        <p:spPr>
          <a:xfrm>
            <a:off x="8035832" y="1463072"/>
            <a:ext cx="4863377" cy="1003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//wait for the user to press enter</a:t>
            </a: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35307E-CDC2-445B-8C83-5DC770DDA9A2}"/>
              </a:ext>
            </a:extLst>
          </p:cNvPr>
          <p:cNvSpPr/>
          <p:nvPr/>
        </p:nvSpPr>
        <p:spPr>
          <a:xfrm>
            <a:off x="770434" y="79999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EDF81E-E872-4F8B-92D4-35041666287F}"/>
              </a:ext>
            </a:extLst>
          </p:cNvPr>
          <p:cNvSpPr/>
          <p:nvPr/>
        </p:nvSpPr>
        <p:spPr>
          <a:xfrm>
            <a:off x="4832654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52AE03-D9D1-4E22-AF17-F339F61EF996}"/>
              </a:ext>
            </a:extLst>
          </p:cNvPr>
          <p:cNvSpPr/>
          <p:nvPr/>
        </p:nvSpPr>
        <p:spPr>
          <a:xfrm>
            <a:off x="9072689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340720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F1AB38D-205F-2F8A-71D1-21A34C2FA529}"/>
              </a:ext>
            </a:extLst>
          </p:cNvPr>
          <p:cNvGrpSpPr/>
          <p:nvPr/>
        </p:nvGrpSpPr>
        <p:grpSpPr>
          <a:xfrm>
            <a:off x="0" y="419062"/>
            <a:ext cx="12191647" cy="6438938"/>
            <a:chOff x="0" y="419062"/>
            <a:chExt cx="12191647" cy="64389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480666-20A7-C374-244F-517F29F5561F}"/>
                </a:ext>
              </a:extLst>
            </p:cNvPr>
            <p:cNvSpPr/>
            <p:nvPr/>
          </p:nvSpPr>
          <p:spPr>
            <a:xfrm>
              <a:off x="0" y="419062"/>
              <a:ext cx="3801722" cy="6438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940229-F394-D2BA-2BA6-A90E105CE7FB}"/>
                </a:ext>
              </a:extLst>
            </p:cNvPr>
            <p:cNvSpPr/>
            <p:nvPr/>
          </p:nvSpPr>
          <p:spPr>
            <a:xfrm>
              <a:off x="3801717" y="419062"/>
              <a:ext cx="4210714" cy="6438938"/>
            </a:xfrm>
            <a:prstGeom prst="rect">
              <a:avLst/>
            </a:prstGeom>
            <a:solidFill>
              <a:srgbClr val="FCE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67EE52-39D3-262C-FF33-0467E60AA617}"/>
                </a:ext>
              </a:extLst>
            </p:cNvPr>
            <p:cNvSpPr/>
            <p:nvPr/>
          </p:nvSpPr>
          <p:spPr>
            <a:xfrm>
              <a:off x="8012426" y="419062"/>
              <a:ext cx="4179221" cy="6438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9EAAB60-6960-4DF8-81B9-E632A63FBD7B}"/>
              </a:ext>
            </a:extLst>
          </p:cNvPr>
          <p:cNvSpPr/>
          <p:nvPr/>
        </p:nvSpPr>
        <p:spPr>
          <a:xfrm>
            <a:off x="96555" y="1463072"/>
            <a:ext cx="3672800" cy="16847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#wait for the user to press enter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i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"What is your name? 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912159-AABC-4F03-92AD-262507FC918B}"/>
              </a:ext>
            </a:extLst>
          </p:cNvPr>
          <p:cNvSpPr/>
          <p:nvPr/>
        </p:nvSpPr>
        <p:spPr>
          <a:xfrm>
            <a:off x="3854248" y="1463072"/>
            <a:ext cx="3570208" cy="16847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'wait for the user to press enter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B05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395CAD-C58F-4B04-9A6B-A08CC62F21E0}"/>
              </a:ext>
            </a:extLst>
          </p:cNvPr>
          <p:cNvSpPr/>
          <p:nvPr/>
        </p:nvSpPr>
        <p:spPr>
          <a:xfrm>
            <a:off x="8035832" y="1463072"/>
            <a:ext cx="4863377" cy="1686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//wait for the user to press enter</a:t>
            </a: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var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7BA392-C2E9-4FA7-B4B5-ABADF5EF2407}"/>
              </a:ext>
            </a:extLst>
          </p:cNvPr>
          <p:cNvSpPr/>
          <p:nvPr/>
        </p:nvSpPr>
        <p:spPr>
          <a:xfrm>
            <a:off x="770434" y="79999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C961E6-3550-4F9C-9119-94880EBB176E}"/>
              </a:ext>
            </a:extLst>
          </p:cNvPr>
          <p:cNvSpPr/>
          <p:nvPr/>
        </p:nvSpPr>
        <p:spPr>
          <a:xfrm>
            <a:off x="4832654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EEC178-7841-43AE-9B4A-3CD4C6829838}"/>
              </a:ext>
            </a:extLst>
          </p:cNvPr>
          <p:cNvSpPr/>
          <p:nvPr/>
        </p:nvSpPr>
        <p:spPr>
          <a:xfrm>
            <a:off x="9072689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367213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D7D2D98-0738-C078-1938-5259CA511AC2}"/>
              </a:ext>
            </a:extLst>
          </p:cNvPr>
          <p:cNvGrpSpPr/>
          <p:nvPr/>
        </p:nvGrpSpPr>
        <p:grpSpPr>
          <a:xfrm>
            <a:off x="0" y="419062"/>
            <a:ext cx="12191647" cy="6438938"/>
            <a:chOff x="0" y="419062"/>
            <a:chExt cx="12191647" cy="64389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34D8EFC-AE3A-8DD1-9546-DF7031B46FC4}"/>
                </a:ext>
              </a:extLst>
            </p:cNvPr>
            <p:cNvSpPr/>
            <p:nvPr/>
          </p:nvSpPr>
          <p:spPr>
            <a:xfrm>
              <a:off x="0" y="419062"/>
              <a:ext cx="3801722" cy="6438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9076C0-FB46-5C4E-5B98-489A1AAFE417}"/>
                </a:ext>
              </a:extLst>
            </p:cNvPr>
            <p:cNvSpPr/>
            <p:nvPr/>
          </p:nvSpPr>
          <p:spPr>
            <a:xfrm>
              <a:off x="3801717" y="419062"/>
              <a:ext cx="4210714" cy="6438938"/>
            </a:xfrm>
            <a:prstGeom prst="rect">
              <a:avLst/>
            </a:prstGeom>
            <a:solidFill>
              <a:srgbClr val="FCE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9A209A-E1A0-8272-7F87-80F07942D486}"/>
                </a:ext>
              </a:extLst>
            </p:cNvPr>
            <p:cNvSpPr/>
            <p:nvPr/>
          </p:nvSpPr>
          <p:spPr>
            <a:xfrm>
              <a:off x="8012426" y="419062"/>
              <a:ext cx="4179221" cy="6438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A5A4A13-85CC-4C58-96FD-ABD41FCC0815}"/>
              </a:ext>
            </a:extLst>
          </p:cNvPr>
          <p:cNvSpPr/>
          <p:nvPr/>
        </p:nvSpPr>
        <p:spPr>
          <a:xfrm>
            <a:off x="96555" y="1463072"/>
            <a:ext cx="3672800" cy="27088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#wait for the user to press enter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i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"What is your name? 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8359FD-5E72-4F1D-9EE4-FFE946490497}"/>
              </a:ext>
            </a:extLst>
          </p:cNvPr>
          <p:cNvSpPr/>
          <p:nvPr/>
        </p:nvSpPr>
        <p:spPr>
          <a:xfrm>
            <a:off x="3854248" y="1463072"/>
            <a:ext cx="3570208" cy="27088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'wait for the user to press enter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B05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A7A30D-800E-442B-A343-E9F22DAF2C14}"/>
              </a:ext>
            </a:extLst>
          </p:cNvPr>
          <p:cNvSpPr/>
          <p:nvPr/>
        </p:nvSpPr>
        <p:spPr>
          <a:xfrm>
            <a:off x="8035832" y="1463072"/>
            <a:ext cx="4863377" cy="2709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//wait for the user to press enter</a:t>
            </a: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var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//write a blank line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GB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D66CC1-493F-41C9-B7BB-240ADDF30920}"/>
              </a:ext>
            </a:extLst>
          </p:cNvPr>
          <p:cNvSpPr/>
          <p:nvPr/>
        </p:nvSpPr>
        <p:spPr>
          <a:xfrm>
            <a:off x="770434" y="79999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24CE32-7F88-41DB-85B4-5DF354AE8BDE}"/>
              </a:ext>
            </a:extLst>
          </p:cNvPr>
          <p:cNvSpPr/>
          <p:nvPr/>
        </p:nvSpPr>
        <p:spPr>
          <a:xfrm>
            <a:off x="4832654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6A41A-C84B-451E-83A6-48FB7E5057D1}"/>
              </a:ext>
            </a:extLst>
          </p:cNvPr>
          <p:cNvSpPr/>
          <p:nvPr/>
        </p:nvSpPr>
        <p:spPr>
          <a:xfrm>
            <a:off x="9072689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242368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7EFAAC-1D2F-8479-41C2-91021BE764A0}"/>
              </a:ext>
            </a:extLst>
          </p:cNvPr>
          <p:cNvGrpSpPr/>
          <p:nvPr/>
        </p:nvGrpSpPr>
        <p:grpSpPr>
          <a:xfrm>
            <a:off x="0" y="419062"/>
            <a:ext cx="12191647" cy="6438938"/>
            <a:chOff x="0" y="419062"/>
            <a:chExt cx="12191647" cy="64389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8613FA-799B-870A-7AE7-3861B54BF937}"/>
                </a:ext>
              </a:extLst>
            </p:cNvPr>
            <p:cNvSpPr/>
            <p:nvPr/>
          </p:nvSpPr>
          <p:spPr>
            <a:xfrm>
              <a:off x="0" y="419062"/>
              <a:ext cx="3801722" cy="6438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13BCB9-0F26-11DE-7D4A-53B6E603224E}"/>
                </a:ext>
              </a:extLst>
            </p:cNvPr>
            <p:cNvSpPr/>
            <p:nvPr/>
          </p:nvSpPr>
          <p:spPr>
            <a:xfrm>
              <a:off x="3801717" y="419062"/>
              <a:ext cx="4210714" cy="6438938"/>
            </a:xfrm>
            <a:prstGeom prst="rect">
              <a:avLst/>
            </a:prstGeom>
            <a:solidFill>
              <a:srgbClr val="FCE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0CF895-91C3-D719-0B50-7E97850A53D2}"/>
                </a:ext>
              </a:extLst>
            </p:cNvPr>
            <p:cNvSpPr/>
            <p:nvPr/>
          </p:nvSpPr>
          <p:spPr>
            <a:xfrm>
              <a:off x="8012426" y="419062"/>
              <a:ext cx="4179221" cy="6438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EA337-13C5-4718-8BEA-B8983534CFF4}"/>
              </a:ext>
            </a:extLst>
          </p:cNvPr>
          <p:cNvSpPr/>
          <p:nvPr/>
        </p:nvSpPr>
        <p:spPr>
          <a:xfrm>
            <a:off x="96555" y="1463072"/>
            <a:ext cx="3672800" cy="4074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#wait for the user to press enter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i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"What is your name? 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B23430-67DA-47D9-87A4-2A831F48B2A6}"/>
              </a:ext>
            </a:extLst>
          </p:cNvPr>
          <p:cNvSpPr/>
          <p:nvPr/>
        </p:nvSpPr>
        <p:spPr>
          <a:xfrm>
            <a:off x="3854248" y="1463072"/>
            <a:ext cx="4185761" cy="37330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'wait for the user to press enter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B05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0281F4-9D14-439D-970B-22F85B20F974}"/>
              </a:ext>
            </a:extLst>
          </p:cNvPr>
          <p:cNvSpPr/>
          <p:nvPr/>
        </p:nvSpPr>
        <p:spPr>
          <a:xfrm>
            <a:off x="8035832" y="1463072"/>
            <a:ext cx="4863377" cy="3733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//wait for the user to press enter</a:t>
            </a: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var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//write a blank line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(var);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+ var);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5C15D4-2453-4446-86C9-2B49255EAA35}"/>
              </a:ext>
            </a:extLst>
          </p:cNvPr>
          <p:cNvSpPr/>
          <p:nvPr/>
        </p:nvSpPr>
        <p:spPr>
          <a:xfrm>
            <a:off x="770434" y="79999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03B063-DA03-426A-A80C-6E4036B68D18}"/>
              </a:ext>
            </a:extLst>
          </p:cNvPr>
          <p:cNvSpPr/>
          <p:nvPr/>
        </p:nvSpPr>
        <p:spPr>
          <a:xfrm>
            <a:off x="4832654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680273-601E-4C6A-9B84-8C1F3503964F}"/>
              </a:ext>
            </a:extLst>
          </p:cNvPr>
          <p:cNvSpPr/>
          <p:nvPr/>
        </p:nvSpPr>
        <p:spPr>
          <a:xfrm>
            <a:off x="9072689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297963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B87391-3492-8A79-B2F9-A3CA10D76E45}"/>
              </a:ext>
            </a:extLst>
          </p:cNvPr>
          <p:cNvGrpSpPr/>
          <p:nvPr/>
        </p:nvGrpSpPr>
        <p:grpSpPr>
          <a:xfrm>
            <a:off x="0" y="419062"/>
            <a:ext cx="12191647" cy="6438938"/>
            <a:chOff x="0" y="419062"/>
            <a:chExt cx="12191647" cy="64389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10F427-4F23-DF99-EFE3-2E1B9AF9919C}"/>
                </a:ext>
              </a:extLst>
            </p:cNvPr>
            <p:cNvSpPr/>
            <p:nvPr/>
          </p:nvSpPr>
          <p:spPr>
            <a:xfrm>
              <a:off x="0" y="419062"/>
              <a:ext cx="3801722" cy="6438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53E0FC-739D-2C82-29AC-28916363E26B}"/>
                </a:ext>
              </a:extLst>
            </p:cNvPr>
            <p:cNvSpPr/>
            <p:nvPr/>
          </p:nvSpPr>
          <p:spPr>
            <a:xfrm>
              <a:off x="3801717" y="419062"/>
              <a:ext cx="4210714" cy="6438938"/>
            </a:xfrm>
            <a:prstGeom prst="rect">
              <a:avLst/>
            </a:prstGeom>
            <a:solidFill>
              <a:srgbClr val="FCE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EA4BD8-833D-65A9-45E8-3BA1EE3E5A43}"/>
                </a:ext>
              </a:extLst>
            </p:cNvPr>
            <p:cNvSpPr/>
            <p:nvPr/>
          </p:nvSpPr>
          <p:spPr>
            <a:xfrm>
              <a:off x="8012426" y="419062"/>
              <a:ext cx="4179221" cy="6438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D06DA57-74AF-4A02-A9D9-46A211FFE468}"/>
              </a:ext>
            </a:extLst>
          </p:cNvPr>
          <p:cNvSpPr/>
          <p:nvPr/>
        </p:nvSpPr>
        <p:spPr>
          <a:xfrm>
            <a:off x="96555" y="1463072"/>
            <a:ext cx="3672800" cy="4415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#wait for the user to press enter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i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"What is your name? 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 = 7 / 3 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#a = 2.33333333333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C0795A-0371-4E4B-AC96-892BC9A3B948}"/>
              </a:ext>
            </a:extLst>
          </p:cNvPr>
          <p:cNvSpPr/>
          <p:nvPr/>
        </p:nvSpPr>
        <p:spPr>
          <a:xfrm>
            <a:off x="3854248" y="1463072"/>
            <a:ext cx="4083169" cy="4415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'wait for the user to press enter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B05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 = 7 / 3 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'a = 2.33333333333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2B8765-2937-4F7B-AF0D-CEC522481EE1}"/>
              </a:ext>
            </a:extLst>
          </p:cNvPr>
          <p:cNvSpPr/>
          <p:nvPr/>
        </p:nvSpPr>
        <p:spPr>
          <a:xfrm>
            <a:off x="8035832" y="1463072"/>
            <a:ext cx="4863377" cy="441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//wait for the user to press enter</a:t>
            </a: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var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//write a blank line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(var);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+ var);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50" dirty="0">
                <a:solidFill>
                  <a:srgbClr val="000000"/>
                </a:solidFill>
                <a:latin typeface="Consolas" panose="020B0609020204030204" pitchFamily="49" charset="0"/>
              </a:rPr>
              <a:t>a = 7 / 3; </a:t>
            </a:r>
            <a:r>
              <a:rPr lang="pt-BR" sz="1450" dirty="0">
                <a:solidFill>
                  <a:srgbClr val="008000"/>
                </a:solidFill>
                <a:latin typeface="Consolas" panose="020B0609020204030204" pitchFamily="49" charset="0"/>
              </a:rPr>
              <a:t>//a = 2.33333333333</a:t>
            </a:r>
            <a:endParaRPr lang="pt-BR" sz="14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E4FAE8-E851-413C-811E-C169854DD75B}"/>
              </a:ext>
            </a:extLst>
          </p:cNvPr>
          <p:cNvSpPr/>
          <p:nvPr/>
        </p:nvSpPr>
        <p:spPr>
          <a:xfrm>
            <a:off x="770434" y="79999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9E6A35-9EFB-4DD0-9B5A-320A026CDD24}"/>
              </a:ext>
            </a:extLst>
          </p:cNvPr>
          <p:cNvSpPr/>
          <p:nvPr/>
        </p:nvSpPr>
        <p:spPr>
          <a:xfrm>
            <a:off x="4832654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7DA35-1F6A-49D6-B95D-B3103972391D}"/>
              </a:ext>
            </a:extLst>
          </p:cNvPr>
          <p:cNvSpPr/>
          <p:nvPr/>
        </p:nvSpPr>
        <p:spPr>
          <a:xfrm>
            <a:off x="9072689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375625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516DE7-4826-4AAE-E741-BF19DFF5B25C}"/>
              </a:ext>
            </a:extLst>
          </p:cNvPr>
          <p:cNvGrpSpPr/>
          <p:nvPr/>
        </p:nvGrpSpPr>
        <p:grpSpPr>
          <a:xfrm>
            <a:off x="0" y="419062"/>
            <a:ext cx="12191647" cy="6438938"/>
            <a:chOff x="0" y="419062"/>
            <a:chExt cx="12191647" cy="64389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555BEF-1002-2FC4-A04E-4781C873AA53}"/>
                </a:ext>
              </a:extLst>
            </p:cNvPr>
            <p:cNvSpPr/>
            <p:nvPr/>
          </p:nvSpPr>
          <p:spPr>
            <a:xfrm>
              <a:off x="0" y="419062"/>
              <a:ext cx="3801722" cy="6438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5543E4-75CB-2582-715F-80A4D0F0BFA9}"/>
                </a:ext>
              </a:extLst>
            </p:cNvPr>
            <p:cNvSpPr/>
            <p:nvPr/>
          </p:nvSpPr>
          <p:spPr>
            <a:xfrm>
              <a:off x="3801717" y="419062"/>
              <a:ext cx="4210714" cy="6438938"/>
            </a:xfrm>
            <a:prstGeom prst="rect">
              <a:avLst/>
            </a:prstGeom>
            <a:solidFill>
              <a:srgbClr val="FCE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744B89-2E29-3FBE-2BEC-19E40D60F22B}"/>
                </a:ext>
              </a:extLst>
            </p:cNvPr>
            <p:cNvSpPr/>
            <p:nvPr/>
          </p:nvSpPr>
          <p:spPr>
            <a:xfrm>
              <a:off x="8012426" y="419062"/>
              <a:ext cx="4179221" cy="6438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FF626-5B9E-458A-8AC8-E6DA7548706B}"/>
              </a:ext>
            </a:extLst>
          </p:cNvPr>
          <p:cNvSpPr/>
          <p:nvPr/>
        </p:nvSpPr>
        <p:spPr>
          <a:xfrm>
            <a:off x="96555" y="1463072"/>
            <a:ext cx="3672800" cy="50985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#wait for the user to press enter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i="1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"What is your name? 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 = 7 / 3 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#a = 2.33333333333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FF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'{:3.2f}'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.format(a))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5EA5D-9357-493A-8D44-8EB927B6BEC0}"/>
              </a:ext>
            </a:extLst>
          </p:cNvPr>
          <p:cNvSpPr/>
          <p:nvPr/>
        </p:nvSpPr>
        <p:spPr>
          <a:xfrm>
            <a:off x="3854248" y="1463072"/>
            <a:ext cx="4185761" cy="50985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'wait for the user to press enter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B05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.ReadLine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'write a blank line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"Hello World"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sz="1450" i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 = 7 / 3 </a:t>
            </a:r>
            <a:r>
              <a:rPr lang="en-GB" sz="145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'a = 2.33333333333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B05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Console</a:t>
            </a:r>
            <a:r>
              <a:rPr lang="en-GB" sz="1450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.WriteLine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5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"{0:F2}"</a:t>
            </a:r>
            <a:r>
              <a:rPr lang="en-GB" sz="145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ADA1C9-A395-4972-84A3-13E3E11A0518}"/>
              </a:ext>
            </a:extLst>
          </p:cNvPr>
          <p:cNvSpPr/>
          <p:nvPr/>
        </p:nvSpPr>
        <p:spPr>
          <a:xfrm>
            <a:off x="8035832" y="1463072"/>
            <a:ext cx="4863377" cy="5099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//wait for the user to press enter</a:t>
            </a: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var = </a:t>
            </a: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8000"/>
                </a:solidFill>
                <a:latin typeface="Consolas" panose="020B0609020204030204" pitchFamily="49" charset="0"/>
              </a:rPr>
              <a:t>//write a blank line</a:t>
            </a:r>
            <a:endParaRPr lang="en-GB" sz="1450" dirty="0">
              <a:solidFill>
                <a:srgbClr val="00B2B2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(var);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 + var);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50" dirty="0">
                <a:solidFill>
                  <a:srgbClr val="000000"/>
                </a:solidFill>
                <a:latin typeface="Consolas" panose="020B0609020204030204" pitchFamily="49" charset="0"/>
              </a:rPr>
              <a:t>a = 7 / 3; </a:t>
            </a:r>
            <a:r>
              <a:rPr lang="pt-BR" sz="1450" dirty="0">
                <a:solidFill>
                  <a:srgbClr val="008000"/>
                </a:solidFill>
                <a:latin typeface="Consolas" panose="020B0609020204030204" pitchFamily="49" charset="0"/>
              </a:rPr>
              <a:t>//a = 2.33333333333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4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50" dirty="0" err="1">
                <a:solidFill>
                  <a:srgbClr val="00B2B2"/>
                </a:solidFill>
                <a:latin typeface="Consolas" panose="020B0609020204030204" pitchFamily="49" charset="0"/>
              </a:rPr>
              <a:t>Console</a:t>
            </a:r>
            <a:r>
              <a:rPr lang="en-GB" sz="145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50" dirty="0">
                <a:solidFill>
                  <a:srgbClr val="A31515"/>
                </a:solidFill>
                <a:latin typeface="Consolas" panose="020B0609020204030204" pitchFamily="49" charset="0"/>
              </a:rPr>
              <a:t>"{0:F2}"</a:t>
            </a:r>
            <a:r>
              <a:rPr lang="en-GB" sz="1450" dirty="0">
                <a:solidFill>
                  <a:srgbClr val="000000"/>
                </a:solidFill>
                <a:latin typeface="Consolas" panose="020B0609020204030204" pitchFamily="49" charset="0"/>
              </a:rPr>
              <a:t>, a);</a:t>
            </a:r>
            <a:endParaRPr lang="en-GB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7D78BE-F40C-448A-9102-3741C74DB94D}"/>
              </a:ext>
            </a:extLst>
          </p:cNvPr>
          <p:cNvSpPr/>
          <p:nvPr/>
        </p:nvSpPr>
        <p:spPr>
          <a:xfrm>
            <a:off x="770434" y="79999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611B2A-B30B-4CED-85FC-EC531702B166}"/>
              </a:ext>
            </a:extLst>
          </p:cNvPr>
          <p:cNvSpPr/>
          <p:nvPr/>
        </p:nvSpPr>
        <p:spPr>
          <a:xfrm>
            <a:off x="4832654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C767BD-C591-4E43-81B4-AEA2853605AA}"/>
              </a:ext>
            </a:extLst>
          </p:cNvPr>
          <p:cNvSpPr/>
          <p:nvPr/>
        </p:nvSpPr>
        <p:spPr>
          <a:xfrm>
            <a:off x="9072689" y="796419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323419-F2A9-8CD9-7B2E-21BBD7BD4B44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27F41-6D4F-9742-C4D1-F27FFA143695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35AFB6-C7FE-A4FA-5CED-9538FC8E2AAC}"/>
              </a:ext>
            </a:extLst>
          </p:cNvPr>
          <p:cNvGrpSpPr/>
          <p:nvPr/>
        </p:nvGrpSpPr>
        <p:grpSpPr>
          <a:xfrm>
            <a:off x="307657" y="1950851"/>
            <a:ext cx="5521644" cy="2982130"/>
            <a:chOff x="115335" y="1049783"/>
            <a:chExt cx="5795610" cy="36486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59C7E12-FDB7-80FC-C079-3F9B228DD126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 &lt;identifier&gt;</a:t>
              </a: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 Answer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536AFB-3879-9F9B-2E1F-5D369054F4B4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Input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563C06-75C2-8B63-0012-4F2F4F1F4CDC}"/>
              </a:ext>
            </a:extLst>
          </p:cNvPr>
          <p:cNvGrpSpPr/>
          <p:nvPr/>
        </p:nvGrpSpPr>
        <p:grpSpPr>
          <a:xfrm>
            <a:off x="6358163" y="1937935"/>
            <a:ext cx="5521644" cy="2982130"/>
            <a:chOff x="115335" y="1049783"/>
            <a:chExt cx="5795610" cy="3648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0705E4-D37A-A6AB-E519-752ADAA0E9DF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OUTPUT &lt;value(s)&gt;</a:t>
              </a: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OUTPUT Score</a:t>
              </a: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OUTPUT 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"You have ", Lives, " lives left"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F3166F4-1B19-F2A1-C560-A2128ED86A11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262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01304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value read from an input device (e.g., keyboard).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generated by the computer and displayed to the user.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input and display output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CACB25F1-ADF8-41A5-9406-D797A459C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850</Words>
  <Application>Microsoft Office PowerPoint</Application>
  <PresentationFormat>Widescreen</PresentationFormat>
  <Paragraphs>206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158</cp:revision>
  <dcterms:created xsi:type="dcterms:W3CDTF">2019-10-14T15:21:06Z</dcterms:created>
  <dcterms:modified xsi:type="dcterms:W3CDTF">2022-08-31T14:32:42Z</dcterms:modified>
</cp:coreProperties>
</file>