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64" r:id="rId3"/>
    <p:sldId id="263" r:id="rId4"/>
    <p:sldId id="266" r:id="rId5"/>
    <p:sldId id="267" r:id="rId6"/>
    <p:sldId id="268" r:id="rId7"/>
    <p:sldId id="269" r:id="rId8"/>
    <p:sldId id="270" r:id="rId9"/>
    <p:sldId id="277" r:id="rId10"/>
    <p:sldId id="271" r:id="rId11"/>
    <p:sldId id="278" r:id="rId12"/>
    <p:sldId id="279" r:id="rId13"/>
    <p:sldId id="272" r:id="rId14"/>
    <p:sldId id="273" r:id="rId15"/>
    <p:sldId id="274" r:id="rId16"/>
    <p:sldId id="275" r:id="rId17"/>
    <p:sldId id="276" r:id="rId18"/>
    <p:sldId id="33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The common arithmetic and comparison operators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common arithmetic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and comparison operators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141549" y="1041086"/>
            <a:ext cx="47929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Arithmetic Logic Unit (ALU) performs: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operations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comparisons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shifts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and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omparison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E52AF0-A53E-46D2-B969-54A319993095}"/>
              </a:ext>
            </a:extLst>
          </p:cNvPr>
          <p:cNvSpPr/>
          <p:nvPr/>
        </p:nvSpPr>
        <p:spPr>
          <a:xfrm>
            <a:off x="7081936" y="993174"/>
            <a:ext cx="3676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 (ALU)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E9870A-CFBB-45D0-8EA4-4ABDD57ECB6E}"/>
              </a:ext>
            </a:extLst>
          </p:cNvPr>
          <p:cNvGrpSpPr/>
          <p:nvPr/>
        </p:nvGrpSpPr>
        <p:grpSpPr>
          <a:xfrm>
            <a:off x="7081936" y="1460574"/>
            <a:ext cx="3676262" cy="3416406"/>
            <a:chOff x="7081936" y="1460574"/>
            <a:chExt cx="3676262" cy="3416406"/>
          </a:xfrm>
        </p:grpSpPr>
        <p:pic>
          <p:nvPicPr>
            <p:cNvPr id="3" name="Picture 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B09AD9F2-A461-47FF-831F-C81958C505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04" t="9353" r="9243" b="9346"/>
            <a:stretch/>
          </p:blipFill>
          <p:spPr>
            <a:xfrm>
              <a:off x="7081936" y="1460574"/>
              <a:ext cx="3676262" cy="341640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AA61F2-33A4-4CAC-8713-D48F6491F306}"/>
                </a:ext>
              </a:extLst>
            </p:cNvPr>
            <p:cNvSpPr/>
            <p:nvPr/>
          </p:nvSpPr>
          <p:spPr>
            <a:xfrm>
              <a:off x="7181329" y="2753278"/>
              <a:ext cx="161743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Arithmetic operations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DA951C-74E5-4B81-9E6D-91FB831245D9}"/>
                </a:ext>
              </a:extLst>
            </p:cNvPr>
            <p:cNvSpPr/>
            <p:nvPr/>
          </p:nvSpPr>
          <p:spPr>
            <a:xfrm>
              <a:off x="8960888" y="2753278"/>
              <a:ext cx="173782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Logical comparison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E67692-5BCB-4C66-AFF6-F3FFE1ADE205}"/>
                </a:ext>
              </a:extLst>
            </p:cNvPr>
            <p:cNvSpPr/>
            <p:nvPr/>
          </p:nvSpPr>
          <p:spPr>
            <a:xfrm>
              <a:off x="8512952" y="2540618"/>
              <a:ext cx="839885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7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581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722F038-7FAD-4828-B183-4D46287F2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598805"/>
              </p:ext>
            </p:extLst>
          </p:nvPr>
        </p:nvGraphicFramePr>
        <p:xfrm>
          <a:off x="404196" y="1945640"/>
          <a:ext cx="65024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434D996-6F5E-2433-7CD8-0B28A403DAD6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56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59823A38-6127-4106-9C68-500D0790E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33734"/>
              </p:ext>
            </p:extLst>
          </p:nvPr>
        </p:nvGraphicFramePr>
        <p:xfrm>
          <a:off x="404196" y="1945640"/>
          <a:ext cx="65024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03E96-306E-46FE-AC04-5F4A00F65E5D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61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5861091B-4CC5-4E38-A530-4AAFA7C41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177101"/>
              </p:ext>
            </p:extLst>
          </p:nvPr>
        </p:nvGraphicFramePr>
        <p:xfrm>
          <a:off x="404196" y="1945640"/>
          <a:ext cx="65024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CA98734-5F5E-15E6-C434-037C2D9A078C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92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B90EF0C0-76AF-416E-9580-A8751A595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738687"/>
              </p:ext>
            </p:extLst>
          </p:nvPr>
        </p:nvGraphicFramePr>
        <p:xfrm>
          <a:off x="404196" y="1945640"/>
          <a:ext cx="65024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5E4A038-3F80-DD1B-C2FD-11456B420B03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FA4167D1-AC0E-4342-9951-E367ACF50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637197"/>
              </p:ext>
            </p:extLst>
          </p:nvPr>
        </p:nvGraphicFramePr>
        <p:xfrm>
          <a:off x="404196" y="1945640"/>
          <a:ext cx="65024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^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Exponentiation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103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D29EF3A-6AF7-B944-4001-D2123E445A14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03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6748CB4-0B01-4321-9165-618211B1831F}"/>
              </a:ext>
            </a:extLst>
          </p:cNvPr>
          <p:cNvSpPr/>
          <p:nvPr/>
        </p:nvSpPr>
        <p:spPr>
          <a:xfrm>
            <a:off x="8654208" y="2711717"/>
            <a:ext cx="16642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 MOD 2</a:t>
            </a:r>
            <a:endParaRPr lang="en-GB" sz="3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BB9CD1-CF63-4A3C-BFC9-B56256A0567C}"/>
              </a:ext>
            </a:extLst>
          </p:cNvPr>
          <p:cNvSpPr/>
          <p:nvPr/>
        </p:nvSpPr>
        <p:spPr>
          <a:xfrm>
            <a:off x="7358594" y="3296666"/>
            <a:ext cx="42554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remainder once you fit the number on the right into the number on the left as many times as possible?</a:t>
            </a:r>
          </a:p>
        </p:txBody>
      </p:sp>
      <p:graphicFrame>
        <p:nvGraphicFramePr>
          <p:cNvPr id="23" name="Table 15">
            <a:extLst>
              <a:ext uri="{FF2B5EF4-FFF2-40B4-BE49-F238E27FC236}">
                <a16:creationId xmlns:a16="http://schemas.microsoft.com/office/drawing/2014/main" id="{847C2E4F-A525-498D-AE71-7ECCF6E68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24890"/>
              </p:ext>
            </p:extLst>
          </p:nvPr>
        </p:nvGraphicFramePr>
        <p:xfrm>
          <a:off x="404196" y="1945640"/>
          <a:ext cx="65024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^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Exponentiation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MOD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904296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16FF85BE-5A32-493F-9BA5-0C93EC82E8A4}"/>
              </a:ext>
            </a:extLst>
          </p:cNvPr>
          <p:cNvSpPr/>
          <p:nvPr/>
        </p:nvSpPr>
        <p:spPr>
          <a:xfrm>
            <a:off x="8012368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6D569D-84A7-467F-9567-8C82026A26DE}"/>
              </a:ext>
            </a:extLst>
          </p:cNvPr>
          <p:cNvSpPr/>
          <p:nvPr/>
        </p:nvSpPr>
        <p:spPr>
          <a:xfrm>
            <a:off x="8895518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0A7E61-C4F8-42B0-9E12-194A7A68E119}"/>
              </a:ext>
            </a:extLst>
          </p:cNvPr>
          <p:cNvSpPr/>
          <p:nvPr/>
        </p:nvSpPr>
        <p:spPr>
          <a:xfrm>
            <a:off x="8453943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7A33466-9918-46D4-85B8-57B0A0378903}"/>
              </a:ext>
            </a:extLst>
          </p:cNvPr>
          <p:cNvSpPr/>
          <p:nvPr/>
        </p:nvSpPr>
        <p:spPr>
          <a:xfrm>
            <a:off x="9337093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29A63D4-73FD-4E60-BC8B-8F0275234C33}"/>
              </a:ext>
            </a:extLst>
          </p:cNvPr>
          <p:cNvSpPr/>
          <p:nvPr/>
        </p:nvSpPr>
        <p:spPr>
          <a:xfrm>
            <a:off x="9778668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4AF83B-2F93-4B23-92EA-6726225A9BEB}"/>
              </a:ext>
            </a:extLst>
          </p:cNvPr>
          <p:cNvSpPr/>
          <p:nvPr/>
        </p:nvSpPr>
        <p:spPr>
          <a:xfrm>
            <a:off x="10220243" y="439082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BD18284-59F0-4BE3-AF4B-C68CE431C8F1}"/>
              </a:ext>
            </a:extLst>
          </p:cNvPr>
          <p:cNvSpPr/>
          <p:nvPr/>
        </p:nvSpPr>
        <p:spPr>
          <a:xfrm>
            <a:off x="10661818" y="439082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8870F-883A-90BF-B093-7A133B1C737C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03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BA693E78-61BB-4F47-880C-159EDA12990F}"/>
              </a:ext>
            </a:extLst>
          </p:cNvPr>
          <p:cNvSpPr/>
          <p:nvPr/>
        </p:nvSpPr>
        <p:spPr>
          <a:xfrm>
            <a:off x="8012368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BAC762-E5E7-4B2A-8EA2-62100D8D709E}"/>
              </a:ext>
            </a:extLst>
          </p:cNvPr>
          <p:cNvSpPr/>
          <p:nvPr/>
        </p:nvSpPr>
        <p:spPr>
          <a:xfrm>
            <a:off x="8895518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BB1A2A-A50E-44B7-8837-6952DE0C2703}"/>
              </a:ext>
            </a:extLst>
          </p:cNvPr>
          <p:cNvSpPr/>
          <p:nvPr/>
        </p:nvSpPr>
        <p:spPr>
          <a:xfrm>
            <a:off x="8453943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D15E2A-568E-426A-BBA1-B7145004739C}"/>
              </a:ext>
            </a:extLst>
          </p:cNvPr>
          <p:cNvSpPr/>
          <p:nvPr/>
        </p:nvSpPr>
        <p:spPr>
          <a:xfrm>
            <a:off x="9337093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11CA37-71A8-404D-952E-A55108323EE4}"/>
              </a:ext>
            </a:extLst>
          </p:cNvPr>
          <p:cNvSpPr/>
          <p:nvPr/>
        </p:nvSpPr>
        <p:spPr>
          <a:xfrm>
            <a:off x="9778668" y="438149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7A21C9E-E61B-44D4-84BE-420F129B19CB}"/>
              </a:ext>
            </a:extLst>
          </p:cNvPr>
          <p:cNvSpPr/>
          <p:nvPr/>
        </p:nvSpPr>
        <p:spPr>
          <a:xfrm>
            <a:off x="10220243" y="439082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7F6821-782E-419E-A6B0-255F1D494156}"/>
              </a:ext>
            </a:extLst>
          </p:cNvPr>
          <p:cNvSpPr/>
          <p:nvPr/>
        </p:nvSpPr>
        <p:spPr>
          <a:xfrm>
            <a:off x="10661818" y="4390822"/>
            <a:ext cx="307910" cy="30791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7DC714-757D-4756-BBD3-DC0496BCF3F0}"/>
              </a:ext>
            </a:extLst>
          </p:cNvPr>
          <p:cNvSpPr/>
          <p:nvPr/>
        </p:nvSpPr>
        <p:spPr>
          <a:xfrm>
            <a:off x="7970381" y="4353501"/>
            <a:ext cx="833460" cy="3723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9275A-B4CB-4471-9670-09C23D201406}"/>
              </a:ext>
            </a:extLst>
          </p:cNvPr>
          <p:cNvSpPr/>
          <p:nvPr/>
        </p:nvSpPr>
        <p:spPr>
          <a:xfrm>
            <a:off x="8853531" y="4353501"/>
            <a:ext cx="833460" cy="3723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D87156-8B7C-4B6F-8B31-EF373CCA6F8C}"/>
              </a:ext>
            </a:extLst>
          </p:cNvPr>
          <p:cNvSpPr/>
          <p:nvPr/>
        </p:nvSpPr>
        <p:spPr>
          <a:xfrm>
            <a:off x="9736681" y="4353501"/>
            <a:ext cx="833460" cy="3723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99F4B7-C85B-4697-974A-137E4B36F738}"/>
              </a:ext>
            </a:extLst>
          </p:cNvPr>
          <p:cNvSpPr/>
          <p:nvPr/>
        </p:nvSpPr>
        <p:spPr>
          <a:xfrm>
            <a:off x="10703806" y="4689402"/>
            <a:ext cx="236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A70950-B82C-4B6C-9048-0B4FB379BCBC}"/>
              </a:ext>
            </a:extLst>
          </p:cNvPr>
          <p:cNvSpPr/>
          <p:nvPr/>
        </p:nvSpPr>
        <p:spPr>
          <a:xfrm>
            <a:off x="8654208" y="2711717"/>
            <a:ext cx="16642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 MOD 2</a:t>
            </a:r>
            <a:endParaRPr lang="en-GB" sz="3200" dirty="0"/>
          </a:p>
        </p:txBody>
      </p:sp>
      <p:graphicFrame>
        <p:nvGraphicFramePr>
          <p:cNvPr id="28" name="Table 15">
            <a:extLst>
              <a:ext uri="{FF2B5EF4-FFF2-40B4-BE49-F238E27FC236}">
                <a16:creationId xmlns:a16="http://schemas.microsoft.com/office/drawing/2014/main" id="{DFCC1BBE-BE9E-4AF9-BB54-8AD807381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265415"/>
              </p:ext>
            </p:extLst>
          </p:nvPr>
        </p:nvGraphicFramePr>
        <p:xfrm>
          <a:off x="404196" y="1945640"/>
          <a:ext cx="65024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^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Exponentiation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MOD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9042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D0693C4-D8FA-6C2B-9728-E14AF92388E0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46F7D0-2DBD-0D2B-D52C-341483E22A61}"/>
              </a:ext>
            </a:extLst>
          </p:cNvPr>
          <p:cNvSpPr/>
          <p:nvPr/>
        </p:nvSpPr>
        <p:spPr>
          <a:xfrm>
            <a:off x="7358594" y="3296666"/>
            <a:ext cx="42554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remainder once you fit the number on the right into the number on the left as many times as possible?</a:t>
            </a:r>
          </a:p>
        </p:txBody>
      </p:sp>
    </p:spTree>
    <p:extLst>
      <p:ext uri="{BB962C8B-B14F-4D97-AF65-F5344CB8AC3E}">
        <p14:creationId xmlns:p14="http://schemas.microsoft.com/office/powerpoint/2010/main" val="4229205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91A89F71-D104-45E8-83C1-616B0A2CE15E}"/>
              </a:ext>
            </a:extLst>
          </p:cNvPr>
          <p:cNvSpPr/>
          <p:nvPr/>
        </p:nvSpPr>
        <p:spPr>
          <a:xfrm>
            <a:off x="8005468" y="4198914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AFBCF8-0EA0-4030-B72C-CE0E02ACCC3E}"/>
              </a:ext>
            </a:extLst>
          </p:cNvPr>
          <p:cNvSpPr/>
          <p:nvPr/>
        </p:nvSpPr>
        <p:spPr>
          <a:xfrm>
            <a:off x="8888618" y="4198914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C4F7BC-3E37-47B9-AF74-EE91D3A61367}"/>
              </a:ext>
            </a:extLst>
          </p:cNvPr>
          <p:cNvSpPr/>
          <p:nvPr/>
        </p:nvSpPr>
        <p:spPr>
          <a:xfrm>
            <a:off x="8447043" y="4198914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F45219-A31D-4055-BECE-36C4DED64DDA}"/>
              </a:ext>
            </a:extLst>
          </p:cNvPr>
          <p:cNvSpPr/>
          <p:nvPr/>
        </p:nvSpPr>
        <p:spPr>
          <a:xfrm>
            <a:off x="9330193" y="4198914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1BF548-9579-49A0-AF58-47BE37C24378}"/>
              </a:ext>
            </a:extLst>
          </p:cNvPr>
          <p:cNvSpPr/>
          <p:nvPr/>
        </p:nvSpPr>
        <p:spPr>
          <a:xfrm>
            <a:off x="9771768" y="4198914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37EF66-6B8D-4ED5-ABD2-78F1208B65EF}"/>
              </a:ext>
            </a:extLst>
          </p:cNvPr>
          <p:cNvSpPr/>
          <p:nvPr/>
        </p:nvSpPr>
        <p:spPr>
          <a:xfrm>
            <a:off x="10213343" y="4208244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39A9C5-5D04-45E7-99A3-E8386FACA710}"/>
              </a:ext>
            </a:extLst>
          </p:cNvPr>
          <p:cNvSpPr/>
          <p:nvPr/>
        </p:nvSpPr>
        <p:spPr>
          <a:xfrm>
            <a:off x="10654918" y="4208244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866653-1F37-4E57-BC03-CD1BBF230CFD}"/>
              </a:ext>
            </a:extLst>
          </p:cNvPr>
          <p:cNvSpPr/>
          <p:nvPr/>
        </p:nvSpPr>
        <p:spPr>
          <a:xfrm>
            <a:off x="8728319" y="2830203"/>
            <a:ext cx="13773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 DIV 2</a:t>
            </a:r>
            <a:endParaRPr lang="en-GB" sz="3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22D6A4-7BE2-4EBD-998A-20D2CDA6A3B8}"/>
              </a:ext>
            </a:extLst>
          </p:cNvPr>
          <p:cNvSpPr/>
          <p:nvPr/>
        </p:nvSpPr>
        <p:spPr>
          <a:xfrm>
            <a:off x="7349949" y="3429000"/>
            <a:ext cx="3960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many times does the number on the right fit into the number on the left?</a:t>
            </a:r>
          </a:p>
        </p:txBody>
      </p:sp>
      <p:graphicFrame>
        <p:nvGraphicFramePr>
          <p:cNvPr id="25" name="Table 15">
            <a:extLst>
              <a:ext uri="{FF2B5EF4-FFF2-40B4-BE49-F238E27FC236}">
                <a16:creationId xmlns:a16="http://schemas.microsoft.com/office/drawing/2014/main" id="{8DC78E5E-A2A7-490A-A39E-C2078CA87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868253"/>
              </p:ext>
            </p:extLst>
          </p:nvPr>
        </p:nvGraphicFramePr>
        <p:xfrm>
          <a:off x="404196" y="1945640"/>
          <a:ext cx="6502400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^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Exponentiation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MOD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904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DIV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Integer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7011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425A6EE-F83E-7FA3-CB85-695C513DC26D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941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D876F9-5D47-4CEA-8B80-C95143854CFA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49FF8E-EDAE-44F7-AB4E-8E694A23CFF8}"/>
              </a:ext>
            </a:extLst>
          </p:cNvPr>
          <p:cNvGrpSpPr/>
          <p:nvPr/>
        </p:nvGrpSpPr>
        <p:grpSpPr>
          <a:xfrm>
            <a:off x="10363452" y="1018226"/>
            <a:ext cx="1561807" cy="1450436"/>
            <a:chOff x="10023947" y="861728"/>
            <a:chExt cx="1561807" cy="14504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9E86B6-2B5B-4031-8218-B00411CFC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0597"/>
            <a:stretch/>
          </p:blipFill>
          <p:spPr>
            <a:xfrm>
              <a:off x="10023947" y="861728"/>
              <a:ext cx="771572" cy="1450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7AD958-9EF3-46F1-912B-43C1FB33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49402"/>
            <a:stretch/>
          </p:blipFill>
          <p:spPr>
            <a:xfrm>
              <a:off x="10795518" y="861728"/>
              <a:ext cx="790236" cy="14504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E109CF0-EEF1-4E64-B75C-8A4C74CD7FCF}"/>
              </a:ext>
            </a:extLst>
          </p:cNvPr>
          <p:cNvSpPr/>
          <p:nvPr/>
        </p:nvSpPr>
        <p:spPr>
          <a:xfrm>
            <a:off x="8728319" y="2830203"/>
            <a:ext cx="13773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 DIV 2</a:t>
            </a:r>
            <a:endParaRPr lang="en-GB" sz="3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A89F71-D104-45E8-83C1-616B0A2CE15E}"/>
              </a:ext>
            </a:extLst>
          </p:cNvPr>
          <p:cNvSpPr/>
          <p:nvPr/>
        </p:nvSpPr>
        <p:spPr>
          <a:xfrm>
            <a:off x="8010365" y="4198702"/>
            <a:ext cx="307910" cy="30791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AFBCF8-0EA0-4030-B72C-CE0E02ACCC3E}"/>
              </a:ext>
            </a:extLst>
          </p:cNvPr>
          <p:cNvSpPr/>
          <p:nvPr/>
        </p:nvSpPr>
        <p:spPr>
          <a:xfrm>
            <a:off x="8893515" y="4198702"/>
            <a:ext cx="307910" cy="30791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C4F7BC-3E37-47B9-AF74-EE91D3A61367}"/>
              </a:ext>
            </a:extLst>
          </p:cNvPr>
          <p:cNvSpPr/>
          <p:nvPr/>
        </p:nvSpPr>
        <p:spPr>
          <a:xfrm>
            <a:off x="8451940" y="4198702"/>
            <a:ext cx="307910" cy="30791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F45219-A31D-4055-BECE-36C4DED64DDA}"/>
              </a:ext>
            </a:extLst>
          </p:cNvPr>
          <p:cNvSpPr/>
          <p:nvPr/>
        </p:nvSpPr>
        <p:spPr>
          <a:xfrm>
            <a:off x="9335090" y="4198702"/>
            <a:ext cx="307910" cy="30791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1BF548-9579-49A0-AF58-47BE37C24378}"/>
              </a:ext>
            </a:extLst>
          </p:cNvPr>
          <p:cNvSpPr/>
          <p:nvPr/>
        </p:nvSpPr>
        <p:spPr>
          <a:xfrm>
            <a:off x="9776665" y="4198702"/>
            <a:ext cx="307910" cy="30791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37EF66-6B8D-4ED5-ABD2-78F1208B65EF}"/>
              </a:ext>
            </a:extLst>
          </p:cNvPr>
          <p:cNvSpPr/>
          <p:nvPr/>
        </p:nvSpPr>
        <p:spPr>
          <a:xfrm>
            <a:off x="10218240" y="4208032"/>
            <a:ext cx="307910" cy="30791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39A9C5-5D04-45E7-99A3-E8386FACA710}"/>
              </a:ext>
            </a:extLst>
          </p:cNvPr>
          <p:cNvSpPr/>
          <p:nvPr/>
        </p:nvSpPr>
        <p:spPr>
          <a:xfrm>
            <a:off x="10659815" y="4208032"/>
            <a:ext cx="307910" cy="307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DF44F3-7916-4121-8C28-6FBF4684E992}"/>
              </a:ext>
            </a:extLst>
          </p:cNvPr>
          <p:cNvSpPr/>
          <p:nvPr/>
        </p:nvSpPr>
        <p:spPr>
          <a:xfrm>
            <a:off x="7968378" y="4170711"/>
            <a:ext cx="833460" cy="3723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5A793F-D421-472D-ADF5-68A12EFA558A}"/>
              </a:ext>
            </a:extLst>
          </p:cNvPr>
          <p:cNvSpPr/>
          <p:nvPr/>
        </p:nvSpPr>
        <p:spPr>
          <a:xfrm>
            <a:off x="8851528" y="4170711"/>
            <a:ext cx="833460" cy="3723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71A266-C22F-405F-AAED-2B4EC7501D70}"/>
              </a:ext>
            </a:extLst>
          </p:cNvPr>
          <p:cNvSpPr/>
          <p:nvPr/>
        </p:nvSpPr>
        <p:spPr>
          <a:xfrm>
            <a:off x="9734678" y="4170711"/>
            <a:ext cx="833460" cy="3723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C38BBE-4761-4139-A26F-6EB7FD1FF2DD}"/>
              </a:ext>
            </a:extLst>
          </p:cNvPr>
          <p:cNvSpPr/>
          <p:nvPr/>
        </p:nvSpPr>
        <p:spPr>
          <a:xfrm>
            <a:off x="8267098" y="4534603"/>
            <a:ext cx="236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4E9E92-3263-461B-B356-8C4052D43FC1}"/>
              </a:ext>
            </a:extLst>
          </p:cNvPr>
          <p:cNvSpPr/>
          <p:nvPr/>
        </p:nvSpPr>
        <p:spPr>
          <a:xfrm>
            <a:off x="9150248" y="4543028"/>
            <a:ext cx="236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4C5047-F8AD-494C-B378-0B28E38E645B}"/>
              </a:ext>
            </a:extLst>
          </p:cNvPr>
          <p:cNvSpPr/>
          <p:nvPr/>
        </p:nvSpPr>
        <p:spPr>
          <a:xfrm>
            <a:off x="10031195" y="4534603"/>
            <a:ext cx="236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26" name="Table 15">
            <a:extLst>
              <a:ext uri="{FF2B5EF4-FFF2-40B4-BE49-F238E27FC236}">
                <a16:creationId xmlns:a16="http://schemas.microsoft.com/office/drawing/2014/main" id="{386957CA-8830-41C2-83E7-CC964870E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227416"/>
              </p:ext>
            </p:extLst>
          </p:nvPr>
        </p:nvGraphicFramePr>
        <p:xfrm>
          <a:off x="404196" y="1945640"/>
          <a:ext cx="6502400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77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^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Exponentiation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MOD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904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= 7 DIV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Integer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701100"/>
                  </a:ext>
                </a:extLst>
              </a:tr>
            </a:tbl>
          </a:graphicData>
        </a:graphic>
      </p:graphicFrame>
      <p:pic>
        <p:nvPicPr>
          <p:cNvPr id="4" name="Picture 2" descr="make_notes">
            <a:extLst>
              <a:ext uri="{FF2B5EF4-FFF2-40B4-BE49-F238E27FC236}">
                <a16:creationId xmlns:a16="http://schemas.microsoft.com/office/drawing/2014/main" id="{808805E0-7A0E-B5AB-BDF1-D2ACD04B8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0EC8C7-5E87-4008-05D0-FB677DEE2200}"/>
              </a:ext>
            </a:extLst>
          </p:cNvPr>
          <p:cNvSpPr/>
          <p:nvPr/>
        </p:nvSpPr>
        <p:spPr>
          <a:xfrm>
            <a:off x="1406145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arithmetic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C9E69A-4C9C-FE27-1EF6-C08078F91267}"/>
              </a:ext>
            </a:extLst>
          </p:cNvPr>
          <p:cNvSpPr/>
          <p:nvPr/>
        </p:nvSpPr>
        <p:spPr>
          <a:xfrm>
            <a:off x="7349949" y="3429000"/>
            <a:ext cx="3960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many times does the number on the right fit into the number on the left?</a:t>
            </a:r>
          </a:p>
        </p:txBody>
      </p:sp>
    </p:spTree>
    <p:extLst>
      <p:ext uri="{BB962C8B-B14F-4D97-AF65-F5344CB8AC3E}">
        <p14:creationId xmlns:p14="http://schemas.microsoft.com/office/powerpoint/2010/main" val="219591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1A6310-80D1-44CA-8526-944E72B351D0}"/>
              </a:ext>
            </a:extLst>
          </p:cNvPr>
          <p:cNvGrpSpPr/>
          <p:nvPr/>
        </p:nvGrpSpPr>
        <p:grpSpPr>
          <a:xfrm>
            <a:off x="10354118" y="1001124"/>
            <a:ext cx="1561809" cy="1450436"/>
            <a:chOff x="10023946" y="861728"/>
            <a:chExt cx="1561809" cy="14504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57A252-F39C-4F5D-BED0-6CE5FDD1CA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/>
            <a:stretch/>
          </p:blipFill>
          <p:spPr>
            <a:xfrm>
              <a:off x="10804849" y="861728"/>
              <a:ext cx="780906" cy="14504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F2BAEA-4025-4534-8698-0B90CEEFB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50000"/>
            <a:stretch/>
          </p:blipFill>
          <p:spPr>
            <a:xfrm>
              <a:off x="10023946" y="861728"/>
              <a:ext cx="780903" cy="14504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390D83-52C0-4203-9A98-88D1FC3C9893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A8E2A147-FF62-45FE-86C9-B84E78C7C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01759"/>
              </p:ext>
            </p:extLst>
          </p:nvPr>
        </p:nvGraphicFramePr>
        <p:xfrm>
          <a:off x="404196" y="1945637"/>
          <a:ext cx="5991079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362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72362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2543839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B5BB727-9743-CC86-9431-2DA7A347EF1B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comparison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00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1A6310-80D1-44CA-8526-944E72B351D0}"/>
              </a:ext>
            </a:extLst>
          </p:cNvPr>
          <p:cNvGrpSpPr/>
          <p:nvPr/>
        </p:nvGrpSpPr>
        <p:grpSpPr>
          <a:xfrm>
            <a:off x="10354118" y="1001124"/>
            <a:ext cx="1561809" cy="1450436"/>
            <a:chOff x="10023946" y="861728"/>
            <a:chExt cx="1561809" cy="14504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57A252-F39C-4F5D-BED0-6CE5FDD1CA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/>
            <a:stretch/>
          </p:blipFill>
          <p:spPr>
            <a:xfrm>
              <a:off x="10804849" y="861728"/>
              <a:ext cx="780906" cy="14504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F2BAEA-4025-4534-8698-0B90CEEFB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50000"/>
            <a:stretch/>
          </p:blipFill>
          <p:spPr>
            <a:xfrm>
              <a:off x="10023946" y="861728"/>
              <a:ext cx="780903" cy="14504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390D83-52C0-4203-9A98-88D1FC3C9893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B52F3646-3359-4FD0-9DB1-33CC5B358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83906"/>
              </p:ext>
            </p:extLst>
          </p:nvPr>
        </p:nvGraphicFramePr>
        <p:xfrm>
          <a:off x="404196" y="1945637"/>
          <a:ext cx="5991079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362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72362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2543839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&lt;&gt;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F4E92BB-EFFA-4B03-E181-EE1C80C02638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comparison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655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1A6310-80D1-44CA-8526-944E72B351D0}"/>
              </a:ext>
            </a:extLst>
          </p:cNvPr>
          <p:cNvGrpSpPr/>
          <p:nvPr/>
        </p:nvGrpSpPr>
        <p:grpSpPr>
          <a:xfrm>
            <a:off x="10354118" y="1001124"/>
            <a:ext cx="1561809" cy="1450436"/>
            <a:chOff x="10023946" y="861728"/>
            <a:chExt cx="1561809" cy="14504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57A252-F39C-4F5D-BED0-6CE5FDD1CA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/>
            <a:stretch/>
          </p:blipFill>
          <p:spPr>
            <a:xfrm>
              <a:off x="10804849" y="861728"/>
              <a:ext cx="780906" cy="14504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F2BAEA-4025-4534-8698-0B90CEEFB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50000"/>
            <a:stretch/>
          </p:blipFill>
          <p:spPr>
            <a:xfrm>
              <a:off x="10023946" y="861728"/>
              <a:ext cx="780903" cy="14504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390D83-52C0-4203-9A98-88D1FC3C9893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B3DF0C2E-B9CE-4504-B4B9-7348B41FE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288881"/>
              </p:ext>
            </p:extLst>
          </p:nvPr>
        </p:nvGraphicFramePr>
        <p:xfrm>
          <a:off x="404196" y="1945637"/>
          <a:ext cx="5991079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362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72362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2543839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&lt;&gt;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 &lt;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AE607DB-D753-E641-F9A9-14E45E2139A5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comparison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798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1A6310-80D1-44CA-8526-944E72B351D0}"/>
              </a:ext>
            </a:extLst>
          </p:cNvPr>
          <p:cNvGrpSpPr/>
          <p:nvPr/>
        </p:nvGrpSpPr>
        <p:grpSpPr>
          <a:xfrm>
            <a:off x="10354118" y="1001124"/>
            <a:ext cx="1561809" cy="1450436"/>
            <a:chOff x="10023946" y="861728"/>
            <a:chExt cx="1561809" cy="14504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57A252-F39C-4F5D-BED0-6CE5FDD1CA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/>
            <a:stretch/>
          </p:blipFill>
          <p:spPr>
            <a:xfrm>
              <a:off x="10804849" y="861728"/>
              <a:ext cx="780906" cy="14504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F2BAEA-4025-4534-8698-0B90CEEFB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50000"/>
            <a:stretch/>
          </p:blipFill>
          <p:spPr>
            <a:xfrm>
              <a:off x="10023946" y="861728"/>
              <a:ext cx="780903" cy="14504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390D83-52C0-4203-9A98-88D1FC3C9893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B7232AEA-FCA7-4DE0-9C16-918A7668C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58992"/>
              </p:ext>
            </p:extLst>
          </p:nvPr>
        </p:nvGraphicFramePr>
        <p:xfrm>
          <a:off x="404196" y="1945637"/>
          <a:ext cx="59910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362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72362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2543839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&lt;&gt;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 &lt;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 &lt;=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4E63968-E53B-88FB-DC52-E0BFA6A837DC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comparison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231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1A6310-80D1-44CA-8526-944E72B351D0}"/>
              </a:ext>
            </a:extLst>
          </p:cNvPr>
          <p:cNvGrpSpPr/>
          <p:nvPr/>
        </p:nvGrpSpPr>
        <p:grpSpPr>
          <a:xfrm>
            <a:off x="10354118" y="1001124"/>
            <a:ext cx="1561809" cy="1450436"/>
            <a:chOff x="10023946" y="861728"/>
            <a:chExt cx="1561809" cy="14504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57A252-F39C-4F5D-BED0-6CE5FDD1CA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/>
            <a:stretch/>
          </p:blipFill>
          <p:spPr>
            <a:xfrm>
              <a:off x="10804849" y="861728"/>
              <a:ext cx="780906" cy="14504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F2BAEA-4025-4534-8698-0B90CEEFB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50000"/>
            <a:stretch/>
          </p:blipFill>
          <p:spPr>
            <a:xfrm>
              <a:off x="10023946" y="861728"/>
              <a:ext cx="780903" cy="14504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390D83-52C0-4203-9A98-88D1FC3C9893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CA812150-1FC9-45BE-BFC8-62F7D247A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994332"/>
              </p:ext>
            </p:extLst>
          </p:nvPr>
        </p:nvGraphicFramePr>
        <p:xfrm>
          <a:off x="404196" y="1945637"/>
          <a:ext cx="5991079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362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72362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2543839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&lt;&gt;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 &lt;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 &lt;=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Greater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103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C45396D-A140-510D-4BF5-C8FC6D08F61C}"/>
              </a:ext>
            </a:extLst>
          </p:cNvPr>
          <p:cNvSpPr/>
          <p:nvPr/>
        </p:nvSpPr>
        <p:spPr>
          <a:xfrm>
            <a:off x="141549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comparison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175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1A6310-80D1-44CA-8526-944E72B351D0}"/>
              </a:ext>
            </a:extLst>
          </p:cNvPr>
          <p:cNvGrpSpPr/>
          <p:nvPr/>
        </p:nvGrpSpPr>
        <p:grpSpPr>
          <a:xfrm>
            <a:off x="10354118" y="1001124"/>
            <a:ext cx="1561809" cy="1450436"/>
            <a:chOff x="10023946" y="861728"/>
            <a:chExt cx="1561809" cy="14504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57A252-F39C-4F5D-BED0-6CE5FDD1CA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/>
            <a:stretch/>
          </p:blipFill>
          <p:spPr>
            <a:xfrm>
              <a:off x="10804849" y="861728"/>
              <a:ext cx="780906" cy="14504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F2BAEA-4025-4534-8698-0B90CEEFB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r="50000"/>
            <a:stretch/>
          </p:blipFill>
          <p:spPr>
            <a:xfrm>
              <a:off x="10023946" y="861728"/>
              <a:ext cx="780903" cy="14504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390D83-52C0-4203-9A98-88D1FC3C9893}"/>
              </a:ext>
            </a:extLst>
          </p:cNvPr>
          <p:cNvSpPr/>
          <p:nvPr/>
        </p:nvSpPr>
        <p:spPr>
          <a:xfrm>
            <a:off x="10421231" y="408399"/>
            <a:ext cx="1427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</a:t>
            </a:r>
          </a:p>
        </p:txBody>
      </p:sp>
      <p:graphicFrame>
        <p:nvGraphicFramePr>
          <p:cNvPr id="12" name="Table 15">
            <a:extLst>
              <a:ext uri="{FF2B5EF4-FFF2-40B4-BE49-F238E27FC236}">
                <a16:creationId xmlns:a16="http://schemas.microsoft.com/office/drawing/2014/main" id="{836F6A6F-D809-4ADA-8A5C-9AF28A81F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46453"/>
              </p:ext>
            </p:extLst>
          </p:nvPr>
        </p:nvGraphicFramePr>
        <p:xfrm>
          <a:off x="404196" y="1945637"/>
          <a:ext cx="5991079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3620">
                  <a:extLst>
                    <a:ext uri="{9D8B030D-6E8A-4147-A177-3AD203B41FA5}">
                      <a16:colId xmlns:a16="http://schemas.microsoft.com/office/drawing/2014/main" val="2609315638"/>
                    </a:ext>
                  </a:extLst>
                </a:gridCol>
                <a:gridCol w="1723620">
                  <a:extLst>
                    <a:ext uri="{9D8B030D-6E8A-4147-A177-3AD203B41FA5}">
                      <a16:colId xmlns:a16="http://schemas.microsoft.com/office/drawing/2014/main" val="1076441001"/>
                    </a:ext>
                  </a:extLst>
                </a:gridCol>
                <a:gridCol w="2543839">
                  <a:extLst>
                    <a:ext uri="{9D8B030D-6E8A-4147-A177-3AD203B41FA5}">
                      <a16:colId xmlns:a16="http://schemas.microsoft.com/office/drawing/2014/main" val="4259230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4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07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&lt;&gt;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7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 &lt;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 &lt;=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0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Greater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 &gt;=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Greater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904296"/>
                  </a:ext>
                </a:extLst>
              </a:tr>
            </a:tbl>
          </a:graphicData>
        </a:graphic>
      </p:graphicFrame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B1A73C6B-1BDC-4D26-BE2D-3082A3FCEDBD}"/>
              </a:ext>
            </a:extLst>
          </p:cNvPr>
          <p:cNvSpPr/>
          <p:nvPr/>
        </p:nvSpPr>
        <p:spPr>
          <a:xfrm>
            <a:off x="7830027" y="3429000"/>
            <a:ext cx="3225260" cy="2056652"/>
          </a:xfrm>
          <a:prstGeom prst="wedgeRoundRectCallout">
            <a:avLst>
              <a:gd name="adj1" fmla="val -99418"/>
              <a:gd name="adj2" fmla="val -7621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 dirty="0">
                <a:solidFill>
                  <a:schemeClr val="accent2">
                    <a:lumMod val="75000"/>
                  </a:schemeClr>
                </a:solidFill>
              </a:rPr>
              <a:t>Note: Different languages may use alternate symbols to represent these operators. For example, “not equal to” could be: </a:t>
            </a:r>
          </a:p>
          <a:p>
            <a:pPr algn="ctr"/>
            <a:r>
              <a:rPr lang="en-GB" sz="1600" i="1" dirty="0">
                <a:solidFill>
                  <a:schemeClr val="accent2">
                    <a:lumMod val="75000"/>
                  </a:schemeClr>
                </a:solidFill>
              </a:rPr>
              <a:t>!= </a:t>
            </a:r>
          </a:p>
          <a:p>
            <a:pPr algn="ctr"/>
            <a:r>
              <a:rPr lang="en-GB" sz="1600" i="1" dirty="0">
                <a:solidFill>
                  <a:schemeClr val="accent2">
                    <a:lumMod val="75000"/>
                  </a:schemeClr>
                </a:solidFill>
              </a:rPr>
              <a:t>&lt;&gt;</a:t>
            </a:r>
          </a:p>
          <a:p>
            <a:pPr algn="ctr"/>
            <a:r>
              <a:rPr lang="en-GB" sz="2000" i="1" dirty="0">
                <a:solidFill>
                  <a:schemeClr val="accent2">
                    <a:lumMod val="75000"/>
                  </a:schemeClr>
                </a:solidFill>
              </a:rPr>
              <a:t>~=</a:t>
            </a:r>
          </a:p>
        </p:txBody>
      </p:sp>
      <p:pic>
        <p:nvPicPr>
          <p:cNvPr id="3" name="Picture 2" descr="make_notes">
            <a:extLst>
              <a:ext uri="{FF2B5EF4-FFF2-40B4-BE49-F238E27FC236}">
                <a16:creationId xmlns:a16="http://schemas.microsoft.com/office/drawing/2014/main" id="{46C29693-3FB1-5506-AD65-23886C4D2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70BE14-63B6-708B-A616-EB7ED1E059DA}"/>
              </a:ext>
            </a:extLst>
          </p:cNvPr>
          <p:cNvSpPr/>
          <p:nvPr/>
        </p:nvSpPr>
        <p:spPr>
          <a:xfrm>
            <a:off x="1367235" y="533854"/>
            <a:ext cx="624853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comparison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201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782</Words>
  <Application>Microsoft Office PowerPoint</Application>
  <PresentationFormat>Widescreen</PresentationFormat>
  <Paragraphs>338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167</cp:revision>
  <dcterms:created xsi:type="dcterms:W3CDTF">2019-10-14T15:21:06Z</dcterms:created>
  <dcterms:modified xsi:type="dcterms:W3CDTF">2022-09-01T10:08:38Z</dcterms:modified>
</cp:coreProperties>
</file>