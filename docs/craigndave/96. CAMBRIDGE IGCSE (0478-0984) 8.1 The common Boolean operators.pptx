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72" r:id="rId3"/>
    <p:sldId id="270" r:id="rId4"/>
    <p:sldId id="266" r:id="rId5"/>
    <p:sldId id="267" r:id="rId6"/>
    <p:sldId id="268" r:id="rId7"/>
    <p:sldId id="269" r:id="rId8"/>
    <p:sldId id="33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The common Boolean operators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common Boolean operators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2451FD-F5C7-CE9D-40FB-C9BA7702F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24"/>
            <a:ext cx="12192000" cy="64373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2509485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6209E-5410-10FE-3C10-74AE91071818}"/>
              </a:ext>
            </a:extLst>
          </p:cNvPr>
          <p:cNvSpPr/>
          <p:nvPr/>
        </p:nvSpPr>
        <p:spPr>
          <a:xfrm>
            <a:off x="176565" y="1095724"/>
            <a:ext cx="11466500" cy="1128514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expressions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all the time in programming. Typical examples are IF statements and FOR or WHILE loops.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expressions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typically make use of one of more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operators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evaluate to either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be aware of how the following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6AEEA-DEDB-B4CA-A5E7-4BB73D1BF9E7}"/>
              </a:ext>
            </a:extLst>
          </p:cNvPr>
          <p:cNvSpPr txBox="1"/>
          <p:nvPr/>
        </p:nvSpPr>
        <p:spPr>
          <a:xfrm>
            <a:off x="176565" y="2828835"/>
            <a:ext cx="19335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</a:rPr>
              <a:t>AND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288ED-8822-F04E-1678-0058F6C22554}"/>
              </a:ext>
            </a:extLst>
          </p:cNvPr>
          <p:cNvSpPr txBox="1"/>
          <p:nvPr/>
        </p:nvSpPr>
        <p:spPr>
          <a:xfrm>
            <a:off x="176564" y="4025569"/>
            <a:ext cx="13292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</a:rPr>
              <a:t>OR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DD06F-7FF7-0252-9C8F-24D972A54F2C}"/>
              </a:ext>
            </a:extLst>
          </p:cNvPr>
          <p:cNvSpPr txBox="1"/>
          <p:nvPr/>
        </p:nvSpPr>
        <p:spPr>
          <a:xfrm>
            <a:off x="176564" y="5225898"/>
            <a:ext cx="18539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</a:rPr>
              <a:t>NOT</a:t>
            </a:r>
            <a:endParaRPr lang="en-GB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6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356270"/>
            <a:ext cx="10579419" cy="5161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&lt;BOOLEAN EXPRESSION&gt;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THEN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...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&lt;BOOLEAN EXPRESSION&gt; DO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...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ENDWHILE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REPEAT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...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UNTIL &lt;BOOLEAN EXPRESSION&gt;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B52149-29A2-4FA1-ABBE-502B4ED7A9FA}"/>
              </a:ext>
            </a:extLst>
          </p:cNvPr>
          <p:cNvSpPr/>
          <p:nvPr/>
        </p:nvSpPr>
        <p:spPr>
          <a:xfrm>
            <a:off x="593889" y="1356270"/>
            <a:ext cx="2620651" cy="37401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2F95A-0102-4933-B02C-5996EA468A4A}"/>
              </a:ext>
            </a:extLst>
          </p:cNvPr>
          <p:cNvSpPr/>
          <p:nvPr/>
        </p:nvSpPr>
        <p:spPr>
          <a:xfrm>
            <a:off x="988926" y="3352242"/>
            <a:ext cx="2620651" cy="37401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E51AB-E0B0-427C-AD40-BD83054440C5}"/>
              </a:ext>
            </a:extLst>
          </p:cNvPr>
          <p:cNvSpPr/>
          <p:nvPr/>
        </p:nvSpPr>
        <p:spPr>
          <a:xfrm>
            <a:off x="998059" y="5703177"/>
            <a:ext cx="2620651" cy="37401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99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130026"/>
            <a:ext cx="10579419" cy="1666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end_of_file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…</a:t>
            </a:r>
            <a:r>
              <a:rPr lang="en-GB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same as… 	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while end_of_file == False: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956BC7-BD3C-4CF8-9400-16D6D82FEF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2322"/>
          <a:stretch/>
        </p:blipFill>
        <p:spPr>
          <a:xfrm>
            <a:off x="9398317" y="1054049"/>
            <a:ext cx="2617118" cy="1731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3C0DE-BC95-47FB-B0C2-37FDFF74361D}"/>
              </a:ext>
            </a:extLst>
          </p:cNvPr>
          <p:cNvSpPr txBox="1"/>
          <p:nvPr/>
        </p:nvSpPr>
        <p:spPr>
          <a:xfrm>
            <a:off x="9605663" y="523174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Use an umbrella if it's raining but NOT cold.</a:t>
            </a:r>
          </a:p>
        </p:txBody>
      </p:sp>
    </p:spTree>
    <p:extLst>
      <p:ext uri="{BB962C8B-B14F-4D97-AF65-F5344CB8AC3E}">
        <p14:creationId xmlns:p14="http://schemas.microsoft.com/office/powerpoint/2010/main" val="372344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130026"/>
            <a:ext cx="10579419" cy="3308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…</a:t>
            </a:r>
            <a:r>
              <a:rPr lang="en-GB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same as… 	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while </a:t>
            </a:r>
            <a:r>
              <a:rPr lang="en-GB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== False: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found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not found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E04FB7-D28F-46A4-A6E9-667501864FC2}"/>
              </a:ext>
            </a:extLst>
          </p:cNvPr>
          <p:cNvGrpSpPr/>
          <p:nvPr/>
        </p:nvGrpSpPr>
        <p:grpSpPr>
          <a:xfrm>
            <a:off x="9468451" y="3254597"/>
            <a:ext cx="2472584" cy="1731414"/>
            <a:chOff x="1299316" y="2140837"/>
            <a:chExt cx="2472584" cy="1731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389CF7-A371-464B-BDC9-595D398815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r="73851"/>
            <a:stretch/>
          </p:blipFill>
          <p:spPr>
            <a:xfrm>
              <a:off x="1299316" y="2140837"/>
              <a:ext cx="2472584" cy="173141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BC35C7B-A218-4E7E-AD32-881600518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237" y="2510169"/>
              <a:ext cx="728839" cy="7288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12F51D-4316-4882-BC24-2918B0CA1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3628" y="2559229"/>
              <a:ext cx="611186" cy="611186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345FE95-3656-4F0B-BDBB-1966D449CA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2322"/>
          <a:stretch/>
        </p:blipFill>
        <p:spPr>
          <a:xfrm>
            <a:off x="9398317" y="1054049"/>
            <a:ext cx="2617118" cy="17314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EAB4D1-C2F9-4EBB-BC84-DFED1E1F48FD}"/>
              </a:ext>
            </a:extLst>
          </p:cNvPr>
          <p:cNvSpPr txBox="1"/>
          <p:nvPr/>
        </p:nvSpPr>
        <p:spPr>
          <a:xfrm>
            <a:off x="9603530" y="2608266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Wear a coat if it's raining AND cold.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01F0AF-C6B9-9946-4D3D-C9B5A728F063}"/>
              </a:ext>
            </a:extLst>
          </p:cNvPr>
          <p:cNvSpPr txBox="1"/>
          <p:nvPr/>
        </p:nvSpPr>
        <p:spPr>
          <a:xfrm>
            <a:off x="9605663" y="523174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Use an umbrella if it's raining but NOT cold.</a:t>
            </a:r>
          </a:p>
        </p:txBody>
      </p:sp>
    </p:spTree>
    <p:extLst>
      <p:ext uri="{BB962C8B-B14F-4D97-AF65-F5344CB8AC3E}">
        <p14:creationId xmlns:p14="http://schemas.microsoft.com/office/powerpoint/2010/main" val="345922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130026"/>
            <a:ext cx="10579419" cy="4499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…</a:t>
            </a:r>
            <a:r>
              <a:rPr lang="en-GB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same as… 	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while </a:t>
            </a:r>
            <a:r>
              <a:rPr lang="en-GB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== False: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found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not found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x == 2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x == 4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choice &lt; 1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choice &gt; 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451F10-F74A-4B69-9A30-CA079A371BF7}"/>
              </a:ext>
            </a:extLst>
          </p:cNvPr>
          <p:cNvGrpSpPr/>
          <p:nvPr/>
        </p:nvGrpSpPr>
        <p:grpSpPr>
          <a:xfrm>
            <a:off x="9487254" y="5232570"/>
            <a:ext cx="2537460" cy="1731414"/>
            <a:chOff x="4640580" y="2140837"/>
            <a:chExt cx="2537460" cy="1731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67F734-02CA-48E0-9A90-A0284889E0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l="35336" r="37829"/>
            <a:stretch/>
          </p:blipFill>
          <p:spPr>
            <a:xfrm>
              <a:off x="4640580" y="2140837"/>
              <a:ext cx="2537460" cy="173141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AC7518F-44FE-4747-9F20-3371609B9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743" y="2578762"/>
              <a:ext cx="728839" cy="72883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9D19E1-16C1-4F29-9C25-EE895AE26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3134" y="2627822"/>
              <a:ext cx="611186" cy="611186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0FF50C7-7BB0-45C1-838A-32464C48DD75}"/>
              </a:ext>
            </a:extLst>
          </p:cNvPr>
          <p:cNvSpPr txBox="1"/>
          <p:nvPr/>
        </p:nvSpPr>
        <p:spPr>
          <a:xfrm>
            <a:off x="9552130" y="4674830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Catch a bus if it's raining OR cold.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06F0D7-C83C-6446-6C99-0A1B4EBF0BFB}"/>
              </a:ext>
            </a:extLst>
          </p:cNvPr>
          <p:cNvGrpSpPr/>
          <p:nvPr/>
        </p:nvGrpSpPr>
        <p:grpSpPr>
          <a:xfrm>
            <a:off x="9468451" y="3254597"/>
            <a:ext cx="2472584" cy="1731414"/>
            <a:chOff x="1299316" y="2140837"/>
            <a:chExt cx="2472584" cy="173141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D79B7D8-A84C-7BB8-E11F-F93CC8CF88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 r="73851"/>
            <a:stretch/>
          </p:blipFill>
          <p:spPr>
            <a:xfrm>
              <a:off x="1299316" y="2140837"/>
              <a:ext cx="2472584" cy="173141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F352437-009D-6883-4B87-927AE5802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237" y="2510169"/>
              <a:ext cx="728839" cy="72883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CCD500B-ADCD-C1D8-79E6-5D4EF9ED4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3628" y="2559229"/>
              <a:ext cx="611186" cy="611186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3A194F0-DF3C-F864-7287-41F0B4C47E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2322"/>
          <a:stretch/>
        </p:blipFill>
        <p:spPr>
          <a:xfrm>
            <a:off x="9398317" y="1054049"/>
            <a:ext cx="2617118" cy="17314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0DA06DB-9E44-232D-E3F8-B69847FE3BAF}"/>
              </a:ext>
            </a:extLst>
          </p:cNvPr>
          <p:cNvSpPr txBox="1"/>
          <p:nvPr/>
        </p:nvSpPr>
        <p:spPr>
          <a:xfrm>
            <a:off x="9603530" y="2608266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Wear a coat if it's raining AND cold.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F12319-70BF-A06C-5F12-E0D1905CCAD6}"/>
              </a:ext>
            </a:extLst>
          </p:cNvPr>
          <p:cNvSpPr txBox="1"/>
          <p:nvPr/>
        </p:nvSpPr>
        <p:spPr>
          <a:xfrm>
            <a:off x="9605663" y="523174"/>
            <a:ext cx="220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Use an umbrella if it's raining but NOT cold.</a:t>
            </a:r>
          </a:p>
        </p:txBody>
      </p:sp>
    </p:spTree>
    <p:extLst>
      <p:ext uri="{BB962C8B-B14F-4D97-AF65-F5344CB8AC3E}">
        <p14:creationId xmlns:p14="http://schemas.microsoft.com/office/powerpoint/2010/main" val="1996498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operators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76565" y="1130026"/>
            <a:ext cx="10579419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…</a:t>
            </a:r>
            <a:r>
              <a:rPr lang="en-GB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same as… 	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while </a:t>
            </a:r>
            <a:r>
              <a:rPr lang="en-GB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== False: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found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end_of_file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not found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x == 2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x == 4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choice &lt; 1 </a:t>
            </a:r>
            <a:r>
              <a:rPr lang="en-GB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choice &gt; 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an infinite loop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 True</a:t>
            </a: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616280E2-26A9-03DD-25AC-60A256EF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999" y="573308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22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401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161</cp:revision>
  <dcterms:created xsi:type="dcterms:W3CDTF">2019-10-14T15:21:06Z</dcterms:created>
  <dcterms:modified xsi:type="dcterms:W3CDTF">2022-09-01T10:08:47Z</dcterms:modified>
</cp:coreProperties>
</file>